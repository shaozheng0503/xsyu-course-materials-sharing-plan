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64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8F6A1-0C71-4064-B254-6B8FFED20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AD28FF-8D7E-427F-8C5F-A200BACEE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EEDB1-64ED-4991-BFBF-1F443D7A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36185-3F52-45D1-AE0A-18A1D3F0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971E0-A9F8-43DA-A189-88A5D50A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8D0C4-9E66-4C6D-8054-7B384322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2F10F-3028-4AA4-B030-ECBE3B6F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4748F8-102E-4F1A-AB98-7BA80487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95849-CE17-4D49-AB46-E0F10A40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4CEC5-9CA1-46DB-B8DA-55C1FEFD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97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5750C-BB73-4FDE-B876-DE4590D8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B7E676-2AE6-40DB-BFA1-4D1DBBD58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B9CC0-3CDB-45F6-8155-0B0D75A8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6AE64-F77A-4FB9-B8AB-C3AC15F2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519C23-9F62-4DB1-83AF-6DB9A9A1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60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2D300-8DD0-4F66-8672-12D749F6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3B1B-4003-4AA5-945A-EC59744CB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F49CB8-35A7-4A26-9455-3C0584414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D297A4-4EE0-4FD2-9B95-BD1771E0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6616B8-616F-43AD-B493-5CEE07E7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9B44B-36C0-4E5E-AE8F-1D7433C0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87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5F960-A707-4F51-90FD-22D82D01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5D190B-6106-416F-9A6E-411DA2592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39F7D4-27FD-4B86-AD93-FCEB763D5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FBDAEE-EAA5-4DC1-88D1-2ADEA3904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0779D2-DFA6-49BD-A630-9AF392FE8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6215E1-BA54-417C-BD24-AD67C304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9AC822-2502-4475-8D5B-B9C6F6DD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DFBCB6-003E-4216-9217-E195EECE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954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0DB89-1423-4959-998D-ED309DC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940D80-771A-4C73-98A8-54680D37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21955A-5095-4A29-8F2D-9A2A853D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5ECC38-14D4-42B1-B561-2C91DB4C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34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C54C41-86D7-4D1E-8BBB-EFAB35F1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732893-65FB-4A7D-8419-9E26B2A8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A406C0-1DAF-4342-9086-EAB1823F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00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B3120-06C2-4E11-B3A3-1E60AF9A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5B0C1-04AB-4DA2-9851-9360289F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C1E278-4B2E-41F6-A0FB-954867783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EEF110-2EE2-49E5-B847-14203C9E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520F2F-7A29-48FE-8A92-B8605D62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14C1-C37C-4815-8CCC-B26C319C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69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764AB-4CD2-44DD-BD80-87B49E30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877DB9-E558-4099-99E3-BAE0C018F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0366C0-72D9-481C-942E-153D1C78A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B851E-331C-4CB4-A5B6-D3491292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38F4D9-49AB-40CB-8260-187BF861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541B2-8E13-4C92-B990-57170B4B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42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70B83-7DA7-4EC2-A299-5FDBA9AD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995443-62E8-40F4-A646-9D6DB313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64CDD-A7D4-4C05-97B7-F5346A90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9E260-E0EE-49F5-BBAC-0BE92C66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94215-484C-469E-94E0-53ABF5EB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65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554B73-96A1-4A25-B6B3-C207C9E19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B1E321-3E99-4A98-98BA-5AFEF3FD0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BB9ADA-9E9A-4CFA-BE78-CDE123EB4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DBBDA-4245-44C4-AF91-287980FA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AF105-C5F1-470A-92E3-5A87EB94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15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058B96-8172-4B42-9008-50A80B2F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A01E2F-2A45-4611-96A6-BC0D8975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0169A-4679-488D-9F17-FC3E6ADDB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7F418-E35D-441F-8B36-1F31E87AAFFE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FAC92-9F4C-4D7E-B784-67E4FF5F2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7E6D9-F340-4534-83F9-A56BCA842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9FDF1-C6DD-4365-8DB2-647579730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65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0FF56B5-D66A-40A6-AB6B-F8294773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490" y="934537"/>
            <a:ext cx="6637020" cy="568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BAEB627-CD94-469D-821D-72852E2D63E0}"/>
              </a:ext>
            </a:extLst>
          </p:cNvPr>
          <p:cNvSpPr/>
          <p:nvPr/>
        </p:nvSpPr>
        <p:spPr>
          <a:xfrm>
            <a:off x="4036423" y="215537"/>
            <a:ext cx="3722914" cy="71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相关性分析</a:t>
            </a:r>
          </a:p>
        </p:txBody>
      </p:sp>
    </p:spTree>
    <p:extLst>
      <p:ext uri="{BB962C8B-B14F-4D97-AF65-F5344CB8AC3E}">
        <p14:creationId xmlns:p14="http://schemas.microsoft.com/office/powerpoint/2010/main" val="200940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AEB627-CD94-469D-821D-72852E2D63E0}"/>
              </a:ext>
            </a:extLst>
          </p:cNvPr>
          <p:cNvSpPr/>
          <p:nvPr/>
        </p:nvSpPr>
        <p:spPr>
          <a:xfrm>
            <a:off x="4234543" y="418011"/>
            <a:ext cx="3722914" cy="71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总孔隙度预测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1FBDED-768F-4BB2-B3E8-A85F35D78A16}"/>
              </a:ext>
            </a:extLst>
          </p:cNvPr>
          <p:cNvSpPr/>
          <p:nvPr/>
        </p:nvSpPr>
        <p:spPr>
          <a:xfrm>
            <a:off x="574766" y="1830975"/>
            <a:ext cx="4173583" cy="4202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总孔隙度为</a:t>
            </a:r>
            <a:r>
              <a:rPr lang="en-US" altLang="zh-CN" sz="3200" dirty="0"/>
              <a:t>0-10%</a:t>
            </a:r>
            <a:r>
              <a:rPr lang="zh-CN" altLang="en-US" sz="3200" dirty="0"/>
              <a:t>，分为</a:t>
            </a:r>
            <a:r>
              <a:rPr lang="en-US" altLang="zh-CN" sz="3200" dirty="0"/>
              <a:t>5</a:t>
            </a:r>
            <a:r>
              <a:rPr lang="zh-CN" altLang="en-US" sz="3200" dirty="0"/>
              <a:t>类，步长为</a:t>
            </a:r>
            <a:r>
              <a:rPr lang="en-US" altLang="zh-CN" sz="3200" dirty="0"/>
              <a:t>2%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algn="ctr"/>
            <a:endParaRPr lang="en-US" altLang="zh-CN" sz="3200" dirty="0"/>
          </a:p>
          <a:p>
            <a:pPr algn="ctr"/>
            <a:r>
              <a:rPr lang="en-US" altLang="zh-CN" sz="3200" dirty="0"/>
              <a:t>RF</a:t>
            </a:r>
            <a:r>
              <a:rPr lang="zh-CN" altLang="en-US" sz="3200" dirty="0"/>
              <a:t>，</a:t>
            </a:r>
            <a:r>
              <a:rPr lang="en-US" altLang="zh-CN" sz="3200" dirty="0" err="1"/>
              <a:t>XGBoost</a:t>
            </a:r>
            <a:r>
              <a:rPr lang="zh-CN" altLang="en-US" sz="3200" dirty="0"/>
              <a:t>和</a:t>
            </a:r>
            <a:r>
              <a:rPr lang="en-US" altLang="zh-CN" sz="3200" dirty="0" err="1"/>
              <a:t>Catboost</a:t>
            </a:r>
            <a:r>
              <a:rPr lang="zh-CN" altLang="en-US" sz="3200" dirty="0"/>
              <a:t>效果都还可以，重要性分析我都做了，你们可以分析后决定用哪一个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D823F4-5BF2-4BD4-9844-5A519E0B1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93" y="1532926"/>
            <a:ext cx="6372258" cy="45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D141164-AC6B-4ED2-B1AC-9F9B592A5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47" y="698863"/>
            <a:ext cx="5280845" cy="46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6784993" y="69886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Best parameters: C=500.0, gamma=0.001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0.9673929840828311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0.5714285714285714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0.44223132948945876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0.49912445278298934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0.4635480794345083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5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Best parameters: C=500.0, gamma=0.001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0.971256374594344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0.6173469387755102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0.5010131053071847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0.5438086303939962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0.49772082836135567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329F501-F60E-4D23-9963-E66980DD2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21" y="1091769"/>
            <a:ext cx="5303073" cy="467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FD09542-7C1A-47DF-BD4B-9FF6CED10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3728DDE-B777-4A30-9C49-8362E513B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87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462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Best parameters: n_estimators=50.0, max_features=3.0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0.9995363931386184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0.7908163265306123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0.8425407925407926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0.7297435897435898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0.7251634458120152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4EFDBBD-93AF-4EB0-A1E3-4F89CFDDE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84" y="1463040"/>
            <a:ext cx="5036323" cy="443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E6EB7DE7-D4ED-41CD-86D6-5F82E647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0F82878-5FBC-44D5-89A8-818A087BD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281D74-8383-4FB8-AE02-DE092F685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44550EC-20C1-4BB4-BCBC-3487CAA1A99F}"/>
              </a:ext>
            </a:extLst>
          </p:cNvPr>
          <p:cNvGrpSpPr/>
          <p:nvPr/>
        </p:nvGrpSpPr>
        <p:grpSpPr>
          <a:xfrm>
            <a:off x="5975064" y="3627120"/>
            <a:ext cx="6045073" cy="3230880"/>
            <a:chOff x="5975064" y="3627120"/>
            <a:chExt cx="6045073" cy="323088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BA13BA6-F43A-4C45-ABCC-35886A9DB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937" y="3627120"/>
              <a:ext cx="5803200" cy="3230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FB3A1DD-599C-45D8-9F1F-2A367A26AF6B}"/>
                </a:ext>
              </a:extLst>
            </p:cNvPr>
            <p:cNvSpPr/>
            <p:nvPr/>
          </p:nvSpPr>
          <p:spPr>
            <a:xfrm>
              <a:off x="6342348" y="3959352"/>
              <a:ext cx="402336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井径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A127D15-1B34-4586-B35B-F12E325F40D0}"/>
                </a:ext>
              </a:extLst>
            </p:cNvPr>
            <p:cNvSpPr/>
            <p:nvPr/>
          </p:nvSpPr>
          <p:spPr>
            <a:xfrm>
              <a:off x="6141180" y="4325983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补偿中子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F818DF6-B53F-4E94-978A-238B4D637F8C}"/>
                </a:ext>
              </a:extLst>
            </p:cNvPr>
            <p:cNvSpPr/>
            <p:nvPr/>
          </p:nvSpPr>
          <p:spPr>
            <a:xfrm>
              <a:off x="6168612" y="4685212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声波时差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3DF2426-BE61-48A8-BC8C-BA4BF92F826B}"/>
                </a:ext>
              </a:extLst>
            </p:cNvPr>
            <p:cNvSpPr/>
            <p:nvPr/>
          </p:nvSpPr>
          <p:spPr>
            <a:xfrm>
              <a:off x="6022474" y="4714171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Features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7D13B0-3596-45A9-A66A-BFFA6D73F8E4}"/>
                </a:ext>
              </a:extLst>
            </p:cNvPr>
            <p:cNvSpPr/>
            <p:nvPr/>
          </p:nvSpPr>
          <p:spPr>
            <a:xfrm>
              <a:off x="6296798" y="4883332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FCF0F9-E5B2-4195-A90B-14E6B87432BB}"/>
                </a:ext>
              </a:extLst>
            </p:cNvPr>
            <p:cNvSpPr/>
            <p:nvPr/>
          </p:nvSpPr>
          <p:spPr>
            <a:xfrm>
              <a:off x="6168612" y="5038345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自然伽马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02F2755-93D5-4CFA-A30B-243A030DBBA9}"/>
                </a:ext>
              </a:extLst>
            </p:cNvPr>
            <p:cNvSpPr/>
            <p:nvPr/>
          </p:nvSpPr>
          <p:spPr>
            <a:xfrm>
              <a:off x="5976588" y="5423264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深侧向电阻率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50862C3-C508-4313-8232-FB0947CF9A18}"/>
                </a:ext>
              </a:extLst>
            </p:cNvPr>
            <p:cNvSpPr/>
            <p:nvPr/>
          </p:nvSpPr>
          <p:spPr>
            <a:xfrm>
              <a:off x="5975064" y="5811013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浅侧向电阻率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40E197F-6EEA-4B8C-9298-AC6077C62D40}"/>
                </a:ext>
              </a:extLst>
            </p:cNvPr>
            <p:cNvSpPr/>
            <p:nvPr/>
          </p:nvSpPr>
          <p:spPr>
            <a:xfrm>
              <a:off x="5975064" y="6146948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岩性密度矫正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564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Epochs: 80, Batch Size: 4, Average Accuracy: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0.806673002243042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0.8116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0.6020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: 0.5394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0.5989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0.5648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132376-7539-441D-BD8C-BA1CBE23B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9" y="1345475"/>
            <a:ext cx="5125240" cy="451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2C59B9A-3CA4-4709-B3CB-09D8B8220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7E8660-69A8-4D0B-9207-494070256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47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6096000" y="653143"/>
            <a:ext cx="5980611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learning_rate': 0.7, 'max_depth': 50,'n_estimators': 20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0.9142327306444136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0.7857142857142857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0.8552053140096618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0.7405827505827507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0.7536131851190029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08CB6A-D403-4327-8153-64A30D917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6" y="1254031"/>
            <a:ext cx="5050977" cy="378823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C765F9E-68CA-43F0-886E-42D648B7F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21F634-20FF-427D-B4D7-1C7DEC702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C316E2-7DB8-4EC4-BEBF-336C853F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ADE375-D548-415E-9C36-D16C07A69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71" y="2839140"/>
            <a:ext cx="5804020" cy="3482412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5A6FB8E9-027E-4FAE-A584-61A63EEB1E65}"/>
              </a:ext>
            </a:extLst>
          </p:cNvPr>
          <p:cNvGrpSpPr/>
          <p:nvPr/>
        </p:nvGrpSpPr>
        <p:grpSpPr>
          <a:xfrm>
            <a:off x="5801868" y="3429000"/>
            <a:ext cx="797052" cy="2343044"/>
            <a:chOff x="5801868" y="3429000"/>
            <a:chExt cx="797052" cy="234304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C94D787-7246-4936-AEB4-6A097F6DB0C8}"/>
                </a:ext>
              </a:extLst>
            </p:cNvPr>
            <p:cNvSpPr/>
            <p:nvPr/>
          </p:nvSpPr>
          <p:spPr>
            <a:xfrm>
              <a:off x="6169152" y="3429000"/>
              <a:ext cx="402336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井径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0BC57E8-D4DC-4E88-8D94-C190335A071F}"/>
                </a:ext>
              </a:extLst>
            </p:cNvPr>
            <p:cNvSpPr/>
            <p:nvPr/>
          </p:nvSpPr>
          <p:spPr>
            <a:xfrm>
              <a:off x="5967984" y="3765151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补偿中子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FD17C16-1CF9-4B7A-90D1-F21EE6AC6280}"/>
                </a:ext>
              </a:extLst>
            </p:cNvPr>
            <p:cNvSpPr/>
            <p:nvPr/>
          </p:nvSpPr>
          <p:spPr>
            <a:xfrm>
              <a:off x="5995416" y="4130476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声波时差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F153904-FD89-43FD-ADB1-D71B8D9298BE}"/>
                </a:ext>
              </a:extLst>
            </p:cNvPr>
            <p:cNvSpPr/>
            <p:nvPr/>
          </p:nvSpPr>
          <p:spPr>
            <a:xfrm>
              <a:off x="5849278" y="4171627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Features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0FC5606-E33D-44C3-8C25-08BC2D9FD4E9}"/>
                </a:ext>
              </a:extLst>
            </p:cNvPr>
            <p:cNvSpPr/>
            <p:nvPr/>
          </p:nvSpPr>
          <p:spPr>
            <a:xfrm>
              <a:off x="6123602" y="4340788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6C201E5-B36B-458A-8D8E-81CFE1468B1F}"/>
                </a:ext>
              </a:extLst>
            </p:cNvPr>
            <p:cNvSpPr/>
            <p:nvPr/>
          </p:nvSpPr>
          <p:spPr>
            <a:xfrm>
              <a:off x="5995416" y="4495801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自然伽马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971D6CD-BCC8-48E2-872F-306FF2CE4966}"/>
                </a:ext>
              </a:extLst>
            </p:cNvPr>
            <p:cNvSpPr/>
            <p:nvPr/>
          </p:nvSpPr>
          <p:spPr>
            <a:xfrm>
              <a:off x="5803392" y="4831952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深侧向电阻率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E6D8BFC-9008-42C3-9A20-2BA00BF403E7}"/>
                </a:ext>
              </a:extLst>
            </p:cNvPr>
            <p:cNvSpPr/>
            <p:nvPr/>
          </p:nvSpPr>
          <p:spPr>
            <a:xfrm>
              <a:off x="5801868" y="5201413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浅侧向电阻率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23316C0-E83C-4A06-9B20-CF81E171BD13}"/>
                </a:ext>
              </a:extLst>
            </p:cNvPr>
            <p:cNvSpPr/>
            <p:nvPr/>
          </p:nvSpPr>
          <p:spPr>
            <a:xfrm>
              <a:off x="5801868" y="5561732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岩性密度矫正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36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depth': 8, 'iterations': 20, 'learning_rate': 0.5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0.9800649049605934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0.7959183673469388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0.8483374774511236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0.7574171357098187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0.7749177770818281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88FAED-32C6-49D1-B6F5-8E784019B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0" y="653143"/>
            <a:ext cx="5852172" cy="438912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1A0DDEE-6242-4051-B12D-1D33B61D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0A86C87-8C6E-47DB-93D4-6BCBC4451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701319-231F-499F-A5FF-B1E92FC5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15B86D5-EC40-4C40-A6A8-48374AFC27A1}"/>
              </a:ext>
            </a:extLst>
          </p:cNvPr>
          <p:cNvGrpSpPr/>
          <p:nvPr/>
        </p:nvGrpSpPr>
        <p:grpSpPr>
          <a:xfrm>
            <a:off x="6167852" y="2993133"/>
            <a:ext cx="5908347" cy="3481921"/>
            <a:chOff x="6356604" y="3023613"/>
            <a:chExt cx="5908347" cy="34819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7E46D95-50B7-49FD-8D35-5B4FF39F5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1751" y="3023613"/>
              <a:ext cx="5803200" cy="3481921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F7A42F4-AC9E-4BF1-B7A1-E4550E112485}"/>
                </a:ext>
              </a:extLst>
            </p:cNvPr>
            <p:cNvSpPr/>
            <p:nvPr/>
          </p:nvSpPr>
          <p:spPr>
            <a:xfrm>
              <a:off x="6723888" y="3611880"/>
              <a:ext cx="402336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井径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2D64F9-77C2-440D-BC14-345FFCAB49FA}"/>
                </a:ext>
              </a:extLst>
            </p:cNvPr>
            <p:cNvSpPr/>
            <p:nvPr/>
          </p:nvSpPr>
          <p:spPr>
            <a:xfrm>
              <a:off x="6522720" y="3948031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补偿中子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F95FCAD-BF12-49E5-8B98-E3FD1FCFB251}"/>
                </a:ext>
              </a:extLst>
            </p:cNvPr>
            <p:cNvSpPr/>
            <p:nvPr/>
          </p:nvSpPr>
          <p:spPr>
            <a:xfrm>
              <a:off x="6550152" y="4307260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声波时差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0F63E6-17CF-4902-BA89-09DE508C737B}"/>
                </a:ext>
              </a:extLst>
            </p:cNvPr>
            <p:cNvSpPr/>
            <p:nvPr/>
          </p:nvSpPr>
          <p:spPr>
            <a:xfrm>
              <a:off x="6404014" y="4366699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Features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E613D16-2FFE-4907-96FE-BB2DE0E7F726}"/>
                </a:ext>
              </a:extLst>
            </p:cNvPr>
            <p:cNvSpPr/>
            <p:nvPr/>
          </p:nvSpPr>
          <p:spPr>
            <a:xfrm>
              <a:off x="6678338" y="4535860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0E7773A-0F79-4FE0-A3A0-910690FC71BE}"/>
                </a:ext>
              </a:extLst>
            </p:cNvPr>
            <p:cNvSpPr/>
            <p:nvPr/>
          </p:nvSpPr>
          <p:spPr>
            <a:xfrm>
              <a:off x="6550152" y="4672585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自然伽马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A2BA048-328B-4590-8C71-1B5481FAE11E}"/>
                </a:ext>
              </a:extLst>
            </p:cNvPr>
            <p:cNvSpPr/>
            <p:nvPr/>
          </p:nvSpPr>
          <p:spPr>
            <a:xfrm>
              <a:off x="6358128" y="5014832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深侧向电阻率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3FE0B19-B852-4D6B-8944-FF3B9190980A}"/>
                </a:ext>
              </a:extLst>
            </p:cNvPr>
            <p:cNvSpPr/>
            <p:nvPr/>
          </p:nvSpPr>
          <p:spPr>
            <a:xfrm>
              <a:off x="6356604" y="5390389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浅侧向电阻率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909E177-78E7-4411-8826-B65AA60F7519}"/>
                </a:ext>
              </a:extLst>
            </p:cNvPr>
            <p:cNvSpPr/>
            <p:nvPr/>
          </p:nvSpPr>
          <p:spPr>
            <a:xfrm>
              <a:off x="6356604" y="5756804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岩性密度矫正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110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AEB627-CD94-469D-821D-72852E2D63E0}"/>
              </a:ext>
            </a:extLst>
          </p:cNvPr>
          <p:cNvSpPr/>
          <p:nvPr/>
        </p:nvSpPr>
        <p:spPr>
          <a:xfrm>
            <a:off x="4234543" y="418011"/>
            <a:ext cx="3722914" cy="71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裂缝孔隙度预测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1FBDED-768F-4BB2-B3E8-A85F35D78A16}"/>
              </a:ext>
            </a:extLst>
          </p:cNvPr>
          <p:cNvSpPr/>
          <p:nvPr/>
        </p:nvSpPr>
        <p:spPr>
          <a:xfrm>
            <a:off x="574766" y="1830975"/>
            <a:ext cx="4173583" cy="4202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裂缝孔隙度为</a:t>
            </a:r>
            <a:r>
              <a:rPr lang="en-US" altLang="zh-CN" sz="3200" dirty="0"/>
              <a:t>0-1%</a:t>
            </a:r>
            <a:r>
              <a:rPr lang="zh-CN" altLang="en-US" sz="3200" dirty="0"/>
              <a:t>，分为</a:t>
            </a:r>
            <a:r>
              <a:rPr lang="en-US" altLang="zh-CN" sz="3200" dirty="0"/>
              <a:t>5</a:t>
            </a:r>
            <a:r>
              <a:rPr lang="zh-CN" altLang="en-US" sz="3200" dirty="0"/>
              <a:t>类，步长为</a:t>
            </a:r>
            <a:r>
              <a:rPr lang="en-US" altLang="zh-CN" sz="3200" dirty="0"/>
              <a:t>0.2%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algn="ctr"/>
            <a:endParaRPr lang="en-US" altLang="zh-CN" sz="3200" dirty="0"/>
          </a:p>
          <a:p>
            <a:pPr algn="ctr"/>
            <a:r>
              <a:rPr lang="en-US" altLang="zh-CN" sz="3200" dirty="0"/>
              <a:t>RF</a:t>
            </a:r>
            <a:r>
              <a:rPr lang="zh-CN" altLang="en-US" sz="3200" dirty="0"/>
              <a:t>效果较好，重要性分析我做了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98F118-A11E-47E5-AB6A-F8B5F195C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678" y="2145872"/>
            <a:ext cx="6075105" cy="25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2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Best parameters: C=500.0, gamma=0.001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0.971124150710315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0.7111111111111111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0.7232749634905318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0.6748568586881281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0.6858334826054124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9C536D-E947-4CAA-814F-7E8905155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68" y="1240971"/>
            <a:ext cx="5117830" cy="451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5DDBA4A-6839-4DB2-93C2-891BB0C71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A1254D-588B-4589-9521-9D88688C4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Best parameters: C=500.0, gamma=0.001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0.9777640518838789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0.7222222222222222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0.7497595770681685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0.686621564570481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0.6996247209982769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FD09542-7C1A-47DF-BD4B-9FF6CED10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3728DDE-B777-4A30-9C49-8362E513B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E633990-0398-4706-A31F-2B624806D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15" y="1828800"/>
            <a:ext cx="4584327" cy="404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D58A688-D9D1-47FF-823D-676C6A41C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657BC8B-041B-4707-8C3C-3A9709F0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462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Best parameters: n_estimators=50.0, max_features=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2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.0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0.9989190858554663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89444444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0.9144481605351171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0.8795147420147421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0.8890281258702311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6EB7DE7-D4ED-41CD-86D6-5F82E647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0F82878-5FBC-44D5-89A8-818A087BD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281D74-8383-4FB8-AE02-DE092F685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39330B-1DF7-4DEB-A203-4B9EC84B1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67" y="1539682"/>
            <a:ext cx="4286778" cy="377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623C10A2-1C1B-4097-8177-9429AE543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C2D16CF-3F82-41A5-899A-D789E7C42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55C0242-5BDF-456C-9124-4F115889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9A1D254-2E51-493C-AA6B-7C76E8C70AA9}"/>
              </a:ext>
            </a:extLst>
          </p:cNvPr>
          <p:cNvGrpSpPr/>
          <p:nvPr/>
        </p:nvGrpSpPr>
        <p:grpSpPr>
          <a:xfrm>
            <a:off x="5860650" y="3507376"/>
            <a:ext cx="6135750" cy="3206464"/>
            <a:chOff x="5860650" y="3507376"/>
            <a:chExt cx="6135750" cy="3206464"/>
          </a:xfrm>
        </p:grpSpPr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94C4A0E8-64CA-4153-8A51-5A22B7D57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3507376"/>
              <a:ext cx="5900400" cy="3206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850BD07-DEB1-453E-A823-438947D3F49D}"/>
                </a:ext>
              </a:extLst>
            </p:cNvPr>
            <p:cNvSpPr/>
            <p:nvPr/>
          </p:nvSpPr>
          <p:spPr>
            <a:xfrm>
              <a:off x="6227934" y="3827418"/>
              <a:ext cx="402336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井径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0E39F10-636C-46B6-B098-9FFF501B4B3D}"/>
                </a:ext>
              </a:extLst>
            </p:cNvPr>
            <p:cNvSpPr/>
            <p:nvPr/>
          </p:nvSpPr>
          <p:spPr>
            <a:xfrm>
              <a:off x="6026766" y="4183162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补偿中子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853BD38-3067-4D33-B70F-F17F34026E03}"/>
                </a:ext>
              </a:extLst>
            </p:cNvPr>
            <p:cNvSpPr/>
            <p:nvPr/>
          </p:nvSpPr>
          <p:spPr>
            <a:xfrm>
              <a:off x="6054198" y="4581142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声波时差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CE8097E-94C4-4CEA-8C8E-90C951250B96}"/>
                </a:ext>
              </a:extLst>
            </p:cNvPr>
            <p:cNvSpPr/>
            <p:nvPr/>
          </p:nvSpPr>
          <p:spPr>
            <a:xfrm>
              <a:off x="5908060" y="4570045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Features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91A819F-C021-422A-AC41-5006B60F0CF1}"/>
                </a:ext>
              </a:extLst>
            </p:cNvPr>
            <p:cNvSpPr/>
            <p:nvPr/>
          </p:nvSpPr>
          <p:spPr>
            <a:xfrm>
              <a:off x="6143198" y="4739206"/>
              <a:ext cx="225552" cy="780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A5D2941-CBDC-4908-AEE5-B16C5B0A0296}"/>
                </a:ext>
              </a:extLst>
            </p:cNvPr>
            <p:cNvSpPr/>
            <p:nvPr/>
          </p:nvSpPr>
          <p:spPr>
            <a:xfrm>
              <a:off x="6054198" y="4933405"/>
              <a:ext cx="603504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自然伽马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23932FC-D4AE-4D97-A2DA-E0C96C3BEB78}"/>
                </a:ext>
              </a:extLst>
            </p:cNvPr>
            <p:cNvSpPr/>
            <p:nvPr/>
          </p:nvSpPr>
          <p:spPr>
            <a:xfrm>
              <a:off x="5862174" y="5276087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深侧向电阻率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B004300-9D50-420F-928D-CE3BECFB505F}"/>
                </a:ext>
              </a:extLst>
            </p:cNvPr>
            <p:cNvSpPr/>
            <p:nvPr/>
          </p:nvSpPr>
          <p:spPr>
            <a:xfrm>
              <a:off x="5860650" y="5639017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浅侧向电阻率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F7DF817-52F4-44DD-BE27-F34C8B254A2F}"/>
                </a:ext>
              </a:extLst>
            </p:cNvPr>
            <p:cNvSpPr/>
            <p:nvPr/>
          </p:nvSpPr>
          <p:spPr>
            <a:xfrm>
              <a:off x="5860650" y="6025460"/>
              <a:ext cx="795528" cy="2103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</a:rPr>
                <a:t>岩性密度矫正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474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6812280" y="679268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Epochs: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4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0, Batch Size: 4, Average Accuracy: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700898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0.7648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0.6611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: 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6514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6194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6186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2C59B9A-3CA4-4709-B3CB-09D8B8220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7E8660-69A8-4D0B-9207-494070256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B8B9D2F-0A53-410D-BD1A-8712C1BC3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56" y="1206069"/>
            <a:ext cx="5043732" cy="444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B24237B-FDFC-423E-82FD-85BF92810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22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6096000" y="653143"/>
            <a:ext cx="5980611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learning_rate': 0.7, 'max_depth': 5,'n_estimators’: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5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0.8295243977764052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0.7355889724310777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0.7394745589946828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0.7341580041580041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C765F9E-68CA-43F0-886E-42D648B7F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21F634-20FF-427D-B4D7-1C7DEC702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C316E2-7DB8-4EC4-BEBF-336C853F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C0D4FF6-5041-475D-BB76-0F36983D8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2" y="1619794"/>
            <a:ext cx="4798428" cy="3598821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7E7DD74D-94C8-4C0B-99AC-D182109EB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0FCA666-787E-4D2E-B3DB-659D0BCA6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83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D6E85F-2E18-4DCD-A2AF-7DEF4F5C114A}"/>
              </a:ext>
            </a:extLst>
          </p:cNvPr>
          <p:cNvSpPr/>
          <p:nvPr/>
        </p:nvSpPr>
        <p:spPr>
          <a:xfrm>
            <a:off x="7027817" y="653143"/>
            <a:ext cx="5048794" cy="201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depth': 8, 'iterations’: 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5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0, 'learning_rate': 0.5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train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98888888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accurate: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883333333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precision: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0.9040131578947369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recall: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0.8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611323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 </a:t>
            </a:r>
            <a:endParaRPr lang="en-US" altLang="zh-CN" dirty="0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test set f1: </a:t>
            </a:r>
            <a:r>
              <a:rPr lang="zh-CN" altLang="zh-CN" dirty="0">
                <a:solidFill>
                  <a:schemeClr val="tx1"/>
                </a:solidFill>
                <a:latin typeface="Arial Unicode MS"/>
              </a:rPr>
              <a:t>0.</a:t>
            </a:r>
            <a:r>
              <a:rPr lang="en-US" altLang="zh-CN" dirty="0">
                <a:solidFill>
                  <a:schemeClr val="tx1"/>
                </a:solidFill>
                <a:latin typeface="Arial Unicode MS"/>
              </a:rPr>
              <a:t>8718468</a:t>
            </a:r>
            <a:endParaRPr lang="zh-CN" altLang="zh-CN" dirty="0">
              <a:solidFill>
                <a:schemeClr val="tx1"/>
              </a:solidFill>
              <a:latin typeface="Arial Unicode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E38806-95DA-49F5-9DBE-7FC73AACF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833C36-CA7F-4A60-827F-BB428D95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EB297E-4328-48FB-8B2D-E3319894F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1A0DDEE-6242-4051-B12D-1D33B61D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0A86C87-8C6E-47DB-93D4-6BCBC4451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701319-231F-499F-A5FF-B1E92FC5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62DCED-4655-4163-A48D-AE372D166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674" y="999304"/>
            <a:ext cx="5852172" cy="438912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C7DBDA56-F045-41C2-9A70-2C961E7D2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B19B411-9846-4171-AA67-1DDC78033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55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772</Words>
  <Application>Microsoft Office PowerPoint</Application>
  <PresentationFormat>宽屏</PresentationFormat>
  <Paragraphs>113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Arial Unicode MS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 sun</dc:creator>
  <cp:lastModifiedBy>jian sun</cp:lastModifiedBy>
  <cp:revision>1</cp:revision>
  <dcterms:created xsi:type="dcterms:W3CDTF">2025-02-15T04:49:05Z</dcterms:created>
  <dcterms:modified xsi:type="dcterms:W3CDTF">2025-02-15T04:57:17Z</dcterms:modified>
</cp:coreProperties>
</file>