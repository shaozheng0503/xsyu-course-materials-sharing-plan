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wav" ContentType="audio/x-wav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3.xml" ContentType="application/vnd.openxmlformats-officedocument.theme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4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1.xml" ContentType="application/vnd.openxmlformats-officedocument.presentationml.tags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1" r:id="rId2"/>
    <p:sldMasterId id="2147483663" r:id="rId3"/>
    <p:sldMasterId id="2147483676" r:id="rId4"/>
    <p:sldMasterId id="2147483689" r:id="rId5"/>
  </p:sldMasterIdLst>
  <p:notesMasterIdLst>
    <p:notesMasterId r:id="rId181"/>
  </p:notesMasterIdLst>
  <p:sldIdLst>
    <p:sldId id="256" r:id="rId6"/>
    <p:sldId id="394" r:id="rId7"/>
    <p:sldId id="399" r:id="rId8"/>
    <p:sldId id="257" r:id="rId9"/>
    <p:sldId id="258" r:id="rId10"/>
    <p:sldId id="259" r:id="rId11"/>
    <p:sldId id="395" r:id="rId12"/>
    <p:sldId id="397" r:id="rId13"/>
    <p:sldId id="396" r:id="rId14"/>
    <p:sldId id="260" r:id="rId15"/>
    <p:sldId id="261" r:id="rId16"/>
    <p:sldId id="398" r:id="rId17"/>
    <p:sldId id="400" r:id="rId18"/>
    <p:sldId id="401" r:id="rId19"/>
    <p:sldId id="402" r:id="rId20"/>
    <p:sldId id="403" r:id="rId21"/>
    <p:sldId id="404" r:id="rId22"/>
    <p:sldId id="262" r:id="rId23"/>
    <p:sldId id="406" r:id="rId24"/>
    <p:sldId id="407" r:id="rId25"/>
    <p:sldId id="410" r:id="rId26"/>
    <p:sldId id="376" r:id="rId27"/>
    <p:sldId id="383" r:id="rId28"/>
    <p:sldId id="270" r:id="rId29"/>
    <p:sldId id="412" r:id="rId30"/>
    <p:sldId id="411" r:id="rId31"/>
    <p:sldId id="413" r:id="rId32"/>
    <p:sldId id="414" r:id="rId33"/>
    <p:sldId id="415" r:id="rId34"/>
    <p:sldId id="368" r:id="rId35"/>
    <p:sldId id="369" r:id="rId36"/>
    <p:sldId id="271" r:id="rId37"/>
    <p:sldId id="272" r:id="rId38"/>
    <p:sldId id="273" r:id="rId39"/>
    <p:sldId id="378" r:id="rId40"/>
    <p:sldId id="274" r:id="rId41"/>
    <p:sldId id="417" r:id="rId42"/>
    <p:sldId id="275" r:id="rId43"/>
    <p:sldId id="276" r:id="rId44"/>
    <p:sldId id="277" r:id="rId45"/>
    <p:sldId id="278" r:id="rId46"/>
    <p:sldId id="279" r:id="rId47"/>
    <p:sldId id="280" r:id="rId48"/>
    <p:sldId id="281" r:id="rId49"/>
    <p:sldId id="282" r:id="rId50"/>
    <p:sldId id="283" r:id="rId51"/>
    <p:sldId id="284" r:id="rId52"/>
    <p:sldId id="285" r:id="rId53"/>
    <p:sldId id="286" r:id="rId54"/>
    <p:sldId id="287" r:id="rId55"/>
    <p:sldId id="288" r:id="rId56"/>
    <p:sldId id="289" r:id="rId57"/>
    <p:sldId id="290" r:id="rId58"/>
    <p:sldId id="291" r:id="rId59"/>
    <p:sldId id="292" r:id="rId60"/>
    <p:sldId id="293" r:id="rId61"/>
    <p:sldId id="294" r:id="rId62"/>
    <p:sldId id="418" r:id="rId63"/>
    <p:sldId id="295" r:id="rId64"/>
    <p:sldId id="419" r:id="rId65"/>
    <p:sldId id="420" r:id="rId66"/>
    <p:sldId id="421" r:id="rId67"/>
    <p:sldId id="422" r:id="rId68"/>
    <p:sldId id="423" r:id="rId69"/>
    <p:sldId id="424" r:id="rId70"/>
    <p:sldId id="426" r:id="rId71"/>
    <p:sldId id="309" r:id="rId72"/>
    <p:sldId id="425" r:id="rId73"/>
    <p:sldId id="427" r:id="rId74"/>
    <p:sldId id="429" r:id="rId75"/>
    <p:sldId id="428" r:id="rId76"/>
    <p:sldId id="430" r:id="rId77"/>
    <p:sldId id="431" r:id="rId78"/>
    <p:sldId id="313" r:id="rId79"/>
    <p:sldId id="432" r:id="rId80"/>
    <p:sldId id="435" r:id="rId81"/>
    <p:sldId id="434" r:id="rId82"/>
    <p:sldId id="437" r:id="rId83"/>
    <p:sldId id="436" r:id="rId84"/>
    <p:sldId id="438" r:id="rId85"/>
    <p:sldId id="439" r:id="rId86"/>
    <p:sldId id="440" r:id="rId87"/>
    <p:sldId id="441" r:id="rId88"/>
    <p:sldId id="442" r:id="rId89"/>
    <p:sldId id="443" r:id="rId90"/>
    <p:sldId id="444" r:id="rId91"/>
    <p:sldId id="447" r:id="rId92"/>
    <p:sldId id="448" r:id="rId93"/>
    <p:sldId id="449" r:id="rId94"/>
    <p:sldId id="450" r:id="rId95"/>
    <p:sldId id="451" r:id="rId96"/>
    <p:sldId id="452" r:id="rId97"/>
    <p:sldId id="455" r:id="rId98"/>
    <p:sldId id="453" r:id="rId99"/>
    <p:sldId id="454" r:id="rId100"/>
    <p:sldId id="456" r:id="rId101"/>
    <p:sldId id="457" r:id="rId102"/>
    <p:sldId id="321" r:id="rId103"/>
    <p:sldId id="458" r:id="rId104"/>
    <p:sldId id="459" r:id="rId105"/>
    <p:sldId id="460" r:id="rId106"/>
    <p:sldId id="461" r:id="rId107"/>
    <p:sldId id="370" r:id="rId108"/>
    <p:sldId id="322" r:id="rId109"/>
    <p:sldId id="323" r:id="rId110"/>
    <p:sldId id="324" r:id="rId111"/>
    <p:sldId id="325" r:id="rId112"/>
    <p:sldId id="326" r:id="rId113"/>
    <p:sldId id="462" r:id="rId114"/>
    <p:sldId id="465" r:id="rId115"/>
    <p:sldId id="466" r:id="rId116"/>
    <p:sldId id="467" r:id="rId117"/>
    <p:sldId id="468" r:id="rId118"/>
    <p:sldId id="470" r:id="rId119"/>
    <p:sldId id="464" r:id="rId120"/>
    <p:sldId id="471" r:id="rId121"/>
    <p:sldId id="469" r:id="rId122"/>
    <p:sldId id="472" r:id="rId123"/>
    <p:sldId id="473" r:id="rId124"/>
    <p:sldId id="4573" r:id="rId125"/>
    <p:sldId id="336" r:id="rId126"/>
    <p:sldId id="337" r:id="rId127"/>
    <p:sldId id="338" r:id="rId128"/>
    <p:sldId id="339" r:id="rId129"/>
    <p:sldId id="340" r:id="rId130"/>
    <p:sldId id="4572" r:id="rId131"/>
    <p:sldId id="4574" r:id="rId132"/>
    <p:sldId id="4759" r:id="rId133"/>
    <p:sldId id="4575" r:id="rId134"/>
    <p:sldId id="4576" r:id="rId135"/>
    <p:sldId id="4577" r:id="rId136"/>
    <p:sldId id="344" r:id="rId137"/>
    <p:sldId id="4763" r:id="rId138"/>
    <p:sldId id="4762" r:id="rId139"/>
    <p:sldId id="371" r:id="rId140"/>
    <p:sldId id="350" r:id="rId141"/>
    <p:sldId id="4761" r:id="rId142"/>
    <p:sldId id="345" r:id="rId143"/>
    <p:sldId id="4760" r:id="rId144"/>
    <p:sldId id="346" r:id="rId145"/>
    <p:sldId id="347" r:id="rId146"/>
    <p:sldId id="4603" r:id="rId147"/>
    <p:sldId id="4604" r:id="rId148"/>
    <p:sldId id="4579" r:id="rId149"/>
    <p:sldId id="4583" r:id="rId150"/>
    <p:sldId id="4584" r:id="rId151"/>
    <p:sldId id="4585" r:id="rId152"/>
    <p:sldId id="4586" r:id="rId153"/>
    <p:sldId id="4587" r:id="rId154"/>
    <p:sldId id="4588" r:id="rId155"/>
    <p:sldId id="4596" r:id="rId156"/>
    <p:sldId id="4589" r:id="rId157"/>
    <p:sldId id="4595" r:id="rId158"/>
    <p:sldId id="4590" r:id="rId159"/>
    <p:sldId id="4591" r:id="rId160"/>
    <p:sldId id="4592" r:id="rId161"/>
    <p:sldId id="4634" r:id="rId162"/>
    <p:sldId id="4635" r:id="rId163"/>
    <p:sldId id="4637" r:id="rId164"/>
    <p:sldId id="514" r:id="rId165"/>
    <p:sldId id="4756" r:id="rId166"/>
    <p:sldId id="4758" r:id="rId167"/>
    <p:sldId id="4757" r:id="rId168"/>
    <p:sldId id="4580" r:id="rId169"/>
    <p:sldId id="4764" r:id="rId170"/>
    <p:sldId id="4642" r:id="rId171"/>
    <p:sldId id="4646" r:id="rId172"/>
    <p:sldId id="4643" r:id="rId173"/>
    <p:sldId id="4644" r:id="rId174"/>
    <p:sldId id="4645" r:id="rId175"/>
    <p:sldId id="4581" r:id="rId176"/>
    <p:sldId id="372" r:id="rId177"/>
    <p:sldId id="373" r:id="rId178"/>
    <p:sldId id="4578" r:id="rId179"/>
    <p:sldId id="4765" r:id="rId180"/>
  </p:sldIdLst>
  <p:sldSz cx="9144000" cy="6858000" type="screen4x3"/>
  <p:notesSz cx="6858000" cy="9144000"/>
  <p:defaultTextStyle>
    <a:defPPr>
      <a:defRPr lang="zh-CN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105" d="100"/>
          <a:sy n="105" d="100"/>
        </p:scale>
        <p:origin x="1716" y="10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-2201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2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63" Type="http://schemas.openxmlformats.org/officeDocument/2006/relationships/slide" Target="slides/slide58.xml"/><Relationship Id="rId84" Type="http://schemas.openxmlformats.org/officeDocument/2006/relationships/slide" Target="slides/slide79.xml"/><Relationship Id="rId138" Type="http://schemas.openxmlformats.org/officeDocument/2006/relationships/slide" Target="slides/slide133.xml"/><Relationship Id="rId159" Type="http://schemas.openxmlformats.org/officeDocument/2006/relationships/slide" Target="slides/slide154.xml"/><Relationship Id="rId170" Type="http://schemas.openxmlformats.org/officeDocument/2006/relationships/slide" Target="slides/slide165.xml"/><Relationship Id="rId107" Type="http://schemas.openxmlformats.org/officeDocument/2006/relationships/slide" Target="slides/slide102.xml"/><Relationship Id="rId11" Type="http://schemas.openxmlformats.org/officeDocument/2006/relationships/slide" Target="slides/slide6.xml"/><Relationship Id="rId32" Type="http://schemas.openxmlformats.org/officeDocument/2006/relationships/slide" Target="slides/slide27.xml"/><Relationship Id="rId53" Type="http://schemas.openxmlformats.org/officeDocument/2006/relationships/slide" Target="slides/slide48.xml"/><Relationship Id="rId74" Type="http://schemas.openxmlformats.org/officeDocument/2006/relationships/slide" Target="slides/slide69.xml"/><Relationship Id="rId128" Type="http://schemas.openxmlformats.org/officeDocument/2006/relationships/slide" Target="slides/slide123.xml"/><Relationship Id="rId149" Type="http://schemas.openxmlformats.org/officeDocument/2006/relationships/slide" Target="slides/slide144.xml"/><Relationship Id="rId5" Type="http://schemas.openxmlformats.org/officeDocument/2006/relationships/slideMaster" Target="slideMasters/slideMaster5.xml"/><Relationship Id="rId95" Type="http://schemas.openxmlformats.org/officeDocument/2006/relationships/slide" Target="slides/slide90.xml"/><Relationship Id="rId160" Type="http://schemas.openxmlformats.org/officeDocument/2006/relationships/slide" Target="slides/slide155.xml"/><Relationship Id="rId181" Type="http://schemas.openxmlformats.org/officeDocument/2006/relationships/notesMaster" Target="notesMasters/notesMaster1.xml"/><Relationship Id="rId22" Type="http://schemas.openxmlformats.org/officeDocument/2006/relationships/slide" Target="slides/slide17.xml"/><Relationship Id="rId43" Type="http://schemas.openxmlformats.org/officeDocument/2006/relationships/slide" Target="slides/slide38.xml"/><Relationship Id="rId64" Type="http://schemas.openxmlformats.org/officeDocument/2006/relationships/slide" Target="slides/slide59.xml"/><Relationship Id="rId118" Type="http://schemas.openxmlformats.org/officeDocument/2006/relationships/slide" Target="slides/slide113.xml"/><Relationship Id="rId139" Type="http://schemas.openxmlformats.org/officeDocument/2006/relationships/slide" Target="slides/slide134.xml"/><Relationship Id="rId85" Type="http://schemas.openxmlformats.org/officeDocument/2006/relationships/slide" Target="slides/slide80.xml"/><Relationship Id="rId150" Type="http://schemas.openxmlformats.org/officeDocument/2006/relationships/slide" Target="slides/slide145.xml"/><Relationship Id="rId171" Type="http://schemas.openxmlformats.org/officeDocument/2006/relationships/slide" Target="slides/slide166.xml"/><Relationship Id="rId12" Type="http://schemas.openxmlformats.org/officeDocument/2006/relationships/slide" Target="slides/slide7.xml"/><Relationship Id="rId33" Type="http://schemas.openxmlformats.org/officeDocument/2006/relationships/slide" Target="slides/slide28.xml"/><Relationship Id="rId108" Type="http://schemas.openxmlformats.org/officeDocument/2006/relationships/slide" Target="slides/slide103.xml"/><Relationship Id="rId129" Type="http://schemas.openxmlformats.org/officeDocument/2006/relationships/slide" Target="slides/slide124.xml"/><Relationship Id="rId54" Type="http://schemas.openxmlformats.org/officeDocument/2006/relationships/slide" Target="slides/slide49.xml"/><Relationship Id="rId75" Type="http://schemas.openxmlformats.org/officeDocument/2006/relationships/slide" Target="slides/slide70.xml"/><Relationship Id="rId96" Type="http://schemas.openxmlformats.org/officeDocument/2006/relationships/slide" Target="slides/slide91.xml"/><Relationship Id="rId140" Type="http://schemas.openxmlformats.org/officeDocument/2006/relationships/slide" Target="slides/slide135.xml"/><Relationship Id="rId161" Type="http://schemas.openxmlformats.org/officeDocument/2006/relationships/slide" Target="slides/slide156.xml"/><Relationship Id="rId182" Type="http://schemas.openxmlformats.org/officeDocument/2006/relationships/presProps" Target="presProps.xml"/><Relationship Id="rId6" Type="http://schemas.openxmlformats.org/officeDocument/2006/relationships/slide" Target="slides/slide1.xml"/><Relationship Id="rId23" Type="http://schemas.openxmlformats.org/officeDocument/2006/relationships/slide" Target="slides/slide18.xml"/><Relationship Id="rId119" Type="http://schemas.openxmlformats.org/officeDocument/2006/relationships/slide" Target="slides/slide114.xml"/><Relationship Id="rId44" Type="http://schemas.openxmlformats.org/officeDocument/2006/relationships/slide" Target="slides/slide39.xml"/><Relationship Id="rId65" Type="http://schemas.openxmlformats.org/officeDocument/2006/relationships/slide" Target="slides/slide60.xml"/><Relationship Id="rId86" Type="http://schemas.openxmlformats.org/officeDocument/2006/relationships/slide" Target="slides/slide81.xml"/><Relationship Id="rId130" Type="http://schemas.openxmlformats.org/officeDocument/2006/relationships/slide" Target="slides/slide125.xml"/><Relationship Id="rId151" Type="http://schemas.openxmlformats.org/officeDocument/2006/relationships/slide" Target="slides/slide146.xml"/><Relationship Id="rId172" Type="http://schemas.openxmlformats.org/officeDocument/2006/relationships/slide" Target="slides/slide167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109" Type="http://schemas.openxmlformats.org/officeDocument/2006/relationships/slide" Target="slides/slide10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slide" Target="slides/slide71.xml"/><Relationship Id="rId97" Type="http://schemas.openxmlformats.org/officeDocument/2006/relationships/slide" Target="slides/slide92.xml"/><Relationship Id="rId104" Type="http://schemas.openxmlformats.org/officeDocument/2006/relationships/slide" Target="slides/slide99.xml"/><Relationship Id="rId120" Type="http://schemas.openxmlformats.org/officeDocument/2006/relationships/slide" Target="slides/slide115.xml"/><Relationship Id="rId125" Type="http://schemas.openxmlformats.org/officeDocument/2006/relationships/slide" Target="slides/slide120.xml"/><Relationship Id="rId141" Type="http://schemas.openxmlformats.org/officeDocument/2006/relationships/slide" Target="slides/slide136.xml"/><Relationship Id="rId146" Type="http://schemas.openxmlformats.org/officeDocument/2006/relationships/slide" Target="slides/slide141.xml"/><Relationship Id="rId167" Type="http://schemas.openxmlformats.org/officeDocument/2006/relationships/slide" Target="slides/slide162.xml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92" Type="http://schemas.openxmlformats.org/officeDocument/2006/relationships/slide" Target="slides/slide87.xml"/><Relationship Id="rId162" Type="http://schemas.openxmlformats.org/officeDocument/2006/relationships/slide" Target="slides/slide157.xml"/><Relationship Id="rId183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4.xml"/><Relationship Id="rId24" Type="http://schemas.openxmlformats.org/officeDocument/2006/relationships/slide" Target="slides/slide19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66" Type="http://schemas.openxmlformats.org/officeDocument/2006/relationships/slide" Target="slides/slide61.xml"/><Relationship Id="rId87" Type="http://schemas.openxmlformats.org/officeDocument/2006/relationships/slide" Target="slides/slide82.xml"/><Relationship Id="rId110" Type="http://schemas.openxmlformats.org/officeDocument/2006/relationships/slide" Target="slides/slide105.xml"/><Relationship Id="rId115" Type="http://schemas.openxmlformats.org/officeDocument/2006/relationships/slide" Target="slides/slide110.xml"/><Relationship Id="rId131" Type="http://schemas.openxmlformats.org/officeDocument/2006/relationships/slide" Target="slides/slide126.xml"/><Relationship Id="rId136" Type="http://schemas.openxmlformats.org/officeDocument/2006/relationships/slide" Target="slides/slide131.xml"/><Relationship Id="rId157" Type="http://schemas.openxmlformats.org/officeDocument/2006/relationships/slide" Target="slides/slide152.xml"/><Relationship Id="rId178" Type="http://schemas.openxmlformats.org/officeDocument/2006/relationships/slide" Target="slides/slide173.xml"/><Relationship Id="rId61" Type="http://schemas.openxmlformats.org/officeDocument/2006/relationships/slide" Target="slides/slide56.xml"/><Relationship Id="rId82" Type="http://schemas.openxmlformats.org/officeDocument/2006/relationships/slide" Target="slides/slide77.xml"/><Relationship Id="rId152" Type="http://schemas.openxmlformats.org/officeDocument/2006/relationships/slide" Target="slides/slide147.xml"/><Relationship Id="rId173" Type="http://schemas.openxmlformats.org/officeDocument/2006/relationships/slide" Target="slides/slide168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56" Type="http://schemas.openxmlformats.org/officeDocument/2006/relationships/slide" Target="slides/slide51.xml"/><Relationship Id="rId77" Type="http://schemas.openxmlformats.org/officeDocument/2006/relationships/slide" Target="slides/slide72.xml"/><Relationship Id="rId100" Type="http://schemas.openxmlformats.org/officeDocument/2006/relationships/slide" Target="slides/slide95.xml"/><Relationship Id="rId105" Type="http://schemas.openxmlformats.org/officeDocument/2006/relationships/slide" Target="slides/slide100.xml"/><Relationship Id="rId126" Type="http://schemas.openxmlformats.org/officeDocument/2006/relationships/slide" Target="slides/slide121.xml"/><Relationship Id="rId147" Type="http://schemas.openxmlformats.org/officeDocument/2006/relationships/slide" Target="slides/slide142.xml"/><Relationship Id="rId168" Type="http://schemas.openxmlformats.org/officeDocument/2006/relationships/slide" Target="slides/slide163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slide" Target="slides/slide67.xml"/><Relationship Id="rId93" Type="http://schemas.openxmlformats.org/officeDocument/2006/relationships/slide" Target="slides/slide88.xml"/><Relationship Id="rId98" Type="http://schemas.openxmlformats.org/officeDocument/2006/relationships/slide" Target="slides/slide93.xml"/><Relationship Id="rId121" Type="http://schemas.openxmlformats.org/officeDocument/2006/relationships/slide" Target="slides/slide116.xml"/><Relationship Id="rId142" Type="http://schemas.openxmlformats.org/officeDocument/2006/relationships/slide" Target="slides/slide137.xml"/><Relationship Id="rId163" Type="http://schemas.openxmlformats.org/officeDocument/2006/relationships/slide" Target="slides/slide158.xml"/><Relationship Id="rId184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0.xml"/><Relationship Id="rId46" Type="http://schemas.openxmlformats.org/officeDocument/2006/relationships/slide" Target="slides/slide41.xml"/><Relationship Id="rId67" Type="http://schemas.openxmlformats.org/officeDocument/2006/relationships/slide" Target="slides/slide62.xml"/><Relationship Id="rId116" Type="http://schemas.openxmlformats.org/officeDocument/2006/relationships/slide" Target="slides/slide111.xml"/><Relationship Id="rId137" Type="http://schemas.openxmlformats.org/officeDocument/2006/relationships/slide" Target="slides/slide132.xml"/><Relationship Id="rId158" Type="http://schemas.openxmlformats.org/officeDocument/2006/relationships/slide" Target="slides/slide153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62" Type="http://schemas.openxmlformats.org/officeDocument/2006/relationships/slide" Target="slides/slide57.xml"/><Relationship Id="rId83" Type="http://schemas.openxmlformats.org/officeDocument/2006/relationships/slide" Target="slides/slide78.xml"/><Relationship Id="rId88" Type="http://schemas.openxmlformats.org/officeDocument/2006/relationships/slide" Target="slides/slide83.xml"/><Relationship Id="rId111" Type="http://schemas.openxmlformats.org/officeDocument/2006/relationships/slide" Target="slides/slide106.xml"/><Relationship Id="rId132" Type="http://schemas.openxmlformats.org/officeDocument/2006/relationships/slide" Target="slides/slide127.xml"/><Relationship Id="rId153" Type="http://schemas.openxmlformats.org/officeDocument/2006/relationships/slide" Target="slides/slide148.xml"/><Relationship Id="rId174" Type="http://schemas.openxmlformats.org/officeDocument/2006/relationships/slide" Target="slides/slide169.xml"/><Relationship Id="rId179" Type="http://schemas.openxmlformats.org/officeDocument/2006/relationships/slide" Target="slides/slide174.xml"/><Relationship Id="rId15" Type="http://schemas.openxmlformats.org/officeDocument/2006/relationships/slide" Target="slides/slide10.xml"/><Relationship Id="rId36" Type="http://schemas.openxmlformats.org/officeDocument/2006/relationships/slide" Target="slides/slide31.xml"/><Relationship Id="rId57" Type="http://schemas.openxmlformats.org/officeDocument/2006/relationships/slide" Target="slides/slide52.xml"/><Relationship Id="rId106" Type="http://schemas.openxmlformats.org/officeDocument/2006/relationships/slide" Target="slides/slide101.xml"/><Relationship Id="rId127" Type="http://schemas.openxmlformats.org/officeDocument/2006/relationships/slide" Target="slides/slide12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52" Type="http://schemas.openxmlformats.org/officeDocument/2006/relationships/slide" Target="slides/slide47.xml"/><Relationship Id="rId73" Type="http://schemas.openxmlformats.org/officeDocument/2006/relationships/slide" Target="slides/slide68.xml"/><Relationship Id="rId78" Type="http://schemas.openxmlformats.org/officeDocument/2006/relationships/slide" Target="slides/slide73.xml"/><Relationship Id="rId94" Type="http://schemas.openxmlformats.org/officeDocument/2006/relationships/slide" Target="slides/slide89.xml"/><Relationship Id="rId99" Type="http://schemas.openxmlformats.org/officeDocument/2006/relationships/slide" Target="slides/slide94.xml"/><Relationship Id="rId101" Type="http://schemas.openxmlformats.org/officeDocument/2006/relationships/slide" Target="slides/slide96.xml"/><Relationship Id="rId122" Type="http://schemas.openxmlformats.org/officeDocument/2006/relationships/slide" Target="slides/slide117.xml"/><Relationship Id="rId143" Type="http://schemas.openxmlformats.org/officeDocument/2006/relationships/slide" Target="slides/slide138.xml"/><Relationship Id="rId148" Type="http://schemas.openxmlformats.org/officeDocument/2006/relationships/slide" Target="slides/slide143.xml"/><Relationship Id="rId164" Type="http://schemas.openxmlformats.org/officeDocument/2006/relationships/slide" Target="slides/slide159.xml"/><Relationship Id="rId169" Type="http://schemas.openxmlformats.org/officeDocument/2006/relationships/slide" Target="slides/slide164.xml"/><Relationship Id="rId185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80" Type="http://schemas.openxmlformats.org/officeDocument/2006/relationships/slide" Target="slides/slide175.xml"/><Relationship Id="rId26" Type="http://schemas.openxmlformats.org/officeDocument/2006/relationships/slide" Target="slides/slide21.xml"/><Relationship Id="rId47" Type="http://schemas.openxmlformats.org/officeDocument/2006/relationships/slide" Target="slides/slide42.xml"/><Relationship Id="rId68" Type="http://schemas.openxmlformats.org/officeDocument/2006/relationships/slide" Target="slides/slide63.xml"/><Relationship Id="rId89" Type="http://schemas.openxmlformats.org/officeDocument/2006/relationships/slide" Target="slides/slide84.xml"/><Relationship Id="rId112" Type="http://schemas.openxmlformats.org/officeDocument/2006/relationships/slide" Target="slides/slide107.xml"/><Relationship Id="rId133" Type="http://schemas.openxmlformats.org/officeDocument/2006/relationships/slide" Target="slides/slide128.xml"/><Relationship Id="rId154" Type="http://schemas.openxmlformats.org/officeDocument/2006/relationships/slide" Target="slides/slide149.xml"/><Relationship Id="rId175" Type="http://schemas.openxmlformats.org/officeDocument/2006/relationships/slide" Target="slides/slide170.xml"/><Relationship Id="rId16" Type="http://schemas.openxmlformats.org/officeDocument/2006/relationships/slide" Target="slides/slide11.xml"/><Relationship Id="rId37" Type="http://schemas.openxmlformats.org/officeDocument/2006/relationships/slide" Target="slides/slide32.xml"/><Relationship Id="rId58" Type="http://schemas.openxmlformats.org/officeDocument/2006/relationships/slide" Target="slides/slide53.xml"/><Relationship Id="rId79" Type="http://schemas.openxmlformats.org/officeDocument/2006/relationships/slide" Target="slides/slide74.xml"/><Relationship Id="rId102" Type="http://schemas.openxmlformats.org/officeDocument/2006/relationships/slide" Target="slides/slide97.xml"/><Relationship Id="rId123" Type="http://schemas.openxmlformats.org/officeDocument/2006/relationships/slide" Target="slides/slide118.xml"/><Relationship Id="rId144" Type="http://schemas.openxmlformats.org/officeDocument/2006/relationships/slide" Target="slides/slide139.xml"/><Relationship Id="rId90" Type="http://schemas.openxmlformats.org/officeDocument/2006/relationships/slide" Target="slides/slide85.xml"/><Relationship Id="rId165" Type="http://schemas.openxmlformats.org/officeDocument/2006/relationships/slide" Target="slides/slide160.xml"/><Relationship Id="rId27" Type="http://schemas.openxmlformats.org/officeDocument/2006/relationships/slide" Target="slides/slide22.xml"/><Relationship Id="rId48" Type="http://schemas.openxmlformats.org/officeDocument/2006/relationships/slide" Target="slides/slide43.xml"/><Relationship Id="rId69" Type="http://schemas.openxmlformats.org/officeDocument/2006/relationships/slide" Target="slides/slide64.xml"/><Relationship Id="rId113" Type="http://schemas.openxmlformats.org/officeDocument/2006/relationships/slide" Target="slides/slide108.xml"/><Relationship Id="rId134" Type="http://schemas.openxmlformats.org/officeDocument/2006/relationships/slide" Target="slides/slide129.xml"/><Relationship Id="rId80" Type="http://schemas.openxmlformats.org/officeDocument/2006/relationships/slide" Target="slides/slide75.xml"/><Relationship Id="rId155" Type="http://schemas.openxmlformats.org/officeDocument/2006/relationships/slide" Target="slides/slide150.xml"/><Relationship Id="rId176" Type="http://schemas.openxmlformats.org/officeDocument/2006/relationships/slide" Target="slides/slide171.xml"/><Relationship Id="rId17" Type="http://schemas.openxmlformats.org/officeDocument/2006/relationships/slide" Target="slides/slide12.xml"/><Relationship Id="rId38" Type="http://schemas.openxmlformats.org/officeDocument/2006/relationships/slide" Target="slides/slide33.xml"/><Relationship Id="rId59" Type="http://schemas.openxmlformats.org/officeDocument/2006/relationships/slide" Target="slides/slide54.xml"/><Relationship Id="rId103" Type="http://schemas.openxmlformats.org/officeDocument/2006/relationships/slide" Target="slides/slide98.xml"/><Relationship Id="rId124" Type="http://schemas.openxmlformats.org/officeDocument/2006/relationships/slide" Target="slides/slide119.xml"/><Relationship Id="rId70" Type="http://schemas.openxmlformats.org/officeDocument/2006/relationships/slide" Target="slides/slide65.xml"/><Relationship Id="rId91" Type="http://schemas.openxmlformats.org/officeDocument/2006/relationships/slide" Target="slides/slide86.xml"/><Relationship Id="rId145" Type="http://schemas.openxmlformats.org/officeDocument/2006/relationships/slide" Target="slides/slide140.xml"/><Relationship Id="rId166" Type="http://schemas.openxmlformats.org/officeDocument/2006/relationships/slide" Target="slides/slide161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3.xml"/><Relationship Id="rId49" Type="http://schemas.openxmlformats.org/officeDocument/2006/relationships/slide" Target="slides/slide44.xml"/><Relationship Id="rId114" Type="http://schemas.openxmlformats.org/officeDocument/2006/relationships/slide" Target="slides/slide109.xml"/><Relationship Id="rId60" Type="http://schemas.openxmlformats.org/officeDocument/2006/relationships/slide" Target="slides/slide55.xml"/><Relationship Id="rId81" Type="http://schemas.openxmlformats.org/officeDocument/2006/relationships/slide" Target="slides/slide76.xml"/><Relationship Id="rId135" Type="http://schemas.openxmlformats.org/officeDocument/2006/relationships/slide" Target="slides/slide130.xml"/><Relationship Id="rId156" Type="http://schemas.openxmlformats.org/officeDocument/2006/relationships/slide" Target="slides/slide151.xml"/><Relationship Id="rId177" Type="http://schemas.openxmlformats.org/officeDocument/2006/relationships/slide" Target="slides/slide172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2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5.e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e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3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>
            <a:extLst>
              <a:ext uri="{FF2B5EF4-FFF2-40B4-BE49-F238E27FC236}">
                <a16:creationId xmlns:a16="http://schemas.microsoft.com/office/drawing/2014/main" id="{4F28A675-142A-49D7-B8C5-342D46A599CE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D13E9B1F-3303-4BE4-828D-1D55198B2BCE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>
              <a:defRPr/>
            </a:pPr>
            <a:fld id="{8E778CBE-5680-4EA4-9BDE-4DA21A35F585}" type="datetimeFigureOut">
              <a:rPr lang="zh-CN" altLang="en-US"/>
              <a:pPr>
                <a:defRPr/>
              </a:pPr>
              <a:t>2021/11/18</a:t>
            </a:fld>
            <a:endParaRPr lang="zh-CN" altLang="en-US"/>
          </a:p>
        </p:txBody>
      </p:sp>
      <p:sp>
        <p:nvSpPr>
          <p:cNvPr id="4" name="幻灯片图像占位符 3">
            <a:extLst>
              <a:ext uri="{FF2B5EF4-FFF2-40B4-BE49-F238E27FC236}">
                <a16:creationId xmlns:a16="http://schemas.microsoft.com/office/drawing/2014/main" id="{7AAE6375-BD32-4BE5-A900-5A361D00ED7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zh-CN" altLang="en-US" noProof="0"/>
          </a:p>
        </p:txBody>
      </p:sp>
      <p:sp>
        <p:nvSpPr>
          <p:cNvPr id="5" name="备注占位符 4">
            <a:extLst>
              <a:ext uri="{FF2B5EF4-FFF2-40B4-BE49-F238E27FC236}">
                <a16:creationId xmlns:a16="http://schemas.microsoft.com/office/drawing/2014/main" id="{89469018-05E5-4CE5-98C0-CC48D722806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noProof="0"/>
              <a:t>编辑母版文本样式</a:t>
            </a:r>
          </a:p>
          <a:p>
            <a:pPr lvl="1"/>
            <a:r>
              <a:rPr lang="zh-CN" altLang="en-US" noProof="0"/>
              <a:t>第二级</a:t>
            </a:r>
          </a:p>
          <a:p>
            <a:pPr lvl="2"/>
            <a:r>
              <a:rPr lang="zh-CN" altLang="en-US" noProof="0"/>
              <a:t>第三级</a:t>
            </a:r>
          </a:p>
          <a:p>
            <a:pPr lvl="3"/>
            <a:r>
              <a:rPr lang="zh-CN" altLang="en-US" noProof="0"/>
              <a:t>第四级</a:t>
            </a:r>
          </a:p>
          <a:p>
            <a:pPr lvl="4"/>
            <a:r>
              <a:rPr lang="zh-CN" altLang="en-US" noProof="0"/>
              <a:t>第五级</a:t>
            </a: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FA0D41E3-094C-495F-9071-BD40A04EC868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EC9E986D-CB51-48B0-BD78-F91AB225E36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>
              <a:defRPr/>
            </a:pPr>
            <a:fld id="{AED98680-F35C-4560-8575-4F32DFD9DCBC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 dirty="0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379083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1489622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425857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6424638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127293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4599873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784053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728970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077924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幻灯片图像占位符 1">
            <a:extLst>
              <a:ext uri="{FF2B5EF4-FFF2-40B4-BE49-F238E27FC236}">
                <a16:creationId xmlns:a16="http://schemas.microsoft.com/office/drawing/2014/main" id="{22A815B5-B8E9-4034-95D8-16A99F3E64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1" name="备注占位符 2">
            <a:extLst>
              <a:ext uri="{FF2B5EF4-FFF2-40B4-BE49-F238E27FC236}">
                <a16:creationId xmlns:a16="http://schemas.microsoft.com/office/drawing/2014/main" id="{45137EB5-428D-4C3F-89C7-6DC83A496C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8132" name="灯片编号占位符 3">
            <a:extLst>
              <a:ext uri="{FF2B5EF4-FFF2-40B4-BE49-F238E27FC236}">
                <a16:creationId xmlns:a16="http://schemas.microsoft.com/office/drawing/2014/main" id="{04C75F76-625C-4F69-88CD-102953510D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9FA3D5E-49F8-47CF-B31C-B3CBBDC7EE73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974712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ED98680-F35C-4560-8575-4F32DFD9DCBC}" type="slidenum">
              <a:rPr lang="zh-CN" altLang="en-US" smtClean="0"/>
              <a:pPr>
                <a:defRPr/>
              </a:pPr>
              <a:t>133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8897391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ED98680-F35C-4560-8575-4F32DFD9DCBC}" type="slidenum">
              <a:rPr lang="zh-CN" altLang="en-US" smtClean="0"/>
              <a:pPr>
                <a:defRPr/>
              </a:pPr>
              <a:t>148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5384121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刚刚介绍了组相联映射的数据查找和访问逻辑，下面我们来进一步看看组全相联映射的数据载入逻辑</a:t>
            </a:r>
            <a:endParaRPr lang="en-US" altLang="zh-CN" dirty="0"/>
          </a:p>
          <a:p>
            <a:endParaRPr lang="en-US" altLang="zh-CN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假设</a:t>
            </a:r>
            <a:r>
              <a:rPr lang="en-US" altLang="zh-CN" dirty="0"/>
              <a:t>cache8</a:t>
            </a:r>
            <a:r>
              <a:rPr lang="zh-CN" altLang="en-US" dirty="0"/>
              <a:t>行，块大小</a:t>
            </a:r>
            <a:r>
              <a:rPr lang="en-US" altLang="zh-CN" dirty="0"/>
              <a:t>4w</a:t>
            </a:r>
            <a:r>
              <a:rPr lang="zh-CN" altLang="en-US" dirty="0"/>
              <a:t>，主存</a:t>
            </a:r>
            <a:r>
              <a:rPr lang="en-US" altLang="zh-CN" dirty="0"/>
              <a:t>29</a:t>
            </a:r>
            <a:r>
              <a:rPr lang="zh-CN" altLang="en-US" dirty="0"/>
              <a:t>次方个字单元，地址线</a:t>
            </a:r>
            <a:r>
              <a:rPr lang="en-US" altLang="zh-CN" dirty="0"/>
              <a:t>9</a:t>
            </a:r>
            <a:r>
              <a:rPr lang="zh-CN" altLang="en-US" dirty="0"/>
              <a:t>根，块大小</a:t>
            </a:r>
            <a:r>
              <a:rPr lang="en-US" altLang="zh-CN" dirty="0"/>
              <a:t>4</a:t>
            </a:r>
            <a:r>
              <a:rPr lang="zh-CN" altLang="en-US" dirty="0"/>
              <a:t>字，所以主存地址中字偏移为</a:t>
            </a:r>
            <a:r>
              <a:rPr lang="en-US" altLang="zh-CN" dirty="0"/>
              <a:t>2</a:t>
            </a:r>
            <a:r>
              <a:rPr lang="zh-CN" altLang="en-US" dirty="0"/>
              <a:t>位，</a:t>
            </a:r>
            <a:r>
              <a:rPr lang="en-US" altLang="zh-CN" dirty="0"/>
              <a:t>cache4</a:t>
            </a:r>
            <a:r>
              <a:rPr lang="zh-CN" altLang="en-US" dirty="0"/>
              <a:t>组，所以组索引字段</a:t>
            </a:r>
            <a:r>
              <a:rPr lang="en-US" altLang="zh-CN" dirty="0"/>
              <a:t>2</a:t>
            </a:r>
            <a:r>
              <a:rPr lang="zh-CN" altLang="en-US" dirty="0"/>
              <a:t>位，剩余</a:t>
            </a:r>
            <a:r>
              <a:rPr lang="en-US" altLang="zh-CN" dirty="0"/>
              <a:t>5</a:t>
            </a:r>
            <a:r>
              <a:rPr lang="zh-CN" altLang="en-US" dirty="0"/>
              <a:t>位为区地址，</a:t>
            </a:r>
            <a:r>
              <a:rPr lang="en-US" altLang="zh-CN" dirty="0"/>
              <a:t>Cache</a:t>
            </a:r>
            <a:r>
              <a:rPr lang="zh-CN" altLang="en-US" dirty="0"/>
              <a:t>总容量</a:t>
            </a:r>
            <a:r>
              <a:rPr lang="en-US" altLang="zh-CN" dirty="0"/>
              <a:t>=cache</a:t>
            </a:r>
            <a:r>
              <a:rPr lang="zh-CN" altLang="en-US" dirty="0"/>
              <a:t>行数*行容量，</a:t>
            </a:r>
            <a:r>
              <a:rPr lang="en-US" altLang="zh-CN" dirty="0"/>
              <a:t>cache</a:t>
            </a:r>
            <a:r>
              <a:rPr lang="zh-CN" altLang="en-US" dirty="0"/>
              <a:t>行中包括</a:t>
            </a:r>
            <a:r>
              <a:rPr lang="en-US" altLang="zh-CN" dirty="0"/>
              <a:t>valid,</a:t>
            </a:r>
            <a:r>
              <a:rPr lang="zh-CN" altLang="en-US" dirty="0"/>
              <a:t>标记位，标志位，以及数据副本，</a:t>
            </a:r>
            <a:r>
              <a:rPr lang="zh-CN" altLang="en-US" baseline="0" dirty="0"/>
              <a:t>  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Cache</a:t>
            </a:r>
            <a:r>
              <a:rPr lang="zh-CN" altLang="en-US" dirty="0"/>
              <a:t>初始化为冷</a:t>
            </a:r>
            <a:r>
              <a:rPr lang="en-US" altLang="zh-CN" dirty="0"/>
              <a:t>cache</a:t>
            </a:r>
            <a:r>
              <a:rPr lang="zh-CN" altLang="en-US" dirty="0"/>
              <a:t>，无任何数据，所有有效位都位零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左侧给出了实际的主存访问序列，</a:t>
            </a:r>
            <a:r>
              <a:rPr lang="en-US" altLang="zh-CN" dirty="0"/>
              <a:t>CPU</a:t>
            </a:r>
            <a:r>
              <a:rPr lang="zh-CN" altLang="en-US" dirty="0"/>
              <a:t>首先访问</a:t>
            </a:r>
            <a:r>
              <a:rPr lang="en-US" altLang="zh-CN" dirty="0"/>
              <a:t>1F</a:t>
            </a:r>
            <a:r>
              <a:rPr lang="zh-CN" altLang="en-US" dirty="0"/>
              <a:t>，二进制为</a:t>
            </a:r>
            <a:r>
              <a:rPr lang="en-US" altLang="zh-CN" dirty="0"/>
              <a:t>000011111</a:t>
            </a:r>
            <a:r>
              <a:rPr lang="zh-CN" altLang="en-US" dirty="0"/>
              <a:t>，此时系统将组索引</a:t>
            </a:r>
            <a:r>
              <a:rPr lang="en-US" altLang="zh-CN" dirty="0"/>
              <a:t>011</a:t>
            </a:r>
            <a:r>
              <a:rPr lang="zh-CN" altLang="en-US" dirty="0"/>
              <a:t>送组索引译码器，选中第</a:t>
            </a:r>
            <a:r>
              <a:rPr lang="en-US" altLang="zh-CN" dirty="0"/>
              <a:t>3</a:t>
            </a:r>
            <a:r>
              <a:rPr lang="zh-CN" altLang="en-US" dirty="0"/>
              <a:t>组，</a:t>
            </a:r>
            <a:r>
              <a:rPr lang="en-US" altLang="zh-CN" dirty="0"/>
              <a:t>S3</a:t>
            </a:r>
            <a:r>
              <a:rPr lang="zh-CN" altLang="en-US" dirty="0"/>
              <a:t>信号为高电平，控制第</a:t>
            </a:r>
            <a:r>
              <a:rPr lang="en-US" altLang="zh-CN" dirty="0"/>
              <a:t>3</a:t>
            </a:r>
            <a:r>
              <a:rPr lang="zh-CN" altLang="en-US" dirty="0"/>
              <a:t>组的所有行的有效位和标记位通过三态门输出到</a:t>
            </a:r>
            <a:r>
              <a:rPr lang="en-US" altLang="zh-CN" dirty="0"/>
              <a:t>k</a:t>
            </a:r>
            <a:r>
              <a:rPr lang="zh-CN" altLang="en-US" dirty="0"/>
              <a:t>路比较器，与主存地址中的标记字段和有效位</a:t>
            </a:r>
            <a:r>
              <a:rPr lang="en-US" altLang="zh-CN" dirty="0"/>
              <a:t>1</a:t>
            </a:r>
            <a:r>
              <a:rPr lang="zh-CN" altLang="en-US" dirty="0"/>
              <a:t>进行并发比较，比较结果如都不相等，数据缺失，此时需要从二级存储器内存中载入</a:t>
            </a:r>
            <a:r>
              <a:rPr lang="en-US" altLang="zh-CN" dirty="0"/>
              <a:t>1F</a:t>
            </a:r>
            <a:r>
              <a:rPr lang="zh-CN" altLang="en-US" dirty="0"/>
              <a:t>地址所在的数据块到当前组。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 err="1"/>
              <a:t>Cpu</a:t>
            </a:r>
            <a:r>
              <a:rPr lang="zh-CN" altLang="en-US" dirty="0"/>
              <a:t>死锁等待数据块载入，注意此时</a:t>
            </a:r>
            <a:r>
              <a:rPr lang="en-US" altLang="zh-CN" dirty="0"/>
              <a:t>CPU</a:t>
            </a:r>
            <a:r>
              <a:rPr lang="zh-CN" altLang="en-US" dirty="0"/>
              <a:t>不能进行任何操作，数据载入的过程需要若干时钟周期，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数据块会加载到当前</a:t>
            </a:r>
            <a:r>
              <a:rPr lang="en-US" altLang="zh-CN" dirty="0"/>
              <a:t>cache</a:t>
            </a:r>
            <a:r>
              <a:rPr lang="zh-CN" altLang="en-US" dirty="0"/>
              <a:t>组的第一个空行，这里有两个空行，所以会载入到第</a:t>
            </a:r>
            <a:r>
              <a:rPr lang="en-US" altLang="zh-CN" dirty="0"/>
              <a:t>3</a:t>
            </a:r>
            <a:r>
              <a:rPr lang="zh-CN" altLang="en-US" dirty="0"/>
              <a:t>组第</a:t>
            </a:r>
            <a:r>
              <a:rPr lang="en-US" altLang="zh-CN" dirty="0"/>
              <a:t>0</a:t>
            </a:r>
            <a:r>
              <a:rPr lang="zh-CN" altLang="en-US" dirty="0"/>
              <a:t>行，其中数据分别是</a:t>
            </a:r>
            <a:r>
              <a:rPr lang="en-US" altLang="zh-CN" dirty="0"/>
              <a:t>1C</a:t>
            </a:r>
            <a:r>
              <a:rPr lang="zh-CN" altLang="en-US" dirty="0"/>
              <a:t>，</a:t>
            </a:r>
            <a:r>
              <a:rPr lang="en-US" altLang="zh-CN" dirty="0"/>
              <a:t>1D</a:t>
            </a:r>
            <a:r>
              <a:rPr lang="zh-CN" altLang="en-US" dirty="0"/>
              <a:t>，</a:t>
            </a:r>
            <a:r>
              <a:rPr lang="en-US" altLang="zh-CN" dirty="0"/>
              <a:t>1E</a:t>
            </a:r>
            <a:r>
              <a:rPr lang="zh-CN" altLang="en-US" dirty="0"/>
              <a:t>，</a:t>
            </a:r>
            <a:r>
              <a:rPr lang="en-US" altLang="zh-CN" dirty="0"/>
              <a:t>1F</a:t>
            </a:r>
            <a:r>
              <a:rPr lang="zh-CN" altLang="en-US" dirty="0"/>
              <a:t>地址对应的数据，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同时需要设置对应行的有效位位</a:t>
            </a:r>
            <a:r>
              <a:rPr lang="en-US" altLang="zh-CN" dirty="0"/>
              <a:t>1,</a:t>
            </a:r>
            <a:r>
              <a:rPr lang="zh-CN" altLang="en-US" dirty="0"/>
              <a:t>标记位位</a:t>
            </a:r>
            <a:r>
              <a:rPr lang="en-US" altLang="zh-CN" dirty="0"/>
              <a:t>00001</a:t>
            </a:r>
            <a:r>
              <a:rPr lang="zh-CN" altLang="en-US" dirty="0"/>
              <a:t>，此时</a:t>
            </a:r>
            <a:r>
              <a:rPr lang="en-US" altLang="zh-CN" dirty="0"/>
              <a:t>S3=1</a:t>
            </a:r>
            <a:r>
              <a:rPr lang="zh-CN" altLang="en-US" dirty="0"/>
              <a:t>，</a:t>
            </a:r>
            <a:r>
              <a:rPr lang="en-US" altLang="zh-CN" dirty="0"/>
              <a:t>k</a:t>
            </a:r>
            <a:r>
              <a:rPr lang="zh-CN" altLang="en-US" dirty="0"/>
              <a:t>路并发比较的第一个比较信号</a:t>
            </a:r>
            <a:r>
              <a:rPr lang="en-US" altLang="zh-CN" dirty="0"/>
              <a:t>K0</a:t>
            </a:r>
            <a:r>
              <a:rPr lang="zh-CN" altLang="en-US" dirty="0"/>
              <a:t>输出为</a:t>
            </a:r>
            <a:r>
              <a:rPr lang="en-US" altLang="zh-CN" dirty="0"/>
              <a:t>1</a:t>
            </a:r>
            <a:r>
              <a:rPr lang="zh-CN" altLang="en-US" dirty="0"/>
              <a:t>，经过行译码信号逻辑后</a:t>
            </a:r>
            <a:r>
              <a:rPr lang="en-US" altLang="zh-CN" dirty="0"/>
              <a:t>L6=1</a:t>
            </a:r>
            <a:r>
              <a:rPr lang="zh-CN" altLang="en-US" dirty="0"/>
              <a:t>，第</a:t>
            </a:r>
            <a:r>
              <a:rPr lang="en-US" altLang="zh-CN" dirty="0"/>
              <a:t>6</a:t>
            </a:r>
            <a:r>
              <a:rPr lang="zh-CN" altLang="en-US" dirty="0"/>
              <a:t>行数据，</a:t>
            </a:r>
            <a:r>
              <a:rPr lang="en-US" altLang="zh-CN" dirty="0"/>
              <a:t>L6</a:t>
            </a:r>
            <a:r>
              <a:rPr lang="zh-CN" altLang="en-US" dirty="0"/>
              <a:t>会控制三态门将第</a:t>
            </a:r>
            <a:r>
              <a:rPr lang="en-US" altLang="zh-CN" dirty="0"/>
              <a:t>6</a:t>
            </a:r>
            <a:r>
              <a:rPr lang="zh-CN" altLang="en-US" dirty="0"/>
              <a:t>行数据输出到</a:t>
            </a:r>
            <a:r>
              <a:rPr lang="en-US" altLang="zh-CN" dirty="0" err="1"/>
              <a:t>slotdata</a:t>
            </a:r>
            <a:r>
              <a:rPr lang="zh-CN" altLang="en-US" dirty="0"/>
              <a:t>，再由字选择模块选择第</a:t>
            </a:r>
            <a:r>
              <a:rPr lang="en-US" altLang="zh-CN" dirty="0"/>
              <a:t>3</a:t>
            </a:r>
            <a:r>
              <a:rPr lang="zh-CN" altLang="en-US" dirty="0"/>
              <a:t>个字输出。   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第二个地址是</a:t>
            </a:r>
            <a:r>
              <a:rPr lang="en-US" altLang="zh-CN" dirty="0"/>
              <a:t>20</a:t>
            </a:r>
            <a:r>
              <a:rPr lang="zh-CN" altLang="en-US" dirty="0"/>
              <a:t>，组索引字段位</a:t>
            </a:r>
            <a:r>
              <a:rPr lang="en-US" altLang="zh-CN" dirty="0"/>
              <a:t>00</a:t>
            </a:r>
            <a:r>
              <a:rPr lang="zh-CN" altLang="en-US" dirty="0"/>
              <a:t>，显然根据先前的查找逻辑，第</a:t>
            </a:r>
            <a:r>
              <a:rPr lang="en-US" altLang="zh-CN" dirty="0"/>
              <a:t>0</a:t>
            </a:r>
            <a:r>
              <a:rPr lang="zh-CN" altLang="en-US" dirty="0"/>
              <a:t>组两行数据有效位都是零，数据缺失，需要载入</a:t>
            </a:r>
            <a:r>
              <a:rPr lang="en-US" altLang="zh-CN" dirty="0"/>
              <a:t>20</a:t>
            </a:r>
            <a:r>
              <a:rPr lang="zh-CN" altLang="en-US" dirty="0"/>
              <a:t>号单元所在的数据块到第一个空行，也就是第</a:t>
            </a:r>
            <a:r>
              <a:rPr lang="en-US" altLang="zh-CN" dirty="0"/>
              <a:t>0</a:t>
            </a:r>
            <a:r>
              <a:rPr lang="zh-CN" altLang="en-US" dirty="0"/>
              <a:t>行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同理再访问</a:t>
            </a:r>
            <a:r>
              <a:rPr lang="en-US" altLang="zh-CN" dirty="0"/>
              <a:t>24</a:t>
            </a:r>
            <a:r>
              <a:rPr lang="zh-CN" altLang="en-US" dirty="0"/>
              <a:t>，也是缺失，载入数据块第一组第</a:t>
            </a:r>
            <a:r>
              <a:rPr lang="en-US" altLang="zh-CN" dirty="0"/>
              <a:t>0</a:t>
            </a:r>
            <a:r>
              <a:rPr lang="zh-CN" altLang="en-US" dirty="0"/>
              <a:t>行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再访问</a:t>
            </a:r>
            <a:r>
              <a:rPr lang="en-US" altLang="zh-CN" dirty="0"/>
              <a:t>1E</a:t>
            </a:r>
            <a:r>
              <a:rPr lang="zh-CN" altLang="en-US" dirty="0"/>
              <a:t>，根据组索引地址输出第</a:t>
            </a:r>
            <a:r>
              <a:rPr lang="en-US" altLang="zh-CN" dirty="0"/>
              <a:t>3</a:t>
            </a:r>
            <a:r>
              <a:rPr lang="zh-CN" altLang="en-US" dirty="0"/>
              <a:t>组的所有有效位和标记位与主要地址标记位进行比较发现，数据命中，访问第</a:t>
            </a:r>
            <a:r>
              <a:rPr lang="en-US" altLang="zh-CN" dirty="0"/>
              <a:t>3</a:t>
            </a:r>
            <a:r>
              <a:rPr lang="zh-CN" altLang="en-US" dirty="0"/>
              <a:t>组第</a:t>
            </a:r>
            <a:r>
              <a:rPr lang="en-US" altLang="zh-CN" dirty="0"/>
              <a:t>0</a:t>
            </a:r>
            <a:r>
              <a:rPr lang="zh-CN" altLang="en-US" dirty="0"/>
              <a:t>行的数据，也就是整个</a:t>
            </a:r>
            <a:r>
              <a:rPr lang="en-US" altLang="zh-CN" dirty="0"/>
              <a:t>cache</a:t>
            </a:r>
            <a:r>
              <a:rPr lang="zh-CN" altLang="en-US" dirty="0"/>
              <a:t>的第</a:t>
            </a:r>
            <a:r>
              <a:rPr lang="en-US" altLang="zh-CN" dirty="0"/>
              <a:t>6</a:t>
            </a:r>
            <a:r>
              <a:rPr lang="zh-CN" altLang="en-US" dirty="0"/>
              <a:t>行即可获得数据，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后续访问</a:t>
            </a:r>
            <a:r>
              <a:rPr lang="en-US" altLang="zh-CN" dirty="0"/>
              <a:t>48,</a:t>
            </a:r>
            <a:r>
              <a:rPr lang="zh-CN" altLang="en-US" dirty="0"/>
              <a:t>缺失，载入第</a:t>
            </a:r>
            <a:r>
              <a:rPr lang="en-US" altLang="zh-CN" dirty="0"/>
              <a:t>2</a:t>
            </a:r>
            <a:r>
              <a:rPr lang="zh-CN" altLang="en-US" dirty="0"/>
              <a:t>组第</a:t>
            </a:r>
            <a:r>
              <a:rPr lang="en-US" altLang="zh-CN" dirty="0"/>
              <a:t>0</a:t>
            </a:r>
            <a:r>
              <a:rPr lang="zh-CN" altLang="en-US" dirty="0"/>
              <a:t>行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54</a:t>
            </a:r>
            <a:r>
              <a:rPr lang="zh-CN" altLang="en-US" dirty="0"/>
              <a:t>，缺失，载入第</a:t>
            </a:r>
            <a:r>
              <a:rPr lang="en-US" altLang="zh-CN" dirty="0"/>
              <a:t>1</a:t>
            </a:r>
            <a:r>
              <a:rPr lang="zh-CN" altLang="en-US" dirty="0"/>
              <a:t>组第</a:t>
            </a:r>
            <a:r>
              <a:rPr lang="en-US" altLang="zh-CN" dirty="0"/>
              <a:t>1</a:t>
            </a:r>
            <a:r>
              <a:rPr lang="zh-CN" altLang="en-US" dirty="0"/>
              <a:t>行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最后访问</a:t>
            </a:r>
            <a:r>
              <a:rPr lang="en-US" altLang="zh-CN" dirty="0"/>
              <a:t>107</a:t>
            </a:r>
            <a:r>
              <a:rPr lang="zh-CN" altLang="en-US" dirty="0"/>
              <a:t>都是缺失，</a:t>
            </a:r>
            <a:r>
              <a:rPr lang="en-US" altLang="zh-CN" dirty="0"/>
              <a:t>107</a:t>
            </a:r>
            <a:r>
              <a:rPr lang="zh-CN" altLang="en-US" dirty="0"/>
              <a:t>的组索引页是</a:t>
            </a:r>
            <a:r>
              <a:rPr lang="en-US" altLang="zh-CN" dirty="0"/>
              <a:t>01</a:t>
            </a:r>
            <a:r>
              <a:rPr lang="zh-CN" altLang="en-US" dirty="0"/>
              <a:t>，将第一组所有有效位和标记位送到</a:t>
            </a:r>
            <a:r>
              <a:rPr lang="en-US" altLang="zh-CN" dirty="0"/>
              <a:t>k</a:t>
            </a:r>
            <a:r>
              <a:rPr lang="zh-CN" altLang="en-US" dirty="0"/>
              <a:t>路比较器比较发现，都不相符，当前组没有空行，需要进行数据淘汰，这里数据载入后淘汰了第</a:t>
            </a:r>
            <a:r>
              <a:rPr lang="en-US" altLang="zh-CN" dirty="0"/>
              <a:t>0</a:t>
            </a:r>
            <a:r>
              <a:rPr lang="zh-CN" altLang="en-US" dirty="0"/>
              <a:t>行的数据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你会发现，组相连映射在</a:t>
            </a:r>
            <a:r>
              <a:rPr lang="en-US" altLang="zh-CN" dirty="0"/>
              <a:t>cache</a:t>
            </a:r>
            <a:r>
              <a:rPr lang="zh-CN" altLang="en-US" dirty="0"/>
              <a:t>没有满之前，也是有可能会发生淘汰的。</a:t>
            </a:r>
            <a:endParaRPr lang="en-US" altLang="zh-CN" dirty="0"/>
          </a:p>
          <a:p>
            <a:endParaRPr lang="en-US" altLang="zh-CN" dirty="0"/>
          </a:p>
          <a:p>
            <a:endParaRPr lang="en-US" altLang="zh-CN" dirty="0"/>
          </a:p>
          <a:p>
            <a:endParaRPr lang="en-US" altLang="zh-CN" dirty="0"/>
          </a:p>
          <a:p>
            <a:endParaRPr lang="en-US" altLang="zh-CN" dirty="0"/>
          </a:p>
          <a:p>
            <a:endParaRPr lang="en-US" altLang="zh-CN" dirty="0"/>
          </a:p>
          <a:p>
            <a:endParaRPr lang="en-US" altLang="zh-CN" dirty="0"/>
          </a:p>
          <a:p>
            <a:endParaRPr lang="en-US" altLang="zh-CN" dirty="0"/>
          </a:p>
          <a:p>
            <a:endParaRPr lang="en-US" altLang="zh-CN" dirty="0"/>
          </a:p>
          <a:p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E259034-BEED-4024-A934-72E55E0D3101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047869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7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9E0306A-A9CD-4A5B-BB4D-82E424284C8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6B4D840-F7ED-48B2-8A51-BDEFF4A4875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E83D861-592C-4107-AAE9-2C950D869D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526FB09-20A5-4E31-8768-E8A97922A06B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9100938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小节-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l">
              <a:defRPr>
                <a:solidFill>
                  <a:srgbClr val="FF0000"/>
                </a:solidFill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ln w="38100"/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>
            <a:lvl1pPr marL="342900" indent="-342900">
              <a:buFont typeface="Wingdings" panose="05000000000000000000" pitchFamily="2" charset="2"/>
              <a:buChar char="Ø"/>
              <a:defRPr/>
            </a:lvl1pPr>
            <a:lvl4pPr marL="1600200" indent="-228600">
              <a:buFont typeface="Wingdings" panose="05000000000000000000" pitchFamily="2" charset="2"/>
              <a:buChar char="ü"/>
              <a:defRPr/>
            </a:lvl4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DE04731-956D-4BFC-A37C-EA0730D3FB0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60D7006-225E-4D41-8512-EA6C91D06A1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63AA916-5FCD-4D2D-B25B-244C8F8D2E2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A954188-0EA7-4523-A336-55B2F0DB7FE1}" type="slidenum">
              <a:rPr lang="en-US" altLang="zh-CN" smtClean="0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385224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正文-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850106"/>
          </a:xfrm>
        </p:spPr>
        <p:txBody>
          <a:bodyPr/>
          <a:lstStyle>
            <a:lvl1pPr algn="l">
              <a:defRPr>
                <a:solidFill>
                  <a:srgbClr val="FF0000"/>
                </a:solidFill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268760"/>
            <a:ext cx="8229600" cy="4857403"/>
          </a:xfrm>
        </p:spPr>
        <p:txBody>
          <a:bodyPr/>
          <a:lstStyle>
            <a:lvl1pPr marL="457200" indent="-457200">
              <a:buFont typeface="Wingdings" panose="05000000000000000000" pitchFamily="2" charset="2"/>
              <a:buChar char="Ø"/>
              <a:defRPr/>
            </a:lvl1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DE04731-956D-4BFC-A37C-EA0730D3FB0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60D7006-225E-4D41-8512-EA6C91D06A1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63AA916-5FCD-4D2D-B25B-244C8F8D2E2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A954188-0EA7-4523-A336-55B2F0DB7FE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82897203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7FBBD2A-0538-4161-AA06-714FDFE9AF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D3114CE-C4E4-46C3-8877-403346B936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3EB5360-B106-422A-9AF4-12CDE934A28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227FA34-EE99-4FF9-A764-CE42766E0045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65157613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2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2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340B2F1-B976-4915-9773-23EDFCED399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82FD7C3-1AF7-4E5D-88BD-30ABBEE8786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0CCA660-97F1-4F94-94DD-036014DB7E0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D849A8C-AFDF-4776-87F7-5C121FB5A22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31633309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DCD1B369-12BB-48FD-82A5-FAAE70C45AB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AACC90E2-B68F-4498-BCEB-B9B819CB660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885F8B3A-D0C9-4014-92E8-9AD4B5D892C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7C3FCC4-40A7-49E6-AA79-D6291AE16D6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7723254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6390E68A-CC7C-4E24-AA52-84DDE7DCB6D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26B8D14-81FE-4BFE-8752-915018F701C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88446DE8-AC60-4E19-A885-5112BB2D190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C6D0735-4175-41F8-959D-ECBAE7E8E0A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05313113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1E07DBF9-B14D-4BE0-8DAC-DB75471A86C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72B0B922-4769-45DD-87F0-2DF8F28F092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544764F6-5470-4F4F-A9CF-7B837B1789E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C7B7116-C353-474E-BB71-E44618B462D3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582569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1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1" y="1435102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81B7AF1-95A6-4C41-8B72-BBBCF43E423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D926F3A-159C-45F9-9DBA-3CAE969A868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06951E3-0EEB-4929-B8D4-0A9327C7F55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5515E00-5743-440B-A8E8-A5F1175EF9F0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35898019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0DCE336-371C-4C40-ABDB-03EE67D544F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D76EE00-2C48-4573-BC6B-C6A043412C3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588AF54-32F1-422B-A680-E26EF6130F4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B58D092-9956-4B7F-8CAB-1C5C90FD97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5000229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9FCBEFB-3E04-4BC8-B2C4-FCC16AAF6E5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DD0988C-DEB5-48E7-BFE9-55EBA875227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DA8D1A5-247B-48B6-89B4-45C0CEECF62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837D44C-EAC4-4EE0-BF5C-3693B476530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26199310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40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40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03149C-F833-458B-B0AD-EEBC3C19D08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7F609F9-0CD7-4C4F-8F0E-A797B0C4C5F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ED01381-AA37-49C7-8283-A307F7E9A0F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2D8FBCE-7420-45AB-BA36-BB0367C9B7B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3767154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sz="half" idx="1"/>
          </p:nvPr>
        </p:nvSpPr>
        <p:spPr>
          <a:xfrm>
            <a:off x="457200" y="1600202"/>
            <a:ext cx="4038600" cy="4525963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2"/>
            <a:ext cx="4038600" cy="4525963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634C77B-02CD-4B82-999D-BBCCD6798D0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B1944E3-2F7F-4B2A-ADD7-1276B074DC2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78B753B-C1F7-4E74-83B8-22FCE32FE50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540E110-D7C0-431F-9F72-4F652A5F667B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34428210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6245D38-A972-4161-B626-085655BC973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C3C31DB-E8B3-4209-8717-5F31DAF087A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5B603AB-69F0-4B84-9068-57E79729A9A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1777BC7-14B5-4508-B06A-CA11CB6C887E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77882590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8FD40FA-088B-49A5-9942-4A78987F5C5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E446768-5BCD-4FE2-AF67-74039F74A76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E9F454B-4671-4A1A-B72A-1BAD4BA18D8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657BCF-CC1A-4F6C-8443-31C3A3852D00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76210711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DD2441E-06F7-488A-82AA-C855C70457B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9F0E1DE-D24D-479A-800D-81583CCD659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33ABF4-6C24-4E92-9415-92935AD3BEB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0C1CCCE-B1F5-4023-9B3A-4FEAF264C0E6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92554401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247C079-3498-4FE8-9AAC-A2692A87669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72C3A99-82CC-459D-A051-6F753CC8E41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9ABE179-540D-4799-9A52-7FE3117DE35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DCF7F09-782B-45B7-A50F-34EC656DAF5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3883343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052EA167-D3E3-411C-9209-9B10DB97C90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56CAE78F-5368-4979-BA3A-9A16FA99367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2BD80018-1A8E-4331-841C-50F7EFF4899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048ACB9-FBD9-4C83-80DE-5E681A124C3E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7372908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B3053882-6406-471D-9617-8E91B8EBD8A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B9E857CD-27B2-4165-A2BF-4F4062D6AB1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0E9A6DE3-CC88-4AE6-A987-E609073B2AC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1D17EC7-E0FC-490E-B49A-EEDAB92204AB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3073839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F8EE0635-568F-4554-8098-D7141813FFE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9B786C70-B883-4547-874C-D607BFE5DFC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17052E71-800B-40D0-80CD-1846259E6E6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30D6D5C-C0B9-44FC-98EC-6DFB42B01225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1488669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7AE4F44-7EAD-400C-AF6E-4945A727782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1AB6F40-9ABB-4F69-B51F-4780244B0B7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7C5A04A-524D-4D47-AE8B-08DB8E49F50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D5B0E80-A67A-4D50-AE18-6D7D53FDDBD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55565848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164B3E2-9079-417F-8010-1BC10062DCB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E807834-F96A-4957-83BE-6138E2C5D9E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C979EA5-88D4-4C9E-AF0D-44BE226AFAF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34BE644-7B10-4193-A41F-BD365045F30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78937627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DFE554A-3CFB-44BC-988D-43132BE76D3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F3FE421-1C9E-4838-8C34-06865B03DD3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D2DB92B-BE2B-4C42-A5A1-970C23F4259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E8C0735-38D5-497F-AF76-5A19D656681E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7774835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6A3C09B-4C98-43BD-AFD6-8B4EA1589E6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3CC465D-2A9D-4B6F-AF4F-062D579D981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30C17C7-F01D-434E-BEEC-3FA8527B6A4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5061DC-4459-482B-9A65-7B4F199F00DF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5553383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75357C1-2896-4B7A-95FB-FBCAF33D59E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2A0B2A2-0DD0-4602-88C7-12E44758AE6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3452381-9125-457E-B1E0-2B7A77AD109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A5D418-5ABA-4D69-9FBB-25DA5F212CA6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72770974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63000">
              <a:schemeClr val="bg1">
                <a:lumMod val="95000"/>
              </a:schemeClr>
            </a:gs>
            <a:gs pos="100000">
              <a:schemeClr val="bg1">
                <a:lumMod val="85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2668937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365867" y="257615"/>
            <a:ext cx="7886700" cy="617641"/>
          </a:xfrm>
        </p:spPr>
        <p:txBody>
          <a:bodyPr>
            <a:normAutofit/>
          </a:bodyPr>
          <a:lstStyle>
            <a:lvl1pPr>
              <a:defRPr sz="2100" b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宋体" panose="02010600030101010101" pitchFamily="2" charset="-122"/>
                <a:ea typeface="宋体" panose="02010600030101010101" pitchFamily="2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7" name="灯片编号占位符 3"/>
          <p:cNvSpPr txBox="1"/>
          <p:nvPr userDrawn="1"/>
        </p:nvSpPr>
        <p:spPr>
          <a:xfrm>
            <a:off x="8451256" y="6589900"/>
            <a:ext cx="219046" cy="283147"/>
          </a:xfrm>
          <a:prstGeom prst="rect">
            <a:avLst/>
          </a:prstGeom>
        </p:spPr>
        <p:txBody>
          <a:bodyPr vert="horz" wrap="square" lIns="0" tIns="0" rIns="0" bIns="0" rtlCol="0" anchor="ctr" anchorCtr="1"/>
          <a:lstStyle>
            <a:defPPr>
              <a:defRPr lang="zh-CN"/>
            </a:defPPr>
            <a:lvl1pPr marL="0" algn="ctr" defTabSz="914400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55183D58-648D-4475-BEF8-624F48514A30}" type="slidenum">
              <a:rPr lang="zh-CN" altLang="en-US" sz="90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" panose="020B0502040204020203" pitchFamily="34" charset="0"/>
              </a:rPr>
              <a:t>‹#›</a:t>
            </a:fld>
            <a:endParaRPr lang="zh-CN" altLang="en-US" sz="9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Segoe UI" panose="020B0502040204020203" pitchFamily="34" charset="0"/>
            </a:endParaRPr>
          </a:p>
        </p:txBody>
      </p:sp>
      <p:sp>
        <p:nvSpPr>
          <p:cNvPr id="13" name="内容占位符 2"/>
          <p:cNvSpPr>
            <a:spLocks noGrp="1"/>
          </p:cNvSpPr>
          <p:nvPr>
            <p:ph idx="1"/>
          </p:nvPr>
        </p:nvSpPr>
        <p:spPr>
          <a:xfrm>
            <a:off x="365867" y="942764"/>
            <a:ext cx="7886699" cy="5637024"/>
          </a:xfrm>
          <a:prstGeom prst="rect">
            <a:avLst/>
          </a:prstGeom>
        </p:spPr>
        <p:txBody>
          <a:bodyPr/>
          <a:lstStyle>
            <a:lvl1pPr marL="257175" indent="-257175" algn="just">
              <a:lnSpc>
                <a:spcPct val="150000"/>
              </a:lnSpc>
              <a:buClr>
                <a:srgbClr val="FFC000"/>
              </a:buClr>
              <a:buFont typeface="Wingdings" panose="05000000000000000000" pitchFamily="2" charset="2"/>
              <a:buChar char="Ø"/>
              <a:defRPr sz="1950"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609600" indent="-266700" algn="just">
              <a:lnSpc>
                <a:spcPct val="150000"/>
              </a:lnSpc>
              <a:buClr>
                <a:srgbClr val="FFC000"/>
              </a:buClr>
              <a:buFont typeface="Wingdings" panose="05000000000000000000" pitchFamily="2" charset="2"/>
              <a:buChar char="p"/>
              <a:defRPr sz="15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857250" indent="-171450" algn="just">
              <a:lnSpc>
                <a:spcPct val="150000"/>
              </a:lnSpc>
              <a:buClr>
                <a:srgbClr val="FFC000"/>
              </a:buClr>
              <a:buFont typeface="Wingdings" panose="05000000000000000000" pitchFamily="2" charset="2"/>
              <a:buChar char="u"/>
              <a:defRPr sz="1500"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algn="just">
              <a:lnSpc>
                <a:spcPct val="150000"/>
              </a:lnSpc>
              <a:defRPr sz="1200"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algn="just">
              <a:lnSpc>
                <a:spcPct val="150000"/>
              </a:lnSpc>
              <a:defRPr sz="1200"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pic>
        <p:nvPicPr>
          <p:cNvPr id="12" name="图片 11">
            <a:extLst>
              <a:ext uri="{FF2B5EF4-FFF2-40B4-BE49-F238E27FC236}">
                <a16:creationId xmlns:a16="http://schemas.microsoft.com/office/drawing/2014/main" id="{20328884-03C5-40AC-A582-AFAD2F38161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biLevel thresh="50000"/>
          </a:blip>
          <a:stretch>
            <a:fillRect/>
          </a:stretch>
        </p:blipFill>
        <p:spPr>
          <a:xfrm>
            <a:off x="463083" y="6665667"/>
            <a:ext cx="1035206" cy="255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14508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uiExpand="1" build="p">
        <p:tmplLst>
          <p:tmpl lvl="1">
            <p:tnLst>
              <p:par>
                <p:cTn presetID="22" presetClass="entr" presetSubtype="8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22" presetClass="entr" presetSubtype="8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22" presetClass="entr" presetSubtype="8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22" presetClass="entr" presetSubtype="8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22" presetClass="entr" presetSubtype="8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6154433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1434301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475191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978975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63000">
              <a:schemeClr val="bg1">
                <a:lumMod val="95000"/>
              </a:schemeClr>
            </a:gs>
            <a:gs pos="100000">
              <a:schemeClr val="bg1">
                <a:lumMod val="85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774702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3574884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3498236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78408750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512341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9DA9CF-03F6-42E8-909A-D8D840B3AC4D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B504D-74F3-442C-BEA0-A4B04CBF962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436863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63000">
              <a:schemeClr val="bg1">
                <a:lumMod val="95000"/>
              </a:schemeClr>
            </a:gs>
            <a:gs pos="100000">
              <a:schemeClr val="bg1">
                <a:lumMod val="85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2268571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365867" y="257615"/>
            <a:ext cx="7886700" cy="617641"/>
          </a:xfrm>
        </p:spPr>
        <p:txBody>
          <a:bodyPr>
            <a:normAutofit/>
          </a:bodyPr>
          <a:lstStyle>
            <a:lvl1pPr>
              <a:defRPr sz="2100" b="1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13" name="内容占位符 2"/>
          <p:cNvSpPr>
            <a:spLocks noGrp="1"/>
          </p:cNvSpPr>
          <p:nvPr>
            <p:ph idx="1"/>
          </p:nvPr>
        </p:nvSpPr>
        <p:spPr>
          <a:xfrm>
            <a:off x="365867" y="942764"/>
            <a:ext cx="7886699" cy="5637024"/>
          </a:xfrm>
          <a:prstGeom prst="rect">
            <a:avLst/>
          </a:prstGeom>
        </p:spPr>
        <p:txBody>
          <a:bodyPr/>
          <a:lstStyle>
            <a:lvl1pPr marL="257175" indent="-257175" algn="just">
              <a:lnSpc>
                <a:spcPct val="150000"/>
              </a:lnSpc>
              <a:buClr>
                <a:srgbClr val="FFC000"/>
              </a:buClr>
              <a:buFont typeface="Wingdings" panose="05000000000000000000" pitchFamily="2" charset="2"/>
              <a:buChar char="n"/>
              <a:defRPr sz="1950"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609600" indent="-266700" algn="just">
              <a:lnSpc>
                <a:spcPct val="150000"/>
              </a:lnSpc>
              <a:buClr>
                <a:srgbClr val="FFC000"/>
              </a:buClr>
              <a:buFont typeface="Wingdings" panose="05000000000000000000" pitchFamily="2" charset="2"/>
              <a:buChar char="p"/>
              <a:defRPr sz="15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857250" indent="-171450" algn="just">
              <a:lnSpc>
                <a:spcPct val="150000"/>
              </a:lnSpc>
              <a:buClr>
                <a:srgbClr val="FFC000"/>
              </a:buClr>
              <a:buFont typeface="Wingdings" panose="05000000000000000000" pitchFamily="2" charset="2"/>
              <a:buChar char="u"/>
              <a:defRPr sz="1500"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algn="just">
              <a:lnSpc>
                <a:spcPct val="150000"/>
              </a:lnSpc>
              <a:defRPr sz="1200"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algn="just">
              <a:lnSpc>
                <a:spcPct val="150000"/>
              </a:lnSpc>
              <a:defRPr sz="1200"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</p:spTree>
    <p:extLst>
      <p:ext uri="{BB962C8B-B14F-4D97-AF65-F5344CB8AC3E}">
        <p14:creationId xmlns:p14="http://schemas.microsoft.com/office/powerpoint/2010/main" val="1824871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uiExpand="1" build="p">
        <p:tmplLst>
          <p:tmpl lvl="1">
            <p:tnLst>
              <p:par>
                <p:cTn presetID="22" presetClass="entr" presetSubtype="8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22" presetClass="entr" presetSubtype="8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22" presetClass="entr" presetSubtype="8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22" presetClass="entr" presetSubtype="8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22" presetClass="entr" presetSubtype="8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8875254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027263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4308996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3573701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63000">
              <a:schemeClr val="bg1">
                <a:lumMod val="95000"/>
              </a:schemeClr>
            </a:gs>
            <a:gs pos="100000">
              <a:schemeClr val="bg1">
                <a:lumMod val="85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9763883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3061595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533906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3885213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8796727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9DA9CF-03F6-42E8-909A-D8D840B3AC4D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B504D-74F3-442C-BEA0-A4B04CBF962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6266547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slideLayout" Target="../slideLayouts/slideLayout25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28.xml"/><Relationship Id="rId7" Type="http://schemas.openxmlformats.org/officeDocument/2006/relationships/slideLayout" Target="../slideLayouts/slideLayout32.xml"/><Relationship Id="rId12" Type="http://schemas.openxmlformats.org/officeDocument/2006/relationships/slideLayout" Target="../slideLayouts/slideLayout37.xml"/><Relationship Id="rId2" Type="http://schemas.openxmlformats.org/officeDocument/2006/relationships/slideLayout" Target="../slideLayouts/slideLayout27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35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theme" Target="../theme/theme5.xml"/><Relationship Id="rId3" Type="http://schemas.openxmlformats.org/officeDocument/2006/relationships/slideLayout" Target="../slideLayouts/slideLayout40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2" Type="http://schemas.openxmlformats.org/officeDocument/2006/relationships/slideLayout" Target="../slideLayouts/slideLayout39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5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4DB2A1B-1202-4991-B338-9414B4EB34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698EC0BA-B38B-4E15-8C8B-8C3285FC99C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2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3A5DDBC9-CDC5-473C-B0D7-D7A228EFD244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  <a:ea typeface="宋体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71B4BE29-6975-4861-BB88-7501EF57B911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  <a:ea typeface="宋体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C40A5E26-58E4-46C5-A2CA-EED4963C6498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pPr>
              <a:defRPr/>
            </a:pPr>
            <a:fld id="{BA316A10-C89F-4FD3-AE97-FD4C01C915F5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2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4DB2A1B-1202-4991-B338-9414B4EB34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698EC0BA-B38B-4E15-8C8B-8C3285FC99C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2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3A5DDBC9-CDC5-473C-B0D7-D7A228EFD244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  <a:ea typeface="宋体" charset="-122"/>
              </a:defRPr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71B4BE29-6975-4861-BB88-7501EF57B911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  <a:ea typeface="宋体" charset="-122"/>
              </a:defRPr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C40A5E26-58E4-46C5-A2CA-EED4963C6498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pPr>
              <a:defRPr/>
            </a:pPr>
            <a:fld id="{BA316A10-C89F-4FD3-AE97-FD4C01C915F5}" type="slidenum">
              <a:rPr lang="en-US" altLang="zh-CN" smtClean="0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6415220"/>
      </p:ext>
    </p:extLst>
  </p:cSld>
  <p:clrMap bg1="lt1" tx1="dk1" bg2="lt2" tx2="dk2" accent1="accent1" accent2="accent2" accent3="accent3" accent4="accent4" accent5="accent5" accent6="accent6" hlink="hlink" folHlink="folHlink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41B4F31-91B5-431E-A8A7-F170A9195D5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89C39D09-AE4B-45C5-9556-D5E0E6894C1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3A5DDBC9-CDC5-473C-B0D7-D7A228EFD244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  <a:ea typeface="宋体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71B4BE29-6975-4861-BB88-7501EF57B911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  <a:ea typeface="宋体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C40A5E26-58E4-46C5-A2CA-EED4963C6498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pPr>
              <a:defRPr/>
            </a:pPr>
            <a:fld id="{3293905C-A7AC-453E-8126-682A380425E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3623761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5" r:id="rId2"/>
    <p:sldLayoutId id="2147483666" r:id="rId3"/>
    <p:sldLayoutId id="2147483667" r:id="rId4"/>
    <p:sldLayoutId id="2147483668" r:id="rId5"/>
    <p:sldLayoutId id="2147483669" r:id="rId6"/>
    <p:sldLayoutId id="2147483670" r:id="rId7"/>
    <p:sldLayoutId id="2147483671" r:id="rId8"/>
    <p:sldLayoutId id="2147483672" r:id="rId9"/>
    <p:sldLayoutId id="2147483673" r:id="rId10"/>
    <p:sldLayoutId id="2147483674" r:id="rId11"/>
    <p:sldLayoutId id="2147483675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/>
              <a:t>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12345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7" r:id="rId1"/>
    <p:sldLayoutId id="2147483678" r:id="rId2"/>
    <p:sldLayoutId id="2147483679" r:id="rId3"/>
    <p:sldLayoutId id="2147483680" r:id="rId4"/>
    <p:sldLayoutId id="2147483681" r:id="rId5"/>
    <p:sldLayoutId id="2147483682" r:id="rId6"/>
    <p:sldLayoutId id="2147483683" r:id="rId7"/>
    <p:sldLayoutId id="2147483684" r:id="rId8"/>
    <p:sldLayoutId id="2147483685" r:id="rId9"/>
    <p:sldLayoutId id="2147483686" r:id="rId10"/>
    <p:sldLayoutId id="2147483687" r:id="rId11"/>
    <p:sldLayoutId id="2147483688" r:id="rId12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288">
          <p15:clr>
            <a:srgbClr val="F26B43"/>
          </p15:clr>
        </p15:guide>
        <p15:guide id="2" pos="3840">
          <p15:clr>
            <a:srgbClr val="F26B43"/>
          </p15:clr>
        </p15:guide>
        <p15:guide id="3" pos="416">
          <p15:clr>
            <a:srgbClr val="F26B43"/>
          </p15:clr>
        </p15:guide>
        <p15:guide id="4" pos="7256">
          <p15:clr>
            <a:srgbClr val="F26B43"/>
          </p15:clr>
        </p15:guide>
        <p15:guide id="5" orient="horz" pos="648">
          <p15:clr>
            <a:srgbClr val="F26B43"/>
          </p15:clr>
        </p15:guide>
        <p15:guide id="6" orient="horz" pos="712">
          <p15:clr>
            <a:srgbClr val="F26B43"/>
          </p15:clr>
        </p15:guide>
        <p15:guide id="7" orient="horz" pos="3928">
          <p15:clr>
            <a:srgbClr val="F26B43"/>
          </p15:clr>
        </p15:guide>
        <p15:guide id="8" orient="horz" pos="3864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/>
              <a:t>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32B2F23B-AF66-41A9-897D-44609AD9DFB7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A2F030DD-4EA3-4D16-8C1C-D1952208EE9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969562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  <p:sldLayoutId id="2147483691" r:id="rId2"/>
    <p:sldLayoutId id="2147483692" r:id="rId3"/>
    <p:sldLayoutId id="2147483693" r:id="rId4"/>
    <p:sldLayoutId id="2147483694" r:id="rId5"/>
    <p:sldLayoutId id="2147483695" r:id="rId6"/>
    <p:sldLayoutId id="2147483696" r:id="rId7"/>
    <p:sldLayoutId id="2147483697" r:id="rId8"/>
    <p:sldLayoutId id="2147483698" r:id="rId9"/>
    <p:sldLayoutId id="2147483699" r:id="rId10"/>
    <p:sldLayoutId id="2147483700" r:id="rId11"/>
    <p:sldLayoutId id="2147483701" r:id="rId12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微软雅黑" panose="020B0503020204020204" pitchFamily="34" charset="-122"/>
          <a:ea typeface="微软雅黑" panose="020B0503020204020204" pitchFamily="34" charset="-122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288">
          <p15:clr>
            <a:srgbClr val="F26B43"/>
          </p15:clr>
        </p15:guide>
        <p15:guide id="2" pos="3840">
          <p15:clr>
            <a:srgbClr val="F26B43"/>
          </p15:clr>
        </p15:guide>
        <p15:guide id="3" pos="416">
          <p15:clr>
            <a:srgbClr val="F26B43"/>
          </p15:clr>
        </p15:guide>
        <p15:guide id="4" pos="7256">
          <p15:clr>
            <a:srgbClr val="F26B43"/>
          </p15:clr>
        </p15:guide>
        <p15:guide id="5" orient="horz" pos="648">
          <p15:clr>
            <a:srgbClr val="F26B43"/>
          </p15:clr>
        </p15:guide>
        <p15:guide id="6" orient="horz" pos="712">
          <p15:clr>
            <a:srgbClr val="F26B43"/>
          </p15:clr>
        </p15:guide>
        <p15:guide id="7" orient="horz" pos="3928">
          <p15:clr>
            <a:srgbClr val="F26B43"/>
          </p15:clr>
        </p15:guide>
        <p15:guide id="8" orient="horz" pos="3864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29.xml"/><Relationship Id="rId7" Type="http://schemas.openxmlformats.org/officeDocument/2006/relationships/slide" Target="slide131.xml"/><Relationship Id="rId2" Type="http://schemas.openxmlformats.org/officeDocument/2006/relationships/slide" Target="slide17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09.xml"/><Relationship Id="rId5" Type="http://schemas.openxmlformats.org/officeDocument/2006/relationships/slide" Target="slide91.xml"/><Relationship Id="rId4" Type="http://schemas.openxmlformats.org/officeDocument/2006/relationships/slide" Target="slide7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3.jpeg"/><Relationship Id="rId7" Type="http://schemas.openxmlformats.org/officeDocument/2006/relationships/image" Target="../media/image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jpeg"/><Relationship Id="rId5" Type="http://schemas.openxmlformats.org/officeDocument/2006/relationships/image" Target="../media/image5.jpeg"/><Relationship Id="rId10" Type="http://schemas.openxmlformats.org/officeDocument/2006/relationships/image" Target="../media/image10.jpeg"/><Relationship Id="rId4" Type="http://schemas.openxmlformats.org/officeDocument/2006/relationships/image" Target="../media/image4.jpeg"/><Relationship Id="rId9" Type="http://schemas.openxmlformats.org/officeDocument/2006/relationships/image" Target="../media/image9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12.emf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8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emf"/><Relationship Id="rId1" Type="http://schemas.openxmlformats.org/officeDocument/2006/relationships/slideLayout" Target="../slideLayouts/slideLayout20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20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20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20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20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0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0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0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0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0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0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20.xml"/><Relationship Id="rId1" Type="http://schemas.openxmlformats.org/officeDocument/2006/relationships/vmlDrawing" Target="../drawings/vmlDrawing2.vml"/><Relationship Id="rId5" Type="http://schemas.openxmlformats.org/officeDocument/2006/relationships/image" Target="../media/image14.emf"/><Relationship Id="rId4" Type="http://schemas.openxmlformats.org/officeDocument/2006/relationships/oleObject" Target="../embeddings/oleObject2.bin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0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20.xml"/><Relationship Id="rId1" Type="http://schemas.openxmlformats.org/officeDocument/2006/relationships/vmlDrawing" Target="../drawings/vmlDrawing3.vml"/><Relationship Id="rId5" Type="http://schemas.openxmlformats.org/officeDocument/2006/relationships/image" Target="../media/image15.emf"/><Relationship Id="rId4" Type="http://schemas.openxmlformats.org/officeDocument/2006/relationships/oleObject" Target="../embeddings/oleObject3.bin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20.xml"/><Relationship Id="rId1" Type="http://schemas.openxmlformats.org/officeDocument/2006/relationships/vmlDrawing" Target="../drawings/vmlDrawing4.vml"/><Relationship Id="rId5" Type="http://schemas.openxmlformats.org/officeDocument/2006/relationships/image" Target="../media/image16.emf"/><Relationship Id="rId4" Type="http://schemas.openxmlformats.org/officeDocument/2006/relationships/oleObject" Target="../embeddings/oleObject4.bin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0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1.png"/><Relationship Id="rId4" Type="http://schemas.openxmlformats.org/officeDocument/2006/relationships/image" Target="../media/image20.jpeg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5.vml"/><Relationship Id="rId4" Type="http://schemas.openxmlformats.org/officeDocument/2006/relationships/image" Target="../media/image23.emf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7.jpeg"/><Relationship Id="rId4" Type="http://schemas.openxmlformats.org/officeDocument/2006/relationships/image" Target="../media/image26.jpe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20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39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39.xml"/><Relationship Id="rId1" Type="http://schemas.openxmlformats.org/officeDocument/2006/relationships/tags" Target="../tags/tag1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F49B2ACD-BCC3-42F3-8A46-1FF68D1E3F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zh-CN" altLang="en-US" b="1" dirty="0">
                <a:solidFill>
                  <a:srgbClr val="FF0000"/>
                </a:solidFill>
              </a:rPr>
              <a:t>第</a:t>
            </a:r>
            <a:r>
              <a:rPr lang="en-US" altLang="zh-CN" b="1" dirty="0">
                <a:solidFill>
                  <a:srgbClr val="FF0000"/>
                </a:solidFill>
                <a:latin typeface="Times New Roman" panose="02020603050405020304" pitchFamily="18" charset="0"/>
              </a:rPr>
              <a:t>3</a:t>
            </a:r>
            <a:r>
              <a:rPr lang="zh-CN" altLang="en-US" b="1" dirty="0">
                <a:solidFill>
                  <a:srgbClr val="FF0000"/>
                </a:solidFill>
              </a:rPr>
              <a:t>章  存 储 系统</a:t>
            </a:r>
          </a:p>
        </p:txBody>
      </p:sp>
      <p:sp>
        <p:nvSpPr>
          <p:cNvPr id="2" name="内容占位符 1">
            <a:extLst>
              <a:ext uri="{FF2B5EF4-FFF2-40B4-BE49-F238E27FC236}">
                <a16:creationId xmlns:a16="http://schemas.microsoft.com/office/drawing/2014/main" id="{5C153F71-F0B3-4B12-888B-BBC670D2D9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1560" y="1600202"/>
            <a:ext cx="8075240" cy="4525963"/>
          </a:xfrm>
        </p:spPr>
        <p:txBody>
          <a:bodyPr/>
          <a:lstStyle/>
          <a:p>
            <a:pPr marL="0" indent="0">
              <a:buNone/>
            </a:pPr>
            <a:r>
              <a:rPr lang="en-US" altLang="zh-CN" dirty="0"/>
              <a:t>	3.1	</a:t>
            </a:r>
            <a:r>
              <a:rPr lang="zh-CN" altLang="en-US" dirty="0"/>
              <a:t>概述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</a:t>
            </a:r>
            <a:r>
              <a:rPr lang="en-US" altLang="zh-CN" dirty="0">
                <a:hlinkClick r:id="rId2" action="ppaction://hlinksldjump"/>
              </a:rPr>
              <a:t>3.2	</a:t>
            </a:r>
            <a:r>
              <a:rPr lang="zh-CN" altLang="en-US" dirty="0">
                <a:hlinkClick r:id="rId2" action="ppaction://hlinksldjump"/>
              </a:rPr>
              <a:t>主存储器的内部结构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</a:t>
            </a:r>
            <a:r>
              <a:rPr lang="en-US" altLang="zh-CN" dirty="0">
                <a:hlinkClick r:id="rId3" action="ppaction://hlinksldjump"/>
              </a:rPr>
              <a:t>3.3 	</a:t>
            </a:r>
            <a:r>
              <a:rPr lang="zh-CN" altLang="en-US" dirty="0">
                <a:hlinkClick r:id="rId3" action="ppaction://hlinksldjump"/>
              </a:rPr>
              <a:t>随机访问存储器</a:t>
            </a:r>
            <a:r>
              <a:rPr lang="en-US" altLang="zh-CN" dirty="0">
                <a:hlinkClick r:id="rId3" action="ppaction://hlinksldjump"/>
              </a:rPr>
              <a:t>RAM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</a:t>
            </a:r>
            <a:r>
              <a:rPr lang="en-US" altLang="zh-CN" dirty="0">
                <a:hlinkClick r:id="rId4" action="ppaction://hlinksldjump"/>
              </a:rPr>
              <a:t>3.4	</a:t>
            </a:r>
            <a:r>
              <a:rPr lang="zh-CN" altLang="en-US" dirty="0">
                <a:hlinkClick r:id="rId4" action="ppaction://hlinksldjump"/>
              </a:rPr>
              <a:t>只读存储器</a:t>
            </a:r>
            <a:r>
              <a:rPr lang="en-US" altLang="zh-CN" dirty="0">
                <a:hlinkClick r:id="rId4" action="ppaction://hlinksldjump"/>
              </a:rPr>
              <a:t>ROM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</a:t>
            </a:r>
            <a:r>
              <a:rPr lang="en-US" altLang="zh-CN" dirty="0">
                <a:hlinkClick r:id="rId5" action="ppaction://hlinksldjump"/>
              </a:rPr>
              <a:t>3.5	</a:t>
            </a:r>
            <a:r>
              <a:rPr lang="zh-CN" altLang="en-US" dirty="0">
                <a:hlinkClick r:id="rId5" action="ppaction://hlinksldjump"/>
              </a:rPr>
              <a:t>半导体存储器扩展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</a:t>
            </a:r>
            <a:r>
              <a:rPr lang="en-US" altLang="zh-CN" dirty="0">
                <a:hlinkClick r:id="rId6" action="ppaction://hlinksldjump"/>
              </a:rPr>
              <a:t>3.6	</a:t>
            </a:r>
            <a:r>
              <a:rPr lang="zh-CN" altLang="en-US" dirty="0">
                <a:hlinkClick r:id="rId6" action="ppaction://hlinksldjump"/>
              </a:rPr>
              <a:t>高速存储器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</a:t>
            </a:r>
            <a:r>
              <a:rPr lang="en-US" altLang="zh-CN" dirty="0">
                <a:hlinkClick r:id="rId7" action="ppaction://hlinksldjump"/>
              </a:rPr>
              <a:t>3.7	</a:t>
            </a:r>
            <a:r>
              <a:rPr lang="zh-CN" altLang="en-US" dirty="0">
                <a:hlinkClick r:id="rId7" action="ppaction://hlinksldjump"/>
              </a:rPr>
              <a:t>高速缓冲存储器</a:t>
            </a:r>
            <a:endParaRPr lang="zh-CN" altLang="en-US" dirty="0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D5D67CA4-03D2-4867-8379-5DE67C6D1C43}"/>
              </a:ext>
            </a:extLst>
          </p:cNvPr>
          <p:cNvSpPr/>
          <p:nvPr/>
        </p:nvSpPr>
        <p:spPr>
          <a:xfrm>
            <a:off x="1547666" y="1484786"/>
            <a:ext cx="1928733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r>
              <a:rPr lang="en-US" altLang="zh-CN" sz="3200" kern="0" dirty="0">
                <a:solidFill>
                  <a:srgbClr val="000000"/>
                </a:solidFill>
                <a:latin typeface="Arial"/>
                <a:ea typeface="宋体"/>
                <a:hlinkClick r:id="rId8" action="ppaction://hlinksldjump"/>
              </a:rPr>
              <a:t>3.1	</a:t>
            </a:r>
            <a:r>
              <a:rPr lang="zh-CN" altLang="en-US" sz="3200" kern="0" dirty="0">
                <a:solidFill>
                  <a:srgbClr val="000000"/>
                </a:solidFill>
                <a:latin typeface="Arial"/>
                <a:ea typeface="宋体"/>
                <a:hlinkClick r:id="rId8" action="ppaction://hlinksldjump"/>
              </a:rPr>
              <a:t>概述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3.1	</a:t>
            </a:r>
            <a:r>
              <a:rPr lang="zh-CN" altLang="en-US" dirty="0"/>
              <a:t>概述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569371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3.1.1  </a:t>
            </a:r>
            <a:r>
              <a:rPr lang="zh-CN" altLang="en-US" dirty="0"/>
              <a:t>存储器的分类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3.1.2  </a:t>
            </a:r>
            <a:r>
              <a:rPr lang="zh-CN" altLang="en-US" dirty="0"/>
              <a:t>主存储器的性能指标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3.1.3  </a:t>
            </a:r>
            <a:r>
              <a:rPr lang="zh-CN" altLang="en-US" dirty="0"/>
              <a:t>存储器的体系结构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3.1.4  </a:t>
            </a:r>
            <a:r>
              <a:rPr lang="zh-CN" altLang="en-US" dirty="0"/>
              <a:t>数据的地址与数据的存储顺序</a:t>
            </a:r>
          </a:p>
          <a:p>
            <a:pPr marL="0" indent="0">
              <a:spcBef>
                <a:spcPts val="1200"/>
              </a:spcBef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99594" y="1700810"/>
            <a:ext cx="3785011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  <a:latin typeface="Arial"/>
                <a:ea typeface="宋体"/>
              </a:rPr>
              <a:t>3.1.1  </a:t>
            </a:r>
            <a:r>
              <a:rPr lang="zh-CN" altLang="zh-CN" sz="3200" kern="0" dirty="0">
                <a:solidFill>
                  <a:srgbClr val="000000"/>
                </a:solidFill>
                <a:latin typeface="Arial"/>
                <a:ea typeface="宋体"/>
              </a:rPr>
              <a:t>存储器的分类</a:t>
            </a:r>
            <a:endParaRPr lang="en-US" altLang="zh-CN" sz="3200" kern="0" dirty="0">
              <a:solidFill>
                <a:srgbClr val="000000"/>
              </a:solidFill>
              <a:latin typeface="Arial"/>
              <a:ea typeface="宋体"/>
            </a:endParaRPr>
          </a:p>
        </p:txBody>
      </p:sp>
    </p:spTree>
    <p:extLst>
      <p:ext uri="{BB962C8B-B14F-4D97-AF65-F5344CB8AC3E}">
        <p14:creationId xmlns:p14="http://schemas.microsoft.com/office/powerpoint/2010/main" val="13055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E6024026-56DC-428B-B19D-3EF84B56EE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花样繁多的存储器</a:t>
            </a:r>
          </a:p>
        </p:txBody>
      </p:sp>
      <p:pic>
        <p:nvPicPr>
          <p:cNvPr id="6" name="Picture 6" descr="02aXeRam">
            <a:extLst>
              <a:ext uri="{FF2B5EF4-FFF2-40B4-BE49-F238E27FC236}">
                <a16:creationId xmlns:a16="http://schemas.microsoft.com/office/drawing/2014/main" id="{4F90E2D6-4523-4442-BF6D-B7DD60CE50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 rot="1427063">
            <a:off x="173651" y="2810525"/>
            <a:ext cx="2914650" cy="229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" name="Picture 10" descr="1857451">
            <a:extLst>
              <a:ext uri="{FF2B5EF4-FFF2-40B4-BE49-F238E27FC236}">
                <a16:creationId xmlns:a16="http://schemas.microsoft.com/office/drawing/2014/main" id="{BDB70231-6C6D-47C0-8904-18D9580FD0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991131" y="4980176"/>
            <a:ext cx="1817688" cy="1352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" name="Picture 4" descr="img200804291101590">
            <a:extLst>
              <a:ext uri="{FF2B5EF4-FFF2-40B4-BE49-F238E27FC236}">
                <a16:creationId xmlns:a16="http://schemas.microsoft.com/office/drawing/2014/main" id="{9D6312D8-4B43-49B8-8A23-78C70C0398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886522" y="1264832"/>
            <a:ext cx="2371725" cy="1477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" name="Picture 9" descr="未命名">
            <a:extLst>
              <a:ext uri="{FF2B5EF4-FFF2-40B4-BE49-F238E27FC236}">
                <a16:creationId xmlns:a16="http://schemas.microsoft.com/office/drawing/2014/main" id="{3044EC92-CDBD-4EE5-81C1-31A29F0C99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6631635" y="1210435"/>
            <a:ext cx="2016125" cy="1371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" name="Picture 11">
            <a:extLst>
              <a:ext uri="{FF2B5EF4-FFF2-40B4-BE49-F238E27FC236}">
                <a16:creationId xmlns:a16="http://schemas.microsoft.com/office/drawing/2014/main" id="{025DC8F7-0EC2-439B-B044-A1D9ACCDF9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3249263" y="3357400"/>
            <a:ext cx="1746250" cy="97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" name="Picture 12">
            <a:extLst>
              <a:ext uri="{FF2B5EF4-FFF2-40B4-BE49-F238E27FC236}">
                <a16:creationId xmlns:a16="http://schemas.microsoft.com/office/drawing/2014/main" id="{939058CD-E7D4-468D-9694-D5CF2C9235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539552" y="1484786"/>
            <a:ext cx="2520950" cy="1408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" name="Picture 13">
            <a:extLst>
              <a:ext uri="{FF2B5EF4-FFF2-40B4-BE49-F238E27FC236}">
                <a16:creationId xmlns:a16="http://schemas.microsoft.com/office/drawing/2014/main" id="{53B99C29-6EFF-4F3A-A7B4-B971D9D97D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5954311" y="5140932"/>
            <a:ext cx="2815722" cy="10409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" name="图片 12">
            <a:extLst>
              <a:ext uri="{FF2B5EF4-FFF2-40B4-BE49-F238E27FC236}">
                <a16:creationId xmlns:a16="http://schemas.microsoft.com/office/drawing/2014/main" id="{924EAC35-2565-4B71-BB42-83D5E78AAFA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5715" y="3108269"/>
            <a:ext cx="1506435" cy="1506435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443C0F22-6333-4DA2-BD4B-A2108442B50E}"/>
              </a:ext>
            </a:extLst>
          </p:cNvPr>
          <p:cNvPicPr>
            <a:picLocks noChangeAspect="1"/>
          </p:cNvPicPr>
          <p:nvPr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0603" y="2731472"/>
            <a:ext cx="2248704" cy="2248704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C84EAD88-0801-4D11-99B5-7BD14621AF87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79143" y="4975449"/>
            <a:ext cx="2681016" cy="15870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9485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3DE8098-F9A0-4E9F-A2FF-63B3E2877F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1270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 b="1" dirty="0"/>
              <a:t>3.1.1  </a:t>
            </a:r>
            <a:r>
              <a:rPr lang="zh-CN" altLang="en-US" b="1" dirty="0"/>
              <a:t>存储器的分类</a:t>
            </a:r>
          </a:p>
        </p:txBody>
      </p:sp>
      <p:sp>
        <p:nvSpPr>
          <p:cNvPr id="4100" name="Text Box 4">
            <a:extLst>
              <a:ext uri="{FF2B5EF4-FFF2-40B4-BE49-F238E27FC236}">
                <a16:creationId xmlns:a16="http://schemas.microsoft.com/office/drawing/2014/main" id="{69E6CF6F-CE24-4379-ABDA-3DBA5A43A6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200" y="1385081"/>
            <a:ext cx="358143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buClr>
                <a:schemeClr val="accent2"/>
              </a:buClr>
              <a:buSzPct val="80000"/>
              <a:buFontTx/>
              <a:buNone/>
            </a:pPr>
            <a:r>
              <a:rPr kumimoji="1" lang="en-US" altLang="zh-CN" b="1" dirty="0">
                <a:latin typeface="Times New Roman" panose="02020603050405020304" pitchFamily="18" charset="0"/>
              </a:rPr>
              <a:t>1. 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按存储介质分类</a:t>
            </a:r>
          </a:p>
        </p:txBody>
      </p:sp>
      <p:sp>
        <p:nvSpPr>
          <p:cNvPr id="4101" name="Text Box 5">
            <a:extLst>
              <a:ext uri="{FF2B5EF4-FFF2-40B4-BE49-F238E27FC236}">
                <a16:creationId xmlns:a16="http://schemas.microsoft.com/office/drawing/2014/main" id="{4545FF9D-A85F-4FD1-B2C9-681E61C1BF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464" y="2276874"/>
            <a:ext cx="28321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(1)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半导体存储器</a:t>
            </a:r>
          </a:p>
        </p:txBody>
      </p:sp>
      <p:sp>
        <p:nvSpPr>
          <p:cNvPr id="4102" name="Text Box 6">
            <a:extLst>
              <a:ext uri="{FF2B5EF4-FFF2-40B4-BE49-F238E27FC236}">
                <a16:creationId xmlns:a16="http://schemas.microsoft.com/office/drawing/2014/main" id="{E8450A78-AECA-4E0B-855E-048CE6E8E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464" y="3207149"/>
            <a:ext cx="31686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(2)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磁表面存储器</a:t>
            </a:r>
          </a:p>
        </p:txBody>
      </p:sp>
      <p:sp>
        <p:nvSpPr>
          <p:cNvPr id="4104" name="Text Box 8">
            <a:extLst>
              <a:ext uri="{FF2B5EF4-FFF2-40B4-BE49-F238E27FC236}">
                <a16:creationId xmlns:a16="http://schemas.microsoft.com/office/drawing/2014/main" id="{F7A3D98B-150D-4224-BB91-936FF2120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3391" y="4094560"/>
            <a:ext cx="24749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(3)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光盘存储器</a:t>
            </a:r>
          </a:p>
        </p:txBody>
      </p:sp>
      <p:sp>
        <p:nvSpPr>
          <p:cNvPr id="4105" name="Text Box 9">
            <a:extLst>
              <a:ext uri="{FF2B5EF4-FFF2-40B4-BE49-F238E27FC236}">
                <a16:creationId xmlns:a16="http://schemas.microsoft.com/office/drawing/2014/main" id="{C3ADC5BF-A368-4AC7-8D22-2F8D503D84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4716" y="2219724"/>
            <a:ext cx="100860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solidFill>
                  <a:srgbClr val="0066FF"/>
                </a:solidFill>
                <a:latin typeface="Times New Roman" panose="02020603050405020304" pitchFamily="18" charset="0"/>
              </a:rPr>
              <a:t>易失</a:t>
            </a:r>
          </a:p>
        </p:txBody>
      </p:sp>
      <p:sp>
        <p:nvSpPr>
          <p:cNvPr id="4106" name="Text Box 10">
            <a:extLst>
              <a:ext uri="{FF2B5EF4-FFF2-40B4-BE49-F238E27FC236}">
                <a16:creationId xmlns:a16="http://schemas.microsoft.com/office/drawing/2014/main" id="{CCEE05C6-0B67-4638-BB70-B720B2CEFC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9366" y="2276874"/>
            <a:ext cx="2149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TTL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、</a:t>
            </a:r>
            <a:r>
              <a:rPr kumimoji="1" lang="en-US" altLang="zh-CN" sz="2800" b="1">
                <a:latin typeface="Times New Roman" panose="02020603050405020304" pitchFamily="18" charset="0"/>
              </a:rPr>
              <a:t>MOS</a:t>
            </a:r>
          </a:p>
        </p:txBody>
      </p:sp>
      <p:sp>
        <p:nvSpPr>
          <p:cNvPr id="4107" name="Text Box 11">
            <a:extLst>
              <a:ext uri="{FF2B5EF4-FFF2-40B4-BE49-F238E27FC236}">
                <a16:creationId xmlns:a16="http://schemas.microsoft.com/office/drawing/2014/main" id="{CF248043-C710-4035-B4AE-DBB73F7E13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9364" y="3207149"/>
            <a:ext cx="2673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磁头、载磁体</a:t>
            </a:r>
          </a:p>
        </p:txBody>
      </p:sp>
      <p:sp>
        <p:nvSpPr>
          <p:cNvPr id="4109" name="Text Box 13">
            <a:extLst>
              <a:ext uri="{FF2B5EF4-FFF2-40B4-BE49-F238E27FC236}">
                <a16:creationId xmlns:a16="http://schemas.microsoft.com/office/drawing/2014/main" id="{B690EBAF-03FC-4BB2-9E99-E8B5E8D7D7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4291" y="4099324"/>
            <a:ext cx="26844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激光、磁光材料</a:t>
            </a:r>
          </a:p>
        </p:txBody>
      </p:sp>
      <p:grpSp>
        <p:nvGrpSpPr>
          <p:cNvPr id="2" name="组合 17">
            <a:extLst>
              <a:ext uri="{FF2B5EF4-FFF2-40B4-BE49-F238E27FC236}">
                <a16:creationId xmlns:a16="http://schemas.microsoft.com/office/drawing/2014/main" id="{6A77B0E3-4E79-4827-B485-70EED2CA319E}"/>
              </a:ext>
            </a:extLst>
          </p:cNvPr>
          <p:cNvGrpSpPr>
            <a:grpSpLocks/>
          </p:cNvGrpSpPr>
          <p:nvPr/>
        </p:nvGrpSpPr>
        <p:grpSpPr bwMode="auto">
          <a:xfrm>
            <a:off x="7300414" y="3110310"/>
            <a:ext cx="964938" cy="1569660"/>
            <a:chOff x="7429520" y="3868928"/>
            <a:chExt cx="964938" cy="1569464"/>
          </a:xfrm>
        </p:grpSpPr>
        <p:sp>
          <p:nvSpPr>
            <p:cNvPr id="4110" name="Text Box 15">
              <a:extLst>
                <a:ext uri="{FF2B5EF4-FFF2-40B4-BE49-F238E27FC236}">
                  <a16:creationId xmlns:a16="http://schemas.microsoft.com/office/drawing/2014/main" id="{6053E4B9-D100-4E20-A179-3E8A7B17A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97820" y="3868928"/>
              <a:ext cx="596638" cy="1569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solidFill>
                    <a:srgbClr val="0066FF"/>
                  </a:solidFill>
                  <a:latin typeface="Times New Roman" panose="02020603050405020304" pitchFamily="18" charset="0"/>
                </a:rPr>
                <a:t>非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solidFill>
                    <a:srgbClr val="0066FF"/>
                  </a:solidFill>
                  <a:latin typeface="Times New Roman" panose="02020603050405020304" pitchFamily="18" charset="0"/>
                </a:rPr>
                <a:t>易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solidFill>
                    <a:srgbClr val="0066FF"/>
                  </a:solidFill>
                  <a:latin typeface="Times New Roman" panose="02020603050405020304" pitchFamily="18" charset="0"/>
                </a:rPr>
                <a:t>失</a:t>
              </a:r>
            </a:p>
          </p:txBody>
        </p:sp>
        <p:sp>
          <p:nvSpPr>
            <p:cNvPr id="4111" name="AutoShape 16">
              <a:extLst>
                <a:ext uri="{FF2B5EF4-FFF2-40B4-BE49-F238E27FC236}">
                  <a16:creationId xmlns:a16="http://schemas.microsoft.com/office/drawing/2014/main" id="{BD08EF20-A070-4423-BB45-3A39E6B30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9520" y="4071942"/>
              <a:ext cx="384175" cy="1214446"/>
            </a:xfrm>
            <a:prstGeom prst="rightBrace">
              <a:avLst>
                <a:gd name="adj1" fmla="val 44622"/>
                <a:gd name="adj2" fmla="val 51681"/>
              </a:avLst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3" name="AutoShape 17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34546250-6386-4B11-89D8-34B55196E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5" y="6498710"/>
            <a:ext cx="184731" cy="369332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4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4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00" grpId="0" autoUpdateAnimBg="0"/>
      <p:bldP spid="4101" grpId="0" autoUpdateAnimBg="0"/>
      <p:bldP spid="4102" grpId="0" autoUpdateAnimBg="0"/>
      <p:bldP spid="4104" grpId="0" autoUpdateAnimBg="0"/>
      <p:bldP spid="4105" grpId="0" autoUpdateAnimBg="0"/>
      <p:bldP spid="4106" grpId="0" autoUpdateAnimBg="0"/>
      <p:bldP spid="4107" grpId="0" autoUpdateAnimBg="0"/>
      <p:bldP spid="4109" grpId="0" autoUpdateAnimBg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ext Box 2">
            <a:extLst>
              <a:ext uri="{FF2B5EF4-FFF2-40B4-BE49-F238E27FC236}">
                <a16:creationId xmlns:a16="http://schemas.microsoft.com/office/drawing/2014/main" id="{AAA565C7-808C-490F-AE1B-57FAF549C9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590" y="1482727"/>
            <a:ext cx="7768473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(1) </a:t>
            </a:r>
            <a:r>
              <a:rPr kumimoji="1" lang="zh-CN" altLang="en-US" b="1">
                <a:latin typeface="Times New Roman" panose="02020603050405020304" pitchFamily="18" charset="0"/>
              </a:rPr>
              <a:t>存取时间与物理地址无关（随机访问）</a:t>
            </a:r>
          </a:p>
        </p:txBody>
      </p:sp>
      <p:sp>
        <p:nvSpPr>
          <p:cNvPr id="5123" name="Text Box 3">
            <a:extLst>
              <a:ext uri="{FF2B5EF4-FFF2-40B4-BE49-F238E27FC236}">
                <a16:creationId xmlns:a16="http://schemas.microsoft.com/office/drawing/2014/main" id="{509EF63A-02E9-4EDE-BCF5-99AA57152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3602" y="4740275"/>
            <a:ext cx="409439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kumimoji="1" lang="en-US" altLang="zh-CN" sz="2800" b="1">
                <a:latin typeface="Times New Roman" panose="02020603050405020304" pitchFamily="18" charset="0"/>
              </a:rPr>
              <a:t> 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顺序存取存储器    磁带</a:t>
            </a:r>
          </a:p>
        </p:txBody>
      </p:sp>
      <p:sp>
        <p:nvSpPr>
          <p:cNvPr id="5125" name="Text Box 5">
            <a:extLst>
              <a:ext uri="{FF2B5EF4-FFF2-40B4-BE49-F238E27FC236}">
                <a16:creationId xmlns:a16="http://schemas.microsoft.com/office/drawing/2014/main" id="{D62FBAA7-17B0-4B63-80D0-6D8CB0D1D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476250"/>
            <a:ext cx="396716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2. 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按存取方式分类</a:t>
            </a:r>
          </a:p>
        </p:txBody>
      </p:sp>
      <p:sp>
        <p:nvSpPr>
          <p:cNvPr id="5126" name="Text Box 6">
            <a:extLst>
              <a:ext uri="{FF2B5EF4-FFF2-40B4-BE49-F238E27FC236}">
                <a16:creationId xmlns:a16="http://schemas.microsoft.com/office/drawing/2014/main" id="{9A22FCEF-3D3E-4E0F-889A-2E37CDE213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302" y="3917950"/>
            <a:ext cx="7694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(2) </a:t>
            </a:r>
            <a:r>
              <a:rPr kumimoji="1" lang="zh-CN" altLang="en-US" b="1">
                <a:latin typeface="Times New Roman" panose="02020603050405020304" pitchFamily="18" charset="0"/>
              </a:rPr>
              <a:t>存取时间与物理地址有关（串行访问）</a:t>
            </a:r>
          </a:p>
        </p:txBody>
      </p:sp>
      <p:sp>
        <p:nvSpPr>
          <p:cNvPr id="5127" name="Text Box 7">
            <a:extLst>
              <a:ext uri="{FF2B5EF4-FFF2-40B4-BE49-F238E27FC236}">
                <a16:creationId xmlns:a16="http://schemas.microsoft.com/office/drawing/2014/main" id="{568DB266-D404-43FC-8882-CA7FA9154D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3600" y="2362202"/>
            <a:ext cx="3403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kumimoji="1" lang="en-US" altLang="zh-CN" sz="2800" b="1">
                <a:latin typeface="Times New Roman" panose="02020603050405020304" pitchFamily="18" charset="0"/>
              </a:rPr>
              <a:t> 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随机存储器</a:t>
            </a:r>
            <a:endParaRPr kumimoji="1" lang="zh-CN" altLang="en-US" sz="2800" b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5128" name="Text Box 8">
            <a:extLst>
              <a:ext uri="{FF2B5EF4-FFF2-40B4-BE49-F238E27FC236}">
                <a16:creationId xmlns:a16="http://schemas.microsoft.com/office/drawing/2014/main" id="{CCAE92B7-3C1B-4284-BB2C-A853068FA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3600" y="3165477"/>
            <a:ext cx="3022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kumimoji="1" lang="en-US" altLang="zh-CN" sz="2800" b="1">
                <a:latin typeface="Times New Roman" panose="02020603050405020304" pitchFamily="18" charset="0"/>
              </a:rPr>
              <a:t> 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只读存储器</a:t>
            </a:r>
            <a:endParaRPr kumimoji="1" lang="zh-CN" altLang="en-US" sz="2800" b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5129" name="Text Box 9">
            <a:extLst>
              <a:ext uri="{FF2B5EF4-FFF2-40B4-BE49-F238E27FC236}">
                <a16:creationId xmlns:a16="http://schemas.microsoft.com/office/drawing/2014/main" id="{FD63E245-CACC-49F8-83FF-A538E15EA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3602" y="5495925"/>
            <a:ext cx="409439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kumimoji="1" lang="en-US" altLang="zh-CN" sz="2800" b="1">
                <a:latin typeface="Times New Roman" panose="02020603050405020304" pitchFamily="18" charset="0"/>
              </a:rPr>
              <a:t> 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直接存取存储器    磁盘</a:t>
            </a:r>
          </a:p>
        </p:txBody>
      </p:sp>
      <p:sp>
        <p:nvSpPr>
          <p:cNvPr id="5130" name="Text Box 10">
            <a:extLst>
              <a:ext uri="{FF2B5EF4-FFF2-40B4-BE49-F238E27FC236}">
                <a16:creationId xmlns:a16="http://schemas.microsoft.com/office/drawing/2014/main" id="{D97D34B1-8D53-40A8-82C2-FAF7EC5003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2362202"/>
            <a:ext cx="6477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在程序的执行过程中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可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读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可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5131" name="Text Box 11">
            <a:extLst>
              <a:ext uri="{FF2B5EF4-FFF2-40B4-BE49-F238E27FC236}">
                <a16:creationId xmlns:a16="http://schemas.microsoft.com/office/drawing/2014/main" id="{FDAD47D7-CE1A-40F7-8554-94E1388EE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3165477"/>
            <a:ext cx="6477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在程序的执行过程中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只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5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2" grpId="0" autoUpdateAnimBg="0"/>
      <p:bldP spid="5123" grpId="0" autoUpdateAnimBg="0"/>
      <p:bldP spid="5126" grpId="0" autoUpdateAnimBg="0"/>
      <p:bldP spid="5127" grpId="0" autoUpdateAnimBg="0"/>
      <p:bldP spid="5128" grpId="0" autoUpdateAnimBg="0"/>
      <p:bldP spid="5129" grpId="0" autoUpdateAnimBg="0"/>
      <p:bldP spid="5130" grpId="0" autoUpdateAnimBg="0"/>
      <p:bldP spid="5131" grpId="0" autoUpdateAnimBg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Text Box 2">
            <a:extLst>
              <a:ext uri="{FF2B5EF4-FFF2-40B4-BE49-F238E27FC236}">
                <a16:creationId xmlns:a16="http://schemas.microsoft.com/office/drawing/2014/main" id="{9E15EDD5-F6FA-45DB-ABE4-D5EAC8CC3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3850" y="5897565"/>
            <a:ext cx="3562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磁盘、磁带、光盘 </a:t>
            </a:r>
          </a:p>
        </p:txBody>
      </p:sp>
      <p:sp>
        <p:nvSpPr>
          <p:cNvPr id="6147" name="Text Box 3">
            <a:extLst>
              <a:ext uri="{FF2B5EF4-FFF2-40B4-BE49-F238E27FC236}">
                <a16:creationId xmlns:a16="http://schemas.microsoft.com/office/drawing/2014/main" id="{7D135D3B-3E8D-45FB-9CEE-22999E3658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6388" y="4983165"/>
            <a:ext cx="56626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高速缓冲存储器（</a:t>
            </a:r>
            <a:r>
              <a:rPr kumimoji="1" lang="en-US" altLang="zh-CN" b="1">
                <a:latin typeface="Times New Roman" panose="02020603050405020304" pitchFamily="18" charset="0"/>
              </a:rPr>
              <a:t>Cache</a:t>
            </a:r>
            <a:r>
              <a:rPr kumimoji="1" lang="zh-CN" altLang="en-US" b="1">
                <a:latin typeface="Times New Roman" panose="02020603050405020304" pitchFamily="18" charset="0"/>
              </a:rPr>
              <a:t>）</a:t>
            </a:r>
          </a:p>
        </p:txBody>
      </p:sp>
      <p:sp>
        <p:nvSpPr>
          <p:cNvPr id="6148" name="Text Box 4">
            <a:extLst>
              <a:ext uri="{FF2B5EF4-FFF2-40B4-BE49-F238E27FC236}">
                <a16:creationId xmlns:a16="http://schemas.microsoft.com/office/drawing/2014/main" id="{C29046B7-86D1-421E-9B60-7DB9176BF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6388" y="4090990"/>
            <a:ext cx="37576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Flash  Memory</a:t>
            </a:r>
          </a:p>
        </p:txBody>
      </p:sp>
      <p:sp>
        <p:nvSpPr>
          <p:cNvPr id="6149" name="Text Box 5">
            <a:extLst>
              <a:ext uri="{FF2B5EF4-FFF2-40B4-BE49-F238E27FC236}">
                <a16:creationId xmlns:a16="http://schemas.microsoft.com/office/drawing/2014/main" id="{5B57D65A-6A1D-4D3E-A163-1E31AB990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" y="3500438"/>
            <a:ext cx="596638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存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器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E6D786E6-E7D3-4172-AD98-DA6B9A574E3B}"/>
              </a:ext>
            </a:extLst>
          </p:cNvPr>
          <p:cNvGrpSpPr>
            <a:grpSpLocks/>
          </p:cNvGrpSpPr>
          <p:nvPr/>
        </p:nvGrpSpPr>
        <p:grpSpPr bwMode="auto">
          <a:xfrm>
            <a:off x="1576390" y="2195515"/>
            <a:ext cx="2244725" cy="4286249"/>
            <a:chOff x="993" y="1383"/>
            <a:chExt cx="1414" cy="2700"/>
          </a:xfrm>
        </p:grpSpPr>
        <p:sp>
          <p:nvSpPr>
            <p:cNvPr id="6" name="Text Box 7">
              <a:extLst>
                <a:ext uri="{FF2B5EF4-FFF2-40B4-BE49-F238E27FC236}">
                  <a16:creationId xmlns:a16="http://schemas.microsoft.com/office/drawing/2014/main" id="{61937A22-245F-4B2A-9A62-A5B8998A22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3" y="1383"/>
              <a:ext cx="115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主存储器</a:t>
              </a:r>
            </a:p>
          </p:txBody>
        </p:sp>
        <p:sp>
          <p:nvSpPr>
            <p:cNvPr id="6170" name="Text Box 8">
              <a:extLst>
                <a:ext uri="{FF2B5EF4-FFF2-40B4-BE49-F238E27FC236}">
                  <a16:creationId xmlns:a16="http://schemas.microsoft.com/office/drawing/2014/main" id="{B86630A1-4519-476C-BE88-AC2AD8798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3" y="3715"/>
              <a:ext cx="1414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辅助存储器</a:t>
              </a:r>
            </a:p>
          </p:txBody>
        </p:sp>
      </p:grpSp>
      <p:sp>
        <p:nvSpPr>
          <p:cNvPr id="6153" name="AutoShape 9">
            <a:extLst>
              <a:ext uri="{FF2B5EF4-FFF2-40B4-BE49-F238E27FC236}">
                <a16:creationId xmlns:a16="http://schemas.microsoft.com/office/drawing/2014/main" id="{8262F69A-2C95-4BFC-9C07-F0DAFEC2157A}"/>
              </a:ext>
            </a:extLst>
          </p:cNvPr>
          <p:cNvSpPr>
            <a:spLocks/>
          </p:cNvSpPr>
          <p:nvPr/>
        </p:nvSpPr>
        <p:spPr bwMode="auto">
          <a:xfrm>
            <a:off x="1092200" y="2460627"/>
            <a:ext cx="431800" cy="3833813"/>
          </a:xfrm>
          <a:prstGeom prst="leftBrace">
            <a:avLst>
              <a:gd name="adj1" fmla="val 73989"/>
              <a:gd name="adj2" fmla="val 50000"/>
            </a:avLst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grpSp>
        <p:nvGrpSpPr>
          <p:cNvPr id="3" name="Group 10">
            <a:extLst>
              <a:ext uri="{FF2B5EF4-FFF2-40B4-BE49-F238E27FC236}">
                <a16:creationId xmlns:a16="http://schemas.microsoft.com/office/drawing/2014/main" id="{92BCDE0C-D390-442A-8D1F-2ED34FF51CF0}"/>
              </a:ext>
            </a:extLst>
          </p:cNvPr>
          <p:cNvGrpSpPr>
            <a:grpSpLocks/>
          </p:cNvGrpSpPr>
          <p:nvPr/>
        </p:nvGrpSpPr>
        <p:grpSpPr bwMode="auto">
          <a:xfrm>
            <a:off x="5318127" y="2379663"/>
            <a:ext cx="2754313" cy="1917700"/>
            <a:chOff x="3350" y="1499"/>
            <a:chExt cx="2177" cy="1208"/>
          </a:xfrm>
        </p:grpSpPr>
        <p:sp>
          <p:nvSpPr>
            <p:cNvPr id="6165" name="Text Box 11">
              <a:extLst>
                <a:ext uri="{FF2B5EF4-FFF2-40B4-BE49-F238E27FC236}">
                  <a16:creationId xmlns:a16="http://schemas.microsoft.com/office/drawing/2014/main" id="{EA4655B0-91AB-49B7-B3D9-EBFEDBADE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0" y="1499"/>
              <a:ext cx="121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MROM</a:t>
              </a:r>
            </a:p>
          </p:txBody>
        </p:sp>
        <p:sp>
          <p:nvSpPr>
            <p:cNvPr id="6166" name="Text Box 12">
              <a:extLst>
                <a:ext uri="{FF2B5EF4-FFF2-40B4-BE49-F238E27FC236}">
                  <a16:creationId xmlns:a16="http://schemas.microsoft.com/office/drawing/2014/main" id="{5EE3549A-96A8-4C0D-93FD-B3E470087A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0" y="1805"/>
              <a:ext cx="11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PROM</a:t>
              </a:r>
            </a:p>
          </p:txBody>
        </p:sp>
        <p:sp>
          <p:nvSpPr>
            <p:cNvPr id="7" name="Text Box 13">
              <a:extLst>
                <a:ext uri="{FF2B5EF4-FFF2-40B4-BE49-F238E27FC236}">
                  <a16:creationId xmlns:a16="http://schemas.microsoft.com/office/drawing/2014/main" id="{651AB85A-6706-4F77-9776-22AA1ED8F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0" y="2112"/>
              <a:ext cx="131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EPROM</a:t>
              </a:r>
            </a:p>
          </p:txBody>
        </p:sp>
        <p:sp>
          <p:nvSpPr>
            <p:cNvPr id="6168" name="Text Box 14">
              <a:extLst>
                <a:ext uri="{FF2B5EF4-FFF2-40B4-BE49-F238E27FC236}">
                  <a16:creationId xmlns:a16="http://schemas.microsoft.com/office/drawing/2014/main" id="{2DB7ECA6-B98B-4CAE-9D64-D7F9954508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0" y="2419"/>
              <a:ext cx="21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EEPROM</a:t>
              </a:r>
            </a:p>
          </p:txBody>
        </p:sp>
      </p:grpSp>
      <p:sp>
        <p:nvSpPr>
          <p:cNvPr id="6159" name="AutoShape 15">
            <a:extLst>
              <a:ext uri="{FF2B5EF4-FFF2-40B4-BE49-F238E27FC236}">
                <a16:creationId xmlns:a16="http://schemas.microsoft.com/office/drawing/2014/main" id="{DF0A546A-380A-4375-A1E7-EDAD6AA1492F}"/>
              </a:ext>
            </a:extLst>
          </p:cNvPr>
          <p:cNvSpPr>
            <a:spLocks/>
          </p:cNvSpPr>
          <p:nvPr/>
        </p:nvSpPr>
        <p:spPr bwMode="auto">
          <a:xfrm>
            <a:off x="5041900" y="2590802"/>
            <a:ext cx="292100" cy="1484313"/>
          </a:xfrm>
          <a:prstGeom prst="leftBrace">
            <a:avLst>
              <a:gd name="adj1" fmla="val 42346"/>
              <a:gd name="adj2" fmla="val 50000"/>
            </a:avLst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grpSp>
        <p:nvGrpSpPr>
          <p:cNvPr id="4" name="Group 16">
            <a:extLst>
              <a:ext uri="{FF2B5EF4-FFF2-40B4-BE49-F238E27FC236}">
                <a16:creationId xmlns:a16="http://schemas.microsoft.com/office/drawing/2014/main" id="{8E0326CF-72D8-4A5F-9F62-2C6FCE6EC78D}"/>
              </a:ext>
            </a:extLst>
          </p:cNvPr>
          <p:cNvGrpSpPr>
            <a:grpSpLocks/>
          </p:cNvGrpSpPr>
          <p:nvPr/>
        </p:nvGrpSpPr>
        <p:grpSpPr bwMode="auto">
          <a:xfrm>
            <a:off x="3776663" y="1296988"/>
            <a:ext cx="1052512" cy="2347912"/>
            <a:chOff x="2379" y="817"/>
            <a:chExt cx="663" cy="1479"/>
          </a:xfrm>
        </p:grpSpPr>
        <p:sp>
          <p:nvSpPr>
            <p:cNvPr id="8" name="Text Box 17">
              <a:extLst>
                <a:ext uri="{FF2B5EF4-FFF2-40B4-BE49-F238E27FC236}">
                  <a16:creationId xmlns:a16="http://schemas.microsoft.com/office/drawing/2014/main" id="{F41AABCA-0225-432F-B303-F04E085CE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9" y="817"/>
              <a:ext cx="65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RAM</a:t>
              </a:r>
            </a:p>
          </p:txBody>
        </p:sp>
        <p:sp>
          <p:nvSpPr>
            <p:cNvPr id="6164" name="Text Box 18">
              <a:extLst>
                <a:ext uri="{FF2B5EF4-FFF2-40B4-BE49-F238E27FC236}">
                  <a16:creationId xmlns:a16="http://schemas.microsoft.com/office/drawing/2014/main" id="{1CC4B7A5-FB57-44D7-8247-D56D2C5614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9" y="1969"/>
              <a:ext cx="66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ROM</a:t>
              </a:r>
            </a:p>
          </p:txBody>
        </p:sp>
      </p:grpSp>
      <p:sp>
        <p:nvSpPr>
          <p:cNvPr id="6163" name="AutoShape 19">
            <a:extLst>
              <a:ext uri="{FF2B5EF4-FFF2-40B4-BE49-F238E27FC236}">
                <a16:creationId xmlns:a16="http://schemas.microsoft.com/office/drawing/2014/main" id="{7A325269-19F7-4386-9D44-D7F547A7C4AF}"/>
              </a:ext>
            </a:extLst>
          </p:cNvPr>
          <p:cNvSpPr>
            <a:spLocks/>
          </p:cNvSpPr>
          <p:nvPr/>
        </p:nvSpPr>
        <p:spPr bwMode="auto">
          <a:xfrm>
            <a:off x="3462338" y="1535115"/>
            <a:ext cx="271462" cy="1893887"/>
          </a:xfrm>
          <a:prstGeom prst="leftBrace">
            <a:avLst>
              <a:gd name="adj1" fmla="val 58138"/>
              <a:gd name="adj2" fmla="val 50000"/>
            </a:avLst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grpSp>
        <p:nvGrpSpPr>
          <p:cNvPr id="5" name="Group 20">
            <a:extLst>
              <a:ext uri="{FF2B5EF4-FFF2-40B4-BE49-F238E27FC236}">
                <a16:creationId xmlns:a16="http://schemas.microsoft.com/office/drawing/2014/main" id="{3D05F28A-0D20-450A-A899-045B9F7F5E68}"/>
              </a:ext>
            </a:extLst>
          </p:cNvPr>
          <p:cNvGrpSpPr>
            <a:grpSpLocks/>
          </p:cNvGrpSpPr>
          <p:nvPr/>
        </p:nvGrpSpPr>
        <p:grpSpPr bwMode="auto">
          <a:xfrm>
            <a:off x="5254625" y="990602"/>
            <a:ext cx="2311400" cy="1123951"/>
            <a:chOff x="3310" y="624"/>
            <a:chExt cx="1456" cy="708"/>
          </a:xfrm>
        </p:grpSpPr>
        <p:sp>
          <p:nvSpPr>
            <p:cNvPr id="6161" name="Text Box 21">
              <a:extLst>
                <a:ext uri="{FF2B5EF4-FFF2-40B4-BE49-F238E27FC236}">
                  <a16:creationId xmlns:a16="http://schemas.microsoft.com/office/drawing/2014/main" id="{A522F366-EB2D-4013-8206-1C01B93417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0" y="624"/>
              <a:ext cx="14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静态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RAM</a:t>
              </a:r>
            </a:p>
          </p:txBody>
        </p:sp>
        <p:sp>
          <p:nvSpPr>
            <p:cNvPr id="6162" name="Text Box 22">
              <a:extLst>
                <a:ext uri="{FF2B5EF4-FFF2-40B4-BE49-F238E27FC236}">
                  <a16:creationId xmlns:a16="http://schemas.microsoft.com/office/drawing/2014/main" id="{022D4027-D69E-460A-A8F9-6FD0FBEC47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0" y="1041"/>
              <a:ext cx="101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动态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RAM</a:t>
              </a:r>
            </a:p>
          </p:txBody>
        </p:sp>
      </p:grpSp>
      <p:sp>
        <p:nvSpPr>
          <p:cNvPr id="6167" name="AutoShape 23">
            <a:extLst>
              <a:ext uri="{FF2B5EF4-FFF2-40B4-BE49-F238E27FC236}">
                <a16:creationId xmlns:a16="http://schemas.microsoft.com/office/drawing/2014/main" id="{E6A3EF39-43BA-431A-B0EA-2559888AB956}"/>
              </a:ext>
            </a:extLst>
          </p:cNvPr>
          <p:cNvSpPr>
            <a:spLocks/>
          </p:cNvSpPr>
          <p:nvPr/>
        </p:nvSpPr>
        <p:spPr bwMode="auto">
          <a:xfrm>
            <a:off x="5041902" y="1143002"/>
            <a:ext cx="207963" cy="784225"/>
          </a:xfrm>
          <a:prstGeom prst="leftBrace">
            <a:avLst>
              <a:gd name="adj1" fmla="val 31425"/>
              <a:gd name="adj2" fmla="val 50000"/>
            </a:avLst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6158" name="Text Box 24">
            <a:extLst>
              <a:ext uri="{FF2B5EF4-FFF2-40B4-BE49-F238E27FC236}">
                <a16:creationId xmlns:a16="http://schemas.microsoft.com/office/drawing/2014/main" id="{806BDA35-85A6-4DDB-8338-B9DE2A4E1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273050"/>
            <a:ext cx="580231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3. 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按在计算机中的作用分类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1" dur="500"/>
                                        <p:tgtEl>
                                          <p:spTgt spid="6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1" dur="500"/>
                                        <p:tgtEl>
                                          <p:spTgt spid="6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1" dur="500"/>
                                        <p:tgtEl>
                                          <p:spTgt spid="6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1" dur="500"/>
                                        <p:tgtEl>
                                          <p:spTgt spid="6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6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6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6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6" grpId="0" autoUpdateAnimBg="0"/>
      <p:bldP spid="6147" grpId="0" autoUpdateAnimBg="0"/>
      <p:bldP spid="6148" grpId="0" autoUpdateAnimBg="0"/>
      <p:bldP spid="6149" grpId="0" autoUpdateAnimBg="0"/>
      <p:bldP spid="6153" grpId="0" animBg="1"/>
      <p:bldP spid="6159" grpId="0" animBg="1"/>
      <p:bldP spid="6163" grpId="0" animBg="1"/>
      <p:bldP spid="616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3.1	</a:t>
            </a:r>
            <a:r>
              <a:rPr lang="zh-CN" altLang="en-US" dirty="0"/>
              <a:t>概述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569371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3.1.1  </a:t>
            </a:r>
            <a:r>
              <a:rPr lang="zh-CN" altLang="en-US" dirty="0"/>
              <a:t>存储器的分类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3.1.2  </a:t>
            </a:r>
            <a:r>
              <a:rPr lang="zh-CN" altLang="en-US" dirty="0"/>
              <a:t>主存储器的性能指标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3.1.3  </a:t>
            </a:r>
            <a:r>
              <a:rPr lang="zh-CN" altLang="en-US" dirty="0"/>
              <a:t>存储器的体系结构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3.1.4  </a:t>
            </a:r>
            <a:r>
              <a:rPr lang="zh-CN" altLang="en-US" dirty="0"/>
              <a:t>数据的地址与数据的存储顺序</a:t>
            </a:r>
          </a:p>
          <a:p>
            <a:pPr marL="0" indent="0">
              <a:spcBef>
                <a:spcPts val="1200"/>
              </a:spcBef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99594" y="2564906"/>
            <a:ext cx="5016117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3.1.2  </a:t>
            </a:r>
            <a:r>
              <a:rPr lang="zh-CN" altLang="en-US" sz="3200" kern="0" dirty="0">
                <a:solidFill>
                  <a:srgbClr val="000000"/>
                </a:solidFill>
              </a:rPr>
              <a:t>主存储器的性能指标</a:t>
            </a:r>
            <a:endParaRPr lang="en-US" altLang="zh-CN" sz="3200" kern="0" dirty="0">
              <a:solidFill>
                <a:srgbClr val="000000"/>
              </a:solidFill>
              <a:latin typeface="Arial"/>
              <a:ea typeface="宋体"/>
            </a:endParaRPr>
          </a:p>
        </p:txBody>
      </p:sp>
    </p:spTree>
    <p:extLst>
      <p:ext uri="{BB962C8B-B14F-4D97-AF65-F5344CB8AC3E}">
        <p14:creationId xmlns:p14="http://schemas.microsoft.com/office/powerpoint/2010/main" val="2108907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9E87B1F8-CF5C-4A7F-AB0F-B175FCCB2A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3.1.2  </a:t>
            </a:r>
            <a:r>
              <a:rPr lang="zh-CN" altLang="en-US" dirty="0"/>
              <a:t>主存储器的性能指标</a:t>
            </a:r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A58EEBFE-A3E2-473B-B3BD-3B30B484F3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存储时间</a:t>
            </a:r>
          </a:p>
          <a:p>
            <a:pPr lvl="1"/>
            <a:r>
              <a:rPr lang="zh-CN" altLang="en-US" dirty="0"/>
              <a:t>接受到读写命令到从存储器中读出或写入信息所经历的时间</a:t>
            </a:r>
          </a:p>
          <a:p>
            <a:r>
              <a:rPr lang="zh-CN" altLang="en-US" dirty="0"/>
              <a:t>存储周期</a:t>
            </a:r>
          </a:p>
          <a:p>
            <a:pPr lvl="1"/>
            <a:r>
              <a:rPr lang="zh-CN" altLang="en-US" dirty="0"/>
              <a:t>连续两次访问存储器所需要的最小时间间隔</a:t>
            </a:r>
          </a:p>
          <a:p>
            <a:r>
              <a:rPr lang="zh-CN" altLang="en-US" dirty="0"/>
              <a:t>存储器带宽</a:t>
            </a:r>
          </a:p>
          <a:p>
            <a:pPr lvl="1"/>
            <a:r>
              <a:rPr lang="zh-CN" altLang="en-US" dirty="0"/>
              <a:t>单位时间内存储器存取的信息量</a:t>
            </a:r>
          </a:p>
          <a:p>
            <a:pPr lvl="1"/>
            <a:r>
              <a:rPr lang="en-US" altLang="zh-CN" dirty="0"/>
              <a:t>Byte/s</a:t>
            </a:r>
          </a:p>
          <a:p>
            <a:pPr lvl="1"/>
            <a:r>
              <a:rPr lang="zh-CN" altLang="en-US" dirty="0"/>
              <a:t>光盘、磁盘、</a:t>
            </a:r>
            <a:r>
              <a:rPr lang="en-US" altLang="zh-CN" dirty="0"/>
              <a:t>U</a:t>
            </a:r>
            <a:r>
              <a:rPr lang="zh-CN" altLang="en-US" dirty="0"/>
              <a:t>盘、固态盘的读写带宽？</a:t>
            </a:r>
          </a:p>
          <a:p>
            <a:pPr marL="0" indent="0">
              <a:buNone/>
            </a:pP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60499942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3.1	</a:t>
            </a:r>
            <a:r>
              <a:rPr lang="zh-CN" altLang="en-US" dirty="0"/>
              <a:t>概述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569371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3.1.1  </a:t>
            </a:r>
            <a:r>
              <a:rPr lang="zh-CN" altLang="en-US" dirty="0"/>
              <a:t>存储器的分类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3.1.2  </a:t>
            </a:r>
            <a:r>
              <a:rPr lang="zh-CN" altLang="en-US" dirty="0"/>
              <a:t>主存储器的性能指标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3.1.3  </a:t>
            </a:r>
            <a:r>
              <a:rPr lang="zh-CN" altLang="en-US" dirty="0"/>
              <a:t>存储器的体系结构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3.1.4  </a:t>
            </a:r>
            <a:r>
              <a:rPr lang="zh-CN" altLang="en-US" dirty="0"/>
              <a:t>数据的地址与数据的存储顺序</a:t>
            </a:r>
          </a:p>
          <a:p>
            <a:pPr marL="0" indent="0">
              <a:spcBef>
                <a:spcPts val="1200"/>
              </a:spcBef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971600" y="3429002"/>
            <a:ext cx="4605748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en-US" altLang="zh-CN" sz="3200" kern="0" dirty="0">
                <a:solidFill>
                  <a:srgbClr val="000000"/>
                </a:solidFill>
                <a:latin typeface="Arial"/>
                <a:ea typeface="宋体"/>
              </a:rPr>
              <a:t>3.1.3  </a:t>
            </a:r>
            <a:r>
              <a:rPr lang="zh-CN" altLang="en-US" sz="3200" kern="0" dirty="0">
                <a:solidFill>
                  <a:srgbClr val="000000"/>
                </a:solidFill>
                <a:latin typeface="Arial"/>
                <a:ea typeface="宋体"/>
              </a:rPr>
              <a:t>存储器的体系结构</a:t>
            </a:r>
            <a:endParaRPr lang="en-US" altLang="zh-CN" sz="3200" kern="0" dirty="0">
              <a:solidFill>
                <a:srgbClr val="000000"/>
              </a:solidFill>
              <a:latin typeface="Arial"/>
              <a:ea typeface="宋体"/>
            </a:endParaRPr>
          </a:p>
        </p:txBody>
      </p:sp>
    </p:spTree>
    <p:extLst>
      <p:ext uri="{BB962C8B-B14F-4D97-AF65-F5344CB8AC3E}">
        <p14:creationId xmlns:p14="http://schemas.microsoft.com/office/powerpoint/2010/main" val="4127748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Text Box 2">
            <a:extLst>
              <a:ext uri="{FF2B5EF4-FFF2-40B4-BE49-F238E27FC236}">
                <a16:creationId xmlns:a16="http://schemas.microsoft.com/office/drawing/2014/main" id="{981AFBFC-CE03-4B9B-94F7-471A02421B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5456" y="2643188"/>
            <a:ext cx="4905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高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CBC9B1AB-92F3-46B2-8792-50A3F3016C4B}"/>
              </a:ext>
            </a:extLst>
          </p:cNvPr>
          <p:cNvGrpSpPr>
            <a:grpSpLocks/>
          </p:cNvGrpSpPr>
          <p:nvPr/>
        </p:nvGrpSpPr>
        <p:grpSpPr bwMode="auto">
          <a:xfrm>
            <a:off x="8505456" y="3295650"/>
            <a:ext cx="490538" cy="2566988"/>
            <a:chOff x="5040" y="2108"/>
            <a:chExt cx="309" cy="1617"/>
          </a:xfrm>
        </p:grpSpPr>
        <p:sp>
          <p:nvSpPr>
            <p:cNvPr id="11" name="Text Box 4">
              <a:extLst>
                <a:ext uri="{FF2B5EF4-FFF2-40B4-BE49-F238E27FC236}">
                  <a16:creationId xmlns:a16="http://schemas.microsoft.com/office/drawing/2014/main" id="{9A02A9BC-00C1-464D-BF31-39D7D0E499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0" y="3437"/>
              <a:ext cx="3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 dirty="0">
                  <a:latin typeface="Times New Roman" panose="02020603050405020304" pitchFamily="18" charset="0"/>
                </a:rPr>
                <a:t>低</a:t>
              </a:r>
            </a:p>
          </p:txBody>
        </p:sp>
        <p:sp>
          <p:nvSpPr>
            <p:cNvPr id="7231" name="Line 5">
              <a:extLst>
                <a:ext uri="{FF2B5EF4-FFF2-40B4-BE49-F238E27FC236}">
                  <a16:creationId xmlns:a16="http://schemas.microsoft.com/office/drawing/2014/main" id="{BE734E5D-2542-4216-8F20-AA48571EE2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0" y="2108"/>
              <a:ext cx="0" cy="1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7172" name="Text Box 6">
            <a:extLst>
              <a:ext uri="{FF2B5EF4-FFF2-40B4-BE49-F238E27FC236}">
                <a16:creationId xmlns:a16="http://schemas.microsoft.com/office/drawing/2014/main" id="{5CD5501F-FEB8-4ACB-A5E2-9E97F80E7F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90575" y="5253038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kumimoji="1" lang="zh-CN" altLang="zh-CN" sz="2400" b="1">
              <a:latin typeface="Times New Roman" panose="02020603050405020304" pitchFamily="18" charset="0"/>
            </a:endParaRPr>
          </a:p>
        </p:txBody>
      </p:sp>
      <p:sp>
        <p:nvSpPr>
          <p:cNvPr id="7175" name="Text Box 7">
            <a:extLst>
              <a:ext uri="{FF2B5EF4-FFF2-40B4-BE49-F238E27FC236}">
                <a16:creationId xmlns:a16="http://schemas.microsoft.com/office/drawing/2014/main" id="{7B07EF45-B9D9-455C-96B7-AB0356389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6471" y="2670808"/>
            <a:ext cx="4905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小</a:t>
            </a:r>
          </a:p>
        </p:txBody>
      </p:sp>
      <p:grpSp>
        <p:nvGrpSpPr>
          <p:cNvPr id="3" name="Group 8">
            <a:extLst>
              <a:ext uri="{FF2B5EF4-FFF2-40B4-BE49-F238E27FC236}">
                <a16:creationId xmlns:a16="http://schemas.microsoft.com/office/drawing/2014/main" id="{D4C0930B-B357-4DE6-BE15-37F17D3392AA}"/>
              </a:ext>
            </a:extLst>
          </p:cNvPr>
          <p:cNvGrpSpPr>
            <a:grpSpLocks/>
          </p:cNvGrpSpPr>
          <p:nvPr/>
        </p:nvGrpSpPr>
        <p:grpSpPr bwMode="auto">
          <a:xfrm>
            <a:off x="7716471" y="3323270"/>
            <a:ext cx="490537" cy="2566988"/>
            <a:chOff x="4375" y="2108"/>
            <a:chExt cx="309" cy="1617"/>
          </a:xfrm>
        </p:grpSpPr>
        <p:sp>
          <p:nvSpPr>
            <p:cNvPr id="7228" name="Text Box 9">
              <a:extLst>
                <a:ext uri="{FF2B5EF4-FFF2-40B4-BE49-F238E27FC236}">
                  <a16:creationId xmlns:a16="http://schemas.microsoft.com/office/drawing/2014/main" id="{F7CC49D8-0D70-4738-9015-B2D41EE964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5" y="3437"/>
              <a:ext cx="3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大</a:t>
              </a:r>
            </a:p>
          </p:txBody>
        </p:sp>
        <p:sp>
          <p:nvSpPr>
            <p:cNvPr id="7229" name="Line 10">
              <a:extLst>
                <a:ext uri="{FF2B5EF4-FFF2-40B4-BE49-F238E27FC236}">
                  <a16:creationId xmlns:a16="http://schemas.microsoft.com/office/drawing/2014/main" id="{A589D340-8223-426B-B412-4C3A4C3E2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8" y="2108"/>
              <a:ext cx="0" cy="1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7179" name="Text Box 11">
            <a:extLst>
              <a:ext uri="{FF2B5EF4-FFF2-40B4-BE49-F238E27FC236}">
                <a16:creationId xmlns:a16="http://schemas.microsoft.com/office/drawing/2014/main" id="{500F4C3A-D4F3-4684-9A23-09343EEDC0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2185" y="2670808"/>
            <a:ext cx="4905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快</a:t>
            </a:r>
          </a:p>
        </p:txBody>
      </p:sp>
      <p:grpSp>
        <p:nvGrpSpPr>
          <p:cNvPr id="4" name="Group 12">
            <a:extLst>
              <a:ext uri="{FF2B5EF4-FFF2-40B4-BE49-F238E27FC236}">
                <a16:creationId xmlns:a16="http://schemas.microsoft.com/office/drawing/2014/main" id="{F967632C-EF0C-4DD1-91A0-D86724A79E5E}"/>
              </a:ext>
            </a:extLst>
          </p:cNvPr>
          <p:cNvGrpSpPr>
            <a:grpSpLocks/>
          </p:cNvGrpSpPr>
          <p:nvPr/>
        </p:nvGrpSpPr>
        <p:grpSpPr bwMode="auto">
          <a:xfrm>
            <a:off x="6932185" y="3323270"/>
            <a:ext cx="490538" cy="2566988"/>
            <a:chOff x="3710" y="2108"/>
            <a:chExt cx="309" cy="1617"/>
          </a:xfrm>
        </p:grpSpPr>
        <p:sp>
          <p:nvSpPr>
            <p:cNvPr id="7226" name="Text Box 13">
              <a:extLst>
                <a:ext uri="{FF2B5EF4-FFF2-40B4-BE49-F238E27FC236}">
                  <a16:creationId xmlns:a16="http://schemas.microsoft.com/office/drawing/2014/main" id="{A2CD1477-3E8A-4974-B5C4-196A0EEA4C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3437"/>
              <a:ext cx="3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慢</a:t>
              </a:r>
            </a:p>
          </p:txBody>
        </p:sp>
        <p:sp>
          <p:nvSpPr>
            <p:cNvPr id="7227" name="Line 14">
              <a:extLst>
                <a:ext uri="{FF2B5EF4-FFF2-40B4-BE49-F238E27FC236}">
                  <a16:creationId xmlns:a16="http://schemas.microsoft.com/office/drawing/2014/main" id="{EE5A20C8-ECEA-4265-A1C0-F4AC1A6507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2108"/>
              <a:ext cx="0" cy="1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" name="Group 37">
            <a:extLst>
              <a:ext uri="{FF2B5EF4-FFF2-40B4-BE49-F238E27FC236}">
                <a16:creationId xmlns:a16="http://schemas.microsoft.com/office/drawing/2014/main" id="{597B32FA-EC4A-4C63-BF7D-690B1EC3DD1C}"/>
              </a:ext>
            </a:extLst>
          </p:cNvPr>
          <p:cNvGrpSpPr>
            <a:grpSpLocks/>
          </p:cNvGrpSpPr>
          <p:nvPr/>
        </p:nvGrpSpPr>
        <p:grpSpPr bwMode="auto">
          <a:xfrm>
            <a:off x="6586837" y="2013580"/>
            <a:ext cx="2651125" cy="488950"/>
            <a:chOff x="3924" y="1262"/>
            <a:chExt cx="1670" cy="308"/>
          </a:xfrm>
        </p:grpSpPr>
        <p:sp>
          <p:nvSpPr>
            <p:cNvPr id="7202" name="Text Box 38">
              <a:extLst>
                <a:ext uri="{FF2B5EF4-FFF2-40B4-BE49-F238E27FC236}">
                  <a16:creationId xmlns:a16="http://schemas.microsoft.com/office/drawing/2014/main" id="{2FCED300-CB88-4E89-9BB3-6ACFE0770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4" y="1273"/>
              <a:ext cx="5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 dirty="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速度</a:t>
              </a:r>
            </a:p>
          </p:txBody>
        </p:sp>
        <p:sp>
          <p:nvSpPr>
            <p:cNvPr id="7203" name="Text Box 39">
              <a:extLst>
                <a:ext uri="{FF2B5EF4-FFF2-40B4-BE49-F238E27FC236}">
                  <a16:creationId xmlns:a16="http://schemas.microsoft.com/office/drawing/2014/main" id="{4D6E3FF6-E145-436B-8A6C-B728FD641B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0" y="1270"/>
              <a:ext cx="5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 dirty="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容量</a:t>
              </a:r>
            </a:p>
          </p:txBody>
        </p:sp>
        <p:sp>
          <p:nvSpPr>
            <p:cNvPr id="7204" name="Text Box 40">
              <a:extLst>
                <a:ext uri="{FF2B5EF4-FFF2-40B4-BE49-F238E27FC236}">
                  <a16:creationId xmlns:a16="http://schemas.microsoft.com/office/drawing/2014/main" id="{63568FC8-20D5-40EF-B2E3-EDB5B11657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6" y="1262"/>
              <a:ext cx="79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价格  位</a:t>
              </a:r>
            </a:p>
          </p:txBody>
        </p:sp>
        <p:sp>
          <p:nvSpPr>
            <p:cNvPr id="7205" name="Text Box 41">
              <a:extLst>
                <a:ext uri="{FF2B5EF4-FFF2-40B4-BE49-F238E27FC236}">
                  <a16:creationId xmlns:a16="http://schemas.microsoft.com/office/drawing/2014/main" id="{DF5A640B-5231-46F2-9F80-70BC2FE217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9" y="1279"/>
              <a:ext cx="31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 dirty="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／</a:t>
              </a:r>
            </a:p>
          </p:txBody>
        </p:sp>
      </p:grpSp>
      <p:sp>
        <p:nvSpPr>
          <p:cNvPr id="7210" name="Text Box 42">
            <a:extLst>
              <a:ext uri="{FF2B5EF4-FFF2-40B4-BE49-F238E27FC236}">
                <a16:creationId xmlns:a16="http://schemas.microsoft.com/office/drawing/2014/main" id="{3E2E680A-28C6-49B2-A04D-B0517D4369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163" y="1274765"/>
            <a:ext cx="5588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1.  </a:t>
            </a:r>
            <a:r>
              <a:rPr kumimoji="1" lang="zh-CN" altLang="en-US" b="1">
                <a:latin typeface="Times New Roman" panose="02020603050405020304" pitchFamily="18" charset="0"/>
              </a:rPr>
              <a:t>存储器三个主要特性的关系</a:t>
            </a:r>
          </a:p>
        </p:txBody>
      </p:sp>
      <p:sp>
        <p:nvSpPr>
          <p:cNvPr id="7181" name="Text Box 43">
            <a:extLst>
              <a:ext uri="{FF2B5EF4-FFF2-40B4-BE49-F238E27FC236}">
                <a16:creationId xmlns:a16="http://schemas.microsoft.com/office/drawing/2014/main" id="{C86580D2-F8E3-4185-946E-6A73C356E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302" y="427038"/>
            <a:ext cx="48863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二、存储器的层次结构</a:t>
            </a:r>
          </a:p>
        </p:txBody>
      </p:sp>
      <p:sp>
        <p:nvSpPr>
          <p:cNvPr id="97" name="AutoShape 23">
            <a:extLst>
              <a:ext uri="{FF2B5EF4-FFF2-40B4-BE49-F238E27FC236}">
                <a16:creationId xmlns:a16="http://schemas.microsoft.com/office/drawing/2014/main" id="{1DA6BBE2-084E-425B-8A5E-9A8B8D90A8E1}"/>
              </a:ext>
            </a:extLst>
          </p:cNvPr>
          <p:cNvSpPr>
            <a:spLocks/>
          </p:cNvSpPr>
          <p:nvPr/>
        </p:nvSpPr>
        <p:spPr bwMode="auto">
          <a:xfrm>
            <a:off x="5599433" y="4412624"/>
            <a:ext cx="76200" cy="1219200"/>
          </a:xfrm>
          <a:prstGeom prst="rightBrace">
            <a:avLst>
              <a:gd name="adj1" fmla="val 133333"/>
              <a:gd name="adj2" fmla="val 50000"/>
            </a:avLst>
          </a:prstGeom>
          <a:noFill/>
          <a:ln w="28575">
            <a:solidFill>
              <a:srgbClr val="0563C1"/>
            </a:solidFill>
            <a:round/>
            <a:headEnd/>
            <a:tailEnd/>
          </a:ln>
        </p:spPr>
        <p:txBody>
          <a:bodyPr wrap="none" anchor="ctr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kern="0">
              <a:solidFill>
                <a:prstClr val="black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8" name="Group 24">
            <a:extLst>
              <a:ext uri="{FF2B5EF4-FFF2-40B4-BE49-F238E27FC236}">
                <a16:creationId xmlns:a16="http://schemas.microsoft.com/office/drawing/2014/main" id="{65D660F3-EC6F-481B-9291-B67F8BB62E64}"/>
              </a:ext>
            </a:extLst>
          </p:cNvPr>
          <p:cNvGrpSpPr>
            <a:grpSpLocks/>
          </p:cNvGrpSpPr>
          <p:nvPr/>
        </p:nvGrpSpPr>
        <p:grpSpPr bwMode="auto">
          <a:xfrm>
            <a:off x="4748533" y="3269624"/>
            <a:ext cx="990600" cy="1143000"/>
            <a:chOff x="3552" y="2016"/>
            <a:chExt cx="624" cy="720"/>
          </a:xfrm>
        </p:grpSpPr>
        <p:sp>
          <p:nvSpPr>
            <p:cNvPr id="99" name="Line 25">
              <a:extLst>
                <a:ext uri="{FF2B5EF4-FFF2-40B4-BE49-F238E27FC236}">
                  <a16:creationId xmlns:a16="http://schemas.microsoft.com/office/drawing/2014/main" id="{673BFAF1-44B6-4171-828D-CE193D7C84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736"/>
              <a:ext cx="384" cy="0"/>
            </a:xfrm>
            <a:prstGeom prst="line">
              <a:avLst/>
            </a:prstGeom>
            <a:noFill/>
            <a:ln w="28575">
              <a:solidFill>
                <a:srgbClr val="0563C1"/>
              </a:solidFill>
              <a:round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AutoShape 26">
              <a:extLst>
                <a:ext uri="{FF2B5EF4-FFF2-40B4-BE49-F238E27FC236}">
                  <a16:creationId xmlns:a16="http://schemas.microsoft.com/office/drawing/2014/main" id="{BB4F3006-10E9-48C9-B38E-77E1E1A92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016"/>
              <a:ext cx="48" cy="720"/>
            </a:xfrm>
            <a:prstGeom prst="rightBrace">
              <a:avLst>
                <a:gd name="adj1" fmla="val 125000"/>
                <a:gd name="adj2" fmla="val 50000"/>
              </a:avLst>
            </a:prstGeom>
            <a:noFill/>
            <a:ln w="28575">
              <a:solidFill>
                <a:srgbClr val="0563C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27">
              <a:extLst>
                <a:ext uri="{FF2B5EF4-FFF2-40B4-BE49-F238E27FC236}">
                  <a16:creationId xmlns:a16="http://schemas.microsoft.com/office/drawing/2014/main" id="{6CECD8D7-EFD0-4B7B-B5E0-4BEEE49F09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" y="2016"/>
              <a:ext cx="624" cy="0"/>
            </a:xfrm>
            <a:prstGeom prst="line">
              <a:avLst/>
            </a:prstGeom>
            <a:noFill/>
            <a:ln w="28575">
              <a:solidFill>
                <a:srgbClr val="0563C1"/>
              </a:solidFill>
              <a:round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2" name="Rectangle 28">
            <a:extLst>
              <a:ext uri="{FF2B5EF4-FFF2-40B4-BE49-F238E27FC236}">
                <a16:creationId xmlns:a16="http://schemas.microsoft.com/office/drawing/2014/main" id="{99867AC5-B960-42C0-84DB-3D0BD9F21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0835" y="4894427"/>
            <a:ext cx="1208087" cy="369888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dirty="0">
                <a:solidFill>
                  <a:srgbClr val="ED7D3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外存</a:t>
            </a:r>
            <a:r>
              <a:rPr lang="en-US" altLang="zh-CN" dirty="0">
                <a:solidFill>
                  <a:srgbClr val="ED7D3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dirty="0">
                <a:solidFill>
                  <a:srgbClr val="ED7D3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辅存</a:t>
            </a:r>
          </a:p>
        </p:txBody>
      </p:sp>
      <p:sp>
        <p:nvSpPr>
          <p:cNvPr id="103" name="Rectangle 29">
            <a:extLst>
              <a:ext uri="{FF2B5EF4-FFF2-40B4-BE49-F238E27FC236}">
                <a16:creationId xmlns:a16="http://schemas.microsoft.com/office/drawing/2014/main" id="{45A3D56C-64F0-4B70-B46A-A9C4DF06F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4833" y="3676027"/>
            <a:ext cx="641350" cy="366713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dirty="0">
                <a:solidFill>
                  <a:srgbClr val="ED7D3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内存</a:t>
            </a:r>
          </a:p>
        </p:txBody>
      </p:sp>
      <p:grpSp>
        <p:nvGrpSpPr>
          <p:cNvPr id="104" name="Group 3">
            <a:extLst>
              <a:ext uri="{FF2B5EF4-FFF2-40B4-BE49-F238E27FC236}">
                <a16:creationId xmlns:a16="http://schemas.microsoft.com/office/drawing/2014/main" id="{85858C9F-8C0F-40F5-AA82-AE52E1A1178E}"/>
              </a:ext>
            </a:extLst>
          </p:cNvPr>
          <p:cNvGrpSpPr>
            <a:grpSpLocks/>
          </p:cNvGrpSpPr>
          <p:nvPr/>
        </p:nvGrpSpPr>
        <p:grpSpPr bwMode="auto">
          <a:xfrm>
            <a:off x="955183" y="4996824"/>
            <a:ext cx="4635500" cy="636588"/>
            <a:chOff x="1306" y="3103"/>
            <a:chExt cx="2784" cy="401"/>
          </a:xfrm>
          <a:solidFill>
            <a:sysClr val="window" lastClr="FFFFFF"/>
          </a:solidFill>
        </p:grpSpPr>
        <p:sp>
          <p:nvSpPr>
            <p:cNvPr id="105" name="AutoShape 4">
              <a:extLst>
                <a:ext uri="{FF2B5EF4-FFF2-40B4-BE49-F238E27FC236}">
                  <a16:creationId xmlns:a16="http://schemas.microsoft.com/office/drawing/2014/main" id="{B2C82C2A-9D4E-4B3E-A2E5-4FF3AFDE49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1306" y="3103"/>
              <a:ext cx="2784" cy="40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390 w 21600"/>
                <a:gd name="T13" fmla="*/ 2370 h 21600"/>
                <a:gd name="T14" fmla="*/ 19210 w 21600"/>
                <a:gd name="T15" fmla="*/ 1923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1186" y="21600"/>
                  </a:lnTo>
                  <a:lnTo>
                    <a:pt x="20414" y="2160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9050" algn="ctr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 anchorCtr="1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prstClr val="black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06" name="Rectangle 5">
              <a:extLst>
                <a:ext uri="{FF2B5EF4-FFF2-40B4-BE49-F238E27FC236}">
                  <a16:creationId xmlns:a16="http://schemas.microsoft.com/office/drawing/2014/main" id="{5DAAD0D1-1E7D-436F-B4E2-E3F1A982D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3154"/>
              <a:ext cx="1683" cy="290"/>
            </a:xfrm>
            <a:prstGeom prst="rect">
              <a:avLst/>
            </a:prstGeom>
            <a:grp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 anchor="ctr" anchorCtr="1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zh-CN" altLang="en-US" kern="0">
                  <a:solidFill>
                    <a:prstClr val="black"/>
                  </a:solidFill>
                  <a:latin typeface="微软雅黑"/>
                </a:rPr>
                <a:t>磁带、光盘、网络存储系统</a:t>
              </a:r>
            </a:p>
          </p:txBody>
        </p:sp>
      </p:grpSp>
      <p:grpSp>
        <p:nvGrpSpPr>
          <p:cNvPr id="107" name="Group 6">
            <a:extLst>
              <a:ext uri="{FF2B5EF4-FFF2-40B4-BE49-F238E27FC236}">
                <a16:creationId xmlns:a16="http://schemas.microsoft.com/office/drawing/2014/main" id="{C2DD1361-BACB-4F13-AD53-4B2FAE0A2AB5}"/>
              </a:ext>
            </a:extLst>
          </p:cNvPr>
          <p:cNvGrpSpPr>
            <a:grpSpLocks/>
          </p:cNvGrpSpPr>
          <p:nvPr/>
        </p:nvGrpSpPr>
        <p:grpSpPr bwMode="auto">
          <a:xfrm>
            <a:off x="1230633" y="4403100"/>
            <a:ext cx="4089400" cy="546100"/>
            <a:chOff x="1464" y="2748"/>
            <a:chExt cx="2448" cy="344"/>
          </a:xfrm>
          <a:solidFill>
            <a:sysClr val="window" lastClr="FFFFFF"/>
          </a:solidFill>
        </p:grpSpPr>
        <p:sp>
          <p:nvSpPr>
            <p:cNvPr id="108" name="AutoShape 7">
              <a:extLst>
                <a:ext uri="{FF2B5EF4-FFF2-40B4-BE49-F238E27FC236}">
                  <a16:creationId xmlns:a16="http://schemas.microsoft.com/office/drawing/2014/main" id="{34A56C28-A4FF-4699-9443-2857B89568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1464" y="2748"/>
              <a:ext cx="2448" cy="344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382 w 21600"/>
                <a:gd name="T13" fmla="*/ 2386 h 21600"/>
                <a:gd name="T14" fmla="*/ 19218 w 21600"/>
                <a:gd name="T15" fmla="*/ 1921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1157" y="21600"/>
                  </a:lnTo>
                  <a:lnTo>
                    <a:pt x="20443" y="2160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9050" algn="ctr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prstClr val="black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09" name="Rectangle 8">
              <a:extLst>
                <a:ext uri="{FF2B5EF4-FFF2-40B4-BE49-F238E27FC236}">
                  <a16:creationId xmlns:a16="http://schemas.microsoft.com/office/drawing/2014/main" id="{B93AF19A-51EC-4563-8DBE-585D4D882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2808"/>
              <a:ext cx="1152" cy="17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zh-CN" altLang="en-US" kern="0">
                  <a:solidFill>
                    <a:prstClr val="black"/>
                  </a:solidFill>
                  <a:latin typeface="微软雅黑"/>
                  <a:ea typeface="微软雅黑"/>
                </a:rPr>
                <a:t>磁盘</a:t>
              </a:r>
            </a:p>
          </p:txBody>
        </p:sp>
      </p:grpSp>
      <p:grpSp>
        <p:nvGrpSpPr>
          <p:cNvPr id="110" name="Group 9">
            <a:extLst>
              <a:ext uri="{FF2B5EF4-FFF2-40B4-BE49-F238E27FC236}">
                <a16:creationId xmlns:a16="http://schemas.microsoft.com/office/drawing/2014/main" id="{8B836C81-0920-4565-A7AC-851082958457}"/>
              </a:ext>
            </a:extLst>
          </p:cNvPr>
          <p:cNvGrpSpPr>
            <a:grpSpLocks/>
          </p:cNvGrpSpPr>
          <p:nvPr/>
        </p:nvGrpSpPr>
        <p:grpSpPr bwMode="auto">
          <a:xfrm>
            <a:off x="1684658" y="3256928"/>
            <a:ext cx="3168650" cy="534988"/>
            <a:chOff x="1718" y="2040"/>
            <a:chExt cx="1940" cy="337"/>
          </a:xfrm>
          <a:solidFill>
            <a:sysClr val="window" lastClr="FFFFFF"/>
          </a:solidFill>
        </p:grpSpPr>
        <p:sp>
          <p:nvSpPr>
            <p:cNvPr id="111" name="AutoShape 10">
              <a:extLst>
                <a:ext uri="{FF2B5EF4-FFF2-40B4-BE49-F238E27FC236}">
                  <a16:creationId xmlns:a16="http://schemas.microsoft.com/office/drawing/2014/main" id="{577B15F5-7F8A-4F28-9DA4-2CB57C49B0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1718" y="2040"/>
              <a:ext cx="1940" cy="33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572 w 21600"/>
                <a:gd name="T13" fmla="*/ 2602 h 21600"/>
                <a:gd name="T14" fmla="*/ 19028 w 21600"/>
                <a:gd name="T15" fmla="*/ 18998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1550" y="21600"/>
                  </a:lnTo>
                  <a:lnTo>
                    <a:pt x="2005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92D050"/>
            </a:solidFill>
            <a:ln w="19050" algn="ctr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 dirty="0">
                <a:solidFill>
                  <a:prstClr val="black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12" name="Rectangle 11">
              <a:extLst>
                <a:ext uri="{FF2B5EF4-FFF2-40B4-BE49-F238E27FC236}">
                  <a16:creationId xmlns:a16="http://schemas.microsoft.com/office/drawing/2014/main" id="{23124E31-4EE0-49B6-84BF-52B34C7F8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087"/>
              <a:ext cx="1152" cy="29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zh-CN" altLang="en-US" kern="0">
                  <a:solidFill>
                    <a:prstClr val="black"/>
                  </a:solidFill>
                  <a:latin typeface="微软雅黑"/>
                  <a:ea typeface="微软雅黑"/>
                </a:rPr>
                <a:t>高速缓存</a:t>
              </a:r>
              <a:r>
                <a:rPr lang="en-US" altLang="zh-CN" kern="0">
                  <a:solidFill>
                    <a:prstClr val="black"/>
                  </a:solidFill>
                  <a:latin typeface="微软雅黑"/>
                  <a:ea typeface="微软雅黑"/>
                </a:rPr>
                <a:t>(SRAM</a:t>
              </a:r>
              <a:r>
                <a:rPr lang="en-US" altLang="zh-CN" kern="0" dirty="0">
                  <a:solidFill>
                    <a:prstClr val="black"/>
                  </a:solidFill>
                  <a:latin typeface="微软雅黑"/>
                  <a:ea typeface="微软雅黑"/>
                </a:rPr>
                <a:t>)</a:t>
              </a:r>
              <a:endParaRPr lang="en-US" altLang="zh-CN" sz="1600" kern="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113" name="Group 12">
            <a:extLst>
              <a:ext uri="{FF2B5EF4-FFF2-40B4-BE49-F238E27FC236}">
                <a16:creationId xmlns:a16="http://schemas.microsoft.com/office/drawing/2014/main" id="{7CEB9F98-3AFD-49B9-92DE-B514BD0A709A}"/>
              </a:ext>
            </a:extLst>
          </p:cNvPr>
          <p:cNvGrpSpPr>
            <a:grpSpLocks/>
          </p:cNvGrpSpPr>
          <p:nvPr/>
        </p:nvGrpSpPr>
        <p:grpSpPr bwMode="auto">
          <a:xfrm>
            <a:off x="1459233" y="3831602"/>
            <a:ext cx="3619500" cy="523875"/>
            <a:chOff x="1592" y="2402"/>
            <a:chExt cx="2192" cy="330"/>
          </a:xfrm>
          <a:solidFill>
            <a:srgbClr val="92D050"/>
          </a:solidFill>
        </p:grpSpPr>
        <p:sp>
          <p:nvSpPr>
            <p:cNvPr id="114" name="AutoShape 13">
              <a:extLst>
                <a:ext uri="{FF2B5EF4-FFF2-40B4-BE49-F238E27FC236}">
                  <a16:creationId xmlns:a16="http://schemas.microsoft.com/office/drawing/2014/main" id="{70A68093-904A-42EE-9D5D-39BA4FEB10A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1592" y="2402"/>
              <a:ext cx="2192" cy="33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434 w 21600"/>
                <a:gd name="T13" fmla="*/ 2422 h 21600"/>
                <a:gd name="T14" fmla="*/ 19166 w 21600"/>
                <a:gd name="T15" fmla="*/ 19178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1260" y="21600"/>
                  </a:lnTo>
                  <a:lnTo>
                    <a:pt x="20340" y="2160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9050" algn="ctr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algn="ctr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defRPr/>
              </a:pPr>
              <a:endParaRPr lang="zh-CN" altLang="zh-CN" b="1" kern="0" dirty="0">
                <a:solidFill>
                  <a:prstClr val="black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15" name="Rectangle 14">
              <a:extLst>
                <a:ext uri="{FF2B5EF4-FFF2-40B4-BE49-F238E27FC236}">
                  <a16:creationId xmlns:a16="http://schemas.microsoft.com/office/drawing/2014/main" id="{317E3E8E-0851-45CE-98A8-C445BD2B6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2494"/>
              <a:ext cx="1152" cy="163"/>
            </a:xfrm>
            <a:prstGeom prst="rect">
              <a:avLst/>
            </a:prstGeom>
            <a:grp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zh-CN" kern="0">
                <a:solidFill>
                  <a:prstClr val="black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16" name="Rectangle 15">
              <a:extLst>
                <a:ext uri="{FF2B5EF4-FFF2-40B4-BE49-F238E27FC236}">
                  <a16:creationId xmlns:a16="http://schemas.microsoft.com/office/drawing/2014/main" id="{930BDD87-2EA5-4D90-B584-0B09092AA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2428"/>
              <a:ext cx="1152" cy="290"/>
            </a:xfrm>
            <a:prstGeom prst="rect">
              <a:avLst/>
            </a:prstGeom>
            <a:grp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zh-CN" altLang="en-US" kern="0" dirty="0">
                  <a:solidFill>
                    <a:prstClr val="black"/>
                  </a:solidFill>
                  <a:latin typeface="微软雅黑"/>
                  <a:ea typeface="微软雅黑"/>
                </a:rPr>
                <a:t>主存</a:t>
              </a:r>
              <a:r>
                <a:rPr lang="en-US" altLang="zh-CN" kern="0" dirty="0">
                  <a:solidFill>
                    <a:prstClr val="black"/>
                  </a:solidFill>
                  <a:latin typeface="微软雅黑"/>
                  <a:ea typeface="微软雅黑"/>
                </a:rPr>
                <a:t>(DRAM)</a:t>
              </a:r>
            </a:p>
          </p:txBody>
        </p:sp>
      </p:grpSp>
      <p:grpSp>
        <p:nvGrpSpPr>
          <p:cNvPr id="117" name="Group 16">
            <a:extLst>
              <a:ext uri="{FF2B5EF4-FFF2-40B4-BE49-F238E27FC236}">
                <a16:creationId xmlns:a16="http://schemas.microsoft.com/office/drawing/2014/main" id="{019EE132-C7CC-48A8-9372-1B8F7E4BF9B4}"/>
              </a:ext>
            </a:extLst>
          </p:cNvPr>
          <p:cNvGrpSpPr>
            <a:grpSpLocks/>
          </p:cNvGrpSpPr>
          <p:nvPr/>
        </p:nvGrpSpPr>
        <p:grpSpPr bwMode="auto">
          <a:xfrm>
            <a:off x="1922783" y="2672730"/>
            <a:ext cx="2679700" cy="525463"/>
            <a:chOff x="1844" y="1680"/>
            <a:chExt cx="1688" cy="331"/>
          </a:xfrm>
          <a:solidFill>
            <a:sysClr val="window" lastClr="FFFFFF"/>
          </a:solidFill>
        </p:grpSpPr>
        <p:sp>
          <p:nvSpPr>
            <p:cNvPr id="118" name="AutoShape 17">
              <a:extLst>
                <a:ext uri="{FF2B5EF4-FFF2-40B4-BE49-F238E27FC236}">
                  <a16:creationId xmlns:a16="http://schemas.microsoft.com/office/drawing/2014/main" id="{14FDCEF2-E2F8-4DEA-879F-B95431008C0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1844" y="1680"/>
              <a:ext cx="1688" cy="33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700 w 21600"/>
                <a:gd name="T13" fmla="*/ 2676 h 21600"/>
                <a:gd name="T14" fmla="*/ 18900 w 21600"/>
                <a:gd name="T15" fmla="*/ 1892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1792" y="21600"/>
                  </a:lnTo>
                  <a:lnTo>
                    <a:pt x="19808" y="2160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9050" algn="ctr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prstClr val="black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19" name="Rectangle 18">
              <a:extLst>
                <a:ext uri="{FF2B5EF4-FFF2-40B4-BE49-F238E27FC236}">
                  <a16:creationId xmlns:a16="http://schemas.microsoft.com/office/drawing/2014/main" id="{25C80D2C-3A3D-4F82-87D9-E71C00CEF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739"/>
              <a:ext cx="1152" cy="16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zh-CN" altLang="en-US" kern="0">
                  <a:solidFill>
                    <a:prstClr val="black"/>
                  </a:solidFill>
                  <a:latin typeface="微软雅黑"/>
                  <a:ea typeface="微软雅黑"/>
                </a:rPr>
                <a:t>寄存器</a:t>
              </a:r>
              <a:endParaRPr lang="zh-CN" altLang="en-US" kern="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120" name="Rectangle 22">
            <a:extLst>
              <a:ext uri="{FF2B5EF4-FFF2-40B4-BE49-F238E27FC236}">
                <a16:creationId xmlns:a16="http://schemas.microsoft.com/office/drawing/2014/main" id="{C002FB47-B10C-4592-BDB4-919D348E8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2859" y="5172426"/>
            <a:ext cx="1179880" cy="31652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r>
              <a:rPr lang="en-US" altLang="zh-CN" sz="1600" i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endParaRPr lang="en-US" altLang="zh-CN" sz="1600" i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1" name="Rectangle 22">
            <a:extLst>
              <a:ext uri="{FF2B5EF4-FFF2-40B4-BE49-F238E27FC236}">
                <a16:creationId xmlns:a16="http://schemas.microsoft.com/office/drawing/2014/main" id="{F1B4FBCD-D3D6-4D0C-A2F6-674141818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5285" y="4501530"/>
            <a:ext cx="507032" cy="31652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r>
              <a:rPr lang="en-US" altLang="zh-CN" sz="1600" i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ms</a:t>
            </a:r>
            <a:endParaRPr lang="en-US" altLang="zh-CN" sz="1600" i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2" name="Rectangle 22">
            <a:extLst>
              <a:ext uri="{FF2B5EF4-FFF2-40B4-BE49-F238E27FC236}">
                <a16:creationId xmlns:a16="http://schemas.microsoft.com/office/drawing/2014/main" id="{A8746FF9-6354-4480-9665-3953FF87B3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9432" y="3942114"/>
            <a:ext cx="507032" cy="31652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r>
              <a:rPr lang="en-US" altLang="zh-CN" sz="1600" i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ns</a:t>
            </a:r>
            <a:endParaRPr lang="en-US" altLang="zh-CN" sz="1600" i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3" name="Rectangle 22">
            <a:extLst>
              <a:ext uri="{FF2B5EF4-FFF2-40B4-BE49-F238E27FC236}">
                <a16:creationId xmlns:a16="http://schemas.microsoft.com/office/drawing/2014/main" id="{84A43DF5-7D77-4A28-95A2-1A91E80E66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8619" y="2803946"/>
            <a:ext cx="642438" cy="31652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&lt;1</a:t>
            </a:r>
            <a:r>
              <a:rPr lang="en-US" altLang="zh-CN" sz="1600" i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ns</a:t>
            </a:r>
            <a:endParaRPr lang="en-US" altLang="zh-CN" sz="1600" i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4" name="Rectangle 22">
            <a:extLst>
              <a:ext uri="{FF2B5EF4-FFF2-40B4-BE49-F238E27FC236}">
                <a16:creationId xmlns:a16="http://schemas.microsoft.com/office/drawing/2014/main" id="{CC8393C2-A713-4C9E-8F7D-EADFC8F2C6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2805" y="3373795"/>
            <a:ext cx="723120" cy="278421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16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</a:t>
            </a:r>
            <a:r>
              <a:rPr lang="en-US" altLang="zh-CN" sz="1600" i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ns</a:t>
            </a:r>
            <a:endParaRPr lang="en-US" altLang="zh-CN" sz="1600" i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5" name="Rectangle 22">
            <a:extLst>
              <a:ext uri="{FF2B5EF4-FFF2-40B4-BE49-F238E27FC236}">
                <a16:creationId xmlns:a16="http://schemas.microsoft.com/office/drawing/2014/main" id="{43D2C5CF-4AAF-4182-A45F-15E681108E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7190" y="4529001"/>
            <a:ext cx="330200" cy="31652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1600">
                <a:solidFill>
                  <a:prstClr val="black"/>
                </a:solidFill>
                <a:latin typeface="宋体" panose="02010600030101010101" pitchFamily="2" charset="-122"/>
              </a:rPr>
              <a:t>TB</a:t>
            </a:r>
            <a:endParaRPr lang="en-US" altLang="zh-CN" sz="1600" dirty="0">
              <a:solidFill>
                <a:prstClr val="black"/>
              </a:solidFill>
              <a:latin typeface="宋体" panose="02010600030101010101" pitchFamily="2" charset="-122"/>
            </a:endParaRPr>
          </a:p>
        </p:txBody>
      </p:sp>
      <p:sp>
        <p:nvSpPr>
          <p:cNvPr id="126" name="Rectangle 22">
            <a:extLst>
              <a:ext uri="{FF2B5EF4-FFF2-40B4-BE49-F238E27FC236}">
                <a16:creationId xmlns:a16="http://schemas.microsoft.com/office/drawing/2014/main" id="{CFB20ADF-F3D0-4298-9A33-21130B477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94096" y="5180850"/>
            <a:ext cx="964952" cy="31652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1600">
                <a:solidFill>
                  <a:prstClr val="black"/>
                </a:solidFill>
                <a:latin typeface="宋体" panose="02010600030101010101" pitchFamily="2" charset="-122"/>
              </a:rPr>
              <a:t>TB~PB</a:t>
            </a:r>
            <a:endParaRPr lang="en-US" altLang="zh-CN" sz="1600" dirty="0">
              <a:solidFill>
                <a:prstClr val="black"/>
              </a:solidFill>
              <a:latin typeface="宋体" panose="02010600030101010101" pitchFamily="2" charset="-122"/>
            </a:endParaRPr>
          </a:p>
        </p:txBody>
      </p:sp>
      <p:sp>
        <p:nvSpPr>
          <p:cNvPr id="127" name="Rectangle 22">
            <a:extLst>
              <a:ext uri="{FF2B5EF4-FFF2-40B4-BE49-F238E27FC236}">
                <a16:creationId xmlns:a16="http://schemas.microsoft.com/office/drawing/2014/main" id="{DBFEA62C-4830-43D1-9554-A358B3DA57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7130" y="3935275"/>
            <a:ext cx="330200" cy="31652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1600">
                <a:solidFill>
                  <a:prstClr val="black"/>
                </a:solidFill>
                <a:latin typeface="宋体" panose="02010600030101010101" pitchFamily="2" charset="-122"/>
              </a:rPr>
              <a:t>GB</a:t>
            </a:r>
            <a:endParaRPr lang="en-US" altLang="zh-CN" sz="1600" dirty="0">
              <a:solidFill>
                <a:prstClr val="black"/>
              </a:solidFill>
              <a:latin typeface="宋体" panose="02010600030101010101" pitchFamily="2" charset="-122"/>
            </a:endParaRPr>
          </a:p>
        </p:txBody>
      </p:sp>
      <p:sp>
        <p:nvSpPr>
          <p:cNvPr id="128" name="Rectangle 22">
            <a:extLst>
              <a:ext uri="{FF2B5EF4-FFF2-40B4-BE49-F238E27FC236}">
                <a16:creationId xmlns:a16="http://schemas.microsoft.com/office/drawing/2014/main" id="{30F66563-FFE9-4076-B320-FF9B06455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7750" y="3366652"/>
            <a:ext cx="330200" cy="31652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1600">
                <a:solidFill>
                  <a:prstClr val="black"/>
                </a:solidFill>
                <a:latin typeface="宋体" panose="02010600030101010101" pitchFamily="2" charset="-122"/>
              </a:rPr>
              <a:t>MB</a:t>
            </a:r>
            <a:endParaRPr lang="en-US" altLang="zh-CN" sz="1600" dirty="0">
              <a:solidFill>
                <a:prstClr val="black"/>
              </a:solidFill>
              <a:latin typeface="宋体" panose="02010600030101010101" pitchFamily="2" charset="-122"/>
            </a:endParaRPr>
          </a:p>
        </p:txBody>
      </p:sp>
      <p:sp>
        <p:nvSpPr>
          <p:cNvPr id="129" name="Rectangle 22">
            <a:extLst>
              <a:ext uri="{FF2B5EF4-FFF2-40B4-BE49-F238E27FC236}">
                <a16:creationId xmlns:a16="http://schemas.microsoft.com/office/drawing/2014/main" id="{82F54DC6-F2FD-4F59-8D5D-1427957FF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3611" y="2771642"/>
            <a:ext cx="330200" cy="31652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1600">
                <a:solidFill>
                  <a:prstClr val="black"/>
                </a:solidFill>
                <a:latin typeface="宋体" panose="02010600030101010101" pitchFamily="2" charset="-122"/>
              </a:rPr>
              <a:t>KB</a:t>
            </a:r>
            <a:endParaRPr lang="en-US" altLang="zh-CN" sz="1600" dirty="0">
              <a:solidFill>
                <a:prstClr val="black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00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500"/>
                            </p:stCondLst>
                            <p:childTnLst>
                              <p:par>
                                <p:cTn id="81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000"/>
                            </p:stCondLst>
                            <p:childTnLst>
                              <p:par>
                                <p:cTn id="86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500"/>
                            </p:stCondLst>
                            <p:childTnLst>
                              <p:par>
                                <p:cTn id="96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1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1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7" dur="500"/>
                                        <p:tgtEl>
                                          <p:spTgt spid="7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7" dur="500"/>
                                        <p:tgtEl>
                                          <p:spTgt spid="7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7" dur="500"/>
                                        <p:tgtEl>
                                          <p:spTgt spid="7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70" grpId="0" autoUpdateAnimBg="0"/>
      <p:bldP spid="7175" grpId="0" autoUpdateAnimBg="0"/>
      <p:bldP spid="7179" grpId="0" autoUpdateAnimBg="0"/>
      <p:bldP spid="7210" grpId="0" autoUpdateAnimBg="0"/>
      <p:bldP spid="97" grpId="0" animBg="1"/>
      <p:bldP spid="102" grpId="0"/>
      <p:bldP spid="103" grpId="0"/>
      <p:bldP spid="120" grpId="0"/>
      <p:bldP spid="121" grpId="0"/>
      <p:bldP spid="122" grpId="0"/>
      <p:bldP spid="123" grpId="0"/>
      <p:bldP spid="124" grpId="0"/>
      <p:bldP spid="125" grpId="0"/>
      <p:bldP spid="126" grpId="0"/>
      <p:bldP spid="127" grpId="0"/>
      <p:bldP spid="128" grpId="0"/>
      <p:bldP spid="129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C0D4B283-F718-4350-AB1B-B0BA408E2899}"/>
              </a:ext>
            </a:extLst>
          </p:cNvPr>
          <p:cNvGrpSpPr>
            <a:grpSpLocks/>
          </p:cNvGrpSpPr>
          <p:nvPr/>
        </p:nvGrpSpPr>
        <p:grpSpPr bwMode="auto">
          <a:xfrm>
            <a:off x="2800352" y="2187577"/>
            <a:ext cx="1433513" cy="860425"/>
            <a:chOff x="1908" y="1378"/>
            <a:chExt cx="903" cy="603"/>
          </a:xfrm>
        </p:grpSpPr>
        <p:sp>
          <p:nvSpPr>
            <p:cNvPr id="4" name="Text Box 3">
              <a:extLst>
                <a:ext uri="{FF2B5EF4-FFF2-40B4-BE49-F238E27FC236}">
                  <a16:creationId xmlns:a16="http://schemas.microsoft.com/office/drawing/2014/main" id="{F3BC600C-7DEA-4DF0-8C49-7EE148614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5" y="1478"/>
              <a:ext cx="756" cy="4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缓存</a:t>
              </a:r>
            </a:p>
          </p:txBody>
        </p:sp>
        <p:sp>
          <p:nvSpPr>
            <p:cNvPr id="8244" name="Rectangle 4">
              <a:extLst>
                <a:ext uri="{FF2B5EF4-FFF2-40B4-BE49-F238E27FC236}">
                  <a16:creationId xmlns:a16="http://schemas.microsoft.com/office/drawing/2014/main" id="{76E43D65-B5B9-455B-ACE7-CF67CE2AE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8" y="1378"/>
              <a:ext cx="893" cy="603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3" name="Group 5">
            <a:extLst>
              <a:ext uri="{FF2B5EF4-FFF2-40B4-BE49-F238E27FC236}">
                <a16:creationId xmlns:a16="http://schemas.microsoft.com/office/drawing/2014/main" id="{947B45AB-ADE6-44F8-9764-90437DEA51F2}"/>
              </a:ext>
            </a:extLst>
          </p:cNvPr>
          <p:cNvGrpSpPr>
            <a:grpSpLocks/>
          </p:cNvGrpSpPr>
          <p:nvPr/>
        </p:nvGrpSpPr>
        <p:grpSpPr bwMode="auto">
          <a:xfrm>
            <a:off x="565150" y="2187577"/>
            <a:ext cx="5888038" cy="860425"/>
            <a:chOff x="500" y="1378"/>
            <a:chExt cx="3709" cy="603"/>
          </a:xfrm>
        </p:grpSpPr>
        <p:grpSp>
          <p:nvGrpSpPr>
            <p:cNvPr id="5" name="Group 6">
              <a:extLst>
                <a:ext uri="{FF2B5EF4-FFF2-40B4-BE49-F238E27FC236}">
                  <a16:creationId xmlns:a16="http://schemas.microsoft.com/office/drawing/2014/main" id="{7BC20F2C-9111-4608-B8E4-BD592481F4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0" y="1378"/>
              <a:ext cx="893" cy="602"/>
              <a:chOff x="500" y="1378"/>
              <a:chExt cx="893" cy="602"/>
            </a:xfrm>
          </p:grpSpPr>
          <p:sp>
            <p:nvSpPr>
              <p:cNvPr id="7" name="Text Box 7">
                <a:extLst>
                  <a:ext uri="{FF2B5EF4-FFF2-40B4-BE49-F238E27FC236}">
                    <a16:creationId xmlns:a16="http://schemas.microsoft.com/office/drawing/2014/main" id="{2F2CE5B4-BF0F-4D46-A56E-6A9FE889FC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2" y="1478"/>
                <a:ext cx="770" cy="4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CPU</a:t>
                </a:r>
              </a:p>
            </p:txBody>
          </p:sp>
          <p:sp>
            <p:nvSpPr>
              <p:cNvPr id="12" name="Rectangle 8">
                <a:extLst>
                  <a:ext uri="{FF2B5EF4-FFF2-40B4-BE49-F238E27FC236}">
                    <a16:creationId xmlns:a16="http://schemas.microsoft.com/office/drawing/2014/main" id="{BEA097F3-05F2-4D89-B2E2-3661AA7F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" y="1378"/>
                <a:ext cx="893" cy="602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</p:grpSp>
        <p:grpSp>
          <p:nvGrpSpPr>
            <p:cNvPr id="13" name="Group 9">
              <a:extLst>
                <a:ext uri="{FF2B5EF4-FFF2-40B4-BE49-F238E27FC236}">
                  <a16:creationId xmlns:a16="http://schemas.microsoft.com/office/drawing/2014/main" id="{CD87C8CF-1EF7-489B-B804-1E82F88733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16" y="1378"/>
              <a:ext cx="893" cy="603"/>
              <a:chOff x="3316" y="1378"/>
              <a:chExt cx="893" cy="603"/>
            </a:xfrm>
          </p:grpSpPr>
          <p:sp>
            <p:nvSpPr>
              <p:cNvPr id="14" name="Text Box 10">
                <a:extLst>
                  <a:ext uri="{FF2B5EF4-FFF2-40B4-BE49-F238E27FC236}">
                    <a16:creationId xmlns:a16="http://schemas.microsoft.com/office/drawing/2014/main" id="{994B5451-E79E-4E59-A426-3E2A047A94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53" y="1478"/>
                <a:ext cx="660" cy="4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b="1">
                    <a:latin typeface="Times New Roman" panose="02020603050405020304" pitchFamily="18" charset="0"/>
                  </a:rPr>
                  <a:t>主存</a:t>
                </a:r>
              </a:p>
            </p:txBody>
          </p:sp>
          <p:sp>
            <p:nvSpPr>
              <p:cNvPr id="15" name="Rectangle 11">
                <a:extLst>
                  <a:ext uri="{FF2B5EF4-FFF2-40B4-BE49-F238E27FC236}">
                    <a16:creationId xmlns:a16="http://schemas.microsoft.com/office/drawing/2014/main" id="{8D156E73-6AB5-4F2D-B4AA-CAA8E5250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1378"/>
                <a:ext cx="893" cy="603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</p:grpSp>
      </p:grpSp>
      <p:grpSp>
        <p:nvGrpSpPr>
          <p:cNvPr id="6" name="Group 12">
            <a:extLst>
              <a:ext uri="{FF2B5EF4-FFF2-40B4-BE49-F238E27FC236}">
                <a16:creationId xmlns:a16="http://schemas.microsoft.com/office/drawing/2014/main" id="{5EA9CF24-ED33-4131-A298-FFACF7ABEADD}"/>
              </a:ext>
            </a:extLst>
          </p:cNvPr>
          <p:cNvGrpSpPr>
            <a:grpSpLocks/>
          </p:cNvGrpSpPr>
          <p:nvPr/>
        </p:nvGrpSpPr>
        <p:grpSpPr bwMode="auto">
          <a:xfrm>
            <a:off x="7270750" y="2187577"/>
            <a:ext cx="1417638" cy="860425"/>
            <a:chOff x="4724" y="1378"/>
            <a:chExt cx="893" cy="603"/>
          </a:xfrm>
        </p:grpSpPr>
        <p:sp>
          <p:nvSpPr>
            <p:cNvPr id="8235" name="Text Box 13">
              <a:extLst>
                <a:ext uri="{FF2B5EF4-FFF2-40B4-BE49-F238E27FC236}">
                  <a16:creationId xmlns:a16="http://schemas.microsoft.com/office/drawing/2014/main" id="{2A20A86D-3A23-4044-A6AB-BB2BB36C6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27" y="1478"/>
              <a:ext cx="756" cy="4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辅存</a:t>
              </a:r>
            </a:p>
          </p:txBody>
        </p:sp>
        <p:sp>
          <p:nvSpPr>
            <p:cNvPr id="16" name="Rectangle 14">
              <a:extLst>
                <a:ext uri="{FF2B5EF4-FFF2-40B4-BE49-F238E27FC236}">
                  <a16:creationId xmlns:a16="http://schemas.microsoft.com/office/drawing/2014/main" id="{B1CDEFDB-385F-46C7-A930-EB6C1183F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378"/>
              <a:ext cx="893" cy="603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8207" name="Freeform 15">
            <a:extLst>
              <a:ext uri="{FF2B5EF4-FFF2-40B4-BE49-F238E27FC236}">
                <a16:creationId xmlns:a16="http://schemas.microsoft.com/office/drawing/2014/main" id="{CC703DA6-9A79-4071-AD85-49CA4B23717B}"/>
              </a:ext>
            </a:extLst>
          </p:cNvPr>
          <p:cNvSpPr>
            <a:spLocks/>
          </p:cNvSpPr>
          <p:nvPr/>
        </p:nvSpPr>
        <p:spPr bwMode="auto">
          <a:xfrm>
            <a:off x="1268413" y="3048000"/>
            <a:ext cx="4513262" cy="446088"/>
          </a:xfrm>
          <a:custGeom>
            <a:avLst/>
            <a:gdLst>
              <a:gd name="T0" fmla="*/ 0 w 2610"/>
              <a:gd name="T1" fmla="*/ 0 h 282"/>
              <a:gd name="T2" fmla="*/ 0 w 2610"/>
              <a:gd name="T3" fmla="*/ 2147483646 h 282"/>
              <a:gd name="T4" fmla="*/ 2147483646 w 2610"/>
              <a:gd name="T5" fmla="*/ 2147483646 h 282"/>
              <a:gd name="T6" fmla="*/ 2147483646 w 2610"/>
              <a:gd name="T7" fmla="*/ 0 h 282"/>
              <a:gd name="T8" fmla="*/ 0 60000 65536"/>
              <a:gd name="T9" fmla="*/ 0 60000 65536"/>
              <a:gd name="T10" fmla="*/ 0 60000 65536"/>
              <a:gd name="T11" fmla="*/ 0 60000 65536"/>
              <a:gd name="T12" fmla="*/ 0 w 2610"/>
              <a:gd name="T13" fmla="*/ 0 h 282"/>
              <a:gd name="T14" fmla="*/ 2610 w 2610"/>
              <a:gd name="T15" fmla="*/ 282 h 28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10" h="282">
                <a:moveTo>
                  <a:pt x="0" y="0"/>
                </a:moveTo>
                <a:lnTo>
                  <a:pt x="0" y="282"/>
                </a:lnTo>
                <a:lnTo>
                  <a:pt x="2610" y="282"/>
                </a:lnTo>
                <a:lnTo>
                  <a:pt x="2610" y="0"/>
                </a:lnTo>
              </a:path>
            </a:pathLst>
          </a:cu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208" name="Freeform 16">
            <a:extLst>
              <a:ext uri="{FF2B5EF4-FFF2-40B4-BE49-F238E27FC236}">
                <a16:creationId xmlns:a16="http://schemas.microsoft.com/office/drawing/2014/main" id="{47A1E0E2-101E-4201-9375-B955325C09C9}"/>
              </a:ext>
            </a:extLst>
          </p:cNvPr>
          <p:cNvSpPr>
            <a:spLocks/>
          </p:cNvSpPr>
          <p:nvPr/>
        </p:nvSpPr>
        <p:spPr bwMode="auto">
          <a:xfrm rot="10800000">
            <a:off x="1250952" y="1719265"/>
            <a:ext cx="4511675" cy="447675"/>
          </a:xfrm>
          <a:custGeom>
            <a:avLst/>
            <a:gdLst>
              <a:gd name="T0" fmla="*/ 0 w 2610"/>
              <a:gd name="T1" fmla="*/ 0 h 282"/>
              <a:gd name="T2" fmla="*/ 0 w 2610"/>
              <a:gd name="T3" fmla="*/ 2147483646 h 282"/>
              <a:gd name="T4" fmla="*/ 2147483646 w 2610"/>
              <a:gd name="T5" fmla="*/ 2147483646 h 282"/>
              <a:gd name="T6" fmla="*/ 2147483646 w 2610"/>
              <a:gd name="T7" fmla="*/ 0 h 282"/>
              <a:gd name="T8" fmla="*/ 0 60000 65536"/>
              <a:gd name="T9" fmla="*/ 0 60000 65536"/>
              <a:gd name="T10" fmla="*/ 0 60000 65536"/>
              <a:gd name="T11" fmla="*/ 0 60000 65536"/>
              <a:gd name="T12" fmla="*/ 0 w 2610"/>
              <a:gd name="T13" fmla="*/ 0 h 282"/>
              <a:gd name="T14" fmla="*/ 2610 w 2610"/>
              <a:gd name="T15" fmla="*/ 282 h 28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10" h="282">
                <a:moveTo>
                  <a:pt x="0" y="0"/>
                </a:moveTo>
                <a:lnTo>
                  <a:pt x="0" y="282"/>
                </a:lnTo>
                <a:lnTo>
                  <a:pt x="2610" y="282"/>
                </a:lnTo>
                <a:lnTo>
                  <a:pt x="2610" y="0"/>
                </a:lnTo>
              </a:path>
            </a:pathLst>
          </a:cu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209" name="Line 17">
            <a:extLst>
              <a:ext uri="{FF2B5EF4-FFF2-40B4-BE49-F238E27FC236}">
                <a16:creationId xmlns:a16="http://schemas.microsoft.com/office/drawing/2014/main" id="{E8935D23-2A32-44D8-87A5-9D8D7AF8BE39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9138" y="249078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210" name="Line 18">
            <a:extLst>
              <a:ext uri="{FF2B5EF4-FFF2-40B4-BE49-F238E27FC236}">
                <a16:creationId xmlns:a16="http://schemas.microsoft.com/office/drawing/2014/main" id="{2C6C0B0E-EED4-49BD-BEF4-DC45760C4ED6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7988" y="250983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211" name="Line 19">
            <a:extLst>
              <a:ext uri="{FF2B5EF4-FFF2-40B4-BE49-F238E27FC236}">
                <a16:creationId xmlns:a16="http://schemas.microsoft.com/office/drawing/2014/main" id="{6D8B045E-B956-4888-AACE-5470907AE7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465888" y="250983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212" name="Line 20">
            <a:extLst>
              <a:ext uri="{FF2B5EF4-FFF2-40B4-BE49-F238E27FC236}">
                <a16:creationId xmlns:a16="http://schemas.microsoft.com/office/drawing/2014/main" id="{C010B3A9-B90F-4205-B979-6794BCA6C984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6446838" y="279558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213" name="Line 21">
            <a:extLst>
              <a:ext uri="{FF2B5EF4-FFF2-40B4-BE49-F238E27FC236}">
                <a16:creationId xmlns:a16="http://schemas.microsoft.com/office/drawing/2014/main" id="{92220F2D-092A-4B02-B3B4-7A334ED25BF8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217988" y="279558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214" name="Line 22">
            <a:extLst>
              <a:ext uri="{FF2B5EF4-FFF2-40B4-BE49-F238E27FC236}">
                <a16:creationId xmlns:a16="http://schemas.microsoft.com/office/drawing/2014/main" id="{67E0850E-9FE1-4366-A938-1B24AE967879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1970088" y="279558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8205" name="Group 23">
            <a:extLst>
              <a:ext uri="{FF2B5EF4-FFF2-40B4-BE49-F238E27FC236}">
                <a16:creationId xmlns:a16="http://schemas.microsoft.com/office/drawing/2014/main" id="{347E164A-FD54-4B2D-B67B-3C3B3FF6AB6B}"/>
              </a:ext>
            </a:extLst>
          </p:cNvPr>
          <p:cNvGrpSpPr>
            <a:grpSpLocks/>
          </p:cNvGrpSpPr>
          <p:nvPr/>
        </p:nvGrpSpPr>
        <p:grpSpPr bwMode="auto">
          <a:xfrm>
            <a:off x="152402" y="463550"/>
            <a:ext cx="7540625" cy="641350"/>
            <a:chOff x="170" y="292"/>
            <a:chExt cx="4750" cy="404"/>
          </a:xfrm>
        </p:grpSpPr>
        <p:sp>
          <p:nvSpPr>
            <p:cNvPr id="8232" name="Text Box 24">
              <a:extLst>
                <a:ext uri="{FF2B5EF4-FFF2-40B4-BE49-F238E27FC236}">
                  <a16:creationId xmlns:a16="http://schemas.microsoft.com/office/drawing/2014/main" id="{9AEB2534-FB12-4336-82B7-92F4B30FF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" y="292"/>
              <a:ext cx="475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kumimoji="1" lang="en-US" altLang="zh-CN" sz="3600" b="1">
                  <a:latin typeface="Times New Roman" panose="02020603050405020304" pitchFamily="18" charset="0"/>
                </a:rPr>
                <a:t>2.  </a:t>
              </a:r>
              <a:r>
                <a:rPr kumimoji="1" lang="zh-CN" altLang="en-US" sz="3600" b="1">
                  <a:latin typeface="Times New Roman" panose="02020603050405020304" pitchFamily="18" charset="0"/>
                </a:rPr>
                <a:t>缓存   主存层次和主存    辅存层次</a:t>
              </a:r>
            </a:p>
          </p:txBody>
        </p:sp>
        <p:sp>
          <p:nvSpPr>
            <p:cNvPr id="8233" name="Line 25">
              <a:extLst>
                <a:ext uri="{FF2B5EF4-FFF2-40B4-BE49-F238E27FC236}">
                  <a16:creationId xmlns:a16="http://schemas.microsoft.com/office/drawing/2014/main" id="{1F3E4DC9-9229-4DCB-AF77-1A3354A299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503"/>
              <a:ext cx="20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34" name="Line 26">
              <a:extLst>
                <a:ext uri="{FF2B5EF4-FFF2-40B4-BE49-F238E27FC236}">
                  <a16:creationId xmlns:a16="http://schemas.microsoft.com/office/drawing/2014/main" id="{2709E368-495D-4EA5-9135-B239119FBE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8" y="503"/>
              <a:ext cx="20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8" name="Group 27">
            <a:extLst>
              <a:ext uri="{FF2B5EF4-FFF2-40B4-BE49-F238E27FC236}">
                <a16:creationId xmlns:a16="http://schemas.microsoft.com/office/drawing/2014/main" id="{50FF827D-8A1A-41F8-A8A9-4D64EDF6DA1D}"/>
              </a:ext>
            </a:extLst>
          </p:cNvPr>
          <p:cNvGrpSpPr>
            <a:grpSpLocks/>
          </p:cNvGrpSpPr>
          <p:nvPr/>
        </p:nvGrpSpPr>
        <p:grpSpPr bwMode="auto">
          <a:xfrm>
            <a:off x="3735391" y="4129084"/>
            <a:ext cx="1985963" cy="523874"/>
            <a:chOff x="2353" y="2553"/>
            <a:chExt cx="1251" cy="330"/>
          </a:xfrm>
        </p:grpSpPr>
        <p:sp>
          <p:nvSpPr>
            <p:cNvPr id="8229" name="Text Box 28">
              <a:extLst>
                <a:ext uri="{FF2B5EF4-FFF2-40B4-BE49-F238E27FC236}">
                  <a16:creationId xmlns:a16="http://schemas.microsoft.com/office/drawing/2014/main" id="{7905A35E-FC1F-4103-BDF5-7038B268BE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3" y="2553"/>
              <a:ext cx="57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缓存</a:t>
              </a:r>
            </a:p>
          </p:txBody>
        </p:sp>
        <p:sp>
          <p:nvSpPr>
            <p:cNvPr id="17" name="Text Box 29">
              <a:extLst>
                <a:ext uri="{FF2B5EF4-FFF2-40B4-BE49-F238E27FC236}">
                  <a16:creationId xmlns:a16="http://schemas.microsoft.com/office/drawing/2014/main" id="{90E6159F-7029-4C5F-A5CD-5D58890E4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3" y="2553"/>
              <a:ext cx="57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主存</a:t>
              </a:r>
            </a:p>
          </p:txBody>
        </p:sp>
        <p:sp>
          <p:nvSpPr>
            <p:cNvPr id="8231" name="Line 30">
              <a:extLst>
                <a:ext uri="{FF2B5EF4-FFF2-40B4-BE49-F238E27FC236}">
                  <a16:creationId xmlns:a16="http://schemas.microsoft.com/office/drawing/2014/main" id="{716C013E-5DEE-475A-A818-8099B5CFB1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" y="2717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9" name="Group 31">
            <a:extLst>
              <a:ext uri="{FF2B5EF4-FFF2-40B4-BE49-F238E27FC236}">
                <a16:creationId xmlns:a16="http://schemas.microsoft.com/office/drawing/2014/main" id="{59309D32-45D8-4784-82B4-AFB99472ECA6}"/>
              </a:ext>
            </a:extLst>
          </p:cNvPr>
          <p:cNvGrpSpPr>
            <a:grpSpLocks/>
          </p:cNvGrpSpPr>
          <p:nvPr/>
        </p:nvGrpSpPr>
        <p:grpSpPr bwMode="auto">
          <a:xfrm>
            <a:off x="5907087" y="4129084"/>
            <a:ext cx="2041524" cy="523874"/>
            <a:chOff x="3721" y="2553"/>
            <a:chExt cx="1286" cy="330"/>
          </a:xfrm>
        </p:grpSpPr>
        <p:sp>
          <p:nvSpPr>
            <p:cNvPr id="8226" name="Text Box 32">
              <a:extLst>
                <a:ext uri="{FF2B5EF4-FFF2-40B4-BE49-F238E27FC236}">
                  <a16:creationId xmlns:a16="http://schemas.microsoft.com/office/drawing/2014/main" id="{C3924687-F007-46C9-9158-35A485894A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6" y="2553"/>
              <a:ext cx="57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辅存</a:t>
              </a:r>
            </a:p>
          </p:txBody>
        </p:sp>
        <p:sp>
          <p:nvSpPr>
            <p:cNvPr id="8227" name="Text Box 33">
              <a:extLst>
                <a:ext uri="{FF2B5EF4-FFF2-40B4-BE49-F238E27FC236}">
                  <a16:creationId xmlns:a16="http://schemas.microsoft.com/office/drawing/2014/main" id="{6E85274E-B26A-419A-A623-FB4A78888E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1" y="2553"/>
              <a:ext cx="57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主存</a:t>
              </a:r>
            </a:p>
          </p:txBody>
        </p:sp>
        <p:sp>
          <p:nvSpPr>
            <p:cNvPr id="8228" name="Line 34">
              <a:extLst>
                <a:ext uri="{FF2B5EF4-FFF2-40B4-BE49-F238E27FC236}">
                  <a16:creationId xmlns:a16="http://schemas.microsoft.com/office/drawing/2014/main" id="{339CDB57-4C4B-4F54-93E2-F7A6B8D0C4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5" y="2717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0" name="Group 35">
            <a:extLst>
              <a:ext uri="{FF2B5EF4-FFF2-40B4-BE49-F238E27FC236}">
                <a16:creationId xmlns:a16="http://schemas.microsoft.com/office/drawing/2014/main" id="{499955D4-2DBD-4AA8-A09C-28F99F062A77}"/>
              </a:ext>
            </a:extLst>
          </p:cNvPr>
          <p:cNvGrpSpPr>
            <a:grpSpLocks/>
          </p:cNvGrpSpPr>
          <p:nvPr/>
        </p:nvGrpSpPr>
        <p:grpSpPr bwMode="auto">
          <a:xfrm>
            <a:off x="6194427" y="4611688"/>
            <a:ext cx="815975" cy="844550"/>
            <a:chOff x="4021" y="2905"/>
            <a:chExt cx="514" cy="532"/>
          </a:xfrm>
        </p:grpSpPr>
        <p:sp>
          <p:nvSpPr>
            <p:cNvPr id="8224" name="Rectangle 36">
              <a:extLst>
                <a:ext uri="{FF2B5EF4-FFF2-40B4-BE49-F238E27FC236}">
                  <a16:creationId xmlns:a16="http://schemas.microsoft.com/office/drawing/2014/main" id="{9F97AA7E-32C0-4E21-A577-E03C075C3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905"/>
              <a:ext cx="122" cy="343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8225" name="AutoShape 37">
              <a:extLst>
                <a:ext uri="{FF2B5EF4-FFF2-40B4-BE49-F238E27FC236}">
                  <a16:creationId xmlns:a16="http://schemas.microsoft.com/office/drawing/2014/main" id="{2C646980-D46E-4AAD-91AD-3B5531180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" y="3190"/>
              <a:ext cx="514" cy="247"/>
            </a:xfrm>
            <a:prstGeom prst="leftArrow">
              <a:avLst>
                <a:gd name="adj1" fmla="val 50120"/>
                <a:gd name="adj2" fmla="val 41947"/>
              </a:avLst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8230" name="Text Box 38">
            <a:extLst>
              <a:ext uri="{FF2B5EF4-FFF2-40B4-BE49-F238E27FC236}">
                <a16:creationId xmlns:a16="http://schemas.microsoft.com/office/drawing/2014/main" id="{11765E70-5167-488C-9E61-04D13AC3ED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9915" y="5029200"/>
            <a:ext cx="1716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虚拟存储器</a:t>
            </a:r>
          </a:p>
        </p:txBody>
      </p:sp>
      <p:grpSp>
        <p:nvGrpSpPr>
          <p:cNvPr id="11" name="Group 39">
            <a:extLst>
              <a:ext uri="{FF2B5EF4-FFF2-40B4-BE49-F238E27FC236}">
                <a16:creationId xmlns:a16="http://schemas.microsoft.com/office/drawing/2014/main" id="{CB83B228-6386-4859-920D-85AE3A85F226}"/>
              </a:ext>
            </a:extLst>
          </p:cNvPr>
          <p:cNvGrpSpPr>
            <a:grpSpLocks/>
          </p:cNvGrpSpPr>
          <p:nvPr/>
        </p:nvGrpSpPr>
        <p:grpSpPr bwMode="auto">
          <a:xfrm>
            <a:off x="533400" y="1808165"/>
            <a:ext cx="7232650" cy="396875"/>
            <a:chOff x="445" y="1139"/>
            <a:chExt cx="4556" cy="250"/>
          </a:xfrm>
        </p:grpSpPr>
        <p:sp>
          <p:nvSpPr>
            <p:cNvPr id="8220" name="Text Box 40">
              <a:extLst>
                <a:ext uri="{FF2B5EF4-FFF2-40B4-BE49-F238E27FC236}">
                  <a16:creationId xmlns:a16="http://schemas.microsoft.com/office/drawing/2014/main" id="{83115040-0802-413A-963A-AD8B049E29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" y="1139"/>
              <a:ext cx="46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10 ns</a:t>
              </a:r>
            </a:p>
          </p:txBody>
        </p:sp>
        <p:sp>
          <p:nvSpPr>
            <p:cNvPr id="8221" name="Text Box 41">
              <a:extLst>
                <a:ext uri="{FF2B5EF4-FFF2-40B4-BE49-F238E27FC236}">
                  <a16:creationId xmlns:a16="http://schemas.microsoft.com/office/drawing/2014/main" id="{89F2BB81-B718-4C38-AE53-ED3F1F0E0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34" y="1139"/>
              <a:ext cx="46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20 ns</a:t>
              </a:r>
            </a:p>
          </p:txBody>
        </p:sp>
        <p:sp>
          <p:nvSpPr>
            <p:cNvPr id="8222" name="Text Box 42">
              <a:extLst>
                <a:ext uri="{FF2B5EF4-FFF2-40B4-BE49-F238E27FC236}">
                  <a16:creationId xmlns:a16="http://schemas.microsoft.com/office/drawing/2014/main" id="{E5DD0F09-2477-4E17-A4A1-F804C6FDC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3" y="1139"/>
              <a:ext cx="54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200 ns</a:t>
              </a:r>
            </a:p>
          </p:txBody>
        </p:sp>
        <p:sp>
          <p:nvSpPr>
            <p:cNvPr id="8223" name="Text Box 43">
              <a:extLst>
                <a:ext uri="{FF2B5EF4-FFF2-40B4-BE49-F238E27FC236}">
                  <a16:creationId xmlns:a16="http://schemas.microsoft.com/office/drawing/2014/main" id="{87409AD0-6A98-465C-BE2C-55F86A327C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0" y="1139"/>
              <a:ext cx="31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ms</a:t>
              </a:r>
            </a:p>
          </p:txBody>
        </p:sp>
      </p:grpSp>
      <p:sp>
        <p:nvSpPr>
          <p:cNvPr id="8236" name="AutoShape 44">
            <a:extLst>
              <a:ext uri="{FF2B5EF4-FFF2-40B4-BE49-F238E27FC236}">
                <a16:creationId xmlns:a16="http://schemas.microsoft.com/office/drawing/2014/main" id="{11835F32-9D13-420A-9970-755F1AB82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9913" y="5576888"/>
            <a:ext cx="1155854" cy="510778"/>
          </a:xfrm>
          <a:prstGeom prst="flowChartAlternateProcess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虚地址</a:t>
            </a:r>
          </a:p>
        </p:txBody>
      </p:sp>
      <p:sp>
        <p:nvSpPr>
          <p:cNvPr id="8237" name="Text Box 45">
            <a:extLst>
              <a:ext uri="{FF2B5EF4-FFF2-40B4-BE49-F238E27FC236}">
                <a16:creationId xmlns:a16="http://schemas.microsoft.com/office/drawing/2014/main" id="{4910F009-5C11-4B15-8398-BA6C82A555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9913" y="6157915"/>
            <a:ext cx="14221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逻辑地址</a:t>
            </a:r>
          </a:p>
        </p:txBody>
      </p:sp>
      <p:sp>
        <p:nvSpPr>
          <p:cNvPr id="8238" name="Text Box 46">
            <a:extLst>
              <a:ext uri="{FF2B5EF4-FFF2-40B4-BE49-F238E27FC236}">
                <a16:creationId xmlns:a16="http://schemas.microsoft.com/office/drawing/2014/main" id="{511A0A31-67CE-4137-994E-BF43A246B8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4765" y="5592765"/>
            <a:ext cx="11128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实地址</a:t>
            </a:r>
          </a:p>
        </p:txBody>
      </p:sp>
      <p:sp>
        <p:nvSpPr>
          <p:cNvPr id="8239" name="Text Box 47">
            <a:extLst>
              <a:ext uri="{FF2B5EF4-FFF2-40B4-BE49-F238E27FC236}">
                <a16:creationId xmlns:a16="http://schemas.microsoft.com/office/drawing/2014/main" id="{89734906-EB35-474E-8B2E-0D045EDC67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4763" y="6157913"/>
            <a:ext cx="1409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物理地址</a:t>
            </a:r>
          </a:p>
        </p:txBody>
      </p:sp>
      <p:sp>
        <p:nvSpPr>
          <p:cNvPr id="8240" name="Text Box 48">
            <a:extLst>
              <a:ext uri="{FF2B5EF4-FFF2-40B4-BE49-F238E27FC236}">
                <a16:creationId xmlns:a16="http://schemas.microsoft.com/office/drawing/2014/main" id="{E21A4AC4-DE8E-4331-8424-FB73B9B0D9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4763" y="5029200"/>
            <a:ext cx="1409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主存储器</a:t>
            </a:r>
          </a:p>
        </p:txBody>
      </p:sp>
      <p:sp>
        <p:nvSpPr>
          <p:cNvPr id="8242" name="Text Box 50">
            <a:extLst>
              <a:ext uri="{FF2B5EF4-FFF2-40B4-BE49-F238E27FC236}">
                <a16:creationId xmlns:a16="http://schemas.microsoft.com/office/drawing/2014/main" id="{FA7D5C92-7BCE-4BD4-9AA1-03973CEE24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1127" y="3657600"/>
            <a:ext cx="162736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（速度）</a:t>
            </a:r>
          </a:p>
        </p:txBody>
      </p:sp>
      <p:sp>
        <p:nvSpPr>
          <p:cNvPr id="8243" name="Text Box 51">
            <a:extLst>
              <a:ext uri="{FF2B5EF4-FFF2-40B4-BE49-F238E27FC236}">
                <a16:creationId xmlns:a16="http://schemas.microsoft.com/office/drawing/2014/main" id="{6A2C0C6E-2107-419B-AF0B-2B8231D91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40" y="3657600"/>
            <a:ext cx="162736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（容量）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8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6" dur="500"/>
                                        <p:tgtEl>
                                          <p:spTgt spid="8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6" dur="500"/>
                                        <p:tgtEl>
                                          <p:spTgt spid="8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0" dur="500"/>
                                        <p:tgtEl>
                                          <p:spTgt spid="8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0" dur="500"/>
                                        <p:tgtEl>
                                          <p:spTgt spid="8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2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44" dur="500"/>
                                        <p:tgtEl>
                                          <p:spTgt spid="8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9" dur="500"/>
                                        <p:tgtEl>
                                          <p:spTgt spid="8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1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53" dur="500"/>
                                        <p:tgtEl>
                                          <p:spTgt spid="8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3" dur="500"/>
                                        <p:tgtEl>
                                          <p:spTgt spid="8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8" dur="500"/>
                                        <p:tgtEl>
                                          <p:spTgt spid="8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8" dur="500"/>
                                        <p:tgtEl>
                                          <p:spTgt spid="8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3" dur="500"/>
                                        <p:tgtEl>
                                          <p:spTgt spid="8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8" dur="500"/>
                                        <p:tgtEl>
                                          <p:spTgt spid="8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3" dur="500"/>
                                        <p:tgtEl>
                                          <p:spTgt spid="8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8" dur="500"/>
                                        <p:tgtEl>
                                          <p:spTgt spid="8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3" dur="500"/>
                                        <p:tgtEl>
                                          <p:spTgt spid="8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30" grpId="0" autoUpdateAnimBg="0"/>
      <p:bldP spid="8236" grpId="0" autoUpdateAnimBg="0"/>
      <p:bldP spid="8237" grpId="0" autoUpdateAnimBg="0"/>
      <p:bldP spid="8238" grpId="0" autoUpdateAnimBg="0"/>
      <p:bldP spid="8239" grpId="0" autoUpdateAnimBg="0"/>
      <p:bldP spid="8240" grpId="0" autoUpdateAnimBg="0"/>
      <p:bldP spid="8242" grpId="0" autoUpdateAnimBg="0"/>
      <p:bldP spid="8243" grpId="0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3.1	</a:t>
            </a:r>
            <a:r>
              <a:rPr lang="zh-CN" altLang="en-US" dirty="0"/>
              <a:t>概述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569371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3.1.1  </a:t>
            </a:r>
            <a:r>
              <a:rPr lang="zh-CN" altLang="en-US" dirty="0"/>
              <a:t>存储器的分类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3.1.2  </a:t>
            </a:r>
            <a:r>
              <a:rPr lang="zh-CN" altLang="en-US" dirty="0"/>
              <a:t>主存储器的性能指标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3.1.3  </a:t>
            </a:r>
            <a:r>
              <a:rPr lang="zh-CN" altLang="en-US" dirty="0"/>
              <a:t>存储器的体系结构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3.1.4  </a:t>
            </a:r>
            <a:r>
              <a:rPr lang="zh-CN" altLang="en-US" dirty="0"/>
              <a:t>数据的地址与数据的存储顺序</a:t>
            </a:r>
          </a:p>
          <a:p>
            <a:pPr marL="0" indent="0">
              <a:spcBef>
                <a:spcPts val="1200"/>
              </a:spcBef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971602" y="4293098"/>
            <a:ext cx="6429965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  <a:latin typeface="Arial"/>
                <a:ea typeface="宋体"/>
              </a:rPr>
              <a:t>3.1.4</a:t>
            </a:r>
            <a:r>
              <a:rPr lang="zh-CN" altLang="en-US" sz="3200" kern="0" dirty="0">
                <a:solidFill>
                  <a:srgbClr val="000000"/>
                </a:solidFill>
              </a:rPr>
              <a:t>数据的地址与数据的存储顺序</a:t>
            </a:r>
            <a:endParaRPr lang="en-US" altLang="zh-CN" sz="3200" kern="0" dirty="0">
              <a:solidFill>
                <a:srgbClr val="000000"/>
              </a:solidFill>
              <a:latin typeface="Arial"/>
              <a:ea typeface="宋体"/>
            </a:endParaRPr>
          </a:p>
        </p:txBody>
      </p:sp>
    </p:spTree>
    <p:extLst>
      <p:ext uri="{BB962C8B-B14F-4D97-AF65-F5344CB8AC3E}">
        <p14:creationId xmlns:p14="http://schemas.microsoft.com/office/powerpoint/2010/main" val="2627545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8665D6FA-8E43-4F0E-9992-AB964FD0F9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2" y="188640"/>
            <a:ext cx="10019456" cy="850106"/>
          </a:xfrm>
        </p:spPr>
        <p:txBody>
          <a:bodyPr/>
          <a:lstStyle/>
          <a:p>
            <a:r>
              <a:rPr lang="en-US" altLang="zh-CN" dirty="0"/>
              <a:t>3.1.4</a:t>
            </a:r>
            <a:r>
              <a:rPr lang="zh-CN" altLang="en-US" dirty="0"/>
              <a:t>数据的地址与数据的存储顺序</a:t>
            </a:r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E9C31211-4B57-4BDB-BB4D-E1E1D2BA09D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79512" y="1196753"/>
            <a:ext cx="9443392" cy="2808312"/>
          </a:xfrm>
        </p:spPr>
        <p:txBody>
          <a:bodyPr/>
          <a:lstStyle/>
          <a:p>
            <a:r>
              <a:rPr lang="zh-CN" altLang="en-US" dirty="0"/>
              <a:t>按边界对齐的方式存储数据</a:t>
            </a:r>
          </a:p>
          <a:p>
            <a:r>
              <a:rPr lang="en-US" altLang="zh-CN" dirty="0"/>
              <a:t>int </a:t>
            </a:r>
            <a:r>
              <a:rPr lang="en-US" altLang="zh-CN" dirty="0" err="1"/>
              <a:t>i</a:t>
            </a:r>
            <a:r>
              <a:rPr lang="en-US" altLang="zh-CN" dirty="0"/>
              <a:t>, short k, double x, char c, short j  </a:t>
            </a:r>
          </a:p>
          <a:p>
            <a:pPr lvl="1"/>
            <a:r>
              <a:rPr lang="en-US" altLang="zh-CN" sz="2400" dirty="0"/>
              <a:t>int (4</a:t>
            </a:r>
            <a:r>
              <a:rPr lang="zh-CN" altLang="en-US" sz="2400" dirty="0"/>
              <a:t>字节） </a:t>
            </a:r>
            <a:r>
              <a:rPr lang="en-US" altLang="zh-CN" sz="2400" dirty="0"/>
              <a:t>short (2</a:t>
            </a:r>
            <a:r>
              <a:rPr lang="zh-CN" altLang="en-US" sz="2400" dirty="0"/>
              <a:t>字节） </a:t>
            </a:r>
            <a:r>
              <a:rPr lang="en-US" altLang="zh-CN" sz="2400" dirty="0"/>
              <a:t>double (8</a:t>
            </a:r>
            <a:r>
              <a:rPr lang="zh-CN" altLang="en-US" sz="2400" dirty="0"/>
              <a:t>字节） </a:t>
            </a:r>
            <a:r>
              <a:rPr lang="en-US" altLang="zh-CN" sz="2400" dirty="0"/>
              <a:t>char (1</a:t>
            </a:r>
            <a:r>
              <a:rPr lang="zh-CN" altLang="en-US" sz="2400" dirty="0"/>
              <a:t>字节</a:t>
            </a:r>
            <a:r>
              <a:rPr lang="en-US" altLang="zh-CN" sz="2400" dirty="0"/>
              <a:t>)</a:t>
            </a:r>
          </a:p>
          <a:p>
            <a:pPr lvl="1"/>
            <a:r>
              <a:rPr lang="en-US" altLang="zh-CN" sz="2400" dirty="0"/>
              <a:t>short</a:t>
            </a:r>
            <a:r>
              <a:rPr lang="zh-CN" altLang="en-US" sz="2400" dirty="0"/>
              <a:t>按</a:t>
            </a:r>
            <a:r>
              <a:rPr lang="en-US" altLang="zh-CN" sz="2400" dirty="0"/>
              <a:t>16</a:t>
            </a:r>
            <a:r>
              <a:rPr lang="zh-CN" altLang="en-US" sz="2400" dirty="0"/>
              <a:t>位对齐， </a:t>
            </a:r>
            <a:r>
              <a:rPr lang="en-US" altLang="zh-CN" sz="2400" dirty="0"/>
              <a:t>int</a:t>
            </a:r>
            <a:r>
              <a:rPr lang="zh-CN" altLang="en-US" sz="2400" dirty="0"/>
              <a:t>按</a:t>
            </a:r>
            <a:r>
              <a:rPr lang="en-US" altLang="zh-CN" sz="2400" dirty="0"/>
              <a:t>32</a:t>
            </a:r>
            <a:r>
              <a:rPr lang="zh-CN" altLang="en-US" sz="2400" dirty="0"/>
              <a:t>位对齐，</a:t>
            </a:r>
            <a:r>
              <a:rPr lang="en-US" altLang="zh-CN" sz="2400" dirty="0"/>
              <a:t>double</a:t>
            </a:r>
            <a:r>
              <a:rPr lang="zh-CN" altLang="en-US" sz="2400" dirty="0"/>
              <a:t>按</a:t>
            </a:r>
            <a:r>
              <a:rPr lang="en-US" altLang="zh-CN" sz="2400" dirty="0"/>
              <a:t>64</a:t>
            </a:r>
            <a:r>
              <a:rPr lang="zh-CN" altLang="en-US" sz="2400" dirty="0"/>
              <a:t>位对齐</a:t>
            </a:r>
          </a:p>
          <a:p>
            <a:r>
              <a:rPr lang="zh-CN" altLang="en-US" sz="2800" dirty="0"/>
              <a:t>对齐可提升访问数据的速度，不对齐可节约空间</a:t>
            </a:r>
          </a:p>
          <a:p>
            <a:endParaRPr lang="zh-CN" altLang="en-US" dirty="0"/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48410823-FA40-4CE5-964E-559AAF884EA2}"/>
              </a:ext>
            </a:extLst>
          </p:cNvPr>
          <p:cNvGrpSpPr/>
          <p:nvPr/>
        </p:nvGrpSpPr>
        <p:grpSpPr>
          <a:xfrm>
            <a:off x="0" y="4035694"/>
            <a:ext cx="4671180" cy="2524564"/>
            <a:chOff x="805383" y="3843121"/>
            <a:chExt cx="4470401" cy="2522449"/>
          </a:xfrm>
        </p:grpSpPr>
        <p:grpSp>
          <p:nvGrpSpPr>
            <p:cNvPr id="7" name="Group 3">
              <a:extLst>
                <a:ext uri="{FF2B5EF4-FFF2-40B4-BE49-F238E27FC236}">
                  <a16:creationId xmlns:a16="http://schemas.microsoft.com/office/drawing/2014/main" id="{3C333EE1-7200-4BEC-8087-D0985C2EC9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383" y="3843121"/>
              <a:ext cx="4470401" cy="1990727"/>
              <a:chOff x="1497" y="996"/>
              <a:chExt cx="2816" cy="1254"/>
            </a:xfrm>
          </p:grpSpPr>
          <p:sp>
            <p:nvSpPr>
              <p:cNvPr id="9" name="Rectangle 4">
                <a:extLst>
                  <a:ext uri="{FF2B5EF4-FFF2-40B4-BE49-F238E27FC236}">
                    <a16:creationId xmlns:a16="http://schemas.microsoft.com/office/drawing/2014/main" id="{C5315F08-09A0-4EEC-8CA3-50B6AD99D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1231"/>
                <a:ext cx="2400" cy="9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 sz="16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Line 5">
                <a:extLst>
                  <a:ext uri="{FF2B5EF4-FFF2-40B4-BE49-F238E27FC236}">
                    <a16:creationId xmlns:a16="http://schemas.microsoft.com/office/drawing/2014/main" id="{ACBDD838-2A2F-4770-958B-95F30BC24E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1" y="1423"/>
                <a:ext cx="24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" name="Line 6">
                <a:extLst>
                  <a:ext uri="{FF2B5EF4-FFF2-40B4-BE49-F238E27FC236}">
                    <a16:creationId xmlns:a16="http://schemas.microsoft.com/office/drawing/2014/main" id="{3B02FA6D-6204-41F3-B71C-16B0F2B18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1" y="1615"/>
                <a:ext cx="24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" name="Line 7">
                <a:extLst>
                  <a:ext uri="{FF2B5EF4-FFF2-40B4-BE49-F238E27FC236}">
                    <a16:creationId xmlns:a16="http://schemas.microsoft.com/office/drawing/2014/main" id="{11010A1D-F1BB-4FF7-8931-0D408DB025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1" y="1615"/>
                <a:ext cx="24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" name="Line 8">
                <a:extLst>
                  <a:ext uri="{FF2B5EF4-FFF2-40B4-BE49-F238E27FC236}">
                    <a16:creationId xmlns:a16="http://schemas.microsoft.com/office/drawing/2014/main" id="{24E2E3A7-6F30-4CC2-911F-CD79A83DE8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1" y="1807"/>
                <a:ext cx="24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4" name="Line 9">
                <a:extLst>
                  <a:ext uri="{FF2B5EF4-FFF2-40B4-BE49-F238E27FC236}">
                    <a16:creationId xmlns:a16="http://schemas.microsoft.com/office/drawing/2014/main" id="{498F9FA3-2B05-4076-A266-8836E9C0FE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1" y="1999"/>
                <a:ext cx="24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5" name="Line 10">
                <a:extLst>
                  <a:ext uri="{FF2B5EF4-FFF2-40B4-BE49-F238E27FC236}">
                    <a16:creationId xmlns:a16="http://schemas.microsoft.com/office/drawing/2014/main" id="{C2936C73-4F85-4EB1-AC63-795B710B97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3" y="1231"/>
                <a:ext cx="0" cy="96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6" name="Line 11">
                <a:extLst>
                  <a:ext uri="{FF2B5EF4-FFF2-40B4-BE49-F238E27FC236}">
                    <a16:creationId xmlns:a16="http://schemas.microsoft.com/office/drawing/2014/main" id="{47A74297-E185-446E-B91E-7BBCBCE7BA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57" y="1231"/>
                <a:ext cx="0" cy="96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7" name="Line 12">
                <a:extLst>
                  <a:ext uri="{FF2B5EF4-FFF2-40B4-BE49-F238E27FC236}">
                    <a16:creationId xmlns:a16="http://schemas.microsoft.com/office/drawing/2014/main" id="{24BCBC87-1E89-445A-A03A-D7E9977A5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57" y="1231"/>
                <a:ext cx="0" cy="96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8" name="Line 13">
                <a:extLst>
                  <a:ext uri="{FF2B5EF4-FFF2-40B4-BE49-F238E27FC236}">
                    <a16:creationId xmlns:a16="http://schemas.microsoft.com/office/drawing/2014/main" id="{BAB8D0CC-B0D7-4CFB-9527-EFF7C1FC98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57" y="1231"/>
                <a:ext cx="0" cy="76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" name="Line 14">
                <a:extLst>
                  <a:ext uri="{FF2B5EF4-FFF2-40B4-BE49-F238E27FC236}">
                    <a16:creationId xmlns:a16="http://schemas.microsoft.com/office/drawing/2014/main" id="{93578E39-6D63-4425-A70F-C71DAE70E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1" y="1807"/>
                <a:ext cx="240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0" name="Line 15">
                <a:extLst>
                  <a:ext uri="{FF2B5EF4-FFF2-40B4-BE49-F238E27FC236}">
                    <a16:creationId xmlns:a16="http://schemas.microsoft.com/office/drawing/2014/main" id="{5FCBC10E-82EC-4722-BD4A-EC6866CDB9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3" y="1231"/>
                <a:ext cx="0" cy="19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1" name="Line 16">
                <a:extLst>
                  <a:ext uri="{FF2B5EF4-FFF2-40B4-BE49-F238E27FC236}">
                    <a16:creationId xmlns:a16="http://schemas.microsoft.com/office/drawing/2014/main" id="{DF776990-96BB-4499-AADD-DCF1C5FD78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57" y="1231"/>
                <a:ext cx="0" cy="19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" name="Line 17">
                <a:extLst>
                  <a:ext uri="{FF2B5EF4-FFF2-40B4-BE49-F238E27FC236}">
                    <a16:creationId xmlns:a16="http://schemas.microsoft.com/office/drawing/2014/main" id="{5093CD96-CB1F-4E87-8767-7097429EE4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1" y="2191"/>
                <a:ext cx="24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" name="Text Box 18" descr="新闻纸">
                <a:extLst>
                  <a:ext uri="{FF2B5EF4-FFF2-40B4-BE49-F238E27FC236}">
                    <a16:creationId xmlns:a16="http://schemas.microsoft.com/office/drawing/2014/main" id="{E2E642EA-D998-4C31-A0EE-6B2660F6D1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81" y="1231"/>
                <a:ext cx="2400" cy="192"/>
              </a:xfrm>
              <a:prstGeom prst="rect">
                <a:avLst/>
              </a:prstGeom>
              <a:solidFill>
                <a:srgbClr val="FF99FF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anchorCtr="0"/>
              <a:lstStyle>
                <a:defPPr>
                  <a:defRPr lang="zh-CN"/>
                </a:defPPr>
                <a:lvl1pPr algn="ctr" eaLnBrk="1" hangingPunct="1">
                  <a:spcBef>
                    <a:spcPct val="50000"/>
                  </a:spcBef>
                  <a:defRPr kumimoji="1" sz="2400">
                    <a:solidFill>
                      <a:srgbClr val="00B0F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2200" b="1" i="1" dirty="0" err="1">
                    <a:solidFill>
                      <a:schemeClr val="tx1"/>
                    </a:solidFill>
                  </a:rPr>
                  <a:t>int</a:t>
                </a:r>
                <a:r>
                  <a:rPr lang="en-US" altLang="zh-CN" sz="2200" b="1" i="1" dirty="0">
                    <a:solidFill>
                      <a:schemeClr val="tx1"/>
                    </a:solidFill>
                  </a:rPr>
                  <a:t> </a:t>
                </a:r>
                <a:r>
                  <a:rPr lang="en-US" altLang="zh-CN" sz="2200" b="1" i="1" dirty="0" err="1">
                    <a:solidFill>
                      <a:schemeClr val="tx1"/>
                    </a:solidFill>
                  </a:rPr>
                  <a:t>i</a:t>
                </a:r>
                <a:endParaRPr lang="zh-CN" altLang="en-US" sz="2200" b="1" i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4" name="Text Box 19" descr="宽上对角线">
                <a:extLst>
                  <a:ext uri="{FF2B5EF4-FFF2-40B4-BE49-F238E27FC236}">
                    <a16:creationId xmlns:a16="http://schemas.microsoft.com/office/drawing/2014/main" id="{2582E2AA-A52C-4A18-8896-9EFF1E820E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81" y="1423"/>
                <a:ext cx="1152" cy="192"/>
              </a:xfrm>
              <a:prstGeom prst="rect">
                <a:avLst/>
              </a:prstGeom>
              <a:solidFill>
                <a:srgbClr val="86BC64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anchorCtr="0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200" b="1" i="1" dirty="0">
                    <a:latin typeface="Times New Roman" panose="02020603050405020304" pitchFamily="18" charset="0"/>
                  </a:rPr>
                  <a:t>short k</a:t>
                </a:r>
                <a:endParaRPr kumimoji="1" lang="zh-CN" altLang="en-US" sz="2200" b="1" i="1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" name="Text Box 20" descr="信纸">
                <a:extLst>
                  <a:ext uri="{FF2B5EF4-FFF2-40B4-BE49-F238E27FC236}">
                    <a16:creationId xmlns:a16="http://schemas.microsoft.com/office/drawing/2014/main" id="{300300C4-D13F-408F-B81D-6F0F3E1A47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81" y="1615"/>
                <a:ext cx="2400" cy="384"/>
              </a:xfrm>
              <a:prstGeom prst="rect">
                <a:avLst/>
              </a:prstGeom>
              <a:solidFill>
                <a:srgbClr val="FFFF00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anchorCtr="0"/>
              <a:lstStyle>
                <a:defPPr>
                  <a:defRPr lang="zh-CN"/>
                </a:defPPr>
                <a:lvl1pPr algn="ctr" eaLnBrk="1" hangingPunct="1">
                  <a:spcBef>
                    <a:spcPct val="50000"/>
                  </a:spcBef>
                  <a:defRPr kumimoji="1" sz="2400">
                    <a:solidFill>
                      <a:srgbClr val="00B0F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b="1" i="1" dirty="0">
                    <a:solidFill>
                      <a:schemeClr val="tx1"/>
                    </a:solidFill>
                  </a:rPr>
                  <a:t>double x</a:t>
                </a:r>
                <a:endParaRPr lang="zh-CN" altLang="en-US" b="1" i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6" name="Text Box 21" descr="宽上对角线">
                <a:extLst>
                  <a:ext uri="{FF2B5EF4-FFF2-40B4-BE49-F238E27FC236}">
                    <a16:creationId xmlns:a16="http://schemas.microsoft.com/office/drawing/2014/main" id="{7CE3A81F-5233-493A-884C-BDA1B4CE16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3" y="1999"/>
                <a:ext cx="1248" cy="192"/>
              </a:xfrm>
              <a:prstGeom prst="rect">
                <a:avLst/>
              </a:prstGeom>
              <a:solidFill>
                <a:srgbClr val="86BC64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anchorCtr="0"/>
              <a:lstStyle>
                <a:defPPr>
                  <a:defRPr lang="zh-CN"/>
                </a:defPPr>
                <a:lvl1pPr algn="ctr" eaLnBrk="1" hangingPunct="1">
                  <a:spcBef>
                    <a:spcPct val="50000"/>
                  </a:spcBef>
                  <a:defRPr kumimoji="1" sz="2400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2200" b="1" i="1" dirty="0">
                    <a:solidFill>
                      <a:schemeClr val="tx1"/>
                    </a:solidFill>
                  </a:rPr>
                  <a:t>short j</a:t>
                </a:r>
                <a:endParaRPr lang="zh-CN" altLang="en-US" sz="2200" b="1" i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Text Box 22">
                <a:extLst>
                  <a:ext uri="{FF2B5EF4-FFF2-40B4-BE49-F238E27FC236}">
                    <a16:creationId xmlns:a16="http://schemas.microsoft.com/office/drawing/2014/main" id="{22B64855-295E-4DB4-8D4C-E6C8047A71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81" y="1999"/>
                <a:ext cx="576" cy="192"/>
              </a:xfrm>
              <a:prstGeom prst="rect">
                <a:avLst/>
              </a:prstGeom>
              <a:solidFill>
                <a:srgbClr val="FF9999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anchorCtr="0"/>
              <a:lstStyle>
                <a:defPPr>
                  <a:defRPr lang="zh-CN"/>
                </a:defPPr>
                <a:lvl1pPr algn="ctr" eaLnBrk="1" hangingPunct="1">
                  <a:spcBef>
                    <a:spcPct val="50000"/>
                  </a:spcBef>
                  <a:defRPr kumimoji="1" sz="2400">
                    <a:solidFill>
                      <a:srgbClr val="00B0F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2200" b="1" i="1" dirty="0">
                    <a:solidFill>
                      <a:schemeClr val="tx1"/>
                    </a:solidFill>
                  </a:rPr>
                  <a:t>char c</a:t>
                </a:r>
                <a:endParaRPr lang="zh-CN" altLang="en-US" sz="2200" b="1" i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Text Box 23">
                <a:extLst>
                  <a:ext uri="{FF2B5EF4-FFF2-40B4-BE49-F238E27FC236}">
                    <a16:creationId xmlns:a16="http://schemas.microsoft.com/office/drawing/2014/main" id="{44BDA373-21DD-47D0-A5BE-C1374BB5E1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97" y="1261"/>
                <a:ext cx="336" cy="9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80000"/>
                  </a:lnSpc>
                  <a:spcBef>
                    <a:spcPct val="50000"/>
                  </a:spcBef>
                </a:pPr>
                <a:r>
                  <a:rPr kumimoji="1" lang="en-US" altLang="zh-CN" sz="2400" i="1" dirty="0">
                    <a:latin typeface="Consolas" panose="020B0609020204030204" pitchFamily="49" charset="0"/>
                  </a:rPr>
                  <a:t>0004081216</a:t>
                </a:r>
              </a:p>
            </p:txBody>
          </p:sp>
          <p:sp>
            <p:nvSpPr>
              <p:cNvPr id="29" name="Text Box 24">
                <a:extLst>
                  <a:ext uri="{FF2B5EF4-FFF2-40B4-BE49-F238E27FC236}">
                    <a16:creationId xmlns:a16="http://schemas.microsoft.com/office/drawing/2014/main" id="{81F8C68B-13DB-4A2F-83D0-B984380A81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33" y="996"/>
                <a:ext cx="2480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r>
                  <a:rPr kumimoji="1" lang="zh-CN" altLang="zh-CN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字节    </a:t>
                </a:r>
                <a:r>
                  <a:rPr kumimoji="1" lang="en-US" altLang="zh-CN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 </a:t>
                </a:r>
                <a:r>
                  <a:rPr kumimoji="1" lang="zh-CN" altLang="zh-CN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1字节  </a:t>
                </a:r>
                <a:r>
                  <a:rPr kumimoji="1" lang="en-US" altLang="zh-CN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kumimoji="1" lang="zh-CN" altLang="zh-CN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  2字节</a:t>
                </a:r>
                <a:r>
                  <a:rPr kumimoji="1" lang="en-US" altLang="zh-CN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kumimoji="1" lang="zh-CN" altLang="zh-CN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   3字节</a:t>
                </a:r>
                <a:endParaRPr kumimoji="1" lang="zh-CN" altLang="en-US" sz="2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Line 25">
                <a:extLst>
                  <a:ext uri="{FF2B5EF4-FFF2-40B4-BE49-F238E27FC236}">
                    <a16:creationId xmlns:a16="http://schemas.microsoft.com/office/drawing/2014/main" id="{6AD2DCE5-E52F-442F-ABA8-BCBD5CD20C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57" y="1231"/>
                <a:ext cx="0" cy="7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1" name="Line 26">
                <a:extLst>
                  <a:ext uri="{FF2B5EF4-FFF2-40B4-BE49-F238E27FC236}">
                    <a16:creationId xmlns:a16="http://schemas.microsoft.com/office/drawing/2014/main" id="{2399CC04-3C7A-4E10-A47C-498C311AA6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3" y="1231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2" name="Line 27">
                <a:extLst>
                  <a:ext uri="{FF2B5EF4-FFF2-40B4-BE49-F238E27FC236}">
                    <a16:creationId xmlns:a16="http://schemas.microsoft.com/office/drawing/2014/main" id="{E5393029-0F3B-46D4-A3A0-C1993AD655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3" y="1615"/>
                <a:ext cx="0" cy="3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3" name="Line 28">
                <a:extLst>
                  <a:ext uri="{FF2B5EF4-FFF2-40B4-BE49-F238E27FC236}">
                    <a16:creationId xmlns:a16="http://schemas.microsoft.com/office/drawing/2014/main" id="{1C93C557-5CDD-4DFE-8094-FFD6599ADE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57" y="1615"/>
                <a:ext cx="0" cy="3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" name="Line 29">
                <a:extLst>
                  <a:ext uri="{FF2B5EF4-FFF2-40B4-BE49-F238E27FC236}">
                    <a16:creationId xmlns:a16="http://schemas.microsoft.com/office/drawing/2014/main" id="{E8CC1D6C-D35F-4D09-AA83-1FB3F02DCE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57" y="1231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5" name="Line 30">
                <a:extLst>
                  <a:ext uri="{FF2B5EF4-FFF2-40B4-BE49-F238E27FC236}">
                    <a16:creationId xmlns:a16="http://schemas.microsoft.com/office/drawing/2014/main" id="{EE17085D-835B-4FE3-9513-58F09807EF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1" y="1807"/>
                <a:ext cx="24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8" name="矩形 7">
              <a:extLst>
                <a:ext uri="{FF2B5EF4-FFF2-40B4-BE49-F238E27FC236}">
                  <a16:creationId xmlns:a16="http://schemas.microsoft.com/office/drawing/2014/main" id="{BEC6142F-3CA0-4A2E-81E4-363CF4AA68B3}"/>
                </a:ext>
              </a:extLst>
            </p:cNvPr>
            <p:cNvSpPr/>
            <p:nvPr/>
          </p:nvSpPr>
          <p:spPr>
            <a:xfrm>
              <a:off x="2638489" y="5965795"/>
              <a:ext cx="1158554" cy="399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对齐存放</a:t>
              </a:r>
            </a:p>
          </p:txBody>
        </p:sp>
      </p:grp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02C9A9C6-F286-4F7F-9B39-19785DDC6012}"/>
              </a:ext>
            </a:extLst>
          </p:cNvPr>
          <p:cNvGrpSpPr/>
          <p:nvPr/>
        </p:nvGrpSpPr>
        <p:grpSpPr>
          <a:xfrm>
            <a:off x="4646329" y="4035696"/>
            <a:ext cx="4489450" cy="2518251"/>
            <a:chOff x="6265991" y="3858192"/>
            <a:chExt cx="4489450" cy="2518251"/>
          </a:xfrm>
        </p:grpSpPr>
        <p:grpSp>
          <p:nvGrpSpPr>
            <p:cNvPr id="37" name="Group 31">
              <a:extLst>
                <a:ext uri="{FF2B5EF4-FFF2-40B4-BE49-F238E27FC236}">
                  <a16:creationId xmlns:a16="http://schemas.microsoft.com/office/drawing/2014/main" id="{EFACF900-6BED-47A9-A5A0-C733C79A3E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5991" y="3858192"/>
              <a:ext cx="4489450" cy="2024064"/>
              <a:chOff x="1488" y="2606"/>
              <a:chExt cx="2784" cy="1275"/>
            </a:xfrm>
          </p:grpSpPr>
          <p:sp>
            <p:nvSpPr>
              <p:cNvPr id="39" name="Text Box 38">
                <a:extLst>
                  <a:ext uri="{FF2B5EF4-FFF2-40B4-BE49-F238E27FC236}">
                    <a16:creationId xmlns:a16="http://schemas.microsoft.com/office/drawing/2014/main" id="{63FAA671-6970-482D-9BD0-BCD97C8FE5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7" y="2606"/>
                <a:ext cx="2400" cy="5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r>
                  <a:rPr kumimoji="1" lang="en-US" altLang="zh-CN" kern="0" dirty="0">
                    <a:solidFill>
                      <a:prstClr val="black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r>
                  <a:rPr kumimoji="1" lang="zh-CN" altLang="zh-CN" kern="0" dirty="0">
                    <a:solidFill>
                      <a:prstClr val="black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字节   </a:t>
                </a:r>
                <a:r>
                  <a:rPr kumimoji="1" lang="en-US" altLang="zh-CN" kern="0" dirty="0">
                    <a:solidFill>
                      <a:prstClr val="black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 </a:t>
                </a:r>
                <a:r>
                  <a:rPr kumimoji="1" lang="zh-CN" altLang="zh-CN" kern="0" dirty="0">
                    <a:solidFill>
                      <a:prstClr val="black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1字节  </a:t>
                </a:r>
                <a:r>
                  <a:rPr kumimoji="1" lang="en-US" altLang="zh-CN" kern="0" dirty="0">
                    <a:solidFill>
                      <a:prstClr val="black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kumimoji="1" lang="zh-CN" altLang="zh-CN" kern="0" dirty="0">
                    <a:solidFill>
                      <a:prstClr val="black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  2字节 </a:t>
                </a:r>
                <a:r>
                  <a:rPr kumimoji="1" lang="en-US" altLang="zh-CN" kern="0" dirty="0">
                    <a:solidFill>
                      <a:prstClr val="black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kumimoji="1" lang="zh-CN" altLang="zh-CN" kern="0" dirty="0">
                    <a:solidFill>
                      <a:prstClr val="black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   3字节</a:t>
                </a:r>
                <a:endParaRPr kumimoji="1" lang="zh-CN" altLang="en-US" sz="2000" kern="0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endParaRPr kumimoji="1" lang="zh-CN" altLang="en-US" kern="0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Text Box 32">
                <a:extLst>
                  <a:ext uri="{FF2B5EF4-FFF2-40B4-BE49-F238E27FC236}">
                    <a16:creationId xmlns:a16="http://schemas.microsoft.com/office/drawing/2014/main" id="{CCA2401E-C7D4-4982-8F48-31388C37A2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88" y="2892"/>
                <a:ext cx="336" cy="9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lnSpc>
                    <a:spcPct val="80000"/>
                  </a:lnSpc>
                  <a:spcBef>
                    <a:spcPct val="50000"/>
                  </a:spcBef>
                  <a:spcAft>
                    <a:spcPts val="0"/>
                  </a:spcAft>
                  <a:defRPr/>
                </a:pPr>
                <a:r>
                  <a:rPr kumimoji="1" lang="en-US" altLang="zh-CN" sz="2400" i="1" kern="0" dirty="0">
                    <a:solidFill>
                      <a:prstClr val="black"/>
                    </a:solidFill>
                    <a:latin typeface="Consolas" panose="020B0609020204030204" pitchFamily="49" charset="0"/>
                  </a:rPr>
                  <a:t>0004081216</a:t>
                </a:r>
              </a:p>
            </p:txBody>
          </p:sp>
          <p:sp>
            <p:nvSpPr>
              <p:cNvPr id="41" name="Line 33">
                <a:extLst>
                  <a:ext uri="{FF2B5EF4-FFF2-40B4-BE49-F238E27FC236}">
                    <a16:creationId xmlns:a16="http://schemas.microsoft.com/office/drawing/2014/main" id="{46ACB6D4-2019-41CD-A47C-9403A29AF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3822"/>
                <a:ext cx="2400" cy="0"/>
              </a:xfrm>
              <a:prstGeom prst="line">
                <a:avLst/>
              </a:prstGeom>
              <a:noFill/>
              <a:ln w="3810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42" name="Text Box 34" descr="新闻纸">
                <a:extLst>
                  <a:ext uri="{FF2B5EF4-FFF2-40B4-BE49-F238E27FC236}">
                    <a16:creationId xmlns:a16="http://schemas.microsoft.com/office/drawing/2014/main" id="{73A774D1-B68B-421E-88AF-666E2651C4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2" y="2862"/>
                <a:ext cx="2400" cy="192"/>
              </a:xfrm>
              <a:prstGeom prst="rect">
                <a:avLst/>
              </a:prstGeom>
              <a:solidFill>
                <a:srgbClr val="FF99FF"/>
              </a:solidFill>
              <a:ln w="38100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 anchor="ctr" anchorCtr="0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r>
                  <a:rPr kumimoji="1" lang="en-US" altLang="zh-CN" sz="2200" b="1" i="1" kern="0" dirty="0" err="1">
                    <a:solidFill>
                      <a:prstClr val="black"/>
                    </a:solidFill>
                    <a:latin typeface="Times New Roman" panose="02020603050405020304" pitchFamily="18" charset="0"/>
                  </a:rPr>
                  <a:t>int</a:t>
                </a:r>
                <a:r>
                  <a:rPr kumimoji="1" lang="en-US" altLang="zh-CN" sz="2200" b="1" i="1" kern="0" dirty="0">
                    <a:solidFill>
                      <a:prstClr val="black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200" b="1" i="1" kern="0" dirty="0" err="1">
                    <a:solidFill>
                      <a:prstClr val="black"/>
                    </a:solidFill>
                    <a:latin typeface="Times New Roman" panose="02020603050405020304" pitchFamily="18" charset="0"/>
                  </a:rPr>
                  <a:t>i</a:t>
                </a:r>
                <a:endParaRPr kumimoji="1" lang="zh-CN" altLang="en-US" sz="2200" b="1" i="1" kern="0" dirty="0">
                  <a:solidFill>
                    <a:prstClr val="blac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" name="Text Box 35" descr="宽上对角线">
                <a:extLst>
                  <a:ext uri="{FF2B5EF4-FFF2-40B4-BE49-F238E27FC236}">
                    <a16:creationId xmlns:a16="http://schemas.microsoft.com/office/drawing/2014/main" id="{E6446B9D-FB34-4EC1-9B30-93A1CB9F79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2" y="3054"/>
                <a:ext cx="1152" cy="192"/>
              </a:xfrm>
              <a:prstGeom prst="rect">
                <a:avLst/>
              </a:prstGeom>
              <a:solidFill>
                <a:srgbClr val="86BC64"/>
              </a:solidFill>
              <a:ln w="38100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 anchor="ctr" anchorCtr="0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r>
                  <a:rPr kumimoji="1" lang="en-US" altLang="zh-CN" sz="2200" b="1" i="1" kern="0" dirty="0">
                    <a:solidFill>
                      <a:prstClr val="black"/>
                    </a:solidFill>
                    <a:latin typeface="Times New Roman" panose="02020603050405020304" pitchFamily="18" charset="0"/>
                  </a:rPr>
                  <a:t>short k</a:t>
                </a:r>
                <a:endParaRPr kumimoji="1" lang="zh-CN" altLang="en-US" sz="2200" b="1" i="1" kern="0" dirty="0">
                  <a:solidFill>
                    <a:prstClr val="blac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4" name="Text Box 36" descr="信纸">
                <a:extLst>
                  <a:ext uri="{FF2B5EF4-FFF2-40B4-BE49-F238E27FC236}">
                    <a16:creationId xmlns:a16="http://schemas.microsoft.com/office/drawing/2014/main" id="{80F7E6C2-5E56-4DEF-9C2E-DA6B58263E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2" y="3246"/>
                <a:ext cx="2400" cy="19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0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r>
                  <a:rPr kumimoji="1" lang="en-US" altLang="zh-CN" sz="2400" b="1" i="1" kern="0" dirty="0">
                    <a:solidFill>
                      <a:prstClr val="black"/>
                    </a:solidFill>
                    <a:latin typeface="Times New Roman" panose="02020603050405020304" pitchFamily="18" charset="0"/>
                  </a:rPr>
                  <a:t>double x</a:t>
                </a:r>
                <a:endParaRPr kumimoji="1" lang="zh-CN" altLang="en-US" sz="2400" b="1" i="1" kern="0" dirty="0">
                  <a:solidFill>
                    <a:prstClr val="blac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5" name="Text Box 37" descr="宽上对角线">
                <a:extLst>
                  <a:ext uri="{FF2B5EF4-FFF2-40B4-BE49-F238E27FC236}">
                    <a16:creationId xmlns:a16="http://schemas.microsoft.com/office/drawing/2014/main" id="{A55E9AFA-6466-4120-B8B7-89ABEE8302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48" y="3438"/>
                <a:ext cx="624" cy="192"/>
              </a:xfrm>
              <a:prstGeom prst="rect">
                <a:avLst/>
              </a:prstGeom>
              <a:solidFill>
                <a:srgbClr val="86BC64"/>
              </a:solidFill>
              <a:ln w="38100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 anchor="ctr" anchorCtr="0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r>
                  <a:rPr kumimoji="1" lang="en-US" altLang="zh-CN" sz="2200" b="1" i="1" kern="0" dirty="0">
                    <a:solidFill>
                      <a:prstClr val="black"/>
                    </a:solidFill>
                    <a:latin typeface="Times New Roman" panose="02020603050405020304" pitchFamily="18" charset="0"/>
                  </a:rPr>
                  <a:t>short j</a:t>
                </a:r>
                <a:endParaRPr kumimoji="1" lang="zh-CN" altLang="en-US" sz="2200" b="1" i="1" kern="0" dirty="0">
                  <a:solidFill>
                    <a:prstClr val="blac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" name="Rectangle 39">
                <a:extLst>
                  <a:ext uri="{FF2B5EF4-FFF2-40B4-BE49-F238E27FC236}">
                    <a16:creationId xmlns:a16="http://schemas.microsoft.com/office/drawing/2014/main" id="{C5D1E8D8-E981-4957-8EC3-A75DA4F02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2862"/>
                <a:ext cx="2400" cy="960"/>
              </a:xfrm>
              <a:prstGeom prst="rect">
                <a:avLst/>
              </a:prstGeom>
              <a:noFill/>
              <a:ln w="38100">
                <a:solidFill>
                  <a:sysClr val="windowText" lastClr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1600" b="1" i="1" kern="0">
                  <a:solidFill>
                    <a:prstClr val="blac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" name="Line 40">
                <a:extLst>
                  <a:ext uri="{FF2B5EF4-FFF2-40B4-BE49-F238E27FC236}">
                    <a16:creationId xmlns:a16="http://schemas.microsoft.com/office/drawing/2014/main" id="{6BCADD4A-3568-4652-856B-FED950A56A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4" y="2862"/>
                <a:ext cx="0" cy="192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48" name="Line 41">
                <a:extLst>
                  <a:ext uri="{FF2B5EF4-FFF2-40B4-BE49-F238E27FC236}">
                    <a16:creationId xmlns:a16="http://schemas.microsoft.com/office/drawing/2014/main" id="{7DB501CB-7D0E-4EC5-9560-4CE822E0C4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4" y="3246"/>
                <a:ext cx="0" cy="384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49" name="Line 42">
                <a:extLst>
                  <a:ext uri="{FF2B5EF4-FFF2-40B4-BE49-F238E27FC236}">
                    <a16:creationId xmlns:a16="http://schemas.microsoft.com/office/drawing/2014/main" id="{305AF0E3-7B67-4C34-B856-EB74C3A14B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3438"/>
                <a:ext cx="2400" cy="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50" name="Text Box 43" descr="信纸">
                <a:extLst>
                  <a:ext uri="{FF2B5EF4-FFF2-40B4-BE49-F238E27FC236}">
                    <a16:creationId xmlns:a16="http://schemas.microsoft.com/office/drawing/2014/main" id="{6E28A181-269A-44D9-9C20-D7D1DC2D84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4" y="3054"/>
                <a:ext cx="1248" cy="192"/>
              </a:xfrm>
              <a:prstGeom prst="rect">
                <a:avLst/>
              </a:prstGeom>
              <a:solidFill>
                <a:srgbClr val="FFFF00"/>
              </a:solidFill>
              <a:ln w="12700">
                <a:solidFill>
                  <a:sysClr val="windowText" lastClr="000000"/>
                </a:solidFill>
                <a:prstDash val="sysDot"/>
                <a:miter lim="800000"/>
                <a:headEnd/>
                <a:tailEnd/>
              </a:ln>
            </p:spPr>
            <p:txBody>
              <a:bodyPr anchor="ctr" anchorCtr="0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endParaRPr kumimoji="1" lang="zh-CN" altLang="en-US" sz="2400" kern="0" dirty="0">
                  <a:solidFill>
                    <a:prstClr val="blac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" name="Text Box 44" descr="信纸">
                <a:extLst>
                  <a:ext uri="{FF2B5EF4-FFF2-40B4-BE49-F238E27FC236}">
                    <a16:creationId xmlns:a16="http://schemas.microsoft.com/office/drawing/2014/main" id="{85BF90A7-5ECF-493A-BBC7-4F444C5CE6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2" y="3438"/>
                <a:ext cx="1152" cy="19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endParaRPr kumimoji="1" lang="zh-CN" altLang="en-US" sz="2400" kern="0">
                  <a:solidFill>
                    <a:prstClr val="blac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" name="Line 45">
                <a:extLst>
                  <a:ext uri="{FF2B5EF4-FFF2-40B4-BE49-F238E27FC236}">
                    <a16:creationId xmlns:a16="http://schemas.microsoft.com/office/drawing/2014/main" id="{5A34399C-2DAA-4BA7-9FFD-2840531D1C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4" y="3054"/>
                <a:ext cx="1248" cy="0"/>
              </a:xfrm>
              <a:prstGeom prst="line">
                <a:avLst/>
              </a:prstGeom>
              <a:noFill/>
              <a:ln w="3810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200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53" name="Line 46">
                <a:extLst>
                  <a:ext uri="{FF2B5EF4-FFF2-40B4-BE49-F238E27FC236}">
                    <a16:creationId xmlns:a16="http://schemas.microsoft.com/office/drawing/2014/main" id="{1A24F451-DDA4-4949-8213-D29F79CBC5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4" y="3054"/>
                <a:ext cx="0" cy="192"/>
              </a:xfrm>
              <a:prstGeom prst="line">
                <a:avLst/>
              </a:prstGeom>
              <a:noFill/>
              <a:ln w="3810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54" name="Line 47">
                <a:extLst>
                  <a:ext uri="{FF2B5EF4-FFF2-40B4-BE49-F238E27FC236}">
                    <a16:creationId xmlns:a16="http://schemas.microsoft.com/office/drawing/2014/main" id="{2F787937-23E1-4B5A-8758-A1D20CB347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4" y="3438"/>
                <a:ext cx="0" cy="192"/>
              </a:xfrm>
              <a:prstGeom prst="line">
                <a:avLst/>
              </a:prstGeom>
              <a:noFill/>
              <a:ln w="3810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55" name="Line 48">
                <a:extLst>
                  <a:ext uri="{FF2B5EF4-FFF2-40B4-BE49-F238E27FC236}">
                    <a16:creationId xmlns:a16="http://schemas.microsoft.com/office/drawing/2014/main" id="{F5BE479E-41E8-4166-8205-65CFC3C59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3438"/>
                <a:ext cx="0" cy="192"/>
              </a:xfrm>
              <a:prstGeom prst="line">
                <a:avLst/>
              </a:prstGeom>
              <a:noFill/>
              <a:ln w="3810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56" name="Line 49">
                <a:extLst>
                  <a:ext uri="{FF2B5EF4-FFF2-40B4-BE49-F238E27FC236}">
                    <a16:creationId xmlns:a16="http://schemas.microsoft.com/office/drawing/2014/main" id="{AC9C031B-92C6-4A7E-BD90-B8474BA22F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4" y="3438"/>
                <a:ext cx="1248" cy="0"/>
              </a:xfrm>
              <a:prstGeom prst="line">
                <a:avLst/>
              </a:prstGeom>
              <a:noFill/>
              <a:ln w="3810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200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57" name="Line 50">
                <a:extLst>
                  <a:ext uri="{FF2B5EF4-FFF2-40B4-BE49-F238E27FC236}">
                    <a16:creationId xmlns:a16="http://schemas.microsoft.com/office/drawing/2014/main" id="{3271B07F-CD8F-4BD2-B603-2122741A49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2" y="3054"/>
                <a:ext cx="0" cy="192"/>
              </a:xfrm>
              <a:prstGeom prst="line">
                <a:avLst/>
              </a:prstGeom>
              <a:noFill/>
              <a:ln w="3810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58" name="Line 51">
                <a:extLst>
                  <a:ext uri="{FF2B5EF4-FFF2-40B4-BE49-F238E27FC236}">
                    <a16:creationId xmlns:a16="http://schemas.microsoft.com/office/drawing/2014/main" id="{2AAB75A5-301C-46A5-A2F0-39CD191FF7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3246"/>
                <a:ext cx="1152" cy="0"/>
              </a:xfrm>
              <a:prstGeom prst="line">
                <a:avLst/>
              </a:prstGeom>
              <a:noFill/>
              <a:ln w="3810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59" name="Line 52">
                <a:extLst>
                  <a:ext uri="{FF2B5EF4-FFF2-40B4-BE49-F238E27FC236}">
                    <a16:creationId xmlns:a16="http://schemas.microsoft.com/office/drawing/2014/main" id="{13B8AA0B-6E55-435C-A83E-9F47BFE360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3630"/>
                <a:ext cx="1152" cy="0"/>
              </a:xfrm>
              <a:prstGeom prst="line">
                <a:avLst/>
              </a:prstGeom>
              <a:noFill/>
              <a:ln w="3810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60" name="Line 53">
                <a:extLst>
                  <a:ext uri="{FF2B5EF4-FFF2-40B4-BE49-F238E27FC236}">
                    <a16:creationId xmlns:a16="http://schemas.microsoft.com/office/drawing/2014/main" id="{448BADDF-C576-443D-A491-5A63B4A9BD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8" y="2862"/>
                <a:ext cx="0" cy="76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61" name="Line 54">
                <a:extLst>
                  <a:ext uri="{FF2B5EF4-FFF2-40B4-BE49-F238E27FC236}">
                    <a16:creationId xmlns:a16="http://schemas.microsoft.com/office/drawing/2014/main" id="{7B81C778-6518-4C3F-BFEB-0AE59AB06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2862"/>
                <a:ext cx="0" cy="76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62" name="Line 55">
                <a:extLst>
                  <a:ext uri="{FF2B5EF4-FFF2-40B4-BE49-F238E27FC236}">
                    <a16:creationId xmlns:a16="http://schemas.microsoft.com/office/drawing/2014/main" id="{A73204BD-D20F-4380-826F-283D71A56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3438"/>
                <a:ext cx="1152" cy="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63" name="Text Box 56">
                <a:extLst>
                  <a:ext uri="{FF2B5EF4-FFF2-40B4-BE49-F238E27FC236}">
                    <a16:creationId xmlns:a16="http://schemas.microsoft.com/office/drawing/2014/main" id="{4BDE5BAB-8D1E-4EE1-8A76-D4703A9B79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4" y="3438"/>
                <a:ext cx="624" cy="192"/>
              </a:xfrm>
              <a:prstGeom prst="rect">
                <a:avLst/>
              </a:prstGeom>
              <a:solidFill>
                <a:srgbClr val="FF9999"/>
              </a:solidFill>
              <a:ln w="38100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</p:spPr>
            <p:txBody>
              <a:bodyPr anchor="ctr" anchorCtr="0"/>
              <a:lstStyle/>
              <a:p>
                <a:pPr algn="ctr"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r>
                  <a:rPr kumimoji="1" lang="en-US" altLang="zh-CN" sz="2200" b="1" i="1" kern="0" dirty="0">
                    <a:solidFill>
                      <a:prstClr val="black"/>
                    </a:solidFill>
                    <a:latin typeface="Times New Roman" pitchFamily="18" charset="0"/>
                    <a:ea typeface="微软雅黑"/>
                  </a:rPr>
                  <a:t>char c</a:t>
                </a:r>
                <a:endParaRPr kumimoji="1" lang="zh-CN" altLang="en-US" sz="2200" b="1" i="1" kern="0" dirty="0">
                  <a:solidFill>
                    <a:prstClr val="black"/>
                  </a:solidFill>
                  <a:latin typeface="Times New Roman" pitchFamily="18" charset="0"/>
                  <a:ea typeface="微软雅黑"/>
                </a:endParaRPr>
              </a:p>
            </p:txBody>
          </p:sp>
          <p:sp>
            <p:nvSpPr>
              <p:cNvPr id="64" name="Text Box 57" descr="宽上对角线">
                <a:extLst>
                  <a:ext uri="{FF2B5EF4-FFF2-40B4-BE49-F238E27FC236}">
                    <a16:creationId xmlns:a16="http://schemas.microsoft.com/office/drawing/2014/main" id="{AEA1EEC9-7895-42CE-917A-38F953E748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2" y="3630"/>
                <a:ext cx="576" cy="192"/>
              </a:xfrm>
              <a:prstGeom prst="rect">
                <a:avLst/>
              </a:prstGeom>
              <a:solidFill>
                <a:srgbClr val="86BC64"/>
              </a:solidFill>
              <a:ln w="38100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endParaRPr kumimoji="1" lang="zh-CN" altLang="en-US" sz="2400" kern="0" dirty="0">
                  <a:solidFill>
                    <a:prstClr val="blac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Line 58">
                <a:extLst>
                  <a:ext uri="{FF2B5EF4-FFF2-40B4-BE49-F238E27FC236}">
                    <a16:creationId xmlns:a16="http://schemas.microsoft.com/office/drawing/2014/main" id="{143C7417-1829-4376-A54B-F401911BC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4" y="3246"/>
                <a:ext cx="1248" cy="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38" name="矩形 37">
              <a:extLst>
                <a:ext uri="{FF2B5EF4-FFF2-40B4-BE49-F238E27FC236}">
                  <a16:creationId xmlns:a16="http://schemas.microsoft.com/office/drawing/2014/main" id="{EEA52B51-D088-476E-B1D8-790E08E19F9B}"/>
                </a:ext>
              </a:extLst>
            </p:cNvPr>
            <p:cNvSpPr/>
            <p:nvPr/>
          </p:nvSpPr>
          <p:spPr>
            <a:xfrm>
              <a:off x="8086799" y="5976333"/>
              <a:ext cx="146706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zh-CN" altLang="en-US" sz="2000" b="1" kern="0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未对齐存放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093604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EAAAB778-3852-4F77-853A-2995745E75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大端对齐和小端对齐</a:t>
            </a:r>
          </a:p>
        </p:txBody>
      </p:sp>
      <p:sp>
        <p:nvSpPr>
          <p:cNvPr id="7" name="Text Box 2">
            <a:extLst>
              <a:ext uri="{FF2B5EF4-FFF2-40B4-BE49-F238E27FC236}">
                <a16:creationId xmlns:a16="http://schemas.microsoft.com/office/drawing/2014/main" id="{194D81AA-1F16-4002-9773-79505FE726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1485356"/>
            <a:ext cx="455295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dirty="0">
                <a:latin typeface="Times New Roman" panose="02020603050405020304" pitchFamily="18" charset="0"/>
              </a:rPr>
              <a:t>       </a:t>
            </a:r>
            <a:r>
              <a:rPr kumimoji="1" lang="zh-CN" altLang="en-US" sz="24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高位字节 </a:t>
            </a:r>
            <a:r>
              <a:rPr kumimoji="1" lang="zh-CN" altLang="en-US" sz="2400" b="1" dirty="0">
                <a:latin typeface="Times New Roman" panose="02020603050405020304" pitchFamily="18" charset="0"/>
              </a:rPr>
              <a:t>地址为字地址</a:t>
            </a:r>
            <a:endParaRPr kumimoji="1" lang="en-US" altLang="zh-CN" sz="2400" b="1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 dirty="0">
                <a:latin typeface="Times New Roman" panose="02020603050405020304" pitchFamily="18" charset="0"/>
              </a:rPr>
              <a:t>大端对齐（</a:t>
            </a:r>
            <a:r>
              <a:rPr kumimoji="1" lang="en-US" altLang="zh-CN" sz="2400" b="1" dirty="0">
                <a:latin typeface="Times New Roman" panose="02020603050405020304" pitchFamily="18" charset="0"/>
              </a:rPr>
              <a:t>Big Endian</a:t>
            </a:r>
            <a:r>
              <a:rPr kumimoji="1" lang="zh-CN" altLang="en-US" sz="2400" b="1" dirty="0">
                <a:latin typeface="Times New Roman" panose="02020603050405020304" pitchFamily="18" charset="0"/>
              </a:rPr>
              <a:t>）</a:t>
            </a: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35A104BE-F0BE-412A-A70E-C0EAE722A6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7438" y="1556792"/>
            <a:ext cx="3789362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   </a:t>
            </a: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低位字节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地址为字地址</a:t>
            </a:r>
            <a:endParaRPr kumimoji="1" lang="en-US" altLang="zh-CN" sz="2400" b="1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小端对齐（</a:t>
            </a:r>
            <a:r>
              <a:rPr kumimoji="1" lang="en-US" altLang="zh-CN" sz="2400" b="1">
                <a:latin typeface="Times New Roman" panose="02020603050405020304" pitchFamily="18" charset="0"/>
              </a:rPr>
              <a:t>Little  Endian</a:t>
            </a:r>
            <a:r>
              <a:rPr kumimoji="1" lang="zh-CN" altLang="en-US" sz="2400" b="1">
                <a:latin typeface="Times New Roman" panose="02020603050405020304" pitchFamily="18" charset="0"/>
              </a:rPr>
              <a:t>）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kumimoji="1" lang="zh-CN" altLang="en-US" sz="2400" b="1">
              <a:latin typeface="Times New Roman" panose="02020603050405020304" pitchFamily="18" charset="0"/>
            </a:endParaRPr>
          </a:p>
        </p:txBody>
      </p:sp>
      <p:grpSp>
        <p:nvGrpSpPr>
          <p:cNvPr id="9" name="Group 10">
            <a:extLst>
              <a:ext uri="{FF2B5EF4-FFF2-40B4-BE49-F238E27FC236}">
                <a16:creationId xmlns:a16="http://schemas.microsoft.com/office/drawing/2014/main" id="{3F236638-E318-458F-B9C7-BB22DC14A8DD}"/>
              </a:ext>
            </a:extLst>
          </p:cNvPr>
          <p:cNvGrpSpPr>
            <a:grpSpLocks/>
          </p:cNvGrpSpPr>
          <p:nvPr/>
        </p:nvGrpSpPr>
        <p:grpSpPr bwMode="auto">
          <a:xfrm>
            <a:off x="458788" y="2506119"/>
            <a:ext cx="3852862" cy="2027237"/>
            <a:chOff x="309" y="1296"/>
            <a:chExt cx="2427" cy="1277"/>
          </a:xfrm>
        </p:grpSpPr>
        <p:sp>
          <p:nvSpPr>
            <p:cNvPr id="10" name="Text Box 11">
              <a:extLst>
                <a:ext uri="{FF2B5EF4-FFF2-40B4-BE49-F238E27FC236}">
                  <a16:creationId xmlns:a16="http://schemas.microsoft.com/office/drawing/2014/main" id="{A150913C-0AF5-4537-A20C-129C6C60F2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9" y="1392"/>
              <a:ext cx="791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>
                  <a:latin typeface="Times New Roman" panose="02020603050405020304" pitchFamily="18" charset="0"/>
                </a:rPr>
                <a:t>字地址</a:t>
              </a:r>
            </a:p>
          </p:txBody>
        </p:sp>
        <p:sp>
          <p:nvSpPr>
            <p:cNvPr id="11" name="Text Box 12">
              <a:extLst>
                <a:ext uri="{FF2B5EF4-FFF2-40B4-BE49-F238E27FC236}">
                  <a16:creationId xmlns:a16="http://schemas.microsoft.com/office/drawing/2014/main" id="{73DF7B13-9629-4B91-96BF-B78EAF5F61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1" y="1296"/>
              <a:ext cx="82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>
                  <a:latin typeface="Times New Roman" panose="02020603050405020304" pitchFamily="18" charset="0"/>
                </a:rPr>
                <a:t>字节地址</a:t>
              </a:r>
            </a:p>
          </p:txBody>
        </p:sp>
        <p:sp>
          <p:nvSpPr>
            <p:cNvPr id="12" name="AutoShape 13">
              <a:extLst>
                <a:ext uri="{FF2B5EF4-FFF2-40B4-BE49-F238E27FC236}">
                  <a16:creationId xmlns:a16="http://schemas.microsoft.com/office/drawing/2014/main" id="{8CDCE429-1EC8-4AB2-A863-584B7E1897E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46" y="719"/>
              <a:ext cx="144" cy="1836"/>
            </a:xfrm>
            <a:prstGeom prst="leftBrace">
              <a:avLst>
                <a:gd name="adj1" fmla="val 106250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grpSp>
          <p:nvGrpSpPr>
            <p:cNvPr id="13" name="Group 14">
              <a:extLst>
                <a:ext uri="{FF2B5EF4-FFF2-40B4-BE49-F238E27FC236}">
                  <a16:creationId xmlns:a16="http://schemas.microsoft.com/office/drawing/2014/main" id="{2DA656BA-F761-4722-8226-484630AFB7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" y="1705"/>
              <a:ext cx="1824" cy="868"/>
              <a:chOff x="912" y="1961"/>
              <a:chExt cx="1824" cy="868"/>
            </a:xfrm>
          </p:grpSpPr>
          <p:sp>
            <p:nvSpPr>
              <p:cNvPr id="17" name="Rectangle 15">
                <a:extLst>
                  <a:ext uri="{FF2B5EF4-FFF2-40B4-BE49-F238E27FC236}">
                    <a16:creationId xmlns:a16="http://schemas.microsoft.com/office/drawing/2014/main" id="{A0C9FBC7-C513-4D2E-86F4-B9AD257A4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11</a:t>
                </a:r>
              </a:p>
            </p:txBody>
          </p:sp>
          <p:sp>
            <p:nvSpPr>
              <p:cNvPr id="18" name="Rectangle 16">
                <a:extLst>
                  <a:ext uri="{FF2B5EF4-FFF2-40B4-BE49-F238E27FC236}">
                    <a16:creationId xmlns:a16="http://schemas.microsoft.com/office/drawing/2014/main" id="{A7A91400-50EB-4468-A387-651B1BC10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10</a:t>
                </a:r>
              </a:p>
            </p:txBody>
          </p:sp>
          <p:sp>
            <p:nvSpPr>
              <p:cNvPr id="19" name="Rectangle 17">
                <a:extLst>
                  <a:ext uri="{FF2B5EF4-FFF2-40B4-BE49-F238E27FC236}">
                    <a16:creationId xmlns:a16="http://schemas.microsoft.com/office/drawing/2014/main" id="{6B11235D-0E7C-44B5-82D6-61C44B161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9</a:t>
                </a:r>
              </a:p>
            </p:txBody>
          </p:sp>
          <p:sp>
            <p:nvSpPr>
              <p:cNvPr id="20" name="Rectangle 18">
                <a:extLst>
                  <a:ext uri="{FF2B5EF4-FFF2-40B4-BE49-F238E27FC236}">
                    <a16:creationId xmlns:a16="http://schemas.microsoft.com/office/drawing/2014/main" id="{8A7B2780-6EF5-439C-97D8-CA3EB2DF0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8</a:t>
                </a:r>
              </a:p>
            </p:txBody>
          </p:sp>
          <p:sp>
            <p:nvSpPr>
              <p:cNvPr id="21" name="Rectangle 19">
                <a:extLst>
                  <a:ext uri="{FF2B5EF4-FFF2-40B4-BE49-F238E27FC236}">
                    <a16:creationId xmlns:a16="http://schemas.microsoft.com/office/drawing/2014/main" id="{154FE6CE-8158-4C7E-906D-0EF36BEFD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7</a:t>
                </a:r>
              </a:p>
            </p:txBody>
          </p:sp>
          <p:sp>
            <p:nvSpPr>
              <p:cNvPr id="22" name="Rectangle 20">
                <a:extLst>
                  <a:ext uri="{FF2B5EF4-FFF2-40B4-BE49-F238E27FC236}">
                    <a16:creationId xmlns:a16="http://schemas.microsoft.com/office/drawing/2014/main" id="{E44C3AEC-45DA-4BE2-B1EA-72C6A63B7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6</a:t>
                </a:r>
              </a:p>
            </p:txBody>
          </p:sp>
          <p:sp>
            <p:nvSpPr>
              <p:cNvPr id="23" name="Rectangle 21">
                <a:extLst>
                  <a:ext uri="{FF2B5EF4-FFF2-40B4-BE49-F238E27FC236}">
                    <a16:creationId xmlns:a16="http://schemas.microsoft.com/office/drawing/2014/main" id="{0FE90039-9A8F-4294-8B89-0B1B4138D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5</a:t>
                </a:r>
              </a:p>
            </p:txBody>
          </p:sp>
          <p:sp>
            <p:nvSpPr>
              <p:cNvPr id="24" name="Rectangle 22">
                <a:extLst>
                  <a:ext uri="{FF2B5EF4-FFF2-40B4-BE49-F238E27FC236}">
                    <a16:creationId xmlns:a16="http://schemas.microsoft.com/office/drawing/2014/main" id="{03426A70-E77B-4009-89C0-FF849F5F4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4</a:t>
                </a:r>
              </a:p>
            </p:txBody>
          </p:sp>
          <p:sp>
            <p:nvSpPr>
              <p:cNvPr id="25" name="Rectangle 23">
                <a:extLst>
                  <a:ext uri="{FF2B5EF4-FFF2-40B4-BE49-F238E27FC236}">
                    <a16:creationId xmlns:a16="http://schemas.microsoft.com/office/drawing/2014/main" id="{CE624F7E-C594-444B-B9F8-4303D6BDC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3</a:t>
                </a:r>
              </a:p>
            </p:txBody>
          </p:sp>
          <p:sp>
            <p:nvSpPr>
              <p:cNvPr id="26" name="Rectangle 24">
                <a:extLst>
                  <a:ext uri="{FF2B5EF4-FFF2-40B4-BE49-F238E27FC236}">
                    <a16:creationId xmlns:a16="http://schemas.microsoft.com/office/drawing/2014/main" id="{5C9BD02F-123D-4B7E-8D40-2F211FFF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2</a:t>
                </a:r>
              </a:p>
            </p:txBody>
          </p:sp>
          <p:sp>
            <p:nvSpPr>
              <p:cNvPr id="27" name="Rectangle 25">
                <a:extLst>
                  <a:ext uri="{FF2B5EF4-FFF2-40B4-BE49-F238E27FC236}">
                    <a16:creationId xmlns:a16="http://schemas.microsoft.com/office/drawing/2014/main" id="{A9BDCD1E-A829-42DA-975C-D7CCDEC7F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1</a:t>
                </a:r>
              </a:p>
            </p:txBody>
          </p:sp>
          <p:sp>
            <p:nvSpPr>
              <p:cNvPr id="28" name="Rectangle 26">
                <a:extLst>
                  <a:ext uri="{FF2B5EF4-FFF2-40B4-BE49-F238E27FC236}">
                    <a16:creationId xmlns:a16="http://schemas.microsoft.com/office/drawing/2014/main" id="{0F08DC20-5906-4A8E-A1F6-9D0D0DAC6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0</a:t>
                </a:r>
              </a:p>
            </p:txBody>
          </p:sp>
          <p:sp>
            <p:nvSpPr>
              <p:cNvPr id="29" name="Line 27">
                <a:extLst>
                  <a:ext uri="{FF2B5EF4-FFF2-40B4-BE49-F238E27FC236}">
                    <a16:creationId xmlns:a16="http://schemas.microsoft.com/office/drawing/2014/main" id="{F4662008-8DF4-4CAC-B622-51F9E0F5C1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2255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 dirty="0"/>
              </a:p>
            </p:txBody>
          </p:sp>
          <p:sp>
            <p:nvSpPr>
              <p:cNvPr id="30" name="Line 28">
                <a:extLst>
                  <a:ext uri="{FF2B5EF4-FFF2-40B4-BE49-F238E27FC236}">
                    <a16:creationId xmlns:a16="http://schemas.microsoft.com/office/drawing/2014/main" id="{76D30FA2-649B-4D6B-99C2-1AC4571554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2542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1" name="Line 29">
                <a:extLst>
                  <a:ext uri="{FF2B5EF4-FFF2-40B4-BE49-F238E27FC236}">
                    <a16:creationId xmlns:a16="http://schemas.microsoft.com/office/drawing/2014/main" id="{69E5013A-CE5C-4F99-A420-80D64B502B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2829"/>
                <a:ext cx="1824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2" name="Line 30">
                <a:extLst>
                  <a:ext uri="{FF2B5EF4-FFF2-40B4-BE49-F238E27FC236}">
                    <a16:creationId xmlns:a16="http://schemas.microsoft.com/office/drawing/2014/main" id="{2624E5A0-F2FF-49E3-9194-052D848720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3" name="Line 31">
                <a:extLst>
                  <a:ext uri="{FF2B5EF4-FFF2-40B4-BE49-F238E27FC236}">
                    <a16:creationId xmlns:a16="http://schemas.microsoft.com/office/drawing/2014/main" id="{52CBE264-D7C0-4BCE-9C6D-1DBABE88F8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4" name="Line 32">
                <a:extLst>
                  <a:ext uri="{FF2B5EF4-FFF2-40B4-BE49-F238E27FC236}">
                    <a16:creationId xmlns:a16="http://schemas.microsoft.com/office/drawing/2014/main" id="{2FAF846C-D5B1-4EE6-BCF8-8244A2944E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4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5" name="Line 33">
                <a:extLst>
                  <a:ext uri="{FF2B5EF4-FFF2-40B4-BE49-F238E27FC236}">
                    <a16:creationId xmlns:a16="http://schemas.microsoft.com/office/drawing/2014/main" id="{D1E81BC4-76F2-4A31-861C-DB4342856A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0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6" name="Line 34">
                <a:extLst>
                  <a:ext uri="{FF2B5EF4-FFF2-40B4-BE49-F238E27FC236}">
                    <a16:creationId xmlns:a16="http://schemas.microsoft.com/office/drawing/2014/main" id="{9981E120-28F5-4C98-BEA6-236B30811D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6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7" name="Freeform 35">
                <a:extLst>
                  <a:ext uri="{FF2B5EF4-FFF2-40B4-BE49-F238E27FC236}">
                    <a16:creationId xmlns:a16="http://schemas.microsoft.com/office/drawing/2014/main" id="{48B27EBA-B53A-436A-82B4-FE9A9CB96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961"/>
                <a:ext cx="1821" cy="5"/>
              </a:xfrm>
              <a:custGeom>
                <a:avLst/>
                <a:gdLst>
                  <a:gd name="T0" fmla="*/ 0 w 1821"/>
                  <a:gd name="T1" fmla="*/ 5 h 5"/>
                  <a:gd name="T2" fmla="*/ 1821 w 1821"/>
                  <a:gd name="T3" fmla="*/ 0 h 5"/>
                  <a:gd name="T4" fmla="*/ 0 60000 65536"/>
                  <a:gd name="T5" fmla="*/ 0 60000 65536"/>
                  <a:gd name="T6" fmla="*/ 0 w 1821"/>
                  <a:gd name="T7" fmla="*/ 0 h 5"/>
                  <a:gd name="T8" fmla="*/ 1821 w 1821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21" h="5">
                    <a:moveTo>
                      <a:pt x="0" y="5"/>
                    </a:moveTo>
                    <a:lnTo>
                      <a:pt x="1821" y="0"/>
                    </a:lnTo>
                  </a:path>
                </a:pathLst>
              </a:cu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</p:grpSp>
        <p:sp>
          <p:nvSpPr>
            <p:cNvPr id="14" name="Rectangle 36">
              <a:extLst>
                <a:ext uri="{FF2B5EF4-FFF2-40B4-BE49-F238E27FC236}">
                  <a16:creationId xmlns:a16="http://schemas.microsoft.com/office/drawing/2014/main" id="{91E3F865-409C-4C54-B11B-117CA7AB5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286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8</a:t>
              </a:r>
            </a:p>
          </p:txBody>
        </p:sp>
        <p:sp>
          <p:nvSpPr>
            <p:cNvPr id="15" name="Rectangle 37">
              <a:extLst>
                <a:ext uri="{FF2B5EF4-FFF2-40B4-BE49-F238E27FC236}">
                  <a16:creationId xmlns:a16="http://schemas.microsoft.com/office/drawing/2014/main" id="{7D129CD2-F51F-4D51-B287-4FA80F38F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999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4</a:t>
              </a:r>
            </a:p>
          </p:txBody>
        </p:sp>
        <p:sp>
          <p:nvSpPr>
            <p:cNvPr id="16" name="Rectangle 38">
              <a:extLst>
                <a:ext uri="{FF2B5EF4-FFF2-40B4-BE49-F238E27FC236}">
                  <a16:creationId xmlns:a16="http://schemas.microsoft.com/office/drawing/2014/main" id="{BC8FDBA8-F459-4345-BCF3-0B3B0B4E9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712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0</a:t>
              </a:r>
            </a:p>
          </p:txBody>
        </p:sp>
      </p:grpSp>
      <p:grpSp>
        <p:nvGrpSpPr>
          <p:cNvPr id="38" name="Group 39">
            <a:extLst>
              <a:ext uri="{FF2B5EF4-FFF2-40B4-BE49-F238E27FC236}">
                <a16:creationId xmlns:a16="http://schemas.microsoft.com/office/drawing/2014/main" id="{755398F4-9572-4864-B58A-C2BEE0A39976}"/>
              </a:ext>
            </a:extLst>
          </p:cNvPr>
          <p:cNvGrpSpPr>
            <a:grpSpLocks/>
          </p:cNvGrpSpPr>
          <p:nvPr/>
        </p:nvGrpSpPr>
        <p:grpSpPr bwMode="auto">
          <a:xfrm>
            <a:off x="5530850" y="2506119"/>
            <a:ext cx="2514600" cy="2027237"/>
            <a:chOff x="3504" y="1363"/>
            <a:chExt cx="1584" cy="1277"/>
          </a:xfrm>
        </p:grpSpPr>
        <p:sp>
          <p:nvSpPr>
            <p:cNvPr id="39" name="Text Box 40">
              <a:extLst>
                <a:ext uri="{FF2B5EF4-FFF2-40B4-BE49-F238E27FC236}">
                  <a16:creationId xmlns:a16="http://schemas.microsoft.com/office/drawing/2014/main" id="{26FA821D-FC99-49C2-BCFF-D462EB5DDE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4" y="1363"/>
              <a:ext cx="82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>
                  <a:latin typeface="Times New Roman" panose="02020603050405020304" pitchFamily="18" charset="0"/>
                </a:rPr>
                <a:t>字节地址</a:t>
              </a:r>
            </a:p>
          </p:txBody>
        </p:sp>
        <p:sp>
          <p:nvSpPr>
            <p:cNvPr id="40" name="Text Box 41">
              <a:extLst>
                <a:ext uri="{FF2B5EF4-FFF2-40B4-BE49-F238E27FC236}">
                  <a16:creationId xmlns:a16="http://schemas.microsoft.com/office/drawing/2014/main" id="{0AE725E7-89DC-47B3-92DF-B8DA716C44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4" y="1459"/>
              <a:ext cx="791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>
                  <a:latin typeface="Times New Roman" panose="02020603050405020304" pitchFamily="18" charset="0"/>
                </a:rPr>
                <a:t>字地址</a:t>
              </a:r>
            </a:p>
          </p:txBody>
        </p:sp>
        <p:grpSp>
          <p:nvGrpSpPr>
            <p:cNvPr id="41" name="Group 42">
              <a:extLst>
                <a:ext uri="{FF2B5EF4-FFF2-40B4-BE49-F238E27FC236}">
                  <a16:creationId xmlns:a16="http://schemas.microsoft.com/office/drawing/2014/main" id="{ABE3B2B8-EFA9-49AF-A247-1B051A18E4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1776"/>
              <a:ext cx="912" cy="864"/>
              <a:chOff x="4368" y="1968"/>
              <a:chExt cx="912" cy="864"/>
            </a:xfrm>
          </p:grpSpPr>
          <p:sp>
            <p:nvSpPr>
              <p:cNvPr id="46" name="Rectangle 43">
                <a:extLst>
                  <a:ext uri="{FF2B5EF4-FFF2-40B4-BE49-F238E27FC236}">
                    <a16:creationId xmlns:a16="http://schemas.microsoft.com/office/drawing/2014/main" id="{459F95F3-2B18-43B5-A31C-01F566D04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54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4</a:t>
                </a:r>
              </a:p>
            </p:txBody>
          </p:sp>
          <p:sp>
            <p:nvSpPr>
              <p:cNvPr id="47" name="Rectangle 44">
                <a:extLst>
                  <a:ext uri="{FF2B5EF4-FFF2-40B4-BE49-F238E27FC236}">
                    <a16:creationId xmlns:a16="http://schemas.microsoft.com/office/drawing/2014/main" id="{E4B42E73-8EA9-47A6-AF02-006387601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54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5</a:t>
                </a:r>
              </a:p>
            </p:txBody>
          </p:sp>
          <p:sp>
            <p:nvSpPr>
              <p:cNvPr id="48" name="Rectangle 45">
                <a:extLst>
                  <a:ext uri="{FF2B5EF4-FFF2-40B4-BE49-F238E27FC236}">
                    <a16:creationId xmlns:a16="http://schemas.microsoft.com/office/drawing/2014/main" id="{E1C4EEA9-D44D-4057-8C9C-26C7FD006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25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2</a:t>
                </a:r>
              </a:p>
            </p:txBody>
          </p:sp>
          <p:sp>
            <p:nvSpPr>
              <p:cNvPr id="49" name="Rectangle 46">
                <a:extLst>
                  <a:ext uri="{FF2B5EF4-FFF2-40B4-BE49-F238E27FC236}">
                    <a16:creationId xmlns:a16="http://schemas.microsoft.com/office/drawing/2014/main" id="{7370E928-B43D-448E-8121-3F418FCF6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25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3</a:t>
                </a:r>
              </a:p>
            </p:txBody>
          </p:sp>
          <p:sp>
            <p:nvSpPr>
              <p:cNvPr id="50" name="Rectangle 47">
                <a:extLst>
                  <a:ext uri="{FF2B5EF4-FFF2-40B4-BE49-F238E27FC236}">
                    <a16:creationId xmlns:a16="http://schemas.microsoft.com/office/drawing/2014/main" id="{FCE445F0-C4BA-4D43-816F-FBAB33BD5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1971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0</a:t>
                </a:r>
              </a:p>
            </p:txBody>
          </p:sp>
          <p:sp>
            <p:nvSpPr>
              <p:cNvPr id="51" name="Rectangle 48">
                <a:extLst>
                  <a:ext uri="{FF2B5EF4-FFF2-40B4-BE49-F238E27FC236}">
                    <a16:creationId xmlns:a16="http://schemas.microsoft.com/office/drawing/2014/main" id="{E725BB5C-A704-499E-A32C-39EB8A796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1971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/>
                  <a:t>1</a:t>
                </a:r>
              </a:p>
            </p:txBody>
          </p:sp>
          <p:sp>
            <p:nvSpPr>
              <p:cNvPr id="52" name="Line 49">
                <a:extLst>
                  <a:ext uri="{FF2B5EF4-FFF2-40B4-BE49-F238E27FC236}">
                    <a16:creationId xmlns:a16="http://schemas.microsoft.com/office/drawing/2014/main" id="{ED380C79-2971-4E21-BB8D-ACF4FB38A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8" y="2258"/>
                <a:ext cx="91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53" name="Line 50">
                <a:extLst>
                  <a:ext uri="{FF2B5EF4-FFF2-40B4-BE49-F238E27FC236}">
                    <a16:creationId xmlns:a16="http://schemas.microsoft.com/office/drawing/2014/main" id="{44070CE2-B123-4FD1-AE77-4647BDD8C0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8" y="2545"/>
                <a:ext cx="91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54" name="Freeform 51">
                <a:extLst>
                  <a:ext uri="{FF2B5EF4-FFF2-40B4-BE49-F238E27FC236}">
                    <a16:creationId xmlns:a16="http://schemas.microsoft.com/office/drawing/2014/main" id="{B5A8D48B-47D6-4373-A887-E5B99EC4B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829"/>
                <a:ext cx="912" cy="3"/>
              </a:xfrm>
              <a:custGeom>
                <a:avLst/>
                <a:gdLst>
                  <a:gd name="T0" fmla="*/ 0 w 912"/>
                  <a:gd name="T1" fmla="*/ 3 h 3"/>
                  <a:gd name="T2" fmla="*/ 912 w 912"/>
                  <a:gd name="T3" fmla="*/ 0 h 3"/>
                  <a:gd name="T4" fmla="*/ 0 60000 65536"/>
                  <a:gd name="T5" fmla="*/ 0 60000 65536"/>
                  <a:gd name="T6" fmla="*/ 0 w 912"/>
                  <a:gd name="T7" fmla="*/ 0 h 3"/>
                  <a:gd name="T8" fmla="*/ 912 w 912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12" h="3">
                    <a:moveTo>
                      <a:pt x="0" y="3"/>
                    </a:moveTo>
                    <a:lnTo>
                      <a:pt x="912" y="0"/>
                    </a:lnTo>
                  </a:path>
                </a:pathLst>
              </a:cu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55" name="Line 52">
                <a:extLst>
                  <a:ext uri="{FF2B5EF4-FFF2-40B4-BE49-F238E27FC236}">
                    <a16:creationId xmlns:a16="http://schemas.microsoft.com/office/drawing/2014/main" id="{1D722180-F137-4775-96E6-BC6F81420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8" y="1971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56" name="Line 53">
                <a:extLst>
                  <a:ext uri="{FF2B5EF4-FFF2-40B4-BE49-F238E27FC236}">
                    <a16:creationId xmlns:a16="http://schemas.microsoft.com/office/drawing/2014/main" id="{73DDAD98-2B74-48CA-8461-2708A175F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24" y="1971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57" name="Line 54">
                <a:extLst>
                  <a:ext uri="{FF2B5EF4-FFF2-40B4-BE49-F238E27FC236}">
                    <a16:creationId xmlns:a16="http://schemas.microsoft.com/office/drawing/2014/main" id="{5CA2380E-8749-417F-A462-4622038207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0" y="1971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58" name="Freeform 55">
                <a:extLst>
                  <a:ext uri="{FF2B5EF4-FFF2-40B4-BE49-F238E27FC236}">
                    <a16:creationId xmlns:a16="http://schemas.microsoft.com/office/drawing/2014/main" id="{9FC77766-F0A5-4AD1-94C3-85965CE90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968"/>
                <a:ext cx="912" cy="3"/>
              </a:xfrm>
              <a:custGeom>
                <a:avLst/>
                <a:gdLst>
                  <a:gd name="T0" fmla="*/ 0 w 912"/>
                  <a:gd name="T1" fmla="*/ 0 h 3"/>
                  <a:gd name="T2" fmla="*/ 912 w 912"/>
                  <a:gd name="T3" fmla="*/ 3 h 3"/>
                  <a:gd name="T4" fmla="*/ 0 60000 65536"/>
                  <a:gd name="T5" fmla="*/ 0 60000 65536"/>
                  <a:gd name="T6" fmla="*/ 0 w 912"/>
                  <a:gd name="T7" fmla="*/ 0 h 3"/>
                  <a:gd name="T8" fmla="*/ 912 w 912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12" h="3">
                    <a:moveTo>
                      <a:pt x="0" y="0"/>
                    </a:moveTo>
                    <a:lnTo>
                      <a:pt x="912" y="3"/>
                    </a:lnTo>
                  </a:path>
                </a:pathLst>
              </a:cu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</p:grpSp>
        <p:sp>
          <p:nvSpPr>
            <p:cNvPr id="42" name="Rectangle 56">
              <a:extLst>
                <a:ext uri="{FF2B5EF4-FFF2-40B4-BE49-F238E27FC236}">
                  <a16:creationId xmlns:a16="http://schemas.microsoft.com/office/drawing/2014/main" id="{44037281-5F18-419F-AB25-5FC1DEE72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50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4</a:t>
              </a:r>
            </a:p>
          </p:txBody>
        </p:sp>
        <p:sp>
          <p:nvSpPr>
            <p:cNvPr id="43" name="Rectangle 57">
              <a:extLst>
                <a:ext uri="{FF2B5EF4-FFF2-40B4-BE49-F238E27FC236}">
                  <a16:creationId xmlns:a16="http://schemas.microsoft.com/office/drawing/2014/main" id="{B68BB1A7-FF50-4DF5-B3ED-C0232DF03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063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2</a:t>
              </a:r>
            </a:p>
          </p:txBody>
        </p:sp>
        <p:sp>
          <p:nvSpPr>
            <p:cNvPr id="44" name="Rectangle 58">
              <a:extLst>
                <a:ext uri="{FF2B5EF4-FFF2-40B4-BE49-F238E27FC236}">
                  <a16:creationId xmlns:a16="http://schemas.microsoft.com/office/drawing/2014/main" id="{5451F8C1-3F13-4CBB-ACBD-6309F8FBE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776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0</a:t>
              </a:r>
            </a:p>
          </p:txBody>
        </p:sp>
        <p:sp>
          <p:nvSpPr>
            <p:cNvPr id="45" name="AutoShape 59">
              <a:extLst>
                <a:ext uri="{FF2B5EF4-FFF2-40B4-BE49-F238E27FC236}">
                  <a16:creationId xmlns:a16="http://schemas.microsoft.com/office/drawing/2014/main" id="{3F51D9D2-1A34-47E5-B659-A7F94A7BD29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560" y="1248"/>
              <a:ext cx="144" cy="912"/>
            </a:xfrm>
            <a:prstGeom prst="leftBrace">
              <a:avLst>
                <a:gd name="adj1" fmla="val 52778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</p:spTree>
    <p:extLst>
      <p:ext uri="{BB962C8B-B14F-4D97-AF65-F5344CB8AC3E}">
        <p14:creationId xmlns:p14="http://schemas.microsoft.com/office/powerpoint/2010/main" val="3309411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utoUpdateAnimBg="0"/>
      <p:bldP spid="8" grpId="0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835F8EF-B967-4251-9922-23F8D6DBA4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0511" y="692696"/>
            <a:ext cx="8939327" cy="850106"/>
          </a:xfrm>
        </p:spPr>
        <p:txBody>
          <a:bodyPr/>
          <a:lstStyle/>
          <a:p>
            <a:r>
              <a:rPr lang="zh-CN" altLang="en-US" sz="3600" dirty="0"/>
              <a:t>举例：</a:t>
            </a:r>
            <a:r>
              <a:rPr lang="en-US" altLang="zh-CN" sz="3600" dirty="0"/>
              <a:t>int </a:t>
            </a:r>
            <a:r>
              <a:rPr lang="en-US" altLang="zh-CN" sz="3600" dirty="0" err="1"/>
              <a:t>i</a:t>
            </a:r>
            <a:r>
              <a:rPr lang="en-US" altLang="zh-CN" sz="3600" dirty="0"/>
              <a:t>=0x12345678</a:t>
            </a:r>
            <a:r>
              <a:rPr lang="zh-CN" altLang="en-US" sz="3600" dirty="0"/>
              <a:t>如何存储？</a:t>
            </a:r>
          </a:p>
        </p:txBody>
      </p:sp>
      <p:grpSp>
        <p:nvGrpSpPr>
          <p:cNvPr id="4" name="Group 10">
            <a:extLst>
              <a:ext uri="{FF2B5EF4-FFF2-40B4-BE49-F238E27FC236}">
                <a16:creationId xmlns:a16="http://schemas.microsoft.com/office/drawing/2014/main" id="{0C5E41D4-A8D5-4C1D-87DA-BD576CF6190A}"/>
              </a:ext>
            </a:extLst>
          </p:cNvPr>
          <p:cNvGrpSpPr>
            <a:grpSpLocks/>
          </p:cNvGrpSpPr>
          <p:nvPr/>
        </p:nvGrpSpPr>
        <p:grpSpPr bwMode="auto">
          <a:xfrm>
            <a:off x="214315" y="2658519"/>
            <a:ext cx="4097337" cy="1874837"/>
            <a:chOff x="155" y="1392"/>
            <a:chExt cx="2581" cy="1181"/>
          </a:xfrm>
        </p:grpSpPr>
        <p:sp>
          <p:nvSpPr>
            <p:cNvPr id="5" name="Text Box 11">
              <a:extLst>
                <a:ext uri="{FF2B5EF4-FFF2-40B4-BE49-F238E27FC236}">
                  <a16:creationId xmlns:a16="http://schemas.microsoft.com/office/drawing/2014/main" id="{2A4D82C1-DEE2-4539-82C3-FEA78EB2D9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" y="1392"/>
              <a:ext cx="1946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 dirty="0">
                  <a:latin typeface="Times New Roman" panose="02020603050405020304" pitchFamily="18" charset="0"/>
                </a:rPr>
                <a:t>存储地址（字节地址）</a:t>
              </a:r>
            </a:p>
          </p:txBody>
        </p:sp>
        <p:grpSp>
          <p:nvGrpSpPr>
            <p:cNvPr id="8" name="Group 14">
              <a:extLst>
                <a:ext uri="{FF2B5EF4-FFF2-40B4-BE49-F238E27FC236}">
                  <a16:creationId xmlns:a16="http://schemas.microsoft.com/office/drawing/2014/main" id="{E0B918ED-B467-4677-829F-A2A3EE7053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" y="1705"/>
              <a:ext cx="1824" cy="868"/>
              <a:chOff x="912" y="1961"/>
              <a:chExt cx="1824" cy="868"/>
            </a:xfrm>
          </p:grpSpPr>
          <p:sp>
            <p:nvSpPr>
              <p:cNvPr id="12" name="Rectangle 15">
                <a:extLst>
                  <a:ext uri="{FF2B5EF4-FFF2-40B4-BE49-F238E27FC236}">
                    <a16:creationId xmlns:a16="http://schemas.microsoft.com/office/drawing/2014/main" id="{D4F60375-24AD-494D-973E-581760C70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13" name="Rectangle 16">
                <a:extLst>
                  <a:ext uri="{FF2B5EF4-FFF2-40B4-BE49-F238E27FC236}">
                    <a16:creationId xmlns:a16="http://schemas.microsoft.com/office/drawing/2014/main" id="{DC115321-937B-474E-909B-8F70FBF40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14" name="Rectangle 17">
                <a:extLst>
                  <a:ext uri="{FF2B5EF4-FFF2-40B4-BE49-F238E27FC236}">
                    <a16:creationId xmlns:a16="http://schemas.microsoft.com/office/drawing/2014/main" id="{92739196-65CB-472F-85B6-0BC0EB6C4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15" name="Rectangle 18">
                <a:extLst>
                  <a:ext uri="{FF2B5EF4-FFF2-40B4-BE49-F238E27FC236}">
                    <a16:creationId xmlns:a16="http://schemas.microsoft.com/office/drawing/2014/main" id="{5709825A-D197-46F0-A338-F96A62A2C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16" name="Rectangle 19">
                <a:extLst>
                  <a:ext uri="{FF2B5EF4-FFF2-40B4-BE49-F238E27FC236}">
                    <a16:creationId xmlns:a16="http://schemas.microsoft.com/office/drawing/2014/main" id="{832A9923-8C1F-4015-BB6C-2653F23DF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17" name="Rectangle 20">
                <a:extLst>
                  <a:ext uri="{FF2B5EF4-FFF2-40B4-BE49-F238E27FC236}">
                    <a16:creationId xmlns:a16="http://schemas.microsoft.com/office/drawing/2014/main" id="{B828C51B-9528-4D85-B2E2-898113258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18" name="Rectangle 21">
                <a:extLst>
                  <a:ext uri="{FF2B5EF4-FFF2-40B4-BE49-F238E27FC236}">
                    <a16:creationId xmlns:a16="http://schemas.microsoft.com/office/drawing/2014/main" id="{FA2C31FC-F951-486A-B278-FECAD6BAA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19" name="Rectangle 22">
                <a:extLst>
                  <a:ext uri="{FF2B5EF4-FFF2-40B4-BE49-F238E27FC236}">
                    <a16:creationId xmlns:a16="http://schemas.microsoft.com/office/drawing/2014/main" id="{98EA5344-38CE-4F98-9166-83DEA81C9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20" name="Rectangle 23">
                <a:extLst>
                  <a:ext uri="{FF2B5EF4-FFF2-40B4-BE49-F238E27FC236}">
                    <a16:creationId xmlns:a16="http://schemas.microsoft.com/office/drawing/2014/main" id="{1BF4D775-CC7E-4F80-8671-FF981E488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 dirty="0">
                    <a:solidFill>
                      <a:srgbClr val="FF0000"/>
                    </a:solidFill>
                  </a:rPr>
                  <a:t>78</a:t>
                </a:r>
              </a:p>
            </p:txBody>
          </p:sp>
          <p:sp>
            <p:nvSpPr>
              <p:cNvPr id="21" name="Rectangle 24">
                <a:extLst>
                  <a:ext uri="{FF2B5EF4-FFF2-40B4-BE49-F238E27FC236}">
                    <a16:creationId xmlns:a16="http://schemas.microsoft.com/office/drawing/2014/main" id="{35984E53-DCBB-4894-A61C-5BB717711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 dirty="0">
                    <a:solidFill>
                      <a:srgbClr val="FF0000"/>
                    </a:solidFill>
                  </a:rPr>
                  <a:t>56</a:t>
                </a:r>
              </a:p>
            </p:txBody>
          </p:sp>
          <p:sp>
            <p:nvSpPr>
              <p:cNvPr id="22" name="Rectangle 25">
                <a:extLst>
                  <a:ext uri="{FF2B5EF4-FFF2-40B4-BE49-F238E27FC236}">
                    <a16:creationId xmlns:a16="http://schemas.microsoft.com/office/drawing/2014/main" id="{491D7B2A-0696-434B-B931-D3E4CE0BE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 dirty="0">
                    <a:solidFill>
                      <a:srgbClr val="FF0000"/>
                    </a:solidFill>
                  </a:rPr>
                  <a:t>34</a:t>
                </a:r>
              </a:p>
            </p:txBody>
          </p:sp>
          <p:sp>
            <p:nvSpPr>
              <p:cNvPr id="23" name="Rectangle 26">
                <a:extLst>
                  <a:ext uri="{FF2B5EF4-FFF2-40B4-BE49-F238E27FC236}">
                    <a16:creationId xmlns:a16="http://schemas.microsoft.com/office/drawing/2014/main" id="{D4EA0CAF-07B9-4811-B0D9-6BA8B2994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 dirty="0">
                    <a:solidFill>
                      <a:srgbClr val="FF0000"/>
                    </a:solidFill>
                  </a:rPr>
                  <a:t>12</a:t>
                </a:r>
              </a:p>
            </p:txBody>
          </p:sp>
          <p:sp>
            <p:nvSpPr>
              <p:cNvPr id="24" name="Line 27">
                <a:extLst>
                  <a:ext uri="{FF2B5EF4-FFF2-40B4-BE49-F238E27FC236}">
                    <a16:creationId xmlns:a16="http://schemas.microsoft.com/office/drawing/2014/main" id="{7909DF0F-C908-4787-8F12-0544D7141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2255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 dirty="0"/>
              </a:p>
            </p:txBody>
          </p:sp>
          <p:sp>
            <p:nvSpPr>
              <p:cNvPr id="25" name="Line 28">
                <a:extLst>
                  <a:ext uri="{FF2B5EF4-FFF2-40B4-BE49-F238E27FC236}">
                    <a16:creationId xmlns:a16="http://schemas.microsoft.com/office/drawing/2014/main" id="{B581F03E-145B-4B4A-BEBE-26A1373E0B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2542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6" name="Line 29">
                <a:extLst>
                  <a:ext uri="{FF2B5EF4-FFF2-40B4-BE49-F238E27FC236}">
                    <a16:creationId xmlns:a16="http://schemas.microsoft.com/office/drawing/2014/main" id="{241D0AEF-2A65-4FFD-BABC-3660253597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2829"/>
                <a:ext cx="1824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7" name="Line 30">
                <a:extLst>
                  <a:ext uri="{FF2B5EF4-FFF2-40B4-BE49-F238E27FC236}">
                    <a16:creationId xmlns:a16="http://schemas.microsoft.com/office/drawing/2014/main" id="{8E44D3BD-62BF-4A66-81F3-34E8FACE1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8" name="Line 31">
                <a:extLst>
                  <a:ext uri="{FF2B5EF4-FFF2-40B4-BE49-F238E27FC236}">
                    <a16:creationId xmlns:a16="http://schemas.microsoft.com/office/drawing/2014/main" id="{9FAE5D2F-C2C4-4938-8BB4-9EAF689531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9" name="Line 32">
                <a:extLst>
                  <a:ext uri="{FF2B5EF4-FFF2-40B4-BE49-F238E27FC236}">
                    <a16:creationId xmlns:a16="http://schemas.microsoft.com/office/drawing/2014/main" id="{9EA559F1-DDD9-41C9-ADCA-0814D56B0D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4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0" name="Line 33">
                <a:extLst>
                  <a:ext uri="{FF2B5EF4-FFF2-40B4-BE49-F238E27FC236}">
                    <a16:creationId xmlns:a16="http://schemas.microsoft.com/office/drawing/2014/main" id="{B4647AB7-2E8E-43C2-B417-815F0A0D8D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0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1" name="Line 34">
                <a:extLst>
                  <a:ext uri="{FF2B5EF4-FFF2-40B4-BE49-F238E27FC236}">
                    <a16:creationId xmlns:a16="http://schemas.microsoft.com/office/drawing/2014/main" id="{2FEBD339-263F-4E5D-9D8F-6CB87A0581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6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2" name="Freeform 35">
                <a:extLst>
                  <a:ext uri="{FF2B5EF4-FFF2-40B4-BE49-F238E27FC236}">
                    <a16:creationId xmlns:a16="http://schemas.microsoft.com/office/drawing/2014/main" id="{A1010AFC-09C0-4D5E-86CE-D1F5CC325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961"/>
                <a:ext cx="1821" cy="5"/>
              </a:xfrm>
              <a:custGeom>
                <a:avLst/>
                <a:gdLst>
                  <a:gd name="T0" fmla="*/ 0 w 1821"/>
                  <a:gd name="T1" fmla="*/ 5 h 5"/>
                  <a:gd name="T2" fmla="*/ 1821 w 1821"/>
                  <a:gd name="T3" fmla="*/ 0 h 5"/>
                  <a:gd name="T4" fmla="*/ 0 60000 65536"/>
                  <a:gd name="T5" fmla="*/ 0 60000 65536"/>
                  <a:gd name="T6" fmla="*/ 0 w 1821"/>
                  <a:gd name="T7" fmla="*/ 0 h 5"/>
                  <a:gd name="T8" fmla="*/ 1821 w 1821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21" h="5">
                    <a:moveTo>
                      <a:pt x="0" y="5"/>
                    </a:moveTo>
                    <a:lnTo>
                      <a:pt x="1821" y="0"/>
                    </a:lnTo>
                  </a:path>
                </a:pathLst>
              </a:cu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</p:grpSp>
        <p:sp>
          <p:nvSpPr>
            <p:cNvPr id="9" name="Rectangle 36">
              <a:extLst>
                <a:ext uri="{FF2B5EF4-FFF2-40B4-BE49-F238E27FC236}">
                  <a16:creationId xmlns:a16="http://schemas.microsoft.com/office/drawing/2014/main" id="{0C8E641E-87CB-4EE2-83DB-A90618507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286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8</a:t>
              </a:r>
            </a:p>
          </p:txBody>
        </p:sp>
        <p:sp>
          <p:nvSpPr>
            <p:cNvPr id="10" name="Rectangle 37">
              <a:extLst>
                <a:ext uri="{FF2B5EF4-FFF2-40B4-BE49-F238E27FC236}">
                  <a16:creationId xmlns:a16="http://schemas.microsoft.com/office/drawing/2014/main" id="{2FA2A640-236A-4183-95BE-20DC0D181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999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4</a:t>
              </a:r>
            </a:p>
          </p:txBody>
        </p:sp>
        <p:sp>
          <p:nvSpPr>
            <p:cNvPr id="11" name="Rectangle 38">
              <a:extLst>
                <a:ext uri="{FF2B5EF4-FFF2-40B4-BE49-F238E27FC236}">
                  <a16:creationId xmlns:a16="http://schemas.microsoft.com/office/drawing/2014/main" id="{36201E32-782B-43FF-8710-0D44C39AD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712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0</a:t>
              </a:r>
            </a:p>
          </p:txBody>
        </p:sp>
      </p:grpSp>
      <p:sp>
        <p:nvSpPr>
          <p:cNvPr id="67" name="矩形 66">
            <a:extLst>
              <a:ext uri="{FF2B5EF4-FFF2-40B4-BE49-F238E27FC236}">
                <a16:creationId xmlns:a16="http://schemas.microsoft.com/office/drawing/2014/main" id="{DD94599D-BE65-4B82-A3EC-AAF7DA3E85AC}"/>
              </a:ext>
            </a:extLst>
          </p:cNvPr>
          <p:cNvSpPr/>
          <p:nvPr/>
        </p:nvSpPr>
        <p:spPr>
          <a:xfrm>
            <a:off x="2195736" y="4872541"/>
            <a:ext cx="110799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kern="0" dirty="0">
                <a:latin typeface="华光小标宋_CNKI" panose="02000500000000000000" pitchFamily="2" charset="-122"/>
                <a:ea typeface="华光小标宋_CNKI" panose="02000500000000000000" pitchFamily="2" charset="-122"/>
              </a:rPr>
              <a:t>大端对齐</a:t>
            </a:r>
          </a:p>
        </p:txBody>
      </p:sp>
      <p:grpSp>
        <p:nvGrpSpPr>
          <p:cNvPr id="70" name="Group 10">
            <a:extLst>
              <a:ext uri="{FF2B5EF4-FFF2-40B4-BE49-F238E27FC236}">
                <a16:creationId xmlns:a16="http://schemas.microsoft.com/office/drawing/2014/main" id="{FB407947-EC29-4A67-91DD-ECD7A8140989}"/>
              </a:ext>
            </a:extLst>
          </p:cNvPr>
          <p:cNvGrpSpPr>
            <a:grpSpLocks/>
          </p:cNvGrpSpPr>
          <p:nvPr/>
        </p:nvGrpSpPr>
        <p:grpSpPr bwMode="auto">
          <a:xfrm>
            <a:off x="4588772" y="2658519"/>
            <a:ext cx="4097337" cy="1874837"/>
            <a:chOff x="155" y="1392"/>
            <a:chExt cx="2581" cy="1181"/>
          </a:xfrm>
        </p:grpSpPr>
        <p:sp>
          <p:nvSpPr>
            <p:cNvPr id="71" name="Text Box 11">
              <a:extLst>
                <a:ext uri="{FF2B5EF4-FFF2-40B4-BE49-F238E27FC236}">
                  <a16:creationId xmlns:a16="http://schemas.microsoft.com/office/drawing/2014/main" id="{8E45E752-CD6E-40AA-AE20-B9F7152834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" y="1392"/>
              <a:ext cx="1977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 dirty="0">
                  <a:latin typeface="Times New Roman" panose="02020603050405020304" pitchFamily="18" charset="0"/>
                </a:rPr>
                <a:t>存储地址（字节地址）</a:t>
              </a:r>
            </a:p>
          </p:txBody>
        </p:sp>
        <p:grpSp>
          <p:nvGrpSpPr>
            <p:cNvPr id="72" name="Group 14">
              <a:extLst>
                <a:ext uri="{FF2B5EF4-FFF2-40B4-BE49-F238E27FC236}">
                  <a16:creationId xmlns:a16="http://schemas.microsoft.com/office/drawing/2014/main" id="{2986761A-8F2E-4580-BFC5-00FF7A549D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" y="1705"/>
              <a:ext cx="1824" cy="868"/>
              <a:chOff x="912" y="1961"/>
              <a:chExt cx="1824" cy="868"/>
            </a:xfrm>
          </p:grpSpPr>
          <p:sp>
            <p:nvSpPr>
              <p:cNvPr id="76" name="Rectangle 15">
                <a:extLst>
                  <a:ext uri="{FF2B5EF4-FFF2-40B4-BE49-F238E27FC236}">
                    <a16:creationId xmlns:a16="http://schemas.microsoft.com/office/drawing/2014/main" id="{B9EFBA6D-1954-44FA-8864-344B01D9B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2D6F1471-5C71-4D73-9878-700560BD7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78" name="Rectangle 17">
                <a:extLst>
                  <a:ext uri="{FF2B5EF4-FFF2-40B4-BE49-F238E27FC236}">
                    <a16:creationId xmlns:a16="http://schemas.microsoft.com/office/drawing/2014/main" id="{5568ED1F-822F-4524-9C15-2609630F8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79" name="Rectangle 18">
                <a:extLst>
                  <a:ext uri="{FF2B5EF4-FFF2-40B4-BE49-F238E27FC236}">
                    <a16:creationId xmlns:a16="http://schemas.microsoft.com/office/drawing/2014/main" id="{93BF13EE-F4E3-4D81-B76E-E185A843D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80" name="Rectangle 19">
                <a:extLst>
                  <a:ext uri="{FF2B5EF4-FFF2-40B4-BE49-F238E27FC236}">
                    <a16:creationId xmlns:a16="http://schemas.microsoft.com/office/drawing/2014/main" id="{C7F07AD5-7D8C-44DF-BAC4-520E442A8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81" name="Rectangle 20">
                <a:extLst>
                  <a:ext uri="{FF2B5EF4-FFF2-40B4-BE49-F238E27FC236}">
                    <a16:creationId xmlns:a16="http://schemas.microsoft.com/office/drawing/2014/main" id="{51ADB0A6-8F1E-4A80-98BD-5E68A6456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82" name="Rectangle 21">
                <a:extLst>
                  <a:ext uri="{FF2B5EF4-FFF2-40B4-BE49-F238E27FC236}">
                    <a16:creationId xmlns:a16="http://schemas.microsoft.com/office/drawing/2014/main" id="{6559EA5D-7C4C-458C-A5EE-4B0ED7461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83" name="Rectangle 22">
                <a:extLst>
                  <a:ext uri="{FF2B5EF4-FFF2-40B4-BE49-F238E27FC236}">
                    <a16:creationId xmlns:a16="http://schemas.microsoft.com/office/drawing/2014/main" id="{65C6CB79-9E5D-4E9A-A465-1A4EEDA58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zh-CN" sz="2400" b="1" dirty="0"/>
              </a:p>
            </p:txBody>
          </p:sp>
          <p:sp>
            <p:nvSpPr>
              <p:cNvPr id="84" name="Rectangle 23">
                <a:extLst>
                  <a:ext uri="{FF2B5EF4-FFF2-40B4-BE49-F238E27FC236}">
                    <a16:creationId xmlns:a16="http://schemas.microsoft.com/office/drawing/2014/main" id="{667CC948-E35C-4BAA-BD87-16E69FA2F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 dirty="0">
                    <a:solidFill>
                      <a:srgbClr val="FF0000"/>
                    </a:solidFill>
                  </a:rPr>
                  <a:t>12</a:t>
                </a:r>
              </a:p>
            </p:txBody>
          </p:sp>
          <p:sp>
            <p:nvSpPr>
              <p:cNvPr id="85" name="Rectangle 24">
                <a:extLst>
                  <a:ext uri="{FF2B5EF4-FFF2-40B4-BE49-F238E27FC236}">
                    <a16:creationId xmlns:a16="http://schemas.microsoft.com/office/drawing/2014/main" id="{03FBD1BB-4399-4BA9-A07F-B64391953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 dirty="0">
                    <a:solidFill>
                      <a:srgbClr val="FF0000"/>
                    </a:solidFill>
                  </a:rPr>
                  <a:t>34</a:t>
                </a:r>
              </a:p>
            </p:txBody>
          </p:sp>
          <p:sp>
            <p:nvSpPr>
              <p:cNvPr id="86" name="Rectangle 25">
                <a:extLst>
                  <a:ext uri="{FF2B5EF4-FFF2-40B4-BE49-F238E27FC236}">
                    <a16:creationId xmlns:a16="http://schemas.microsoft.com/office/drawing/2014/main" id="{5FAC5C39-ADE3-421B-B29D-42CA27307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 dirty="0">
                    <a:solidFill>
                      <a:srgbClr val="FF0000"/>
                    </a:solidFill>
                  </a:rPr>
                  <a:t>56</a:t>
                </a:r>
              </a:p>
            </p:txBody>
          </p:sp>
          <p:sp>
            <p:nvSpPr>
              <p:cNvPr id="87" name="Rectangle 26">
                <a:extLst>
                  <a:ext uri="{FF2B5EF4-FFF2-40B4-BE49-F238E27FC236}">
                    <a16:creationId xmlns:a16="http://schemas.microsoft.com/office/drawing/2014/main" id="{85C44AB7-5F54-42E1-A13F-85DAC946C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zh-CN" sz="2400" b="1" dirty="0">
                    <a:solidFill>
                      <a:srgbClr val="FF0000"/>
                    </a:solidFill>
                  </a:rPr>
                  <a:t>78</a:t>
                </a:r>
              </a:p>
            </p:txBody>
          </p:sp>
          <p:sp>
            <p:nvSpPr>
              <p:cNvPr id="88" name="Line 27">
                <a:extLst>
                  <a:ext uri="{FF2B5EF4-FFF2-40B4-BE49-F238E27FC236}">
                    <a16:creationId xmlns:a16="http://schemas.microsoft.com/office/drawing/2014/main" id="{3FF0D1E5-19EC-4005-AA0B-08F5331828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2255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 dirty="0"/>
              </a:p>
            </p:txBody>
          </p:sp>
          <p:sp>
            <p:nvSpPr>
              <p:cNvPr id="89" name="Line 28">
                <a:extLst>
                  <a:ext uri="{FF2B5EF4-FFF2-40B4-BE49-F238E27FC236}">
                    <a16:creationId xmlns:a16="http://schemas.microsoft.com/office/drawing/2014/main" id="{78BF0C69-845F-4E2D-96E0-39418E73D5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2542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90" name="Line 29">
                <a:extLst>
                  <a:ext uri="{FF2B5EF4-FFF2-40B4-BE49-F238E27FC236}">
                    <a16:creationId xmlns:a16="http://schemas.microsoft.com/office/drawing/2014/main" id="{B6A0E5BD-3611-4A6E-9D21-011AC288C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2829"/>
                <a:ext cx="1824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91" name="Line 30">
                <a:extLst>
                  <a:ext uri="{FF2B5EF4-FFF2-40B4-BE49-F238E27FC236}">
                    <a16:creationId xmlns:a16="http://schemas.microsoft.com/office/drawing/2014/main" id="{2A49B8F1-37A5-43C6-A715-324B1A0F90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2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92" name="Line 31">
                <a:extLst>
                  <a:ext uri="{FF2B5EF4-FFF2-40B4-BE49-F238E27FC236}">
                    <a16:creationId xmlns:a16="http://schemas.microsoft.com/office/drawing/2014/main" id="{4C6968AA-8AA1-4A5C-ADAC-C6C4C60283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93" name="Line 32">
                <a:extLst>
                  <a:ext uri="{FF2B5EF4-FFF2-40B4-BE49-F238E27FC236}">
                    <a16:creationId xmlns:a16="http://schemas.microsoft.com/office/drawing/2014/main" id="{E0ED1580-1A1E-4B3F-9B5A-091B08FF93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4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94" name="Line 33">
                <a:extLst>
                  <a:ext uri="{FF2B5EF4-FFF2-40B4-BE49-F238E27FC236}">
                    <a16:creationId xmlns:a16="http://schemas.microsoft.com/office/drawing/2014/main" id="{06A75B4E-2442-4D9C-91F4-8F422FC0A0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0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95" name="Line 34">
                <a:extLst>
                  <a:ext uri="{FF2B5EF4-FFF2-40B4-BE49-F238E27FC236}">
                    <a16:creationId xmlns:a16="http://schemas.microsoft.com/office/drawing/2014/main" id="{7B022016-1881-4FCA-8E9F-519632B76A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6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96" name="Freeform 35">
                <a:extLst>
                  <a:ext uri="{FF2B5EF4-FFF2-40B4-BE49-F238E27FC236}">
                    <a16:creationId xmlns:a16="http://schemas.microsoft.com/office/drawing/2014/main" id="{A63139C8-7C31-4790-8DA8-6B4C19BC9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961"/>
                <a:ext cx="1821" cy="5"/>
              </a:xfrm>
              <a:custGeom>
                <a:avLst/>
                <a:gdLst>
                  <a:gd name="T0" fmla="*/ 0 w 1821"/>
                  <a:gd name="T1" fmla="*/ 5 h 5"/>
                  <a:gd name="T2" fmla="*/ 1821 w 1821"/>
                  <a:gd name="T3" fmla="*/ 0 h 5"/>
                  <a:gd name="T4" fmla="*/ 0 60000 65536"/>
                  <a:gd name="T5" fmla="*/ 0 60000 65536"/>
                  <a:gd name="T6" fmla="*/ 0 w 1821"/>
                  <a:gd name="T7" fmla="*/ 0 h 5"/>
                  <a:gd name="T8" fmla="*/ 1821 w 1821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21" h="5">
                    <a:moveTo>
                      <a:pt x="0" y="5"/>
                    </a:moveTo>
                    <a:lnTo>
                      <a:pt x="1821" y="0"/>
                    </a:lnTo>
                  </a:path>
                </a:pathLst>
              </a:cu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</p:grpSp>
        <p:sp>
          <p:nvSpPr>
            <p:cNvPr id="73" name="Rectangle 36">
              <a:extLst>
                <a:ext uri="{FF2B5EF4-FFF2-40B4-BE49-F238E27FC236}">
                  <a16:creationId xmlns:a16="http://schemas.microsoft.com/office/drawing/2014/main" id="{DCA0D210-BC76-4E22-A0FD-2548457E5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286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8</a:t>
              </a:r>
            </a:p>
          </p:txBody>
        </p:sp>
        <p:sp>
          <p:nvSpPr>
            <p:cNvPr id="74" name="Rectangle 37">
              <a:extLst>
                <a:ext uri="{FF2B5EF4-FFF2-40B4-BE49-F238E27FC236}">
                  <a16:creationId xmlns:a16="http://schemas.microsoft.com/office/drawing/2014/main" id="{9DD40BFF-3A74-424F-9D03-53A2E842A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999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4</a:t>
              </a:r>
            </a:p>
          </p:txBody>
        </p:sp>
        <p:sp>
          <p:nvSpPr>
            <p:cNvPr id="75" name="Rectangle 38">
              <a:extLst>
                <a:ext uri="{FF2B5EF4-FFF2-40B4-BE49-F238E27FC236}">
                  <a16:creationId xmlns:a16="http://schemas.microsoft.com/office/drawing/2014/main" id="{27A8EE10-00E5-4864-8283-649AB7B11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712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zh-CN" sz="2400" b="1"/>
                <a:t>0</a:t>
              </a:r>
            </a:p>
          </p:txBody>
        </p:sp>
      </p:grpSp>
      <p:sp>
        <p:nvSpPr>
          <p:cNvPr id="97" name="矩形 96">
            <a:extLst>
              <a:ext uri="{FF2B5EF4-FFF2-40B4-BE49-F238E27FC236}">
                <a16:creationId xmlns:a16="http://schemas.microsoft.com/office/drawing/2014/main" id="{6460CCE7-F8F1-4AE4-97EA-027F74BA5B03}"/>
              </a:ext>
            </a:extLst>
          </p:cNvPr>
          <p:cNvSpPr/>
          <p:nvPr/>
        </p:nvSpPr>
        <p:spPr>
          <a:xfrm>
            <a:off x="6570193" y="4872541"/>
            <a:ext cx="111440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kern="0" dirty="0">
                <a:latin typeface="华光小标宋_CNKI" panose="02000500000000000000" pitchFamily="2" charset="-122"/>
                <a:ea typeface="华光小标宋_CNKI" panose="02000500000000000000" pitchFamily="2" charset="-122"/>
              </a:rPr>
              <a:t>小端对齐</a:t>
            </a:r>
          </a:p>
        </p:txBody>
      </p:sp>
    </p:spTree>
    <p:extLst>
      <p:ext uri="{BB962C8B-B14F-4D97-AF65-F5344CB8AC3E}">
        <p14:creationId xmlns:p14="http://schemas.microsoft.com/office/powerpoint/2010/main" val="18404710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9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F49B2ACD-BCC3-42F3-8A46-1FF68D1E3F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zh-CN" altLang="en-US" b="1" dirty="0">
                <a:solidFill>
                  <a:srgbClr val="FF0000"/>
                </a:solidFill>
              </a:rPr>
              <a:t>第</a:t>
            </a:r>
            <a:r>
              <a:rPr lang="en-US" altLang="zh-CN" b="1" dirty="0">
                <a:solidFill>
                  <a:srgbClr val="FF0000"/>
                </a:solidFill>
                <a:latin typeface="Times New Roman" panose="02020603050405020304" pitchFamily="18" charset="0"/>
              </a:rPr>
              <a:t>3</a:t>
            </a:r>
            <a:r>
              <a:rPr lang="zh-CN" altLang="en-US" b="1" dirty="0">
                <a:solidFill>
                  <a:srgbClr val="FF0000"/>
                </a:solidFill>
              </a:rPr>
              <a:t>章  存 储 系统</a:t>
            </a:r>
          </a:p>
        </p:txBody>
      </p:sp>
      <p:sp>
        <p:nvSpPr>
          <p:cNvPr id="2" name="内容占位符 1">
            <a:extLst>
              <a:ext uri="{FF2B5EF4-FFF2-40B4-BE49-F238E27FC236}">
                <a16:creationId xmlns:a16="http://schemas.microsoft.com/office/drawing/2014/main" id="{5C153F71-F0B3-4B12-888B-BBC670D2D9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1560" y="1600202"/>
            <a:ext cx="8075240" cy="4525963"/>
          </a:xfrm>
        </p:spPr>
        <p:txBody>
          <a:bodyPr/>
          <a:lstStyle/>
          <a:p>
            <a:pPr marL="0" indent="0">
              <a:buNone/>
            </a:pPr>
            <a:r>
              <a:rPr lang="en-US" altLang="zh-CN" dirty="0"/>
              <a:t>	3.1	</a:t>
            </a:r>
            <a:r>
              <a:rPr lang="zh-CN" altLang="en-US" dirty="0"/>
              <a:t>概述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3.2	</a:t>
            </a:r>
            <a:r>
              <a:rPr lang="zh-CN" altLang="en-US" dirty="0"/>
              <a:t>主存储器的内部结构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3.3 	</a:t>
            </a:r>
            <a:r>
              <a:rPr lang="zh-CN" altLang="en-US" dirty="0"/>
              <a:t>随机访问存储器</a:t>
            </a:r>
            <a:r>
              <a:rPr lang="en-US" altLang="zh-CN" dirty="0"/>
              <a:t>RAM</a:t>
            </a:r>
          </a:p>
          <a:p>
            <a:pPr marL="0" indent="0">
              <a:buNone/>
            </a:pPr>
            <a:r>
              <a:rPr lang="en-US" altLang="zh-CN" dirty="0"/>
              <a:t>	3.4	</a:t>
            </a:r>
            <a:r>
              <a:rPr lang="zh-CN" altLang="en-US" dirty="0"/>
              <a:t>只读存储器</a:t>
            </a:r>
            <a:r>
              <a:rPr lang="en-US" altLang="zh-CN" dirty="0"/>
              <a:t>ROM</a:t>
            </a:r>
          </a:p>
          <a:p>
            <a:pPr marL="0" indent="0">
              <a:buNone/>
            </a:pPr>
            <a:r>
              <a:rPr lang="en-US" altLang="zh-CN" dirty="0"/>
              <a:t>	3.5	</a:t>
            </a:r>
            <a:r>
              <a:rPr lang="zh-CN" altLang="en-US" dirty="0"/>
              <a:t>半导体存储器扩展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3.6	</a:t>
            </a:r>
            <a:r>
              <a:rPr lang="zh-CN" altLang="en-US" dirty="0"/>
              <a:t>高速存储器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3.7	</a:t>
            </a:r>
            <a:r>
              <a:rPr lang="zh-CN" altLang="en-US" dirty="0"/>
              <a:t>高速缓冲存储器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D5D67CA4-03D2-4867-8379-5DE67C6D1C43}"/>
              </a:ext>
            </a:extLst>
          </p:cNvPr>
          <p:cNvSpPr/>
          <p:nvPr/>
        </p:nvSpPr>
        <p:spPr>
          <a:xfrm>
            <a:off x="1547664" y="2204866"/>
            <a:ext cx="4801314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/>
            <a:r>
              <a:rPr lang="en-US" altLang="zh-CN" sz="3200" kern="0" dirty="0">
                <a:solidFill>
                  <a:srgbClr val="000000"/>
                </a:solidFill>
                <a:latin typeface="Arial"/>
                <a:ea typeface="宋体"/>
              </a:rPr>
              <a:t>3.2	</a:t>
            </a:r>
            <a:r>
              <a:rPr lang="zh-CN" altLang="en-US" sz="3200" kern="0" dirty="0">
                <a:solidFill>
                  <a:srgbClr val="000000"/>
                </a:solidFill>
              </a:rPr>
              <a:t>主存储器的内部结构</a:t>
            </a:r>
          </a:p>
        </p:txBody>
      </p:sp>
    </p:spTree>
    <p:extLst>
      <p:ext uri="{BB962C8B-B14F-4D97-AF65-F5344CB8AC3E}">
        <p14:creationId xmlns:p14="http://schemas.microsoft.com/office/powerpoint/2010/main" val="975074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3.2	</a:t>
            </a:r>
            <a:r>
              <a:rPr lang="zh-CN" altLang="en-US" dirty="0"/>
              <a:t>主存储器的内部结构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569371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dirty="0"/>
              <a:t>3.2.1</a:t>
            </a:r>
            <a:r>
              <a:rPr lang="zh-CN" altLang="en-US" dirty="0"/>
              <a:t>存储芯片的内部结构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dirty="0"/>
              <a:t>3.2.2 </a:t>
            </a:r>
            <a:r>
              <a:rPr lang="zh-CN" altLang="en-US" dirty="0"/>
              <a:t>半导体存储芯片的译码驱动方式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dirty="0"/>
              <a:t>3.2.3</a:t>
            </a:r>
            <a:r>
              <a:rPr lang="zh-CN" altLang="en-US" dirty="0"/>
              <a:t>主存储器与</a:t>
            </a:r>
            <a:r>
              <a:rPr lang="en-US" altLang="zh-CN" dirty="0"/>
              <a:t>CPU</a:t>
            </a:r>
            <a:r>
              <a:rPr lang="zh-CN" altLang="en-US" dirty="0"/>
              <a:t>的连接</a:t>
            </a:r>
          </a:p>
          <a:p>
            <a:pPr marL="0" indent="0">
              <a:spcBef>
                <a:spcPts val="2400"/>
              </a:spcBef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99592" y="1586001"/>
            <a:ext cx="4788490" cy="73539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3.2.1</a:t>
            </a:r>
            <a:r>
              <a:rPr lang="zh-CN" altLang="en-US" sz="3200" kern="0" dirty="0">
                <a:solidFill>
                  <a:srgbClr val="000000"/>
                </a:solidFill>
              </a:rPr>
              <a:t>存储芯片的内部结构</a:t>
            </a:r>
            <a:endParaRPr lang="en-US" altLang="zh-CN" sz="3200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54651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AB279E65-7106-4AEB-9E97-DE85E01390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 b="1" dirty="0"/>
              <a:t>3.2.1</a:t>
            </a:r>
            <a:r>
              <a:rPr lang="zh-CN" altLang="en-US" b="1" dirty="0"/>
              <a:t>存储芯片的内部结构</a:t>
            </a:r>
          </a:p>
        </p:txBody>
      </p:sp>
      <p:sp>
        <p:nvSpPr>
          <p:cNvPr id="9220" name="Text Box 4">
            <a:extLst>
              <a:ext uri="{FF2B5EF4-FFF2-40B4-BE49-F238E27FC236}">
                <a16:creationId xmlns:a16="http://schemas.microsoft.com/office/drawing/2014/main" id="{0D60DC51-5256-413D-BE35-1EFD57513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158" y="1195112"/>
            <a:ext cx="316945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dirty="0">
                <a:latin typeface="Times New Roman" panose="02020603050405020304" pitchFamily="18" charset="0"/>
              </a:rPr>
              <a:t>1. 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主存基本构成</a:t>
            </a:r>
          </a:p>
        </p:txBody>
      </p:sp>
      <p:grpSp>
        <p:nvGrpSpPr>
          <p:cNvPr id="54" name="Group 5">
            <a:extLst>
              <a:ext uri="{FF2B5EF4-FFF2-40B4-BE49-F238E27FC236}">
                <a16:creationId xmlns:a16="http://schemas.microsoft.com/office/drawing/2014/main" id="{98E64883-C1BC-4656-8F0C-C628B97EBF4F}"/>
              </a:ext>
            </a:extLst>
          </p:cNvPr>
          <p:cNvGrpSpPr>
            <a:grpSpLocks/>
          </p:cNvGrpSpPr>
          <p:nvPr/>
        </p:nvGrpSpPr>
        <p:grpSpPr bwMode="auto">
          <a:xfrm>
            <a:off x="2268540" y="2063750"/>
            <a:ext cx="4624387" cy="2471738"/>
            <a:chOff x="1429" y="1300"/>
            <a:chExt cx="2913" cy="1557"/>
          </a:xfrm>
        </p:grpSpPr>
        <p:sp>
          <p:nvSpPr>
            <p:cNvPr id="55" name="Rectangle 6">
              <a:extLst>
                <a:ext uri="{FF2B5EF4-FFF2-40B4-BE49-F238E27FC236}">
                  <a16:creationId xmlns:a16="http://schemas.microsoft.com/office/drawing/2014/main" id="{7B2BE82A-85DB-4F57-A110-8CFA70D3A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1300"/>
              <a:ext cx="2913" cy="1557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56" name="Rectangle 7">
              <a:extLst>
                <a:ext uri="{FF2B5EF4-FFF2-40B4-BE49-F238E27FC236}">
                  <a16:creationId xmlns:a16="http://schemas.microsoft.com/office/drawing/2014/main" id="{35B1EFA6-5C8A-4D68-BB1D-08D44CB65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1513"/>
              <a:ext cx="461" cy="1130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57" name="Rectangle 8">
              <a:extLst>
                <a:ext uri="{FF2B5EF4-FFF2-40B4-BE49-F238E27FC236}">
                  <a16:creationId xmlns:a16="http://schemas.microsoft.com/office/drawing/2014/main" id="{CB5A1B18-A6AF-4EEB-A9BC-B88105E29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1512"/>
              <a:ext cx="1379" cy="1130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58" name="Rectangle 9">
              <a:extLst>
                <a:ext uri="{FF2B5EF4-FFF2-40B4-BE49-F238E27FC236}">
                  <a16:creationId xmlns:a16="http://schemas.microsoft.com/office/drawing/2014/main" id="{8FA52D28-1A81-431B-8C7D-8A21A3F9A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1502"/>
              <a:ext cx="461" cy="1129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59" name="Text Box 10">
              <a:extLst>
                <a:ext uri="{FF2B5EF4-FFF2-40B4-BE49-F238E27FC236}">
                  <a16:creationId xmlns:a16="http://schemas.microsoft.com/office/drawing/2014/main" id="{38B0DD1D-67AA-4B82-A1CB-E9A138E1ED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2" y="1549"/>
              <a:ext cx="325" cy="1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译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码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驱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动</a:t>
              </a:r>
            </a:p>
          </p:txBody>
        </p:sp>
        <p:sp>
          <p:nvSpPr>
            <p:cNvPr id="60" name="Text Box 11">
              <a:extLst>
                <a:ext uri="{FF2B5EF4-FFF2-40B4-BE49-F238E27FC236}">
                  <a16:creationId xmlns:a16="http://schemas.microsoft.com/office/drawing/2014/main" id="{9A027EBE-2981-4922-B5BC-0A96A1BACA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5" y="1548"/>
              <a:ext cx="341" cy="1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存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储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矩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阵</a:t>
              </a:r>
            </a:p>
          </p:txBody>
        </p:sp>
        <p:sp>
          <p:nvSpPr>
            <p:cNvPr id="61" name="Text Box 12">
              <a:extLst>
                <a:ext uri="{FF2B5EF4-FFF2-40B4-BE49-F238E27FC236}">
                  <a16:creationId xmlns:a16="http://schemas.microsoft.com/office/drawing/2014/main" id="{31669269-91C8-4EBB-BB00-0D4B2FF01B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4" y="1537"/>
              <a:ext cx="325" cy="1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读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写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电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路</a:t>
              </a:r>
            </a:p>
          </p:txBody>
        </p:sp>
      </p:grpSp>
      <p:grpSp>
        <p:nvGrpSpPr>
          <p:cNvPr id="65" name="Group 16">
            <a:extLst>
              <a:ext uri="{FF2B5EF4-FFF2-40B4-BE49-F238E27FC236}">
                <a16:creationId xmlns:a16="http://schemas.microsoft.com/office/drawing/2014/main" id="{B61EFA57-4719-4AF9-AF22-FC4088D669DB}"/>
              </a:ext>
            </a:extLst>
          </p:cNvPr>
          <p:cNvGrpSpPr>
            <a:grpSpLocks/>
          </p:cNvGrpSpPr>
          <p:nvPr/>
        </p:nvGrpSpPr>
        <p:grpSpPr bwMode="auto">
          <a:xfrm>
            <a:off x="422277" y="4010025"/>
            <a:ext cx="1863725" cy="488950"/>
            <a:chOff x="266" y="2526"/>
            <a:chExt cx="1174" cy="308"/>
          </a:xfrm>
        </p:grpSpPr>
        <p:sp>
          <p:nvSpPr>
            <p:cNvPr id="66" name="Text Box 17">
              <a:extLst>
                <a:ext uri="{FF2B5EF4-FFF2-40B4-BE49-F238E27FC236}">
                  <a16:creationId xmlns:a16="http://schemas.microsoft.com/office/drawing/2014/main" id="{92199CD0-B08D-4E12-BC80-94130DB401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" y="2526"/>
              <a:ext cx="743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片选线</a:t>
              </a:r>
            </a:p>
          </p:txBody>
        </p:sp>
        <p:sp>
          <p:nvSpPr>
            <p:cNvPr id="67" name="Line 18">
              <a:extLst>
                <a:ext uri="{FF2B5EF4-FFF2-40B4-BE49-F238E27FC236}">
                  <a16:creationId xmlns:a16="http://schemas.microsoft.com/office/drawing/2014/main" id="{DC3AA9F4-D279-49B6-8BA9-202225D2F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26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8" name="Group 19">
            <a:extLst>
              <a:ext uri="{FF2B5EF4-FFF2-40B4-BE49-F238E27FC236}">
                <a16:creationId xmlns:a16="http://schemas.microsoft.com/office/drawing/2014/main" id="{38AF5DA8-BFEE-4760-9B14-4DB0EF437003}"/>
              </a:ext>
            </a:extLst>
          </p:cNvPr>
          <p:cNvGrpSpPr>
            <a:grpSpLocks/>
          </p:cNvGrpSpPr>
          <p:nvPr/>
        </p:nvGrpSpPr>
        <p:grpSpPr bwMode="auto">
          <a:xfrm>
            <a:off x="6877052" y="4235450"/>
            <a:ext cx="2068513" cy="488950"/>
            <a:chOff x="4332" y="2668"/>
            <a:chExt cx="1303" cy="308"/>
          </a:xfrm>
        </p:grpSpPr>
        <p:sp>
          <p:nvSpPr>
            <p:cNvPr id="69" name="Text Box 20">
              <a:extLst>
                <a:ext uri="{FF2B5EF4-FFF2-40B4-BE49-F238E27FC236}">
                  <a16:creationId xmlns:a16="http://schemas.microsoft.com/office/drawing/2014/main" id="{61B1F926-8E1C-4D03-AFCC-6A1797D2C7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6" y="2668"/>
              <a:ext cx="1219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读</a:t>
              </a:r>
              <a:r>
                <a:rPr kumimoji="1" lang="en-US" altLang="zh-CN" sz="2600" b="1">
                  <a:latin typeface="Times New Roman" panose="02020603050405020304" pitchFamily="18" charset="0"/>
                </a:rPr>
                <a:t>/</a:t>
              </a:r>
              <a:r>
                <a:rPr kumimoji="1" lang="zh-CN" altLang="en-US" sz="2600" b="1">
                  <a:latin typeface="Times New Roman" panose="02020603050405020304" pitchFamily="18" charset="0"/>
                </a:rPr>
                <a:t>写控制线</a:t>
              </a:r>
            </a:p>
          </p:txBody>
        </p:sp>
        <p:sp>
          <p:nvSpPr>
            <p:cNvPr id="70" name="Line 21">
              <a:extLst>
                <a:ext uri="{FF2B5EF4-FFF2-40B4-BE49-F238E27FC236}">
                  <a16:creationId xmlns:a16="http://schemas.microsoft.com/office/drawing/2014/main" id="{AB092676-A002-4A93-980C-FE0AE25242C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32" y="26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1" name="Group 22">
            <a:extLst>
              <a:ext uri="{FF2B5EF4-FFF2-40B4-BE49-F238E27FC236}">
                <a16:creationId xmlns:a16="http://schemas.microsoft.com/office/drawing/2014/main" id="{CE199169-7008-4334-8BE7-68233F1D0B79}"/>
              </a:ext>
            </a:extLst>
          </p:cNvPr>
          <p:cNvGrpSpPr>
            <a:grpSpLocks/>
          </p:cNvGrpSpPr>
          <p:nvPr/>
        </p:nvGrpSpPr>
        <p:grpSpPr bwMode="auto">
          <a:xfrm>
            <a:off x="688977" y="2338388"/>
            <a:ext cx="1597025" cy="1547812"/>
            <a:chOff x="434" y="1473"/>
            <a:chExt cx="1006" cy="975"/>
          </a:xfrm>
        </p:grpSpPr>
        <p:sp>
          <p:nvSpPr>
            <p:cNvPr id="72" name="Freeform 23">
              <a:extLst>
                <a:ext uri="{FF2B5EF4-FFF2-40B4-BE49-F238E27FC236}">
                  <a16:creationId xmlns:a16="http://schemas.microsoft.com/office/drawing/2014/main" id="{F04C9851-2A08-4969-9450-CFD52BCB5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473"/>
              <a:ext cx="133" cy="954"/>
            </a:xfrm>
            <a:custGeom>
              <a:avLst/>
              <a:gdLst>
                <a:gd name="T0" fmla="*/ 67889 w 61"/>
                <a:gd name="T1" fmla="*/ 0 h 930"/>
                <a:gd name="T2" fmla="*/ 54602 w 61"/>
                <a:gd name="T3" fmla="*/ 9 h 930"/>
                <a:gd name="T4" fmla="*/ 45418 w 61"/>
                <a:gd name="T5" fmla="*/ 34 h 930"/>
                <a:gd name="T6" fmla="*/ 36767 w 61"/>
                <a:gd name="T7" fmla="*/ 58 h 930"/>
                <a:gd name="T8" fmla="*/ 32131 w 61"/>
                <a:gd name="T9" fmla="*/ 96 h 930"/>
                <a:gd name="T10" fmla="*/ 32131 w 61"/>
                <a:gd name="T11" fmla="*/ 488 h 930"/>
                <a:gd name="T12" fmla="*/ 32131 w 61"/>
                <a:gd name="T13" fmla="*/ 525 h 930"/>
                <a:gd name="T14" fmla="*/ 23412 w 61"/>
                <a:gd name="T15" fmla="*/ 555 h 930"/>
                <a:gd name="T16" fmla="*/ 13311 w 61"/>
                <a:gd name="T17" fmla="*/ 574 h 930"/>
                <a:gd name="T18" fmla="*/ 0 w 61"/>
                <a:gd name="T19" fmla="*/ 585 h 930"/>
                <a:gd name="T20" fmla="*/ 13311 w 61"/>
                <a:gd name="T21" fmla="*/ 590 h 930"/>
                <a:gd name="T22" fmla="*/ 23412 w 61"/>
                <a:gd name="T23" fmla="*/ 612 h 930"/>
                <a:gd name="T24" fmla="*/ 32131 w 61"/>
                <a:gd name="T25" fmla="*/ 641 h 930"/>
                <a:gd name="T26" fmla="*/ 32131 w 61"/>
                <a:gd name="T27" fmla="*/ 683 h 930"/>
                <a:gd name="T28" fmla="*/ 32131 w 61"/>
                <a:gd name="T29" fmla="*/ 1073 h 930"/>
                <a:gd name="T30" fmla="*/ 36767 w 61"/>
                <a:gd name="T31" fmla="*/ 1109 h 930"/>
                <a:gd name="T32" fmla="*/ 45418 w 61"/>
                <a:gd name="T33" fmla="*/ 1140 h 930"/>
                <a:gd name="T34" fmla="*/ 54602 w 61"/>
                <a:gd name="T35" fmla="*/ 1159 h 930"/>
                <a:gd name="T36" fmla="*/ 67889 w 61"/>
                <a:gd name="T37" fmla="*/ 1170 h 93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1"/>
                <a:gd name="T58" fmla="*/ 0 h 930"/>
                <a:gd name="T59" fmla="*/ 61 w 61"/>
                <a:gd name="T60" fmla="*/ 930 h 93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1" h="930">
                  <a:moveTo>
                    <a:pt x="61" y="0"/>
                  </a:moveTo>
                  <a:lnTo>
                    <a:pt x="49" y="9"/>
                  </a:lnTo>
                  <a:lnTo>
                    <a:pt x="41" y="25"/>
                  </a:lnTo>
                  <a:lnTo>
                    <a:pt x="33" y="49"/>
                  </a:lnTo>
                  <a:lnTo>
                    <a:pt x="29" y="78"/>
                  </a:lnTo>
                  <a:lnTo>
                    <a:pt x="29" y="388"/>
                  </a:lnTo>
                  <a:lnTo>
                    <a:pt x="29" y="417"/>
                  </a:lnTo>
                  <a:lnTo>
                    <a:pt x="21" y="441"/>
                  </a:lnTo>
                  <a:lnTo>
                    <a:pt x="12" y="457"/>
                  </a:lnTo>
                  <a:lnTo>
                    <a:pt x="0" y="465"/>
                  </a:lnTo>
                  <a:lnTo>
                    <a:pt x="12" y="470"/>
                  </a:lnTo>
                  <a:lnTo>
                    <a:pt x="21" y="486"/>
                  </a:lnTo>
                  <a:lnTo>
                    <a:pt x="29" y="510"/>
                  </a:lnTo>
                  <a:lnTo>
                    <a:pt x="29" y="543"/>
                  </a:lnTo>
                  <a:lnTo>
                    <a:pt x="29" y="853"/>
                  </a:lnTo>
                  <a:lnTo>
                    <a:pt x="33" y="881"/>
                  </a:lnTo>
                  <a:lnTo>
                    <a:pt x="41" y="906"/>
                  </a:lnTo>
                  <a:lnTo>
                    <a:pt x="49" y="922"/>
                  </a:lnTo>
                  <a:lnTo>
                    <a:pt x="61" y="93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Text Box 24">
              <a:extLst>
                <a:ext uri="{FF2B5EF4-FFF2-40B4-BE49-F238E27FC236}">
                  <a16:creationId xmlns:a16="http://schemas.microsoft.com/office/drawing/2014/main" id="{B6EFE38D-2D66-4858-AE6F-64A0FCC5B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" y="1544"/>
              <a:ext cx="309" cy="8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地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址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线</a:t>
              </a:r>
            </a:p>
          </p:txBody>
        </p:sp>
        <p:sp>
          <p:nvSpPr>
            <p:cNvPr id="74" name="Line 25">
              <a:extLst>
                <a:ext uri="{FF2B5EF4-FFF2-40B4-BE49-F238E27FC236}">
                  <a16:creationId xmlns:a16="http://schemas.microsoft.com/office/drawing/2014/main" id="{4308B606-990E-4E91-A864-86A628C1C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14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5" name="Line 26">
              <a:extLst>
                <a:ext uri="{FF2B5EF4-FFF2-40B4-BE49-F238E27FC236}">
                  <a16:creationId xmlns:a16="http://schemas.microsoft.com/office/drawing/2014/main" id="{117AFE21-AA43-41B4-AD96-1206E94BA0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1632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6" name="Line 27">
              <a:extLst>
                <a:ext uri="{FF2B5EF4-FFF2-40B4-BE49-F238E27FC236}">
                  <a16:creationId xmlns:a16="http://schemas.microsoft.com/office/drawing/2014/main" id="{602ABDEB-6227-4864-91CC-69D03C005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2304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7" name="Line 28">
              <a:extLst>
                <a:ext uri="{FF2B5EF4-FFF2-40B4-BE49-F238E27FC236}">
                  <a16:creationId xmlns:a16="http://schemas.microsoft.com/office/drawing/2014/main" id="{C67E0AAB-A4E2-45EF-8F63-7A1B36719D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244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8" name="Text Box 29">
              <a:extLst>
                <a:ext uri="{FF2B5EF4-FFF2-40B4-BE49-F238E27FC236}">
                  <a16:creationId xmlns:a16="http://schemas.microsoft.com/office/drawing/2014/main" id="{34434497-BB2F-4436-9F7C-ECE2B348D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3" y="1791"/>
              <a:ext cx="427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79" name="Group 30">
            <a:extLst>
              <a:ext uri="{FF2B5EF4-FFF2-40B4-BE49-F238E27FC236}">
                <a16:creationId xmlns:a16="http://schemas.microsoft.com/office/drawing/2014/main" id="{9CAB4450-2F22-4CC7-AE5E-A957CB852DAC}"/>
              </a:ext>
            </a:extLst>
          </p:cNvPr>
          <p:cNvGrpSpPr>
            <a:grpSpLocks/>
          </p:cNvGrpSpPr>
          <p:nvPr/>
        </p:nvGrpSpPr>
        <p:grpSpPr bwMode="auto">
          <a:xfrm>
            <a:off x="6877052" y="2362202"/>
            <a:ext cx="1547813" cy="1528763"/>
            <a:chOff x="4332" y="1488"/>
            <a:chExt cx="975" cy="963"/>
          </a:xfrm>
        </p:grpSpPr>
        <p:sp>
          <p:nvSpPr>
            <p:cNvPr id="80" name="Freeform 31">
              <a:extLst>
                <a:ext uri="{FF2B5EF4-FFF2-40B4-BE49-F238E27FC236}">
                  <a16:creationId xmlns:a16="http://schemas.microsoft.com/office/drawing/2014/main" id="{C1C55A88-AAA8-44DC-92CB-6F10F5F14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525"/>
              <a:ext cx="101" cy="926"/>
            </a:xfrm>
            <a:custGeom>
              <a:avLst/>
              <a:gdLst>
                <a:gd name="T0" fmla="*/ 0 w 53"/>
                <a:gd name="T1" fmla="*/ 0 h 926"/>
                <a:gd name="T2" fmla="*/ 4021 w 53"/>
                <a:gd name="T3" fmla="*/ 4 h 926"/>
                <a:gd name="T4" fmla="*/ 6555 w 53"/>
                <a:gd name="T5" fmla="*/ 20 h 926"/>
                <a:gd name="T6" fmla="*/ 9576 w 53"/>
                <a:gd name="T7" fmla="*/ 45 h 926"/>
                <a:gd name="T8" fmla="*/ 9576 w 53"/>
                <a:gd name="T9" fmla="*/ 78 h 926"/>
                <a:gd name="T10" fmla="*/ 9576 w 53"/>
                <a:gd name="T11" fmla="*/ 388 h 926"/>
                <a:gd name="T12" fmla="*/ 9576 w 53"/>
                <a:gd name="T13" fmla="*/ 416 h 926"/>
                <a:gd name="T14" fmla="*/ 12318 w 53"/>
                <a:gd name="T15" fmla="*/ 441 h 926"/>
                <a:gd name="T16" fmla="*/ 13601 w 53"/>
                <a:gd name="T17" fmla="*/ 457 h 926"/>
                <a:gd name="T18" fmla="*/ 17515 w 53"/>
                <a:gd name="T19" fmla="*/ 465 h 926"/>
                <a:gd name="T20" fmla="*/ 13601 w 53"/>
                <a:gd name="T21" fmla="*/ 469 h 926"/>
                <a:gd name="T22" fmla="*/ 12318 w 53"/>
                <a:gd name="T23" fmla="*/ 485 h 926"/>
                <a:gd name="T24" fmla="*/ 9576 w 53"/>
                <a:gd name="T25" fmla="*/ 510 h 926"/>
                <a:gd name="T26" fmla="*/ 9576 w 53"/>
                <a:gd name="T27" fmla="*/ 543 h 926"/>
                <a:gd name="T28" fmla="*/ 9576 w 53"/>
                <a:gd name="T29" fmla="*/ 848 h 926"/>
                <a:gd name="T30" fmla="*/ 9576 w 53"/>
                <a:gd name="T31" fmla="*/ 881 h 926"/>
                <a:gd name="T32" fmla="*/ 6555 w 53"/>
                <a:gd name="T33" fmla="*/ 906 h 926"/>
                <a:gd name="T34" fmla="*/ 4021 w 53"/>
                <a:gd name="T35" fmla="*/ 922 h 926"/>
                <a:gd name="T36" fmla="*/ 0 w 53"/>
                <a:gd name="T37" fmla="*/ 926 h 9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3"/>
                <a:gd name="T58" fmla="*/ 0 h 926"/>
                <a:gd name="T59" fmla="*/ 53 w 53"/>
                <a:gd name="T60" fmla="*/ 926 h 92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3" h="926">
                  <a:moveTo>
                    <a:pt x="0" y="0"/>
                  </a:moveTo>
                  <a:lnTo>
                    <a:pt x="12" y="4"/>
                  </a:lnTo>
                  <a:lnTo>
                    <a:pt x="20" y="20"/>
                  </a:lnTo>
                  <a:lnTo>
                    <a:pt x="29" y="45"/>
                  </a:lnTo>
                  <a:lnTo>
                    <a:pt x="29" y="78"/>
                  </a:lnTo>
                  <a:lnTo>
                    <a:pt x="29" y="388"/>
                  </a:lnTo>
                  <a:lnTo>
                    <a:pt x="29" y="416"/>
                  </a:lnTo>
                  <a:lnTo>
                    <a:pt x="37" y="441"/>
                  </a:lnTo>
                  <a:lnTo>
                    <a:pt x="41" y="457"/>
                  </a:lnTo>
                  <a:lnTo>
                    <a:pt x="53" y="465"/>
                  </a:lnTo>
                  <a:lnTo>
                    <a:pt x="41" y="469"/>
                  </a:lnTo>
                  <a:lnTo>
                    <a:pt x="37" y="485"/>
                  </a:lnTo>
                  <a:lnTo>
                    <a:pt x="29" y="510"/>
                  </a:lnTo>
                  <a:lnTo>
                    <a:pt x="29" y="543"/>
                  </a:lnTo>
                  <a:lnTo>
                    <a:pt x="29" y="848"/>
                  </a:lnTo>
                  <a:lnTo>
                    <a:pt x="29" y="881"/>
                  </a:lnTo>
                  <a:lnTo>
                    <a:pt x="20" y="906"/>
                  </a:lnTo>
                  <a:lnTo>
                    <a:pt x="12" y="922"/>
                  </a:lnTo>
                  <a:lnTo>
                    <a:pt x="0" y="926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" name="Text Box 32">
              <a:extLst>
                <a:ext uri="{FF2B5EF4-FFF2-40B4-BE49-F238E27FC236}">
                  <a16:creationId xmlns:a16="http://schemas.microsoft.com/office/drawing/2014/main" id="{B63C33AB-6579-43EC-BFE2-03C4A69074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2" y="1592"/>
              <a:ext cx="325" cy="8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数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据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线</a:t>
              </a:r>
            </a:p>
          </p:txBody>
        </p:sp>
        <p:sp>
          <p:nvSpPr>
            <p:cNvPr id="82" name="Line 33">
              <a:extLst>
                <a:ext uri="{FF2B5EF4-FFF2-40B4-BE49-F238E27FC236}">
                  <a16:creationId xmlns:a16="http://schemas.microsoft.com/office/drawing/2014/main" id="{36263CBC-3777-4951-8B4A-A2F3F6A48B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32" y="244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3" name="Line 34">
              <a:extLst>
                <a:ext uri="{FF2B5EF4-FFF2-40B4-BE49-F238E27FC236}">
                  <a16:creationId xmlns:a16="http://schemas.microsoft.com/office/drawing/2014/main" id="{182542FF-EFDD-4ACC-A257-687EE629756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32" y="2304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4" name="Line 35">
              <a:extLst>
                <a:ext uri="{FF2B5EF4-FFF2-40B4-BE49-F238E27FC236}">
                  <a16:creationId xmlns:a16="http://schemas.microsoft.com/office/drawing/2014/main" id="{E792CB46-B06F-45E7-AC61-A2AA487818B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32" y="1632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5" name="Line 36">
              <a:extLst>
                <a:ext uri="{FF2B5EF4-FFF2-40B4-BE49-F238E27FC236}">
                  <a16:creationId xmlns:a16="http://schemas.microsoft.com/office/drawing/2014/main" id="{A92E66BD-A199-4E23-9413-5BDB5E35917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32" y="14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6" name="Text Box 37">
              <a:extLst>
                <a:ext uri="{FF2B5EF4-FFF2-40B4-BE49-F238E27FC236}">
                  <a16:creationId xmlns:a16="http://schemas.microsoft.com/office/drawing/2014/main" id="{102BD64A-34BA-4331-94EC-2C55C8257A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1" y="1791"/>
              <a:ext cx="427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99" name="Text Box 35">
            <a:extLst>
              <a:ext uri="{FF2B5EF4-FFF2-40B4-BE49-F238E27FC236}">
                <a16:creationId xmlns:a16="http://schemas.microsoft.com/office/drawing/2014/main" id="{9DCABD28-F51E-44F3-8E2D-20FFF8AC29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3038" y="4821238"/>
            <a:ext cx="2768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片选线　　　</a:t>
            </a:r>
          </a:p>
        </p:txBody>
      </p:sp>
      <p:sp>
        <p:nvSpPr>
          <p:cNvPr id="100" name="Text Box 36">
            <a:extLst>
              <a:ext uri="{FF2B5EF4-FFF2-40B4-BE49-F238E27FC236}">
                <a16:creationId xmlns:a16="http://schemas.microsoft.com/office/drawing/2014/main" id="{DAF9CEEC-D852-4F5F-BC7F-58E7E734D0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3038" y="5516563"/>
            <a:ext cx="252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读</a:t>
            </a:r>
            <a:r>
              <a:rPr kumimoji="1" lang="en-US" altLang="zh-CN" sz="2400" b="1">
                <a:latin typeface="Times New Roman" panose="02020603050405020304" pitchFamily="18" charset="0"/>
              </a:rPr>
              <a:t>/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写控制线</a:t>
            </a:r>
          </a:p>
        </p:txBody>
      </p:sp>
      <p:sp>
        <p:nvSpPr>
          <p:cNvPr id="101" name="Text Box 38">
            <a:extLst>
              <a:ext uri="{FF2B5EF4-FFF2-40B4-BE49-F238E27FC236}">
                <a16:creationId xmlns:a16="http://schemas.microsoft.com/office/drawing/2014/main" id="{2CD82984-83DD-4382-8B0E-68912955A6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0202" y="6067425"/>
            <a:ext cx="2232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（允许读）</a:t>
            </a:r>
          </a:p>
        </p:txBody>
      </p:sp>
      <p:grpSp>
        <p:nvGrpSpPr>
          <p:cNvPr id="102" name="Group 40">
            <a:extLst>
              <a:ext uri="{FF2B5EF4-FFF2-40B4-BE49-F238E27FC236}">
                <a16:creationId xmlns:a16="http://schemas.microsoft.com/office/drawing/2014/main" id="{27889745-8C2D-4B06-9133-828FA60C56D2}"/>
              </a:ext>
            </a:extLst>
          </p:cNvPr>
          <p:cNvGrpSpPr>
            <a:grpSpLocks/>
          </p:cNvGrpSpPr>
          <p:nvPr/>
        </p:nvGrpSpPr>
        <p:grpSpPr bwMode="auto">
          <a:xfrm>
            <a:off x="2843215" y="4868863"/>
            <a:ext cx="1330325" cy="457200"/>
            <a:chOff x="1791" y="3067"/>
            <a:chExt cx="838" cy="288"/>
          </a:xfrm>
        </p:grpSpPr>
        <p:grpSp>
          <p:nvGrpSpPr>
            <p:cNvPr id="103" name="Group 41">
              <a:extLst>
                <a:ext uri="{FF2B5EF4-FFF2-40B4-BE49-F238E27FC236}">
                  <a16:creationId xmlns:a16="http://schemas.microsoft.com/office/drawing/2014/main" id="{05F40739-613B-4D49-962D-24D1F8B2E9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1" y="3067"/>
              <a:ext cx="362" cy="288"/>
              <a:chOff x="2902" y="1440"/>
              <a:chExt cx="362" cy="288"/>
            </a:xfrm>
          </p:grpSpPr>
          <p:sp>
            <p:nvSpPr>
              <p:cNvPr id="107" name="Text Box 42">
                <a:extLst>
                  <a:ext uri="{FF2B5EF4-FFF2-40B4-BE49-F238E27FC236}">
                    <a16:creationId xmlns:a16="http://schemas.microsoft.com/office/drawing/2014/main" id="{B7FDB472-2B6A-45D3-BF9C-19A38E406B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02" y="1440"/>
                <a:ext cx="36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CS</a:t>
                </a:r>
              </a:p>
            </p:txBody>
          </p:sp>
          <p:sp>
            <p:nvSpPr>
              <p:cNvPr id="108" name="Line 43">
                <a:extLst>
                  <a:ext uri="{FF2B5EF4-FFF2-40B4-BE49-F238E27FC236}">
                    <a16:creationId xmlns:a16="http://schemas.microsoft.com/office/drawing/2014/main" id="{477ABFC9-74EB-4A4D-972A-B9F5F0E16B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8" y="1488"/>
                <a:ext cx="288" cy="0"/>
              </a:xfrm>
              <a:prstGeom prst="line">
                <a:avLst/>
              </a:prstGeom>
              <a:noFill/>
              <a:ln w="190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04" name="Group 44">
              <a:extLst>
                <a:ext uri="{FF2B5EF4-FFF2-40B4-BE49-F238E27FC236}">
                  <a16:creationId xmlns:a16="http://schemas.microsoft.com/office/drawing/2014/main" id="{A2E45D6A-D072-4E34-9FC7-B7B7DB2A51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46" y="3067"/>
              <a:ext cx="383" cy="288"/>
              <a:chOff x="2246" y="3191"/>
              <a:chExt cx="383" cy="288"/>
            </a:xfrm>
          </p:grpSpPr>
          <p:sp>
            <p:nvSpPr>
              <p:cNvPr id="105" name="Text Box 45">
                <a:extLst>
                  <a:ext uri="{FF2B5EF4-FFF2-40B4-BE49-F238E27FC236}">
                    <a16:creationId xmlns:a16="http://schemas.microsoft.com/office/drawing/2014/main" id="{125F9FC0-5F1E-4014-B715-C09F24A950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46" y="3191"/>
                <a:ext cx="38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CE</a:t>
                </a:r>
              </a:p>
            </p:txBody>
          </p:sp>
          <p:sp>
            <p:nvSpPr>
              <p:cNvPr id="106" name="Line 46">
                <a:extLst>
                  <a:ext uri="{FF2B5EF4-FFF2-40B4-BE49-F238E27FC236}">
                    <a16:creationId xmlns:a16="http://schemas.microsoft.com/office/drawing/2014/main" id="{3CB60804-A566-4987-9CA2-81995BD020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2" y="3239"/>
                <a:ext cx="288" cy="0"/>
              </a:xfrm>
              <a:prstGeom prst="line">
                <a:avLst/>
              </a:prstGeom>
              <a:noFill/>
              <a:ln w="190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09" name="Group 47">
            <a:extLst>
              <a:ext uri="{FF2B5EF4-FFF2-40B4-BE49-F238E27FC236}">
                <a16:creationId xmlns:a16="http://schemas.microsoft.com/office/drawing/2014/main" id="{8376F313-4AE6-4CE4-9BC7-B23CE2805AE6}"/>
              </a:ext>
            </a:extLst>
          </p:cNvPr>
          <p:cNvGrpSpPr>
            <a:grpSpLocks/>
          </p:cNvGrpSpPr>
          <p:nvPr/>
        </p:nvGrpSpPr>
        <p:grpSpPr bwMode="auto">
          <a:xfrm>
            <a:off x="3565525" y="5535613"/>
            <a:ext cx="692150" cy="457200"/>
            <a:chOff x="2246" y="3487"/>
            <a:chExt cx="436" cy="288"/>
          </a:xfrm>
        </p:grpSpPr>
        <p:sp>
          <p:nvSpPr>
            <p:cNvPr id="110" name="Text Box 48">
              <a:extLst>
                <a:ext uri="{FF2B5EF4-FFF2-40B4-BE49-F238E27FC236}">
                  <a16:creationId xmlns:a16="http://schemas.microsoft.com/office/drawing/2014/main" id="{20B59F44-40D9-44E7-B2E2-6CBD4C6CE0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6" y="3487"/>
              <a:ext cx="4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11" name="Freeform 49">
              <a:extLst>
                <a:ext uri="{FF2B5EF4-FFF2-40B4-BE49-F238E27FC236}">
                  <a16:creationId xmlns:a16="http://schemas.microsoft.com/office/drawing/2014/main" id="{F12860CC-D6D1-49FC-9085-0F65FAD28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524"/>
              <a:ext cx="330" cy="233"/>
            </a:xfrm>
            <a:custGeom>
              <a:avLst/>
              <a:gdLst>
                <a:gd name="T0" fmla="*/ 0 w 330"/>
                <a:gd name="T1" fmla="*/ 2 h 2"/>
                <a:gd name="T2" fmla="*/ 330 w 330"/>
                <a:gd name="T3" fmla="*/ 0 h 2"/>
                <a:gd name="T4" fmla="*/ 0 60000 65536"/>
                <a:gd name="T5" fmla="*/ 0 60000 65536"/>
                <a:gd name="T6" fmla="*/ 0 w 330"/>
                <a:gd name="T7" fmla="*/ 0 h 2"/>
                <a:gd name="T8" fmla="*/ 330 w 33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30" h="2">
                  <a:moveTo>
                    <a:pt x="0" y="2"/>
                  </a:moveTo>
                  <a:lnTo>
                    <a:pt x="330" y="0"/>
                  </a:lnTo>
                </a:path>
              </a:pathLst>
            </a:cu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12" name="Group 51">
            <a:extLst>
              <a:ext uri="{FF2B5EF4-FFF2-40B4-BE49-F238E27FC236}">
                <a16:creationId xmlns:a16="http://schemas.microsoft.com/office/drawing/2014/main" id="{341D35BA-B866-4C2C-9931-DDD1E68123B7}"/>
              </a:ext>
            </a:extLst>
          </p:cNvPr>
          <p:cNvGrpSpPr>
            <a:grpSpLocks/>
          </p:cNvGrpSpPr>
          <p:nvPr/>
        </p:nvGrpSpPr>
        <p:grpSpPr bwMode="auto">
          <a:xfrm>
            <a:off x="5724525" y="6086475"/>
            <a:ext cx="692150" cy="457200"/>
            <a:chOff x="2382" y="3357"/>
            <a:chExt cx="436" cy="288"/>
          </a:xfrm>
        </p:grpSpPr>
        <p:sp>
          <p:nvSpPr>
            <p:cNvPr id="113" name="Text Box 52">
              <a:extLst>
                <a:ext uri="{FF2B5EF4-FFF2-40B4-BE49-F238E27FC236}">
                  <a16:creationId xmlns:a16="http://schemas.microsoft.com/office/drawing/2014/main" id="{C1ABA162-6C8E-481D-98C4-E9ECBB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2" y="3357"/>
              <a:ext cx="4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14" name="Freeform 53">
              <a:extLst>
                <a:ext uri="{FF2B5EF4-FFF2-40B4-BE49-F238E27FC236}">
                  <a16:creationId xmlns:a16="http://schemas.microsoft.com/office/drawing/2014/main" id="{FAC6740B-BEBA-43E7-A284-F1F3CECC5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394"/>
              <a:ext cx="330" cy="233"/>
            </a:xfrm>
            <a:custGeom>
              <a:avLst/>
              <a:gdLst>
                <a:gd name="T0" fmla="*/ 0 w 330"/>
                <a:gd name="T1" fmla="*/ 2 h 2"/>
                <a:gd name="T2" fmla="*/ 330 w 330"/>
                <a:gd name="T3" fmla="*/ 0 h 2"/>
                <a:gd name="T4" fmla="*/ 0 60000 65536"/>
                <a:gd name="T5" fmla="*/ 0 60000 65536"/>
                <a:gd name="T6" fmla="*/ 0 w 330"/>
                <a:gd name="T7" fmla="*/ 0 h 2"/>
                <a:gd name="T8" fmla="*/ 330 w 33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30" h="2">
                  <a:moveTo>
                    <a:pt x="0" y="2"/>
                  </a:moveTo>
                  <a:lnTo>
                    <a:pt x="330" y="0"/>
                  </a:lnTo>
                </a:path>
              </a:pathLst>
            </a:cu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15" name="Group 54">
            <a:extLst>
              <a:ext uri="{FF2B5EF4-FFF2-40B4-BE49-F238E27FC236}">
                <a16:creationId xmlns:a16="http://schemas.microsoft.com/office/drawing/2014/main" id="{165864C6-8744-4C0A-992D-E84BEE24ADC5}"/>
              </a:ext>
            </a:extLst>
          </p:cNvPr>
          <p:cNvGrpSpPr>
            <a:grpSpLocks/>
          </p:cNvGrpSpPr>
          <p:nvPr/>
        </p:nvGrpSpPr>
        <p:grpSpPr bwMode="auto">
          <a:xfrm>
            <a:off x="3565525" y="6086475"/>
            <a:ext cx="623888" cy="457200"/>
            <a:chOff x="2381" y="3657"/>
            <a:chExt cx="393" cy="288"/>
          </a:xfrm>
        </p:grpSpPr>
        <p:sp>
          <p:nvSpPr>
            <p:cNvPr id="116" name="Text Box 55">
              <a:extLst>
                <a:ext uri="{FF2B5EF4-FFF2-40B4-BE49-F238E27FC236}">
                  <a16:creationId xmlns:a16="http://schemas.microsoft.com/office/drawing/2014/main" id="{8FE2EE48-50B6-4960-9649-200A30EEFC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" y="3657"/>
              <a:ext cx="39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OE</a:t>
              </a:r>
            </a:p>
          </p:txBody>
        </p:sp>
        <p:sp>
          <p:nvSpPr>
            <p:cNvPr id="117" name="Freeform 56">
              <a:extLst>
                <a:ext uri="{FF2B5EF4-FFF2-40B4-BE49-F238E27FC236}">
                  <a16:creationId xmlns:a16="http://schemas.microsoft.com/office/drawing/2014/main" id="{4786BFB5-38BD-41BC-9709-82F06D7B9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694"/>
              <a:ext cx="330" cy="233"/>
            </a:xfrm>
            <a:custGeom>
              <a:avLst/>
              <a:gdLst>
                <a:gd name="T0" fmla="*/ 0 w 330"/>
                <a:gd name="T1" fmla="*/ 2 h 2"/>
                <a:gd name="T2" fmla="*/ 330 w 330"/>
                <a:gd name="T3" fmla="*/ 0 h 2"/>
                <a:gd name="T4" fmla="*/ 0 60000 65536"/>
                <a:gd name="T5" fmla="*/ 0 60000 65536"/>
                <a:gd name="T6" fmla="*/ 0 w 330"/>
                <a:gd name="T7" fmla="*/ 0 h 2"/>
                <a:gd name="T8" fmla="*/ 330 w 33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30" h="2">
                  <a:moveTo>
                    <a:pt x="0" y="2"/>
                  </a:moveTo>
                  <a:lnTo>
                    <a:pt x="330" y="0"/>
                  </a:lnTo>
                </a:path>
              </a:pathLst>
            </a:cu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20" grpId="0" autoUpdateAnimBg="0"/>
      <p:bldP spid="9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AB279E65-7106-4AEB-9E97-DE85E01390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 b="1" dirty="0"/>
              <a:t>3.2.1</a:t>
            </a:r>
            <a:r>
              <a:rPr lang="zh-CN" altLang="en-US" b="1" dirty="0"/>
              <a:t>存储芯片的内部结构</a:t>
            </a:r>
          </a:p>
        </p:txBody>
      </p:sp>
      <p:sp>
        <p:nvSpPr>
          <p:cNvPr id="9220" name="Text Box 4">
            <a:extLst>
              <a:ext uri="{FF2B5EF4-FFF2-40B4-BE49-F238E27FC236}">
                <a16:creationId xmlns:a16="http://schemas.microsoft.com/office/drawing/2014/main" id="{0D60DC51-5256-413D-BE35-1EFD57513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156" y="1195112"/>
            <a:ext cx="35814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None/>
              <a:defRPr/>
            </a:pPr>
            <a:r>
              <a:rPr kumimoji="1" lang="en-US" altLang="zh-CN" b="1" dirty="0">
                <a:solidFill>
                  <a:srgbClr val="000000"/>
                </a:solidFill>
                <a:latin typeface="Times New Roman" panose="02020603050405020304" pitchFamily="18" charset="0"/>
              </a:rPr>
              <a:t>2.  </a:t>
            </a:r>
            <a:r>
              <a:rPr kumimoji="1" lang="zh-CN" altLang="en-US" b="1" dirty="0">
                <a:solidFill>
                  <a:srgbClr val="000000"/>
                </a:solidFill>
                <a:latin typeface="Times New Roman" panose="02020603050405020304" pitchFamily="18" charset="0"/>
              </a:rPr>
              <a:t>主存的内部结构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2E0A06BA-3D15-4FD9-94FA-752581B38946}"/>
              </a:ext>
            </a:extLst>
          </p:cNvPr>
          <p:cNvGrpSpPr>
            <a:grpSpLocks/>
          </p:cNvGrpSpPr>
          <p:nvPr/>
        </p:nvGrpSpPr>
        <p:grpSpPr bwMode="auto">
          <a:xfrm>
            <a:off x="1458915" y="2225677"/>
            <a:ext cx="6630987" cy="4467225"/>
            <a:chOff x="919" y="1402"/>
            <a:chExt cx="4177" cy="2814"/>
          </a:xfrm>
        </p:grpSpPr>
        <p:grpSp>
          <p:nvGrpSpPr>
            <p:cNvPr id="9223" name="Group 7">
              <a:extLst>
                <a:ext uri="{FF2B5EF4-FFF2-40B4-BE49-F238E27FC236}">
                  <a16:creationId xmlns:a16="http://schemas.microsoft.com/office/drawing/2014/main" id="{20272900-10DD-4F63-989E-A4835E0E8E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9" y="1402"/>
              <a:ext cx="4177" cy="2814"/>
              <a:chOff x="919" y="1402"/>
              <a:chExt cx="4177" cy="2814"/>
            </a:xfrm>
          </p:grpSpPr>
          <p:grpSp>
            <p:nvGrpSpPr>
              <p:cNvPr id="9229" name="Group 8">
                <a:extLst>
                  <a:ext uri="{FF2B5EF4-FFF2-40B4-BE49-F238E27FC236}">
                    <a16:creationId xmlns:a16="http://schemas.microsoft.com/office/drawing/2014/main" id="{29770683-BB39-4A96-ADAE-E0319851C3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9" y="1402"/>
                <a:ext cx="4177" cy="2814"/>
                <a:chOff x="919" y="1402"/>
                <a:chExt cx="4177" cy="2814"/>
              </a:xfrm>
            </p:grpSpPr>
            <p:sp>
              <p:nvSpPr>
                <p:cNvPr id="9231" name="Rectangle 9">
                  <a:extLst>
                    <a:ext uri="{FF2B5EF4-FFF2-40B4-BE49-F238E27FC236}">
                      <a16:creationId xmlns:a16="http://schemas.microsoft.com/office/drawing/2014/main" id="{3809880F-A392-4007-BD98-13F34C19F5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19" y="2609"/>
                  <a:ext cx="1089" cy="271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endParaRPr lang="zh-CN" altLang="en-US" sz="1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32" name="Freeform 10">
                  <a:extLst>
                    <a:ext uri="{FF2B5EF4-FFF2-40B4-BE49-F238E27FC236}">
                      <a16:creationId xmlns:a16="http://schemas.microsoft.com/office/drawing/2014/main" id="{C4DBF76C-298F-44AF-A2EA-A448393D18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2" y="3912"/>
                  <a:ext cx="190" cy="220"/>
                </a:xfrm>
                <a:custGeom>
                  <a:avLst/>
                  <a:gdLst>
                    <a:gd name="T0" fmla="*/ 0 w 178"/>
                    <a:gd name="T1" fmla="*/ 2 h 328"/>
                    <a:gd name="T2" fmla="*/ 78 w 178"/>
                    <a:gd name="T3" fmla="*/ 2 h 328"/>
                    <a:gd name="T4" fmla="*/ 78 w 178"/>
                    <a:gd name="T5" fmla="*/ 9 h 328"/>
                    <a:gd name="T6" fmla="*/ 241 w 178"/>
                    <a:gd name="T7" fmla="*/ 9 h 328"/>
                    <a:gd name="T8" fmla="*/ 241 w 178"/>
                    <a:gd name="T9" fmla="*/ 2 h 328"/>
                    <a:gd name="T10" fmla="*/ 322 w 178"/>
                    <a:gd name="T11" fmla="*/ 2 h 328"/>
                    <a:gd name="T12" fmla="*/ 156 w 178"/>
                    <a:gd name="T13" fmla="*/ 0 h 328"/>
                    <a:gd name="T14" fmla="*/ 0 w 178"/>
                    <a:gd name="T15" fmla="*/ 2 h 32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78"/>
                    <a:gd name="T25" fmla="*/ 0 h 328"/>
                    <a:gd name="T26" fmla="*/ 178 w 178"/>
                    <a:gd name="T27" fmla="*/ 328 h 32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78" h="328">
                      <a:moveTo>
                        <a:pt x="0" y="80"/>
                      </a:moveTo>
                      <a:lnTo>
                        <a:pt x="43" y="80"/>
                      </a:lnTo>
                      <a:lnTo>
                        <a:pt x="43" y="328"/>
                      </a:lnTo>
                      <a:lnTo>
                        <a:pt x="134" y="328"/>
                      </a:lnTo>
                      <a:lnTo>
                        <a:pt x="134" y="80"/>
                      </a:lnTo>
                      <a:lnTo>
                        <a:pt x="178" y="80"/>
                      </a:lnTo>
                      <a:lnTo>
                        <a:pt x="86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33" name="Freeform 11">
                  <a:extLst>
                    <a:ext uri="{FF2B5EF4-FFF2-40B4-BE49-F238E27FC236}">
                      <a16:creationId xmlns:a16="http://schemas.microsoft.com/office/drawing/2014/main" id="{067A2C88-2299-44FB-B8EE-6667B3040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8" y="1792"/>
                  <a:ext cx="898" cy="164"/>
                </a:xfrm>
                <a:custGeom>
                  <a:avLst/>
                  <a:gdLst>
                    <a:gd name="T0" fmla="*/ 0 w 898"/>
                    <a:gd name="T1" fmla="*/ 80 h 164"/>
                    <a:gd name="T2" fmla="*/ 178 w 898"/>
                    <a:gd name="T3" fmla="*/ 164 h 164"/>
                    <a:gd name="T4" fmla="*/ 178 w 898"/>
                    <a:gd name="T5" fmla="*/ 120 h 164"/>
                    <a:gd name="T6" fmla="*/ 720 w 898"/>
                    <a:gd name="T7" fmla="*/ 120 h 164"/>
                    <a:gd name="T8" fmla="*/ 720 w 898"/>
                    <a:gd name="T9" fmla="*/ 164 h 164"/>
                    <a:gd name="T10" fmla="*/ 898 w 898"/>
                    <a:gd name="T11" fmla="*/ 80 h 164"/>
                    <a:gd name="T12" fmla="*/ 720 w 898"/>
                    <a:gd name="T13" fmla="*/ 0 h 164"/>
                    <a:gd name="T14" fmla="*/ 720 w 898"/>
                    <a:gd name="T15" fmla="*/ 40 h 164"/>
                    <a:gd name="T16" fmla="*/ 178 w 898"/>
                    <a:gd name="T17" fmla="*/ 40 h 164"/>
                    <a:gd name="T18" fmla="*/ 178 w 898"/>
                    <a:gd name="T19" fmla="*/ 0 h 164"/>
                    <a:gd name="T20" fmla="*/ 0 w 898"/>
                    <a:gd name="T21" fmla="*/ 80 h 16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98"/>
                    <a:gd name="T34" fmla="*/ 0 h 164"/>
                    <a:gd name="T35" fmla="*/ 898 w 898"/>
                    <a:gd name="T36" fmla="*/ 164 h 16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98" h="164">
                      <a:moveTo>
                        <a:pt x="0" y="80"/>
                      </a:moveTo>
                      <a:lnTo>
                        <a:pt x="178" y="164"/>
                      </a:lnTo>
                      <a:lnTo>
                        <a:pt x="178" y="120"/>
                      </a:lnTo>
                      <a:lnTo>
                        <a:pt x="720" y="120"/>
                      </a:lnTo>
                      <a:lnTo>
                        <a:pt x="720" y="164"/>
                      </a:lnTo>
                      <a:lnTo>
                        <a:pt x="898" y="80"/>
                      </a:lnTo>
                      <a:lnTo>
                        <a:pt x="720" y="0"/>
                      </a:lnTo>
                      <a:lnTo>
                        <a:pt x="720" y="40"/>
                      </a:lnTo>
                      <a:lnTo>
                        <a:pt x="178" y="40"/>
                      </a:lnTo>
                      <a:lnTo>
                        <a:pt x="178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34" name="Rectangle 12">
                  <a:extLst>
                    <a:ext uri="{FF2B5EF4-FFF2-40B4-BE49-F238E27FC236}">
                      <a16:creationId xmlns:a16="http://schemas.microsoft.com/office/drawing/2014/main" id="{57520374-190C-4B75-A918-B4C4A21511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08" y="2828"/>
                  <a:ext cx="1267" cy="300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endParaRPr lang="zh-CN" altLang="en-US" sz="1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35" name="Freeform 13">
                  <a:extLst>
                    <a:ext uri="{FF2B5EF4-FFF2-40B4-BE49-F238E27FC236}">
                      <a16:creationId xmlns:a16="http://schemas.microsoft.com/office/drawing/2014/main" id="{C2ACCB5B-3634-442B-A6AC-6F278569A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383"/>
                  <a:ext cx="240" cy="445"/>
                </a:xfrm>
                <a:custGeom>
                  <a:avLst/>
                  <a:gdLst>
                    <a:gd name="T0" fmla="*/ 0 w 240"/>
                    <a:gd name="T1" fmla="*/ 147 h 445"/>
                    <a:gd name="T2" fmla="*/ 58 w 240"/>
                    <a:gd name="T3" fmla="*/ 147 h 445"/>
                    <a:gd name="T4" fmla="*/ 58 w 240"/>
                    <a:gd name="T5" fmla="*/ 445 h 445"/>
                    <a:gd name="T6" fmla="*/ 178 w 240"/>
                    <a:gd name="T7" fmla="*/ 445 h 445"/>
                    <a:gd name="T8" fmla="*/ 178 w 240"/>
                    <a:gd name="T9" fmla="*/ 147 h 445"/>
                    <a:gd name="T10" fmla="*/ 240 w 240"/>
                    <a:gd name="T11" fmla="*/ 147 h 445"/>
                    <a:gd name="T12" fmla="*/ 120 w 240"/>
                    <a:gd name="T13" fmla="*/ 0 h 445"/>
                    <a:gd name="T14" fmla="*/ 0 w 240"/>
                    <a:gd name="T15" fmla="*/ 147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40"/>
                    <a:gd name="T25" fmla="*/ 0 h 445"/>
                    <a:gd name="T26" fmla="*/ 240 w 240"/>
                    <a:gd name="T27" fmla="*/ 445 h 44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40" h="445">
                      <a:moveTo>
                        <a:pt x="0" y="147"/>
                      </a:moveTo>
                      <a:lnTo>
                        <a:pt x="58" y="147"/>
                      </a:lnTo>
                      <a:lnTo>
                        <a:pt x="58" y="445"/>
                      </a:lnTo>
                      <a:lnTo>
                        <a:pt x="178" y="445"/>
                      </a:lnTo>
                      <a:lnTo>
                        <a:pt x="178" y="147"/>
                      </a:lnTo>
                      <a:lnTo>
                        <a:pt x="240" y="147"/>
                      </a:lnTo>
                      <a:lnTo>
                        <a:pt x="120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9236" name="Group 14">
                  <a:extLst>
                    <a:ext uri="{FF2B5EF4-FFF2-40B4-BE49-F238E27FC236}">
                      <a16:creationId xmlns:a16="http://schemas.microsoft.com/office/drawing/2014/main" id="{717AF751-78E6-4840-92B0-836A5BAFF3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31" y="1410"/>
                  <a:ext cx="1085" cy="943"/>
                  <a:chOff x="931" y="1410"/>
                  <a:chExt cx="1085" cy="943"/>
                </a:xfrm>
              </p:grpSpPr>
              <p:sp>
                <p:nvSpPr>
                  <p:cNvPr id="9267" name="Rectangle 15">
                    <a:extLst>
                      <a:ext uri="{FF2B5EF4-FFF2-40B4-BE49-F238E27FC236}">
                        <a16:creationId xmlns:a16="http://schemas.microsoft.com/office/drawing/2014/main" id="{2E079F4D-EDEA-4EB2-B38C-AAB4952E1E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31" y="1410"/>
                    <a:ext cx="1085" cy="943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endParaRPr lang="zh-CN" altLang="en-US" sz="18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9268" name="Text Box 16">
                    <a:extLst>
                      <a:ext uri="{FF2B5EF4-FFF2-40B4-BE49-F238E27FC236}">
                        <a16:creationId xmlns:a16="http://schemas.microsoft.com/office/drawing/2014/main" id="{9B6DA195-38D2-44F6-B291-4411B0E5F20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054" y="1709"/>
                    <a:ext cx="839" cy="34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3000" b="1" dirty="0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存储体</a:t>
                    </a:r>
                  </a:p>
                </p:txBody>
              </p:sp>
            </p:grpSp>
            <p:sp>
              <p:nvSpPr>
                <p:cNvPr id="9237" name="Text Box 17">
                  <a:extLst>
                    <a:ext uri="{FF2B5EF4-FFF2-40B4-BE49-F238E27FC236}">
                      <a16:creationId xmlns:a16="http://schemas.microsoft.com/office/drawing/2014/main" id="{89F516FB-4C7F-4CCA-9168-4E04284F87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40" y="2610"/>
                  <a:ext cx="647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驱动器</a:t>
                  </a:r>
                </a:p>
              </p:txBody>
            </p:sp>
            <p:sp>
              <p:nvSpPr>
                <p:cNvPr id="9238" name="Rectangle 18">
                  <a:extLst>
                    <a:ext uri="{FF2B5EF4-FFF2-40B4-BE49-F238E27FC236}">
                      <a16:creationId xmlns:a16="http://schemas.microsoft.com/office/drawing/2014/main" id="{2CCEBF8E-14C4-4B88-A70D-601C2A48D6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19" y="3113"/>
                  <a:ext cx="1089" cy="271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endParaRPr kumimoji="1" lang="zh-CN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9239" name="Text Box 19">
                  <a:extLst>
                    <a:ext uri="{FF2B5EF4-FFF2-40B4-BE49-F238E27FC236}">
                      <a16:creationId xmlns:a16="http://schemas.microsoft.com/office/drawing/2014/main" id="{7052ED19-6170-44CA-8E6C-DD2DF44ECF4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40" y="3114"/>
                  <a:ext cx="647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译码器</a:t>
                  </a:r>
                </a:p>
              </p:txBody>
            </p:sp>
            <p:sp>
              <p:nvSpPr>
                <p:cNvPr id="9240" name="Rectangle 20">
                  <a:extLst>
                    <a:ext uri="{FF2B5EF4-FFF2-40B4-BE49-F238E27FC236}">
                      <a16:creationId xmlns:a16="http://schemas.microsoft.com/office/drawing/2014/main" id="{5502C200-1065-4588-9DD9-B8C092F164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19" y="3628"/>
                  <a:ext cx="1089" cy="271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endParaRPr lang="zh-CN" altLang="en-US" sz="1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41" name="Text Box 21">
                  <a:extLst>
                    <a:ext uri="{FF2B5EF4-FFF2-40B4-BE49-F238E27FC236}">
                      <a16:creationId xmlns:a16="http://schemas.microsoft.com/office/drawing/2014/main" id="{D0E85E6D-3F22-4BD5-B8BA-760E4B5E5A9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95" y="3630"/>
                  <a:ext cx="536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MAR</a:t>
                  </a:r>
                </a:p>
              </p:txBody>
            </p:sp>
            <p:sp>
              <p:nvSpPr>
                <p:cNvPr id="9242" name="Text Box 22">
                  <a:extLst>
                    <a:ext uri="{FF2B5EF4-FFF2-40B4-BE49-F238E27FC236}">
                      <a16:creationId xmlns:a16="http://schemas.microsoft.com/office/drawing/2014/main" id="{94F928B0-9115-4017-910D-60F5F114FFF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29" y="2843"/>
                  <a:ext cx="824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控制电路</a:t>
                  </a:r>
                </a:p>
              </p:txBody>
            </p:sp>
            <p:grpSp>
              <p:nvGrpSpPr>
                <p:cNvPr id="9243" name="Group 23">
                  <a:extLst>
                    <a:ext uri="{FF2B5EF4-FFF2-40B4-BE49-F238E27FC236}">
                      <a16:creationId xmlns:a16="http://schemas.microsoft.com/office/drawing/2014/main" id="{2C542606-392B-47DC-8A9F-3619658186C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568" y="1402"/>
                  <a:ext cx="547" cy="942"/>
                  <a:chOff x="2568" y="1402"/>
                  <a:chExt cx="547" cy="942"/>
                </a:xfrm>
              </p:grpSpPr>
              <p:sp>
                <p:nvSpPr>
                  <p:cNvPr id="9265" name="Rectangle 24">
                    <a:extLst>
                      <a:ext uri="{FF2B5EF4-FFF2-40B4-BE49-F238E27FC236}">
                        <a16:creationId xmlns:a16="http://schemas.microsoft.com/office/drawing/2014/main" id="{B8054274-047C-44E2-99C2-E529228458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68" y="1402"/>
                    <a:ext cx="547" cy="942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endParaRPr lang="zh-CN" altLang="en-US" sz="18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9266" name="Text Box 25">
                    <a:extLst>
                      <a:ext uri="{FF2B5EF4-FFF2-40B4-BE49-F238E27FC236}">
                        <a16:creationId xmlns:a16="http://schemas.microsoft.com/office/drawing/2014/main" id="{EE21E74F-2836-4142-87F0-7A57915D2F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87" y="1421"/>
                    <a:ext cx="309" cy="9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22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读</a:t>
                    </a:r>
                  </a:p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22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写</a:t>
                    </a:r>
                  </a:p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22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电</a:t>
                    </a:r>
                  </a:p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22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路</a:t>
                    </a:r>
                  </a:p>
                </p:txBody>
              </p:sp>
            </p:grpSp>
            <p:grpSp>
              <p:nvGrpSpPr>
                <p:cNvPr id="9244" name="Group 26">
                  <a:extLst>
                    <a:ext uri="{FF2B5EF4-FFF2-40B4-BE49-F238E27FC236}">
                      <a16:creationId xmlns:a16="http://schemas.microsoft.com/office/drawing/2014/main" id="{39FB5E9C-E454-4594-BCBB-B23CE2D38A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52" y="1410"/>
                  <a:ext cx="553" cy="943"/>
                  <a:chOff x="3652" y="1410"/>
                  <a:chExt cx="553" cy="943"/>
                </a:xfrm>
              </p:grpSpPr>
              <p:sp>
                <p:nvSpPr>
                  <p:cNvPr id="9263" name="Rectangle 27">
                    <a:extLst>
                      <a:ext uri="{FF2B5EF4-FFF2-40B4-BE49-F238E27FC236}">
                        <a16:creationId xmlns:a16="http://schemas.microsoft.com/office/drawing/2014/main" id="{AE6B546D-E87F-4EB1-928F-2B14FBAB50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52" y="1410"/>
                    <a:ext cx="547" cy="943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endParaRPr lang="zh-CN" altLang="en-US" sz="18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9264" name="Text Box 28">
                    <a:extLst>
                      <a:ext uri="{FF2B5EF4-FFF2-40B4-BE49-F238E27FC236}">
                        <a16:creationId xmlns:a16="http://schemas.microsoft.com/office/drawing/2014/main" id="{724E2451-69C1-4842-838E-981E4D423B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669" y="1747"/>
                    <a:ext cx="536" cy="2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22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MDR</a:t>
                    </a:r>
                  </a:p>
                </p:txBody>
              </p:sp>
            </p:grpSp>
            <p:sp>
              <p:nvSpPr>
                <p:cNvPr id="9245" name="Line 29">
                  <a:extLst>
                    <a:ext uri="{FF2B5EF4-FFF2-40B4-BE49-F238E27FC236}">
                      <a16:creationId xmlns:a16="http://schemas.microsoft.com/office/drawing/2014/main" id="{EBA5F268-0BB7-4D76-BA57-C0A976F222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14" y="1623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46" name="Line 30">
                  <a:extLst>
                    <a:ext uri="{FF2B5EF4-FFF2-40B4-BE49-F238E27FC236}">
                      <a16:creationId xmlns:a16="http://schemas.microsoft.com/office/drawing/2014/main" id="{A8F9DECC-A0F9-4585-B621-094B730457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14" y="2163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47" name="Line 31">
                  <a:extLst>
                    <a:ext uri="{FF2B5EF4-FFF2-40B4-BE49-F238E27FC236}">
                      <a16:creationId xmlns:a16="http://schemas.microsoft.com/office/drawing/2014/main" id="{C5C5DD08-04A7-4760-819A-43E3573503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4" y="1635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48" name="Line 32">
                  <a:extLst>
                    <a:ext uri="{FF2B5EF4-FFF2-40B4-BE49-F238E27FC236}">
                      <a16:creationId xmlns:a16="http://schemas.microsoft.com/office/drawing/2014/main" id="{88CE1297-7DA3-4323-927A-1AB2AD6EB3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4" y="2175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49" name="Line 33">
                  <a:extLst>
                    <a:ext uri="{FF2B5EF4-FFF2-40B4-BE49-F238E27FC236}">
                      <a16:creationId xmlns:a16="http://schemas.microsoft.com/office/drawing/2014/main" id="{C62DA510-A19E-48B3-91D7-7EFD8BD85C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10" y="2355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50" name="Line 34">
                  <a:extLst>
                    <a:ext uri="{FF2B5EF4-FFF2-40B4-BE49-F238E27FC236}">
                      <a16:creationId xmlns:a16="http://schemas.microsoft.com/office/drawing/2014/main" id="{30076BE0-5134-4FE7-94CD-8BF72148C7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82" y="2367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51" name="Line 35">
                  <a:extLst>
                    <a:ext uri="{FF2B5EF4-FFF2-40B4-BE49-F238E27FC236}">
                      <a16:creationId xmlns:a16="http://schemas.microsoft.com/office/drawing/2014/main" id="{0D6A39AD-7087-4F96-8F7C-A47DA26C46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10" y="2859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52" name="Line 36">
                  <a:extLst>
                    <a:ext uri="{FF2B5EF4-FFF2-40B4-BE49-F238E27FC236}">
                      <a16:creationId xmlns:a16="http://schemas.microsoft.com/office/drawing/2014/main" id="{8084FAFE-9D5E-4B02-A449-E9479809CE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82" y="2871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53" name="Line 37">
                  <a:extLst>
                    <a:ext uri="{FF2B5EF4-FFF2-40B4-BE49-F238E27FC236}">
                      <a16:creationId xmlns:a16="http://schemas.microsoft.com/office/drawing/2014/main" id="{57F34CDC-28E9-4758-9C4C-C53F091549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10" y="3375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54" name="Line 38">
                  <a:extLst>
                    <a:ext uri="{FF2B5EF4-FFF2-40B4-BE49-F238E27FC236}">
                      <a16:creationId xmlns:a16="http://schemas.microsoft.com/office/drawing/2014/main" id="{9FC3AA51-7F47-4C11-B75E-E940856ADF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82" y="3387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55" name="Text Box 39">
                  <a:extLst>
                    <a:ext uri="{FF2B5EF4-FFF2-40B4-BE49-F238E27FC236}">
                      <a16:creationId xmlns:a16="http://schemas.microsoft.com/office/drawing/2014/main" id="{8F40F052-DCF4-4DE2-B2FB-F830934006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05" y="3928"/>
                  <a:ext cx="888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地址总线</a:t>
                  </a:r>
                </a:p>
              </p:txBody>
            </p:sp>
            <p:sp>
              <p:nvSpPr>
                <p:cNvPr id="9256" name="Text Box 40">
                  <a:extLst>
                    <a:ext uri="{FF2B5EF4-FFF2-40B4-BE49-F238E27FC236}">
                      <a16:creationId xmlns:a16="http://schemas.microsoft.com/office/drawing/2014/main" id="{42A7A76B-394B-4292-85C8-01244A4F06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24" y="1536"/>
                  <a:ext cx="824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数据总线</a:t>
                  </a:r>
                </a:p>
              </p:txBody>
            </p:sp>
            <p:grpSp>
              <p:nvGrpSpPr>
                <p:cNvPr id="9257" name="Group 41">
                  <a:extLst>
                    <a:ext uri="{FF2B5EF4-FFF2-40B4-BE49-F238E27FC236}">
                      <a16:creationId xmlns:a16="http://schemas.microsoft.com/office/drawing/2014/main" id="{FBD697F3-74E0-47D1-A250-B8425D3896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31" y="3116"/>
                  <a:ext cx="309" cy="670"/>
                  <a:chOff x="2315" y="3116"/>
                  <a:chExt cx="309" cy="670"/>
                </a:xfrm>
              </p:grpSpPr>
              <p:sp>
                <p:nvSpPr>
                  <p:cNvPr id="9261" name="Line 42">
                    <a:extLst>
                      <a:ext uri="{FF2B5EF4-FFF2-40B4-BE49-F238E27FC236}">
                        <a16:creationId xmlns:a16="http://schemas.microsoft.com/office/drawing/2014/main" id="{85032C21-5083-416A-BA65-F5F9D96599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70" y="3116"/>
                    <a:ext cx="0" cy="397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 type="stealth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>
                      <a:defRPr/>
                    </a:pPr>
                    <a:endParaRPr lang="zh-CN" alt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9262" name="Text Box 43">
                    <a:extLst>
                      <a:ext uri="{FF2B5EF4-FFF2-40B4-BE49-F238E27FC236}">
                        <a16:creationId xmlns:a16="http://schemas.microsoft.com/office/drawing/2014/main" id="{2DDFF1E2-57E7-42B1-B87C-A24BA079D9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15" y="3498"/>
                    <a:ext cx="309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读</a:t>
                    </a:r>
                  </a:p>
                </p:txBody>
              </p:sp>
            </p:grpSp>
            <p:grpSp>
              <p:nvGrpSpPr>
                <p:cNvPr id="9258" name="Group 44">
                  <a:extLst>
                    <a:ext uri="{FF2B5EF4-FFF2-40B4-BE49-F238E27FC236}">
                      <a16:creationId xmlns:a16="http://schemas.microsoft.com/office/drawing/2014/main" id="{AC70DD56-64B5-4CEE-8B89-A5B0828350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3116"/>
                  <a:ext cx="309" cy="670"/>
                  <a:chOff x="2999" y="3116"/>
                  <a:chExt cx="309" cy="670"/>
                </a:xfrm>
              </p:grpSpPr>
              <p:sp>
                <p:nvSpPr>
                  <p:cNvPr id="9259" name="Line 45">
                    <a:extLst>
                      <a:ext uri="{FF2B5EF4-FFF2-40B4-BE49-F238E27FC236}">
                        <a16:creationId xmlns:a16="http://schemas.microsoft.com/office/drawing/2014/main" id="{C6DDFE84-874A-4137-8F16-08B8AC46D8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54" y="3116"/>
                    <a:ext cx="0" cy="397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 type="stealth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>
                      <a:defRPr/>
                    </a:pPr>
                    <a:endParaRPr lang="zh-CN" alt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9260" name="Text Box 46">
                    <a:extLst>
                      <a:ext uri="{FF2B5EF4-FFF2-40B4-BE49-F238E27FC236}">
                        <a16:creationId xmlns:a16="http://schemas.microsoft.com/office/drawing/2014/main" id="{331285DE-5D26-4285-8204-CB1F1D47940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99" y="3498"/>
                    <a:ext cx="309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写</a:t>
                    </a:r>
                  </a:p>
                </p:txBody>
              </p:sp>
            </p:grpSp>
          </p:grpSp>
          <p:sp>
            <p:nvSpPr>
              <p:cNvPr id="9230" name="Line 47">
                <a:extLst>
                  <a:ext uri="{FF2B5EF4-FFF2-40B4-BE49-F238E27FC236}">
                    <a16:creationId xmlns:a16="http://schemas.microsoft.com/office/drawing/2014/main" id="{73CF7F9C-B13A-4966-A45B-09C25BF2DB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55" y="4128"/>
                <a:ext cx="66" cy="0"/>
              </a:xfrm>
              <a:prstGeom prst="line">
                <a:avLst/>
              </a:prstGeom>
              <a:noFill/>
              <a:ln w="57150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9224" name="Text Box 48">
              <a:extLst>
                <a:ext uri="{FF2B5EF4-FFF2-40B4-BE49-F238E27FC236}">
                  <a16:creationId xmlns:a16="http://schemas.microsoft.com/office/drawing/2014/main" id="{68C3EC35-8BD3-4AF7-A9DA-33E63143DA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2" y="2840"/>
              <a:ext cx="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None/>
                <a:defRPr/>
              </a:pPr>
              <a:r>
                <a:rPr kumimoji="1" lang="en-US" altLang="zh-CN" sz="20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  <a:endParaRPr kumimoji="1" lang="en-US" altLang="zh-CN" sz="2000" b="1">
                <a:solidFill>
                  <a:srgbClr val="9966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9225" name="Text Box 49">
              <a:extLst>
                <a:ext uri="{FF2B5EF4-FFF2-40B4-BE49-F238E27FC236}">
                  <a16:creationId xmlns:a16="http://schemas.microsoft.com/office/drawing/2014/main" id="{BD55B79D-3EF2-4F8C-9CF2-A2E6091CBB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2" y="3353"/>
              <a:ext cx="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None/>
                <a:defRPr/>
              </a:pPr>
              <a:r>
                <a:rPr kumimoji="1" lang="en-US" altLang="zh-CN" sz="20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  <a:endParaRPr kumimoji="1" lang="en-US" altLang="zh-CN" sz="2000" b="1">
                <a:solidFill>
                  <a:srgbClr val="9966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9226" name="Text Box 50">
              <a:extLst>
                <a:ext uri="{FF2B5EF4-FFF2-40B4-BE49-F238E27FC236}">
                  <a16:creationId xmlns:a16="http://schemas.microsoft.com/office/drawing/2014/main" id="{8DB5AD43-21E6-4730-9AA2-A6B3154D01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2" y="2333"/>
              <a:ext cx="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None/>
                <a:defRPr/>
              </a:pPr>
              <a:r>
                <a:rPr kumimoji="1" lang="en-US" altLang="zh-CN" sz="20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  <a:endParaRPr kumimoji="1" lang="en-US" altLang="zh-CN" sz="2000" b="1">
                <a:solidFill>
                  <a:srgbClr val="9966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9227" name="Text Box 51">
              <a:extLst>
                <a:ext uri="{FF2B5EF4-FFF2-40B4-BE49-F238E27FC236}">
                  <a16:creationId xmlns:a16="http://schemas.microsoft.com/office/drawing/2014/main" id="{E603B71F-0B7E-4027-AC08-3F3D0DF5A6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056" y="1726"/>
              <a:ext cx="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None/>
                <a:defRPr/>
              </a:pPr>
              <a:r>
                <a:rPr kumimoji="1" lang="en-US" altLang="zh-CN" sz="20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  <a:endParaRPr kumimoji="1" lang="en-US" altLang="zh-CN" sz="2000" b="1">
                <a:solidFill>
                  <a:srgbClr val="9966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9228" name="Text Box 52">
              <a:extLst>
                <a:ext uri="{FF2B5EF4-FFF2-40B4-BE49-F238E27FC236}">
                  <a16:creationId xmlns:a16="http://schemas.microsoft.com/office/drawing/2014/main" id="{249B2A9D-1A50-4AE6-AEF3-0ACBD78FF4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3144" y="1726"/>
              <a:ext cx="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None/>
                <a:defRPr/>
              </a:pPr>
              <a:r>
                <a:rPr kumimoji="1" lang="en-US" altLang="zh-CN" sz="20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  <a:endParaRPr kumimoji="1" lang="en-US" altLang="zh-CN" sz="2000" b="1">
                <a:solidFill>
                  <a:srgbClr val="996600"/>
                </a:solidFill>
                <a:latin typeface="宋体" panose="0201060003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6919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20" grpId="0" autoUpdateAnimBg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2A97665-AAA6-4F8A-A464-372DE89F4B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74638"/>
            <a:ext cx="9587408" cy="850106"/>
          </a:xfrm>
        </p:spPr>
        <p:txBody>
          <a:bodyPr/>
          <a:lstStyle/>
          <a:p>
            <a:r>
              <a:rPr lang="en-US" altLang="zh-CN" sz="3600" dirty="0"/>
              <a:t>3.</a:t>
            </a:r>
            <a:r>
              <a:rPr lang="zh-CN" altLang="en-US" sz="3600" dirty="0"/>
              <a:t>地址端和数据端宽度与容量的关系？</a:t>
            </a:r>
          </a:p>
        </p:txBody>
      </p:sp>
      <p:sp>
        <p:nvSpPr>
          <p:cNvPr id="4" name="Text Box 2">
            <a:extLst>
              <a:ext uri="{FF2B5EF4-FFF2-40B4-BE49-F238E27FC236}">
                <a16:creationId xmlns:a16="http://schemas.microsoft.com/office/drawing/2014/main" id="{152AF4CC-52D3-487D-B42D-FA0B8B02DD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3267" y="4314280"/>
            <a:ext cx="2346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芯片容量</a:t>
            </a:r>
          </a:p>
        </p:txBody>
      </p:sp>
      <p:grpSp>
        <p:nvGrpSpPr>
          <p:cNvPr id="5" name="Group 5">
            <a:extLst>
              <a:ext uri="{FF2B5EF4-FFF2-40B4-BE49-F238E27FC236}">
                <a16:creationId xmlns:a16="http://schemas.microsoft.com/office/drawing/2014/main" id="{821FBB68-EFBB-4E8E-B867-763453E704E7}"/>
              </a:ext>
            </a:extLst>
          </p:cNvPr>
          <p:cNvGrpSpPr>
            <a:grpSpLocks/>
          </p:cNvGrpSpPr>
          <p:nvPr/>
        </p:nvGrpSpPr>
        <p:grpSpPr bwMode="auto">
          <a:xfrm>
            <a:off x="2123730" y="1556792"/>
            <a:ext cx="4624387" cy="2471738"/>
            <a:chOff x="1429" y="1300"/>
            <a:chExt cx="2913" cy="1557"/>
          </a:xfrm>
        </p:grpSpPr>
        <p:sp>
          <p:nvSpPr>
            <p:cNvPr id="6" name="Rectangle 6">
              <a:extLst>
                <a:ext uri="{FF2B5EF4-FFF2-40B4-BE49-F238E27FC236}">
                  <a16:creationId xmlns:a16="http://schemas.microsoft.com/office/drawing/2014/main" id="{E3CDBF20-DB51-43E3-BD74-5F706F644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1300"/>
              <a:ext cx="2913" cy="1557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7" name="Rectangle 7">
              <a:extLst>
                <a:ext uri="{FF2B5EF4-FFF2-40B4-BE49-F238E27FC236}">
                  <a16:creationId xmlns:a16="http://schemas.microsoft.com/office/drawing/2014/main" id="{69FE167F-5814-4F5D-94F1-D3191BBD0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1513"/>
              <a:ext cx="461" cy="1130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8" name="Rectangle 8">
              <a:extLst>
                <a:ext uri="{FF2B5EF4-FFF2-40B4-BE49-F238E27FC236}">
                  <a16:creationId xmlns:a16="http://schemas.microsoft.com/office/drawing/2014/main" id="{2A90E8C5-97D7-4880-B195-8CB39D376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1512"/>
              <a:ext cx="1379" cy="1130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9" name="Rectangle 9">
              <a:extLst>
                <a:ext uri="{FF2B5EF4-FFF2-40B4-BE49-F238E27FC236}">
                  <a16:creationId xmlns:a16="http://schemas.microsoft.com/office/drawing/2014/main" id="{D55B6DA0-60D7-4FD1-BF19-33850AEE0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1502"/>
              <a:ext cx="461" cy="1129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0" name="Text Box 10">
              <a:extLst>
                <a:ext uri="{FF2B5EF4-FFF2-40B4-BE49-F238E27FC236}">
                  <a16:creationId xmlns:a16="http://schemas.microsoft.com/office/drawing/2014/main" id="{F8F44BCF-0310-47CD-B0F5-DDD7F2A7FB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2" y="1549"/>
              <a:ext cx="325" cy="1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译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码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驱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动</a:t>
              </a:r>
            </a:p>
          </p:txBody>
        </p:sp>
        <p:sp>
          <p:nvSpPr>
            <p:cNvPr id="11" name="Text Box 11">
              <a:extLst>
                <a:ext uri="{FF2B5EF4-FFF2-40B4-BE49-F238E27FC236}">
                  <a16:creationId xmlns:a16="http://schemas.microsoft.com/office/drawing/2014/main" id="{A6A41987-7F01-411F-8A0B-1E5568CB59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5" y="1548"/>
              <a:ext cx="341" cy="1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存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储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矩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阵</a:t>
              </a:r>
            </a:p>
          </p:txBody>
        </p:sp>
        <p:sp>
          <p:nvSpPr>
            <p:cNvPr id="12" name="Text Box 12">
              <a:extLst>
                <a:ext uri="{FF2B5EF4-FFF2-40B4-BE49-F238E27FC236}">
                  <a16:creationId xmlns:a16="http://schemas.microsoft.com/office/drawing/2014/main" id="{F8405941-AE26-43EE-B895-5155B92A0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4" y="1537"/>
              <a:ext cx="325" cy="1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读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写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电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路</a:t>
              </a:r>
            </a:p>
          </p:txBody>
        </p:sp>
      </p:grpSp>
      <p:sp>
        <p:nvSpPr>
          <p:cNvPr id="13" name="Text Box 13">
            <a:extLst>
              <a:ext uri="{FF2B5EF4-FFF2-40B4-BE49-F238E27FC236}">
                <a16:creationId xmlns:a16="http://schemas.microsoft.com/office/drawing/2014/main" id="{461546D3-806E-4024-9146-1D59DD16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3590" y="4792117"/>
            <a:ext cx="1676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1K×4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</a:t>
            </a:r>
          </a:p>
        </p:txBody>
      </p:sp>
      <p:sp>
        <p:nvSpPr>
          <p:cNvPr id="14" name="Text Box 14">
            <a:extLst>
              <a:ext uri="{FF2B5EF4-FFF2-40B4-BE49-F238E27FC236}">
                <a16:creationId xmlns:a16="http://schemas.microsoft.com/office/drawing/2014/main" id="{F903C4B4-8FCD-40FC-9C4F-BAC5C30F0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1190" y="5263605"/>
            <a:ext cx="1981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16K×1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</a:t>
            </a:r>
          </a:p>
        </p:txBody>
      </p:sp>
      <p:sp>
        <p:nvSpPr>
          <p:cNvPr id="15" name="Text Box 15">
            <a:extLst>
              <a:ext uri="{FF2B5EF4-FFF2-40B4-BE49-F238E27FC236}">
                <a16:creationId xmlns:a16="http://schemas.microsoft.com/office/drawing/2014/main" id="{A406A712-B1AA-4BCD-AC59-8F241E6C37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3590" y="5763667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8K×8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</a:t>
            </a:r>
          </a:p>
        </p:txBody>
      </p:sp>
      <p:grpSp>
        <p:nvGrpSpPr>
          <p:cNvPr id="16" name="Group 16">
            <a:extLst>
              <a:ext uri="{FF2B5EF4-FFF2-40B4-BE49-F238E27FC236}">
                <a16:creationId xmlns:a16="http://schemas.microsoft.com/office/drawing/2014/main" id="{88A6CF12-C019-4DBD-843F-E0783887757B}"/>
              </a:ext>
            </a:extLst>
          </p:cNvPr>
          <p:cNvGrpSpPr>
            <a:grpSpLocks/>
          </p:cNvGrpSpPr>
          <p:nvPr/>
        </p:nvGrpSpPr>
        <p:grpSpPr bwMode="auto">
          <a:xfrm>
            <a:off x="277467" y="3503067"/>
            <a:ext cx="1863725" cy="488950"/>
            <a:chOff x="266" y="2526"/>
            <a:chExt cx="1174" cy="308"/>
          </a:xfrm>
        </p:grpSpPr>
        <p:sp>
          <p:nvSpPr>
            <p:cNvPr id="17" name="Text Box 17">
              <a:extLst>
                <a:ext uri="{FF2B5EF4-FFF2-40B4-BE49-F238E27FC236}">
                  <a16:creationId xmlns:a16="http://schemas.microsoft.com/office/drawing/2014/main" id="{F495C43A-2B03-47A2-9D64-6F6E1DB0A5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" y="2526"/>
              <a:ext cx="743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片选线</a:t>
              </a:r>
            </a:p>
          </p:txBody>
        </p:sp>
        <p:sp>
          <p:nvSpPr>
            <p:cNvPr id="18" name="Line 18">
              <a:extLst>
                <a:ext uri="{FF2B5EF4-FFF2-40B4-BE49-F238E27FC236}">
                  <a16:creationId xmlns:a16="http://schemas.microsoft.com/office/drawing/2014/main" id="{2FAED137-56AC-4E4F-A888-E9659879A6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26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9" name="Group 19">
            <a:extLst>
              <a:ext uri="{FF2B5EF4-FFF2-40B4-BE49-F238E27FC236}">
                <a16:creationId xmlns:a16="http://schemas.microsoft.com/office/drawing/2014/main" id="{264EA5F6-FC3E-4E75-A9B0-54650ADD0F7B}"/>
              </a:ext>
            </a:extLst>
          </p:cNvPr>
          <p:cNvGrpSpPr>
            <a:grpSpLocks/>
          </p:cNvGrpSpPr>
          <p:nvPr/>
        </p:nvGrpSpPr>
        <p:grpSpPr bwMode="auto">
          <a:xfrm>
            <a:off x="6732242" y="3728492"/>
            <a:ext cx="2068513" cy="488950"/>
            <a:chOff x="4332" y="2668"/>
            <a:chExt cx="1303" cy="308"/>
          </a:xfrm>
        </p:grpSpPr>
        <p:sp>
          <p:nvSpPr>
            <p:cNvPr id="20" name="Text Box 20">
              <a:extLst>
                <a:ext uri="{FF2B5EF4-FFF2-40B4-BE49-F238E27FC236}">
                  <a16:creationId xmlns:a16="http://schemas.microsoft.com/office/drawing/2014/main" id="{B384E397-45FB-4757-968C-C3BF030086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6" y="2668"/>
              <a:ext cx="1219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读</a:t>
              </a:r>
              <a:r>
                <a:rPr kumimoji="1" lang="en-US" altLang="zh-CN" sz="2600" b="1">
                  <a:latin typeface="Times New Roman" panose="02020603050405020304" pitchFamily="18" charset="0"/>
                </a:rPr>
                <a:t>/</a:t>
              </a:r>
              <a:r>
                <a:rPr kumimoji="1" lang="zh-CN" altLang="en-US" sz="2600" b="1">
                  <a:latin typeface="Times New Roman" panose="02020603050405020304" pitchFamily="18" charset="0"/>
                </a:rPr>
                <a:t>写控制线</a:t>
              </a:r>
            </a:p>
          </p:txBody>
        </p:sp>
        <p:sp>
          <p:nvSpPr>
            <p:cNvPr id="21" name="Line 21">
              <a:extLst>
                <a:ext uri="{FF2B5EF4-FFF2-40B4-BE49-F238E27FC236}">
                  <a16:creationId xmlns:a16="http://schemas.microsoft.com/office/drawing/2014/main" id="{B459D948-3322-43C4-B506-46C87364DE3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32" y="26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2" name="Group 22">
            <a:extLst>
              <a:ext uri="{FF2B5EF4-FFF2-40B4-BE49-F238E27FC236}">
                <a16:creationId xmlns:a16="http://schemas.microsoft.com/office/drawing/2014/main" id="{ABB5C691-4658-473B-87A4-7DFC3BD868AE}"/>
              </a:ext>
            </a:extLst>
          </p:cNvPr>
          <p:cNvGrpSpPr>
            <a:grpSpLocks/>
          </p:cNvGrpSpPr>
          <p:nvPr/>
        </p:nvGrpSpPr>
        <p:grpSpPr bwMode="auto">
          <a:xfrm>
            <a:off x="544167" y="1831430"/>
            <a:ext cx="1597025" cy="1547812"/>
            <a:chOff x="434" y="1473"/>
            <a:chExt cx="1006" cy="975"/>
          </a:xfrm>
        </p:grpSpPr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360FB4A2-20CC-438A-843B-17E825526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473"/>
              <a:ext cx="133" cy="954"/>
            </a:xfrm>
            <a:custGeom>
              <a:avLst/>
              <a:gdLst>
                <a:gd name="T0" fmla="*/ 67889 w 61"/>
                <a:gd name="T1" fmla="*/ 0 h 930"/>
                <a:gd name="T2" fmla="*/ 54602 w 61"/>
                <a:gd name="T3" fmla="*/ 9 h 930"/>
                <a:gd name="T4" fmla="*/ 45418 w 61"/>
                <a:gd name="T5" fmla="*/ 34 h 930"/>
                <a:gd name="T6" fmla="*/ 36767 w 61"/>
                <a:gd name="T7" fmla="*/ 58 h 930"/>
                <a:gd name="T8" fmla="*/ 32131 w 61"/>
                <a:gd name="T9" fmla="*/ 96 h 930"/>
                <a:gd name="T10" fmla="*/ 32131 w 61"/>
                <a:gd name="T11" fmla="*/ 488 h 930"/>
                <a:gd name="T12" fmla="*/ 32131 w 61"/>
                <a:gd name="T13" fmla="*/ 525 h 930"/>
                <a:gd name="T14" fmla="*/ 23412 w 61"/>
                <a:gd name="T15" fmla="*/ 555 h 930"/>
                <a:gd name="T16" fmla="*/ 13311 w 61"/>
                <a:gd name="T17" fmla="*/ 574 h 930"/>
                <a:gd name="T18" fmla="*/ 0 w 61"/>
                <a:gd name="T19" fmla="*/ 585 h 930"/>
                <a:gd name="T20" fmla="*/ 13311 w 61"/>
                <a:gd name="T21" fmla="*/ 590 h 930"/>
                <a:gd name="T22" fmla="*/ 23412 w 61"/>
                <a:gd name="T23" fmla="*/ 612 h 930"/>
                <a:gd name="T24" fmla="*/ 32131 w 61"/>
                <a:gd name="T25" fmla="*/ 641 h 930"/>
                <a:gd name="T26" fmla="*/ 32131 w 61"/>
                <a:gd name="T27" fmla="*/ 683 h 930"/>
                <a:gd name="T28" fmla="*/ 32131 w 61"/>
                <a:gd name="T29" fmla="*/ 1073 h 930"/>
                <a:gd name="T30" fmla="*/ 36767 w 61"/>
                <a:gd name="T31" fmla="*/ 1109 h 930"/>
                <a:gd name="T32" fmla="*/ 45418 w 61"/>
                <a:gd name="T33" fmla="*/ 1140 h 930"/>
                <a:gd name="T34" fmla="*/ 54602 w 61"/>
                <a:gd name="T35" fmla="*/ 1159 h 930"/>
                <a:gd name="T36" fmla="*/ 67889 w 61"/>
                <a:gd name="T37" fmla="*/ 1170 h 93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1"/>
                <a:gd name="T58" fmla="*/ 0 h 930"/>
                <a:gd name="T59" fmla="*/ 61 w 61"/>
                <a:gd name="T60" fmla="*/ 930 h 93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1" h="930">
                  <a:moveTo>
                    <a:pt x="61" y="0"/>
                  </a:moveTo>
                  <a:lnTo>
                    <a:pt x="49" y="9"/>
                  </a:lnTo>
                  <a:lnTo>
                    <a:pt x="41" y="25"/>
                  </a:lnTo>
                  <a:lnTo>
                    <a:pt x="33" y="49"/>
                  </a:lnTo>
                  <a:lnTo>
                    <a:pt x="29" y="78"/>
                  </a:lnTo>
                  <a:lnTo>
                    <a:pt x="29" y="388"/>
                  </a:lnTo>
                  <a:lnTo>
                    <a:pt x="29" y="417"/>
                  </a:lnTo>
                  <a:lnTo>
                    <a:pt x="21" y="441"/>
                  </a:lnTo>
                  <a:lnTo>
                    <a:pt x="12" y="457"/>
                  </a:lnTo>
                  <a:lnTo>
                    <a:pt x="0" y="465"/>
                  </a:lnTo>
                  <a:lnTo>
                    <a:pt x="12" y="470"/>
                  </a:lnTo>
                  <a:lnTo>
                    <a:pt x="21" y="486"/>
                  </a:lnTo>
                  <a:lnTo>
                    <a:pt x="29" y="510"/>
                  </a:lnTo>
                  <a:lnTo>
                    <a:pt x="29" y="543"/>
                  </a:lnTo>
                  <a:lnTo>
                    <a:pt x="29" y="853"/>
                  </a:lnTo>
                  <a:lnTo>
                    <a:pt x="33" y="881"/>
                  </a:lnTo>
                  <a:lnTo>
                    <a:pt x="41" y="906"/>
                  </a:lnTo>
                  <a:lnTo>
                    <a:pt x="49" y="922"/>
                  </a:lnTo>
                  <a:lnTo>
                    <a:pt x="61" y="93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" name="Text Box 24">
              <a:extLst>
                <a:ext uri="{FF2B5EF4-FFF2-40B4-BE49-F238E27FC236}">
                  <a16:creationId xmlns:a16="http://schemas.microsoft.com/office/drawing/2014/main" id="{97F4D740-1D5A-462A-BD44-457772EA22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" y="1544"/>
              <a:ext cx="309" cy="8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地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址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线</a:t>
              </a:r>
            </a:p>
          </p:txBody>
        </p:sp>
        <p:sp>
          <p:nvSpPr>
            <p:cNvPr id="25" name="Line 25">
              <a:extLst>
                <a:ext uri="{FF2B5EF4-FFF2-40B4-BE49-F238E27FC236}">
                  <a16:creationId xmlns:a16="http://schemas.microsoft.com/office/drawing/2014/main" id="{71E5556F-D58D-4AC9-9521-1C4803A83E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14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6" name="Line 26">
              <a:extLst>
                <a:ext uri="{FF2B5EF4-FFF2-40B4-BE49-F238E27FC236}">
                  <a16:creationId xmlns:a16="http://schemas.microsoft.com/office/drawing/2014/main" id="{2EE21200-6F78-4BC5-9052-33148D5165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1632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7" name="Line 27">
              <a:extLst>
                <a:ext uri="{FF2B5EF4-FFF2-40B4-BE49-F238E27FC236}">
                  <a16:creationId xmlns:a16="http://schemas.microsoft.com/office/drawing/2014/main" id="{D58ABDA7-18BC-4915-80B8-4AC1A12FBE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2304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" name="Line 28">
              <a:extLst>
                <a:ext uri="{FF2B5EF4-FFF2-40B4-BE49-F238E27FC236}">
                  <a16:creationId xmlns:a16="http://schemas.microsoft.com/office/drawing/2014/main" id="{B000C126-42E2-47FC-B01F-73F3814C74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244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" name="Text Box 29">
              <a:extLst>
                <a:ext uri="{FF2B5EF4-FFF2-40B4-BE49-F238E27FC236}">
                  <a16:creationId xmlns:a16="http://schemas.microsoft.com/office/drawing/2014/main" id="{67574BAA-B0A8-42AA-A8EA-0A4C7EF830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3" y="1791"/>
              <a:ext cx="427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30" name="Group 30">
            <a:extLst>
              <a:ext uri="{FF2B5EF4-FFF2-40B4-BE49-F238E27FC236}">
                <a16:creationId xmlns:a16="http://schemas.microsoft.com/office/drawing/2014/main" id="{3484D1F8-2C0F-4A1E-A6FA-F041FA2BCF13}"/>
              </a:ext>
            </a:extLst>
          </p:cNvPr>
          <p:cNvGrpSpPr>
            <a:grpSpLocks/>
          </p:cNvGrpSpPr>
          <p:nvPr/>
        </p:nvGrpSpPr>
        <p:grpSpPr bwMode="auto">
          <a:xfrm>
            <a:off x="6732242" y="1855244"/>
            <a:ext cx="1547813" cy="1528763"/>
            <a:chOff x="4332" y="1488"/>
            <a:chExt cx="975" cy="963"/>
          </a:xfrm>
        </p:grpSpPr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E85ABB70-90FA-474F-A9BF-4FC562E2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525"/>
              <a:ext cx="101" cy="926"/>
            </a:xfrm>
            <a:custGeom>
              <a:avLst/>
              <a:gdLst>
                <a:gd name="T0" fmla="*/ 0 w 53"/>
                <a:gd name="T1" fmla="*/ 0 h 926"/>
                <a:gd name="T2" fmla="*/ 4021 w 53"/>
                <a:gd name="T3" fmla="*/ 4 h 926"/>
                <a:gd name="T4" fmla="*/ 6555 w 53"/>
                <a:gd name="T5" fmla="*/ 20 h 926"/>
                <a:gd name="T6" fmla="*/ 9576 w 53"/>
                <a:gd name="T7" fmla="*/ 45 h 926"/>
                <a:gd name="T8" fmla="*/ 9576 w 53"/>
                <a:gd name="T9" fmla="*/ 78 h 926"/>
                <a:gd name="T10" fmla="*/ 9576 w 53"/>
                <a:gd name="T11" fmla="*/ 388 h 926"/>
                <a:gd name="T12" fmla="*/ 9576 w 53"/>
                <a:gd name="T13" fmla="*/ 416 h 926"/>
                <a:gd name="T14" fmla="*/ 12318 w 53"/>
                <a:gd name="T15" fmla="*/ 441 h 926"/>
                <a:gd name="T16" fmla="*/ 13601 w 53"/>
                <a:gd name="T17" fmla="*/ 457 h 926"/>
                <a:gd name="T18" fmla="*/ 17515 w 53"/>
                <a:gd name="T19" fmla="*/ 465 h 926"/>
                <a:gd name="T20" fmla="*/ 13601 w 53"/>
                <a:gd name="T21" fmla="*/ 469 h 926"/>
                <a:gd name="T22" fmla="*/ 12318 w 53"/>
                <a:gd name="T23" fmla="*/ 485 h 926"/>
                <a:gd name="T24" fmla="*/ 9576 w 53"/>
                <a:gd name="T25" fmla="*/ 510 h 926"/>
                <a:gd name="T26" fmla="*/ 9576 w 53"/>
                <a:gd name="T27" fmla="*/ 543 h 926"/>
                <a:gd name="T28" fmla="*/ 9576 w 53"/>
                <a:gd name="T29" fmla="*/ 848 h 926"/>
                <a:gd name="T30" fmla="*/ 9576 w 53"/>
                <a:gd name="T31" fmla="*/ 881 h 926"/>
                <a:gd name="T32" fmla="*/ 6555 w 53"/>
                <a:gd name="T33" fmla="*/ 906 h 926"/>
                <a:gd name="T34" fmla="*/ 4021 w 53"/>
                <a:gd name="T35" fmla="*/ 922 h 926"/>
                <a:gd name="T36" fmla="*/ 0 w 53"/>
                <a:gd name="T37" fmla="*/ 926 h 9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3"/>
                <a:gd name="T58" fmla="*/ 0 h 926"/>
                <a:gd name="T59" fmla="*/ 53 w 53"/>
                <a:gd name="T60" fmla="*/ 926 h 92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3" h="926">
                  <a:moveTo>
                    <a:pt x="0" y="0"/>
                  </a:moveTo>
                  <a:lnTo>
                    <a:pt x="12" y="4"/>
                  </a:lnTo>
                  <a:lnTo>
                    <a:pt x="20" y="20"/>
                  </a:lnTo>
                  <a:lnTo>
                    <a:pt x="29" y="45"/>
                  </a:lnTo>
                  <a:lnTo>
                    <a:pt x="29" y="78"/>
                  </a:lnTo>
                  <a:lnTo>
                    <a:pt x="29" y="388"/>
                  </a:lnTo>
                  <a:lnTo>
                    <a:pt x="29" y="416"/>
                  </a:lnTo>
                  <a:lnTo>
                    <a:pt x="37" y="441"/>
                  </a:lnTo>
                  <a:lnTo>
                    <a:pt x="41" y="457"/>
                  </a:lnTo>
                  <a:lnTo>
                    <a:pt x="53" y="465"/>
                  </a:lnTo>
                  <a:lnTo>
                    <a:pt x="41" y="469"/>
                  </a:lnTo>
                  <a:lnTo>
                    <a:pt x="37" y="485"/>
                  </a:lnTo>
                  <a:lnTo>
                    <a:pt x="29" y="510"/>
                  </a:lnTo>
                  <a:lnTo>
                    <a:pt x="29" y="543"/>
                  </a:lnTo>
                  <a:lnTo>
                    <a:pt x="29" y="848"/>
                  </a:lnTo>
                  <a:lnTo>
                    <a:pt x="29" y="881"/>
                  </a:lnTo>
                  <a:lnTo>
                    <a:pt x="20" y="906"/>
                  </a:lnTo>
                  <a:lnTo>
                    <a:pt x="12" y="922"/>
                  </a:lnTo>
                  <a:lnTo>
                    <a:pt x="0" y="926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Text Box 32">
              <a:extLst>
                <a:ext uri="{FF2B5EF4-FFF2-40B4-BE49-F238E27FC236}">
                  <a16:creationId xmlns:a16="http://schemas.microsoft.com/office/drawing/2014/main" id="{C134585A-FECE-4EE9-AE0F-E00FE85CC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2" y="1592"/>
              <a:ext cx="325" cy="8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数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据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600" b="1">
                  <a:latin typeface="Times New Roman" panose="02020603050405020304" pitchFamily="18" charset="0"/>
                </a:rPr>
                <a:t>线</a:t>
              </a:r>
            </a:p>
          </p:txBody>
        </p:sp>
        <p:sp>
          <p:nvSpPr>
            <p:cNvPr id="33" name="Line 33">
              <a:extLst>
                <a:ext uri="{FF2B5EF4-FFF2-40B4-BE49-F238E27FC236}">
                  <a16:creationId xmlns:a16="http://schemas.microsoft.com/office/drawing/2014/main" id="{4BF699C7-0F60-410C-A93F-1A1A6560856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32" y="244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4" name="Line 34">
              <a:extLst>
                <a:ext uri="{FF2B5EF4-FFF2-40B4-BE49-F238E27FC236}">
                  <a16:creationId xmlns:a16="http://schemas.microsoft.com/office/drawing/2014/main" id="{860E120D-0FD0-4CC2-8546-1EC343DC4F1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32" y="2304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" name="Line 35">
              <a:extLst>
                <a:ext uri="{FF2B5EF4-FFF2-40B4-BE49-F238E27FC236}">
                  <a16:creationId xmlns:a16="http://schemas.microsoft.com/office/drawing/2014/main" id="{9EC3E45F-363B-4C31-8762-E5971A175A9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32" y="1632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6" name="Line 36">
              <a:extLst>
                <a:ext uri="{FF2B5EF4-FFF2-40B4-BE49-F238E27FC236}">
                  <a16:creationId xmlns:a16="http://schemas.microsoft.com/office/drawing/2014/main" id="{2C5B225E-3686-40FC-A889-F9393124E0A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32" y="14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7" name="Text Box 37">
              <a:extLst>
                <a:ext uri="{FF2B5EF4-FFF2-40B4-BE49-F238E27FC236}">
                  <a16:creationId xmlns:a16="http://schemas.microsoft.com/office/drawing/2014/main" id="{1744C876-186B-43C2-A078-1AE5738C91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1" y="1791"/>
              <a:ext cx="427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38" name="Group 38">
            <a:extLst>
              <a:ext uri="{FF2B5EF4-FFF2-40B4-BE49-F238E27FC236}">
                <a16:creationId xmlns:a16="http://schemas.microsoft.com/office/drawing/2014/main" id="{C4633943-60A1-4ED2-8C74-08EBCA083DC5}"/>
              </a:ext>
            </a:extLst>
          </p:cNvPr>
          <p:cNvGrpSpPr>
            <a:grpSpLocks/>
          </p:cNvGrpSpPr>
          <p:nvPr/>
        </p:nvGrpSpPr>
        <p:grpSpPr bwMode="auto">
          <a:xfrm>
            <a:off x="1226792" y="4314287"/>
            <a:ext cx="2290763" cy="461963"/>
            <a:chOff x="864" y="3037"/>
            <a:chExt cx="1443" cy="291"/>
          </a:xfrm>
        </p:grpSpPr>
        <p:sp>
          <p:nvSpPr>
            <p:cNvPr id="39" name="Text Box 39">
              <a:extLst>
                <a:ext uri="{FF2B5EF4-FFF2-40B4-BE49-F238E27FC236}">
                  <a16:creationId xmlns:a16="http://schemas.microsoft.com/office/drawing/2014/main" id="{2EC07A43-8AFD-4B3B-B6FD-4C326CFB36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4" y="3037"/>
              <a:ext cx="115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地址线</a:t>
              </a:r>
            </a:p>
          </p:txBody>
        </p:sp>
        <p:sp>
          <p:nvSpPr>
            <p:cNvPr id="40" name="Text Box 40">
              <a:extLst>
                <a:ext uri="{FF2B5EF4-FFF2-40B4-BE49-F238E27FC236}">
                  <a16:creationId xmlns:a16="http://schemas.microsoft.com/office/drawing/2014/main" id="{4A9C31FE-02DA-4BFE-9C7B-61C506E533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1" y="3037"/>
              <a:ext cx="89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（单向）</a:t>
              </a:r>
            </a:p>
          </p:txBody>
        </p:sp>
      </p:grpSp>
      <p:grpSp>
        <p:nvGrpSpPr>
          <p:cNvPr id="41" name="Group 41">
            <a:extLst>
              <a:ext uri="{FF2B5EF4-FFF2-40B4-BE49-F238E27FC236}">
                <a16:creationId xmlns:a16="http://schemas.microsoft.com/office/drawing/2014/main" id="{12463899-108A-4167-B394-454FD04C817A}"/>
              </a:ext>
            </a:extLst>
          </p:cNvPr>
          <p:cNvGrpSpPr>
            <a:grpSpLocks/>
          </p:cNvGrpSpPr>
          <p:nvPr/>
        </p:nvGrpSpPr>
        <p:grpSpPr bwMode="auto">
          <a:xfrm>
            <a:off x="3601690" y="4314280"/>
            <a:ext cx="2654300" cy="457200"/>
            <a:chOff x="2360" y="3037"/>
            <a:chExt cx="1672" cy="288"/>
          </a:xfrm>
        </p:grpSpPr>
        <p:sp>
          <p:nvSpPr>
            <p:cNvPr id="42" name="Text Box 42">
              <a:extLst>
                <a:ext uri="{FF2B5EF4-FFF2-40B4-BE49-F238E27FC236}">
                  <a16:creationId xmlns:a16="http://schemas.microsoft.com/office/drawing/2014/main" id="{4E5EB796-C756-416A-A9D1-ACFA0F9A2E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0" y="3037"/>
              <a:ext cx="114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数据线</a:t>
              </a:r>
            </a:p>
          </p:txBody>
        </p:sp>
        <p:sp>
          <p:nvSpPr>
            <p:cNvPr id="43" name="Text Box 43">
              <a:extLst>
                <a:ext uri="{FF2B5EF4-FFF2-40B4-BE49-F238E27FC236}">
                  <a16:creationId xmlns:a16="http://schemas.microsoft.com/office/drawing/2014/main" id="{62CB7EC3-BF3D-400E-8C79-5768C47F7F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8" y="3037"/>
              <a:ext cx="112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（双向）</a:t>
              </a:r>
            </a:p>
          </p:txBody>
        </p:sp>
      </p:grpSp>
      <p:sp>
        <p:nvSpPr>
          <p:cNvPr id="44" name="Text Box 44">
            <a:extLst>
              <a:ext uri="{FF2B5EF4-FFF2-40B4-BE49-F238E27FC236}">
                <a16:creationId xmlns:a16="http://schemas.microsoft.com/office/drawing/2014/main" id="{945B0BDE-355B-4221-8D1C-218A21C124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6715" y="4792117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10</a:t>
            </a:r>
          </a:p>
        </p:txBody>
      </p:sp>
      <p:sp>
        <p:nvSpPr>
          <p:cNvPr id="45" name="Text Box 45">
            <a:extLst>
              <a:ext uri="{FF2B5EF4-FFF2-40B4-BE49-F238E27FC236}">
                <a16:creationId xmlns:a16="http://schemas.microsoft.com/office/drawing/2014/main" id="{64539B92-D6E0-4EA9-9171-8F3B9BA8B3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3040" y="4792117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4</a:t>
            </a:r>
          </a:p>
        </p:txBody>
      </p:sp>
      <p:sp>
        <p:nvSpPr>
          <p:cNvPr id="46" name="Text Box 46">
            <a:extLst>
              <a:ext uri="{FF2B5EF4-FFF2-40B4-BE49-F238E27FC236}">
                <a16:creationId xmlns:a16="http://schemas.microsoft.com/office/drawing/2014/main" id="{E3661335-C636-4E6E-9986-CF0DE72622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6715" y="5263605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14</a:t>
            </a:r>
          </a:p>
        </p:txBody>
      </p:sp>
      <p:sp>
        <p:nvSpPr>
          <p:cNvPr id="47" name="Text Box 47">
            <a:extLst>
              <a:ext uri="{FF2B5EF4-FFF2-40B4-BE49-F238E27FC236}">
                <a16:creationId xmlns:a16="http://schemas.microsoft.com/office/drawing/2014/main" id="{E4583745-4FC9-4996-9F33-D8BA392CEC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3040" y="526360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48" name="Text Box 48">
            <a:extLst>
              <a:ext uri="{FF2B5EF4-FFF2-40B4-BE49-F238E27FC236}">
                <a16:creationId xmlns:a16="http://schemas.microsoft.com/office/drawing/2014/main" id="{CE85DD54-01A1-4D1A-ABA0-D9AFE9FB97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6715" y="5763667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13</a:t>
            </a:r>
          </a:p>
        </p:txBody>
      </p:sp>
      <p:sp>
        <p:nvSpPr>
          <p:cNvPr id="49" name="Text Box 49">
            <a:extLst>
              <a:ext uri="{FF2B5EF4-FFF2-40B4-BE49-F238E27FC236}">
                <a16:creationId xmlns:a16="http://schemas.microsoft.com/office/drawing/2014/main" id="{81DE72BC-2CF4-41DF-BF35-EA4DE9396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3040" y="5763667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8</a:t>
            </a:r>
          </a:p>
        </p:txBody>
      </p:sp>
    </p:spTree>
    <p:extLst>
      <p:ext uri="{BB962C8B-B14F-4D97-AF65-F5344CB8AC3E}">
        <p14:creationId xmlns:p14="http://schemas.microsoft.com/office/powerpoint/2010/main" val="3740539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utoUpdateAnimBg="0"/>
      <p:bldP spid="13" grpId="0" autoUpdateAnimBg="0"/>
      <p:bldP spid="14" grpId="0" autoUpdateAnimBg="0"/>
      <p:bldP spid="15" grpId="0" autoUpdateAnimBg="0"/>
      <p:bldP spid="44" grpId="0" autoUpdateAnimBg="0"/>
      <p:bldP spid="45" grpId="0" autoUpdateAnimBg="0"/>
      <p:bldP spid="46" grpId="0" autoUpdateAnimBg="0"/>
      <p:bldP spid="47" grpId="0" autoUpdateAnimBg="0"/>
      <p:bldP spid="48" grpId="0" autoUpdateAnimBg="0"/>
      <p:bldP spid="49" grpId="0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3.2	</a:t>
            </a:r>
            <a:r>
              <a:rPr lang="zh-CN" altLang="en-US" dirty="0"/>
              <a:t>主存储器的内部结构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5536" y="1443198"/>
            <a:ext cx="8229600" cy="4569371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dirty="0"/>
              <a:t>3.2.1</a:t>
            </a:r>
            <a:r>
              <a:rPr lang="zh-CN" altLang="en-US" dirty="0"/>
              <a:t>存储芯片的内部结构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dirty="0"/>
              <a:t>3.2.2 </a:t>
            </a:r>
            <a:r>
              <a:rPr lang="zh-CN" altLang="en-US" dirty="0"/>
              <a:t>半导体存储芯片的译码驱动方式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dirty="0"/>
              <a:t>3.2.3</a:t>
            </a:r>
            <a:r>
              <a:rPr lang="zh-CN" altLang="en-US" dirty="0"/>
              <a:t>主存储器与</a:t>
            </a:r>
            <a:r>
              <a:rPr lang="en-US" altLang="zh-CN" dirty="0"/>
              <a:t>CPU</a:t>
            </a:r>
            <a:r>
              <a:rPr lang="zh-CN" altLang="en-US" dirty="0"/>
              <a:t>的连接</a:t>
            </a:r>
          </a:p>
          <a:p>
            <a:pPr marL="0" indent="0">
              <a:spcBef>
                <a:spcPts val="2400"/>
              </a:spcBef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755576" y="2492896"/>
            <a:ext cx="6954148" cy="73539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sz="3200" dirty="0">
                <a:solidFill>
                  <a:schemeClr val="tx1"/>
                </a:solidFill>
              </a:rPr>
              <a:t>3.2.2 </a:t>
            </a:r>
            <a:r>
              <a:rPr lang="zh-CN" altLang="en-US" sz="3200" dirty="0">
                <a:solidFill>
                  <a:schemeClr val="tx1"/>
                </a:solidFill>
              </a:rPr>
              <a:t>半导体存储芯片的译码驱动方式</a:t>
            </a:r>
            <a:endParaRPr lang="en-US" altLang="zh-CN" sz="3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71918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ext Box 58">
            <a:extLst>
              <a:ext uri="{FF2B5EF4-FFF2-40B4-BE49-F238E27FC236}">
                <a16:creationId xmlns:a16="http://schemas.microsoft.com/office/drawing/2014/main" id="{2B50DB08-BB14-4584-83ED-A94C1D3E96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973" y="28151"/>
            <a:ext cx="733742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 eaLnBrk="1" hangingPunct="1">
              <a:spcBef>
                <a:spcPct val="0"/>
              </a:spcBef>
              <a:buNone/>
              <a:defRPr/>
            </a:pPr>
            <a:r>
              <a:rPr kumimoji="1" lang="en-US" altLang="zh-CN" sz="3600" b="1" dirty="0">
                <a:solidFill>
                  <a:srgbClr val="000000"/>
                </a:solidFill>
                <a:latin typeface="Times New Roman" panose="02020603050405020304" pitchFamily="18" charset="0"/>
              </a:rPr>
              <a:t>1.</a:t>
            </a:r>
            <a:r>
              <a:rPr kumimoji="1" lang="zh-CN" altLang="en-US" sz="3600" b="1" dirty="0">
                <a:solidFill>
                  <a:srgbClr val="000000"/>
                </a:solidFill>
                <a:latin typeface="Times New Roman" panose="02020603050405020304" pitchFamily="18" charset="0"/>
              </a:rPr>
              <a:t>一维地址译码</a:t>
            </a:r>
          </a:p>
        </p:txBody>
      </p:sp>
      <p:grpSp>
        <p:nvGrpSpPr>
          <p:cNvPr id="2" name="Group 61">
            <a:extLst>
              <a:ext uri="{FF2B5EF4-FFF2-40B4-BE49-F238E27FC236}">
                <a16:creationId xmlns:a16="http://schemas.microsoft.com/office/drawing/2014/main" id="{EA83F7B7-E0D8-4AD1-8373-3D445FC2CBCD}"/>
              </a:ext>
            </a:extLst>
          </p:cNvPr>
          <p:cNvGrpSpPr>
            <a:grpSpLocks/>
          </p:cNvGrpSpPr>
          <p:nvPr/>
        </p:nvGrpSpPr>
        <p:grpSpPr bwMode="auto">
          <a:xfrm>
            <a:off x="1678484" y="2212316"/>
            <a:ext cx="336550" cy="2832100"/>
            <a:chOff x="367" y="1429"/>
            <a:chExt cx="212" cy="1784"/>
          </a:xfrm>
        </p:grpSpPr>
        <p:sp>
          <p:nvSpPr>
            <p:cNvPr id="16496" name="Text Box 62">
              <a:extLst>
                <a:ext uri="{FF2B5EF4-FFF2-40B4-BE49-F238E27FC236}">
                  <a16:creationId xmlns:a16="http://schemas.microsoft.com/office/drawing/2014/main" id="{D84FAFE1-AEBB-4206-9644-484426442C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142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6497" name="Text Box 63">
              <a:extLst>
                <a:ext uri="{FF2B5EF4-FFF2-40B4-BE49-F238E27FC236}">
                  <a16:creationId xmlns:a16="http://schemas.microsoft.com/office/drawing/2014/main" id="{1C3615E1-A949-4E9C-BE93-50CDB7450E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1927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6498" name="Text Box 64">
              <a:extLst>
                <a:ext uri="{FF2B5EF4-FFF2-40B4-BE49-F238E27FC236}">
                  <a16:creationId xmlns:a16="http://schemas.microsoft.com/office/drawing/2014/main" id="{87A10060-4EDC-4A85-9E2F-6E302D528A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2426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6499" name="Text Box 65">
              <a:extLst>
                <a:ext uri="{FF2B5EF4-FFF2-40B4-BE49-F238E27FC236}">
                  <a16:creationId xmlns:a16="http://schemas.microsoft.com/office/drawing/2014/main" id="{9CCD8D86-5067-4A6A-8161-368C1E4500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2925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3" name="Group 66">
            <a:extLst>
              <a:ext uri="{FF2B5EF4-FFF2-40B4-BE49-F238E27FC236}">
                <a16:creationId xmlns:a16="http://schemas.microsoft.com/office/drawing/2014/main" id="{9D3453DE-4E09-4C61-9ABE-4EF5E643AE2A}"/>
              </a:ext>
            </a:extLst>
          </p:cNvPr>
          <p:cNvGrpSpPr>
            <a:grpSpLocks/>
          </p:cNvGrpSpPr>
          <p:nvPr/>
        </p:nvGrpSpPr>
        <p:grpSpPr bwMode="auto">
          <a:xfrm>
            <a:off x="3967659" y="2266293"/>
            <a:ext cx="3041650" cy="528637"/>
            <a:chOff x="2445" y="1391"/>
            <a:chExt cx="1916" cy="333"/>
          </a:xfrm>
        </p:grpSpPr>
        <p:grpSp>
          <p:nvGrpSpPr>
            <p:cNvPr id="16492" name="Group 67">
              <a:extLst>
                <a:ext uri="{FF2B5EF4-FFF2-40B4-BE49-F238E27FC236}">
                  <a16:creationId xmlns:a16="http://schemas.microsoft.com/office/drawing/2014/main" id="{71F89D7C-91CC-4A46-8A94-75970D8882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5" y="1392"/>
              <a:ext cx="1916" cy="332"/>
              <a:chOff x="2445" y="1392"/>
              <a:chExt cx="1916" cy="332"/>
            </a:xfrm>
          </p:grpSpPr>
          <p:sp>
            <p:nvSpPr>
              <p:cNvPr id="4108" name="Rectangle 68">
                <a:extLst>
                  <a:ext uri="{FF2B5EF4-FFF2-40B4-BE49-F238E27FC236}">
                    <a16:creationId xmlns:a16="http://schemas.microsoft.com/office/drawing/2014/main" id="{20792996-7172-4402-9176-832934A4C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1392"/>
                <a:ext cx="585" cy="332"/>
              </a:xfrm>
              <a:prstGeom prst="rect">
                <a:avLst/>
              </a:prstGeom>
              <a:solidFill>
                <a:srgbClr val="CCFFFF"/>
              </a:solidFill>
              <a:ln w="38100">
                <a:solidFill>
                  <a:schemeClr val="accent6">
                    <a:lumMod val="75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 eaLnBrk="1" hangingPunct="1">
                  <a:defRPr/>
                </a:pPr>
                <a:r>
                  <a:rPr kumimoji="1" lang="en-US" altLang="zh-CN" sz="2400" b="1">
                    <a:solidFill>
                      <a:srgbClr val="CC3300"/>
                    </a:solidFill>
                    <a:latin typeface="Times New Roman" pitchFamily="18" charset="0"/>
                    <a:ea typeface="宋体" charset="-122"/>
                  </a:rPr>
                  <a:t>0,0</a:t>
                </a:r>
              </a:p>
            </p:txBody>
          </p:sp>
          <p:sp>
            <p:nvSpPr>
              <p:cNvPr id="16495" name="Rectangle 69">
                <a:extLst>
                  <a:ext uri="{FF2B5EF4-FFF2-40B4-BE49-F238E27FC236}">
                    <a16:creationId xmlns:a16="http://schemas.microsoft.com/office/drawing/2014/main" id="{6666176E-2B38-41A2-8D00-77A8A7D41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6" y="1392"/>
                <a:ext cx="585" cy="332"/>
              </a:xfrm>
              <a:prstGeom prst="rect">
                <a:avLst/>
              </a:prstGeom>
              <a:solidFill>
                <a:srgbClr val="CCFFFF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CC3300"/>
                    </a:solidFill>
                    <a:latin typeface="Times New Roman" panose="02020603050405020304" pitchFamily="18" charset="0"/>
                  </a:rPr>
                  <a:t>0,7</a:t>
                </a:r>
              </a:p>
            </p:txBody>
          </p:sp>
        </p:grpSp>
        <p:sp>
          <p:nvSpPr>
            <p:cNvPr id="16493" name="Text Box 70">
              <a:extLst>
                <a:ext uri="{FF2B5EF4-FFF2-40B4-BE49-F238E27FC236}">
                  <a16:creationId xmlns:a16="http://schemas.microsoft.com/office/drawing/2014/main" id="{FF5BF887-14CA-436B-AF3A-72879E66D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6" y="1391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5" name="Group 71">
            <a:extLst>
              <a:ext uri="{FF2B5EF4-FFF2-40B4-BE49-F238E27FC236}">
                <a16:creationId xmlns:a16="http://schemas.microsoft.com/office/drawing/2014/main" id="{3938F337-2233-4E58-9127-ABBF75354D9C}"/>
              </a:ext>
            </a:extLst>
          </p:cNvPr>
          <p:cNvGrpSpPr>
            <a:grpSpLocks/>
          </p:cNvGrpSpPr>
          <p:nvPr/>
        </p:nvGrpSpPr>
        <p:grpSpPr bwMode="auto">
          <a:xfrm>
            <a:off x="2667498" y="2780643"/>
            <a:ext cx="3819525" cy="466725"/>
            <a:chOff x="1626" y="1715"/>
            <a:chExt cx="2406" cy="294"/>
          </a:xfrm>
        </p:grpSpPr>
        <p:grpSp>
          <p:nvGrpSpPr>
            <p:cNvPr id="16488" name="Group 72">
              <a:extLst>
                <a:ext uri="{FF2B5EF4-FFF2-40B4-BE49-F238E27FC236}">
                  <a16:creationId xmlns:a16="http://schemas.microsoft.com/office/drawing/2014/main" id="{13605364-3ADB-42E5-B827-F1B6278984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26" y="1715"/>
              <a:ext cx="2406" cy="243"/>
              <a:chOff x="1626" y="1715"/>
              <a:chExt cx="2406" cy="243"/>
            </a:xfrm>
          </p:grpSpPr>
          <p:sp>
            <p:nvSpPr>
              <p:cNvPr id="16490" name="Freeform 73">
                <a:extLst>
                  <a:ext uri="{FF2B5EF4-FFF2-40B4-BE49-F238E27FC236}">
                    <a16:creationId xmlns:a16="http://schemas.microsoft.com/office/drawing/2014/main" id="{1EA97CF5-8E42-486F-833C-40A201F3D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1715"/>
                <a:ext cx="2406" cy="243"/>
              </a:xfrm>
              <a:custGeom>
                <a:avLst/>
                <a:gdLst>
                  <a:gd name="T0" fmla="*/ 0 w 2406"/>
                  <a:gd name="T1" fmla="*/ 243 h 243"/>
                  <a:gd name="T2" fmla="*/ 2406 w 2406"/>
                  <a:gd name="T3" fmla="*/ 243 h 243"/>
                  <a:gd name="T4" fmla="*/ 2406 w 2406"/>
                  <a:gd name="T5" fmla="*/ 0 h 243"/>
                  <a:gd name="T6" fmla="*/ 0 60000 65536"/>
                  <a:gd name="T7" fmla="*/ 0 60000 65536"/>
                  <a:gd name="T8" fmla="*/ 0 60000 65536"/>
                  <a:gd name="T9" fmla="*/ 0 w 2406"/>
                  <a:gd name="T10" fmla="*/ 0 h 243"/>
                  <a:gd name="T11" fmla="*/ 2406 w 2406"/>
                  <a:gd name="T12" fmla="*/ 243 h 2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91" name="Freeform 74">
                <a:extLst>
                  <a:ext uri="{FF2B5EF4-FFF2-40B4-BE49-F238E27FC236}">
                    <a16:creationId xmlns:a16="http://schemas.microsoft.com/office/drawing/2014/main" id="{EFD75761-C34F-4F55-A4D9-1447D5335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728"/>
                <a:ext cx="1" cy="221"/>
              </a:xfrm>
              <a:custGeom>
                <a:avLst/>
                <a:gdLst>
                  <a:gd name="T0" fmla="*/ 0 w 1"/>
                  <a:gd name="T1" fmla="*/ 0 h 221"/>
                  <a:gd name="T2" fmla="*/ 0 w 1"/>
                  <a:gd name="T3" fmla="*/ 221 h 221"/>
                  <a:gd name="T4" fmla="*/ 0 60000 65536"/>
                  <a:gd name="T5" fmla="*/ 0 60000 65536"/>
                  <a:gd name="T6" fmla="*/ 0 w 1"/>
                  <a:gd name="T7" fmla="*/ 0 h 221"/>
                  <a:gd name="T8" fmla="*/ 1 w 1"/>
                  <a:gd name="T9" fmla="*/ 221 h 2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21">
                    <a:moveTo>
                      <a:pt x="0" y="0"/>
                    </a:moveTo>
                    <a:lnTo>
                      <a:pt x="0" y="221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6489" name="Text Box 75">
              <a:extLst>
                <a:ext uri="{FF2B5EF4-FFF2-40B4-BE49-F238E27FC236}">
                  <a16:creationId xmlns:a16="http://schemas.microsoft.com/office/drawing/2014/main" id="{FCF06808-4D6A-4AB5-9397-E76CE363E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9" y="1721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7" name="Group 76">
            <a:extLst>
              <a:ext uri="{FF2B5EF4-FFF2-40B4-BE49-F238E27FC236}">
                <a16:creationId xmlns:a16="http://schemas.microsoft.com/office/drawing/2014/main" id="{FC81B155-4ECA-4F5B-BA33-B15A48395805}"/>
              </a:ext>
            </a:extLst>
          </p:cNvPr>
          <p:cNvGrpSpPr>
            <a:grpSpLocks/>
          </p:cNvGrpSpPr>
          <p:nvPr/>
        </p:nvGrpSpPr>
        <p:grpSpPr bwMode="auto">
          <a:xfrm>
            <a:off x="4056559" y="5076168"/>
            <a:ext cx="2432050" cy="623887"/>
            <a:chOff x="2501" y="3161"/>
            <a:chExt cx="1532" cy="393"/>
          </a:xfrm>
        </p:grpSpPr>
        <p:sp>
          <p:nvSpPr>
            <p:cNvPr id="16483" name="Freeform 77">
              <a:extLst>
                <a:ext uri="{FF2B5EF4-FFF2-40B4-BE49-F238E27FC236}">
                  <a16:creationId xmlns:a16="http://schemas.microsoft.com/office/drawing/2014/main" id="{B92D11EB-225F-4996-9F9B-76214BEB0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248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4" name="Freeform 78">
              <a:extLst>
                <a:ext uri="{FF2B5EF4-FFF2-40B4-BE49-F238E27FC236}">
                  <a16:creationId xmlns:a16="http://schemas.microsoft.com/office/drawing/2014/main" id="{861E64B6-349B-45D4-81C6-F74EACE82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254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5" name="Text Box 79">
              <a:extLst>
                <a:ext uri="{FF2B5EF4-FFF2-40B4-BE49-F238E27FC236}">
                  <a16:creationId xmlns:a16="http://schemas.microsoft.com/office/drawing/2014/main" id="{6A501CB2-9FCF-4863-B58F-4F2311367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0" y="316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6486" name="Text Box 80">
              <a:extLst>
                <a:ext uri="{FF2B5EF4-FFF2-40B4-BE49-F238E27FC236}">
                  <a16:creationId xmlns:a16="http://schemas.microsoft.com/office/drawing/2014/main" id="{EA7AA1F6-E8A6-460A-8097-99EB86AA7B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255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6487" name="Text Box 81">
              <a:extLst>
                <a:ext uri="{FF2B5EF4-FFF2-40B4-BE49-F238E27FC236}">
                  <a16:creationId xmlns:a16="http://schemas.microsoft.com/office/drawing/2014/main" id="{F8D52479-B058-4D49-80CB-24CC9AC071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7" y="3266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7</a:t>
              </a:r>
            </a:p>
          </p:txBody>
        </p:sp>
      </p:grpSp>
      <p:grpSp>
        <p:nvGrpSpPr>
          <p:cNvPr id="8" name="Group 82">
            <a:extLst>
              <a:ext uri="{FF2B5EF4-FFF2-40B4-BE49-F238E27FC236}">
                <a16:creationId xmlns:a16="http://schemas.microsoft.com/office/drawing/2014/main" id="{1431F10B-0B08-4441-82E0-170E1F086759}"/>
              </a:ext>
            </a:extLst>
          </p:cNvPr>
          <p:cNvGrpSpPr>
            <a:grpSpLocks/>
          </p:cNvGrpSpPr>
          <p:nvPr/>
        </p:nvGrpSpPr>
        <p:grpSpPr bwMode="auto">
          <a:xfrm>
            <a:off x="3847009" y="6120743"/>
            <a:ext cx="2641600" cy="706437"/>
            <a:chOff x="2369" y="3819"/>
            <a:chExt cx="1664" cy="445"/>
          </a:xfrm>
        </p:grpSpPr>
        <p:sp>
          <p:nvSpPr>
            <p:cNvPr id="16476" name="Freeform 83">
              <a:extLst>
                <a:ext uri="{FF2B5EF4-FFF2-40B4-BE49-F238E27FC236}">
                  <a16:creationId xmlns:a16="http://schemas.microsoft.com/office/drawing/2014/main" id="{0628B328-8E68-4A96-B394-1196C83D1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917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77" name="Freeform 84">
              <a:extLst>
                <a:ext uri="{FF2B5EF4-FFF2-40B4-BE49-F238E27FC236}">
                  <a16:creationId xmlns:a16="http://schemas.microsoft.com/office/drawing/2014/main" id="{E78C735E-B4E7-443F-94CD-C9813610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17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78" name="Text Box 85">
              <a:extLst>
                <a:ext uri="{FF2B5EF4-FFF2-40B4-BE49-F238E27FC236}">
                  <a16:creationId xmlns:a16="http://schemas.microsoft.com/office/drawing/2014/main" id="{8CC43C73-DD27-482B-9A43-760674426B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0" y="381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6479" name="Text Box 86">
              <a:extLst>
                <a:ext uri="{FF2B5EF4-FFF2-40B4-BE49-F238E27FC236}">
                  <a16:creationId xmlns:a16="http://schemas.microsoft.com/office/drawing/2014/main" id="{AA83C840-62DF-4560-B0CF-FE8B791A8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9" y="3953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  <p:sp>
          <p:nvSpPr>
            <p:cNvPr id="16480" name="Text Box 87">
              <a:extLst>
                <a:ext uri="{FF2B5EF4-FFF2-40B4-BE49-F238E27FC236}">
                  <a16:creationId xmlns:a16="http://schemas.microsoft.com/office/drawing/2014/main" id="{C878C05E-3247-49E2-A71F-83E627AF53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8" y="4072"/>
              <a:ext cx="1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1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6481" name="Text Box 88">
              <a:extLst>
                <a:ext uri="{FF2B5EF4-FFF2-40B4-BE49-F238E27FC236}">
                  <a16:creationId xmlns:a16="http://schemas.microsoft.com/office/drawing/2014/main" id="{04D4C2C8-94E2-40CF-A247-2FBBA7077F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4064"/>
              <a:ext cx="1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1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16482" name="Text Box 89">
              <a:extLst>
                <a:ext uri="{FF2B5EF4-FFF2-40B4-BE49-F238E27FC236}">
                  <a16:creationId xmlns:a16="http://schemas.microsoft.com/office/drawing/2014/main" id="{B5FB02EF-D957-4638-B824-497917E0E6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5" y="3953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</p:grpSp>
      <p:grpSp>
        <p:nvGrpSpPr>
          <p:cNvPr id="9" name="Group 90">
            <a:extLst>
              <a:ext uri="{FF2B5EF4-FFF2-40B4-BE49-F238E27FC236}">
                <a16:creationId xmlns:a16="http://schemas.microsoft.com/office/drawing/2014/main" id="{B41A68E5-A4F2-4D83-B0C2-7BDEACEB1DDA}"/>
              </a:ext>
            </a:extLst>
          </p:cNvPr>
          <p:cNvGrpSpPr>
            <a:grpSpLocks/>
          </p:cNvGrpSpPr>
          <p:nvPr/>
        </p:nvGrpSpPr>
        <p:grpSpPr bwMode="auto">
          <a:xfrm>
            <a:off x="1154611" y="5812768"/>
            <a:ext cx="2530475" cy="427037"/>
            <a:chOff x="673" y="3625"/>
            <a:chExt cx="1594" cy="269"/>
          </a:xfrm>
        </p:grpSpPr>
        <p:sp>
          <p:nvSpPr>
            <p:cNvPr id="16474" name="Line 91">
              <a:extLst>
                <a:ext uri="{FF2B5EF4-FFF2-40B4-BE49-F238E27FC236}">
                  <a16:creationId xmlns:a16="http://schemas.microsoft.com/office/drawing/2014/main" id="{28B2D3C4-3557-4A2A-A5A5-F21A33D419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0" y="3727"/>
              <a:ext cx="527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75" name="Text Box 92">
              <a:extLst>
                <a:ext uri="{FF2B5EF4-FFF2-40B4-BE49-F238E27FC236}">
                  <a16:creationId xmlns:a16="http://schemas.microsoft.com/office/drawing/2014/main" id="{18BE783B-71DE-4364-B2D3-673B6568D7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" y="3625"/>
              <a:ext cx="1391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2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   </a:t>
              </a:r>
              <a:r>
                <a:rPr kumimoji="1" lang="zh-CN" altLang="en-US" sz="22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读 </a:t>
              </a:r>
              <a:r>
                <a:rPr kumimoji="1" lang="en-US" altLang="zh-CN" sz="22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/ </a:t>
              </a:r>
              <a:r>
                <a:rPr kumimoji="1" lang="zh-CN" altLang="en-US" sz="2200" b="1">
                  <a:solidFill>
                    <a:srgbClr val="000000"/>
                  </a:solidFill>
                  <a:latin typeface="Times New Roman" panose="02020603050405020304" pitchFamily="18" charset="0"/>
                </a:rPr>
                <a:t>写</a:t>
              </a:r>
              <a:r>
                <a:rPr kumimoji="1" lang="zh-CN" altLang="en-US" sz="22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选通</a:t>
              </a:r>
            </a:p>
          </p:txBody>
        </p:sp>
      </p:grpSp>
      <p:grpSp>
        <p:nvGrpSpPr>
          <p:cNvPr id="10" name="Group 93">
            <a:extLst>
              <a:ext uri="{FF2B5EF4-FFF2-40B4-BE49-F238E27FC236}">
                <a16:creationId xmlns:a16="http://schemas.microsoft.com/office/drawing/2014/main" id="{4990BC23-8A12-4A5E-8EB5-F73E3B5F4835}"/>
              </a:ext>
            </a:extLst>
          </p:cNvPr>
          <p:cNvGrpSpPr>
            <a:grpSpLocks/>
          </p:cNvGrpSpPr>
          <p:nvPr/>
        </p:nvGrpSpPr>
        <p:grpSpPr bwMode="auto">
          <a:xfrm>
            <a:off x="3685086" y="5647666"/>
            <a:ext cx="3533775" cy="641350"/>
            <a:chOff x="2267" y="3706"/>
            <a:chExt cx="2226" cy="404"/>
          </a:xfrm>
        </p:grpSpPr>
        <p:sp>
          <p:nvSpPr>
            <p:cNvPr id="16472" name="Rectangle 94">
              <a:extLst>
                <a:ext uri="{FF2B5EF4-FFF2-40B4-BE49-F238E27FC236}">
                  <a16:creationId xmlns:a16="http://schemas.microsoft.com/office/drawing/2014/main" id="{69D4AF06-8BB3-4427-8496-42C593C9A15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88" y="2805"/>
              <a:ext cx="384" cy="2226"/>
            </a:xfrm>
            <a:prstGeom prst="rect">
              <a:avLst/>
            </a:prstGeom>
            <a:solidFill>
              <a:srgbClr val="CCFFFF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6473" name="Text Box 95">
              <a:extLst>
                <a:ext uri="{FF2B5EF4-FFF2-40B4-BE49-F238E27FC236}">
                  <a16:creationId xmlns:a16="http://schemas.microsoft.com/office/drawing/2014/main" id="{A103AF96-E681-49D6-9C3E-D7C6A8738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49" y="3706"/>
              <a:ext cx="1792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b="1">
                  <a:solidFill>
                    <a:srgbClr val="CC3300"/>
                  </a:solidFill>
                  <a:latin typeface="Times New Roman" panose="02020603050405020304" pitchFamily="18" charset="0"/>
                </a:rPr>
                <a:t>    </a:t>
              </a:r>
              <a:r>
                <a:rPr kumimoji="1" lang="zh-CN" altLang="en-US" sz="2400" b="1">
                  <a:solidFill>
                    <a:srgbClr val="CC3300"/>
                  </a:solidFill>
                  <a:latin typeface="Times New Roman" panose="02020603050405020304" pitchFamily="18" charset="0"/>
                </a:rPr>
                <a:t>读</a:t>
              </a:r>
              <a:r>
                <a:rPr kumimoji="1" lang="en-US" altLang="zh-CN" sz="2400" b="1">
                  <a:solidFill>
                    <a:srgbClr val="CC3300"/>
                  </a:solidFill>
                  <a:latin typeface="Times New Roman" panose="02020603050405020304" pitchFamily="18" charset="0"/>
                </a:rPr>
                <a:t>/</a:t>
              </a:r>
              <a:r>
                <a:rPr kumimoji="1" lang="zh-CN" altLang="en-US" sz="2400" b="1">
                  <a:solidFill>
                    <a:srgbClr val="CC3300"/>
                  </a:solidFill>
                  <a:latin typeface="Times New Roman" panose="02020603050405020304" pitchFamily="18" charset="0"/>
                </a:rPr>
                <a:t>写控制电路</a:t>
              </a:r>
              <a:r>
                <a:rPr kumimoji="1" lang="zh-CN" altLang="en-US" b="1">
                  <a:solidFill>
                    <a:srgbClr val="000000"/>
                  </a:solidFill>
                  <a:latin typeface="Times New Roman" panose="02020603050405020304" pitchFamily="18" charset="0"/>
                </a:rPr>
                <a:t>   </a:t>
              </a:r>
            </a:p>
          </p:txBody>
        </p:sp>
      </p:grpSp>
      <p:grpSp>
        <p:nvGrpSpPr>
          <p:cNvPr id="16397" name="Group 41">
            <a:extLst>
              <a:ext uri="{FF2B5EF4-FFF2-40B4-BE49-F238E27FC236}">
                <a16:creationId xmlns:a16="http://schemas.microsoft.com/office/drawing/2014/main" id="{B756193D-B701-4D2A-9BE5-FD2F63C0594F}"/>
              </a:ext>
            </a:extLst>
          </p:cNvPr>
          <p:cNvGrpSpPr>
            <a:grpSpLocks/>
          </p:cNvGrpSpPr>
          <p:nvPr/>
        </p:nvGrpSpPr>
        <p:grpSpPr bwMode="auto">
          <a:xfrm>
            <a:off x="887911" y="1964666"/>
            <a:ext cx="6567487" cy="4862512"/>
            <a:chOff x="505" y="1201"/>
            <a:chExt cx="4137" cy="3063"/>
          </a:xfrm>
        </p:grpSpPr>
        <p:grpSp>
          <p:nvGrpSpPr>
            <p:cNvPr id="16407" name="Group 98">
              <a:extLst>
                <a:ext uri="{FF2B5EF4-FFF2-40B4-BE49-F238E27FC236}">
                  <a16:creationId xmlns:a16="http://schemas.microsoft.com/office/drawing/2014/main" id="{741FC8E2-4F4B-42AB-AC31-382ABB2A4E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" y="1201"/>
              <a:ext cx="4137" cy="3063"/>
              <a:chOff x="505" y="1201"/>
              <a:chExt cx="4137" cy="3063"/>
            </a:xfrm>
          </p:grpSpPr>
          <p:grpSp>
            <p:nvGrpSpPr>
              <p:cNvPr id="16417" name="Group 97">
                <a:extLst>
                  <a:ext uri="{FF2B5EF4-FFF2-40B4-BE49-F238E27FC236}">
                    <a16:creationId xmlns:a16="http://schemas.microsoft.com/office/drawing/2014/main" id="{3113D237-A93D-420C-8DE5-FF3DF56854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5" y="1201"/>
                <a:ext cx="4137" cy="3063"/>
                <a:chOff x="505" y="1201"/>
                <a:chExt cx="4137" cy="3063"/>
              </a:xfrm>
            </p:grpSpPr>
            <p:sp>
              <p:nvSpPr>
                <p:cNvPr id="16420" name="Rectangle 4">
                  <a:extLst>
                    <a:ext uri="{FF2B5EF4-FFF2-40B4-BE49-F238E27FC236}">
                      <a16:creationId xmlns:a16="http://schemas.microsoft.com/office/drawing/2014/main" id="{D7287C01-58E0-41E5-B0B2-AF65891E65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5" y="1392"/>
                  <a:ext cx="585" cy="33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0,0</a:t>
                  </a:r>
                </a:p>
              </p:txBody>
            </p:sp>
            <p:sp>
              <p:nvSpPr>
                <p:cNvPr id="16421" name="Rectangle 5">
                  <a:extLst>
                    <a:ext uri="{FF2B5EF4-FFF2-40B4-BE49-F238E27FC236}">
                      <a16:creationId xmlns:a16="http://schemas.microsoft.com/office/drawing/2014/main" id="{E74949DD-EE73-44A1-B6CF-ABADBF161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5" y="2585"/>
                  <a:ext cx="585" cy="33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15,0</a:t>
                  </a:r>
                </a:p>
              </p:txBody>
            </p:sp>
            <p:sp>
              <p:nvSpPr>
                <p:cNvPr id="16422" name="Rectangle 6">
                  <a:extLst>
                    <a:ext uri="{FF2B5EF4-FFF2-40B4-BE49-F238E27FC236}">
                      <a16:creationId xmlns:a16="http://schemas.microsoft.com/office/drawing/2014/main" id="{06313BD6-DB20-4D4C-8164-85A79031CB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76" y="2585"/>
                  <a:ext cx="585" cy="33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15,7</a:t>
                  </a:r>
                </a:p>
              </p:txBody>
            </p:sp>
            <p:sp>
              <p:nvSpPr>
                <p:cNvPr id="16423" name="Rectangle 7">
                  <a:extLst>
                    <a:ext uri="{FF2B5EF4-FFF2-40B4-BE49-F238E27FC236}">
                      <a16:creationId xmlns:a16="http://schemas.microsoft.com/office/drawing/2014/main" id="{5180B10B-EB83-4C8E-9024-679831C032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76" y="1392"/>
                  <a:ext cx="585" cy="33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0,7</a:t>
                  </a:r>
                </a:p>
              </p:txBody>
            </p:sp>
            <p:grpSp>
              <p:nvGrpSpPr>
                <p:cNvPr id="16424" name="Group 8">
                  <a:extLst>
                    <a:ext uri="{FF2B5EF4-FFF2-40B4-BE49-F238E27FC236}">
                      <a16:creationId xmlns:a16="http://schemas.microsoft.com/office/drawing/2014/main" id="{3BE9909C-CB3B-4B24-9111-ECBFCC6AD3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67" y="3523"/>
                  <a:ext cx="2226" cy="404"/>
                  <a:chOff x="2267" y="3523"/>
                  <a:chExt cx="2226" cy="404"/>
                </a:xfrm>
              </p:grpSpPr>
              <p:sp>
                <p:nvSpPr>
                  <p:cNvPr id="16470" name="Rectangle 9">
                    <a:extLst>
                      <a:ext uri="{FF2B5EF4-FFF2-40B4-BE49-F238E27FC236}">
                        <a16:creationId xmlns:a16="http://schemas.microsoft.com/office/drawing/2014/main" id="{29E00CC3-FDFB-43FA-9C4E-81F41A2021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5400000">
                    <a:off x="3188" y="2622"/>
                    <a:ext cx="384" cy="222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rot="10800000" vert="eaVert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endParaRPr lang="zh-CN" altLang="zh-CN" sz="18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471" name="Text Box 10">
                    <a:extLst>
                      <a:ext uri="{FF2B5EF4-FFF2-40B4-BE49-F238E27FC236}">
                        <a16:creationId xmlns:a16="http://schemas.microsoft.com/office/drawing/2014/main" id="{7BEE70CE-A96F-4A9F-AB6D-CAB9177AB1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9" y="3523"/>
                    <a:ext cx="1792" cy="36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    </a:t>
                    </a:r>
                    <a:r>
                      <a:rPr kumimoji="1" lang="zh-CN" altLang="en-US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读</a:t>
                    </a:r>
                    <a:r>
                      <a:rPr kumimoji="1" lang="en-US" altLang="zh-CN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/</a:t>
                    </a:r>
                    <a:r>
                      <a:rPr kumimoji="1" lang="zh-CN" altLang="en-US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写控制电路</a:t>
                    </a:r>
                    <a:r>
                      <a:rPr kumimoji="1" lang="zh-CN" altLang="en-US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   </a:t>
                    </a:r>
                  </a:p>
                </p:txBody>
              </p:sp>
            </p:grpSp>
            <p:sp>
              <p:nvSpPr>
                <p:cNvPr id="16425" name="Rectangle 11">
                  <a:extLst>
                    <a:ext uri="{FF2B5EF4-FFF2-40B4-BE49-F238E27FC236}">
                      <a16:creationId xmlns:a16="http://schemas.microsoft.com/office/drawing/2014/main" id="{FB99D841-71F0-4212-9DDF-CAD9C1E318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36" y="1203"/>
                  <a:ext cx="384" cy="2227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endParaRPr lang="zh-CN" altLang="zh-CN" sz="1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26" name="Rectangle 12">
                  <a:extLst>
                    <a:ext uri="{FF2B5EF4-FFF2-40B4-BE49-F238E27FC236}">
                      <a16:creationId xmlns:a16="http://schemas.microsoft.com/office/drawing/2014/main" id="{5D78D4B8-C6B6-4BE1-B48D-593684967A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60" y="1201"/>
                  <a:ext cx="2482" cy="2058"/>
                </a:xfrm>
                <a:prstGeom prst="rect">
                  <a:avLst/>
                </a:prstGeom>
                <a:noFill/>
                <a:ln w="28575">
                  <a:solidFill>
                    <a:schemeClr val="tx1"/>
                  </a:solidFill>
                  <a:prstDash val="lgDashDot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endParaRPr lang="zh-CN" altLang="zh-CN" sz="1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27" name="Text Box 13">
                  <a:extLst>
                    <a:ext uri="{FF2B5EF4-FFF2-40B4-BE49-F238E27FC236}">
                      <a16:creationId xmlns:a16="http://schemas.microsoft.com/office/drawing/2014/main" id="{418E7D75-5AAD-40D8-AEAB-1A4319A425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75" y="1680"/>
                  <a:ext cx="311" cy="1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地</a:t>
                  </a:r>
                </a:p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址</a:t>
                  </a:r>
                </a:p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译</a:t>
                  </a:r>
                </a:p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码</a:t>
                  </a:r>
                </a:p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器</a:t>
                  </a:r>
                </a:p>
              </p:txBody>
            </p:sp>
            <p:sp>
              <p:nvSpPr>
                <p:cNvPr id="16428" name="Freeform 14">
                  <a:extLst>
                    <a:ext uri="{FF2B5EF4-FFF2-40B4-BE49-F238E27FC236}">
                      <a16:creationId xmlns:a16="http://schemas.microsoft.com/office/drawing/2014/main" id="{72A2E292-6864-4B0E-8504-58479C22A6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6" y="1715"/>
                  <a:ext cx="2406" cy="243"/>
                </a:xfrm>
                <a:custGeom>
                  <a:avLst/>
                  <a:gdLst>
                    <a:gd name="T0" fmla="*/ 0 w 2406"/>
                    <a:gd name="T1" fmla="*/ 243 h 243"/>
                    <a:gd name="T2" fmla="*/ 2406 w 2406"/>
                    <a:gd name="T3" fmla="*/ 243 h 243"/>
                    <a:gd name="T4" fmla="*/ 2406 w 2406"/>
                    <a:gd name="T5" fmla="*/ 0 h 243"/>
                    <a:gd name="T6" fmla="*/ 0 60000 65536"/>
                    <a:gd name="T7" fmla="*/ 0 60000 65536"/>
                    <a:gd name="T8" fmla="*/ 0 60000 65536"/>
                    <a:gd name="T9" fmla="*/ 0 w 2406"/>
                    <a:gd name="T10" fmla="*/ 0 h 243"/>
                    <a:gd name="T11" fmla="*/ 2406 w 2406"/>
                    <a:gd name="T12" fmla="*/ 243 h 24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406" h="243">
                      <a:moveTo>
                        <a:pt x="0" y="243"/>
                      </a:moveTo>
                      <a:lnTo>
                        <a:pt x="2406" y="243"/>
                      </a:lnTo>
                      <a:lnTo>
                        <a:pt x="240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29" name="Freeform 15">
                  <a:extLst>
                    <a:ext uri="{FF2B5EF4-FFF2-40B4-BE49-F238E27FC236}">
                      <a16:creationId xmlns:a16="http://schemas.microsoft.com/office/drawing/2014/main" id="{AEBD200E-F1FE-44D7-97DD-69E4A0FBBB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8" y="1728"/>
                  <a:ext cx="1" cy="221"/>
                </a:xfrm>
                <a:custGeom>
                  <a:avLst/>
                  <a:gdLst>
                    <a:gd name="T0" fmla="*/ 0 w 1"/>
                    <a:gd name="T1" fmla="*/ 0 h 221"/>
                    <a:gd name="T2" fmla="*/ 0 w 1"/>
                    <a:gd name="T3" fmla="*/ 221 h 221"/>
                    <a:gd name="T4" fmla="*/ 0 60000 65536"/>
                    <a:gd name="T5" fmla="*/ 0 60000 65536"/>
                    <a:gd name="T6" fmla="*/ 0 w 1"/>
                    <a:gd name="T7" fmla="*/ 0 h 221"/>
                    <a:gd name="T8" fmla="*/ 1 w 1"/>
                    <a:gd name="T9" fmla="*/ 221 h 22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21">
                      <a:moveTo>
                        <a:pt x="0" y="0"/>
                      </a:moveTo>
                      <a:lnTo>
                        <a:pt x="0" y="22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30" name="Freeform 16">
                  <a:extLst>
                    <a:ext uri="{FF2B5EF4-FFF2-40B4-BE49-F238E27FC236}">
                      <a16:creationId xmlns:a16="http://schemas.microsoft.com/office/drawing/2014/main" id="{DC6AB462-CC1A-4F4E-AF73-4066727D2D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" y="2916"/>
                  <a:ext cx="2406" cy="243"/>
                </a:xfrm>
                <a:custGeom>
                  <a:avLst/>
                  <a:gdLst>
                    <a:gd name="T0" fmla="*/ 0 w 2406"/>
                    <a:gd name="T1" fmla="*/ 243 h 243"/>
                    <a:gd name="T2" fmla="*/ 2406 w 2406"/>
                    <a:gd name="T3" fmla="*/ 243 h 243"/>
                    <a:gd name="T4" fmla="*/ 2406 w 2406"/>
                    <a:gd name="T5" fmla="*/ 0 h 243"/>
                    <a:gd name="T6" fmla="*/ 0 60000 65536"/>
                    <a:gd name="T7" fmla="*/ 0 60000 65536"/>
                    <a:gd name="T8" fmla="*/ 0 60000 65536"/>
                    <a:gd name="T9" fmla="*/ 0 w 2406"/>
                    <a:gd name="T10" fmla="*/ 0 h 243"/>
                    <a:gd name="T11" fmla="*/ 2406 w 2406"/>
                    <a:gd name="T12" fmla="*/ 243 h 24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406" h="243">
                      <a:moveTo>
                        <a:pt x="0" y="243"/>
                      </a:moveTo>
                      <a:lnTo>
                        <a:pt x="2406" y="243"/>
                      </a:lnTo>
                      <a:lnTo>
                        <a:pt x="240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31" name="Freeform 17">
                  <a:extLst>
                    <a:ext uri="{FF2B5EF4-FFF2-40B4-BE49-F238E27FC236}">
                      <a16:creationId xmlns:a16="http://schemas.microsoft.com/office/drawing/2014/main" id="{22FBCE24-9F4F-4083-B16A-A9434A999F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8" y="2929"/>
                  <a:ext cx="1" cy="221"/>
                </a:xfrm>
                <a:custGeom>
                  <a:avLst/>
                  <a:gdLst>
                    <a:gd name="T0" fmla="*/ 0 w 1"/>
                    <a:gd name="T1" fmla="*/ 0 h 221"/>
                    <a:gd name="T2" fmla="*/ 0 w 1"/>
                    <a:gd name="T3" fmla="*/ 221 h 221"/>
                    <a:gd name="T4" fmla="*/ 0 60000 65536"/>
                    <a:gd name="T5" fmla="*/ 0 60000 65536"/>
                    <a:gd name="T6" fmla="*/ 0 w 1"/>
                    <a:gd name="T7" fmla="*/ 0 h 221"/>
                    <a:gd name="T8" fmla="*/ 1 w 1"/>
                    <a:gd name="T9" fmla="*/ 221 h 22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21">
                      <a:moveTo>
                        <a:pt x="0" y="0"/>
                      </a:moveTo>
                      <a:lnTo>
                        <a:pt x="0" y="22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32" name="Text Box 18">
                  <a:extLst>
                    <a:ext uri="{FF2B5EF4-FFF2-40B4-BE49-F238E27FC236}">
                      <a16:creationId xmlns:a16="http://schemas.microsoft.com/office/drawing/2014/main" id="{AD90631A-6F08-4047-88C4-D86969BE42B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9" y="1472"/>
                  <a:ext cx="522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 </a:t>
                  </a: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字线</a:t>
                  </a:r>
                </a:p>
              </p:txBody>
            </p:sp>
            <p:sp>
              <p:nvSpPr>
                <p:cNvPr id="16433" name="Text Box 19">
                  <a:extLst>
                    <a:ext uri="{FF2B5EF4-FFF2-40B4-BE49-F238E27FC236}">
                      <a16:creationId xmlns:a16="http://schemas.microsoft.com/office/drawing/2014/main" id="{5A21EB70-F040-4657-AE3F-D0649A929B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779" y="1722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6434" name="Text Box 20">
                  <a:extLst>
                    <a:ext uri="{FF2B5EF4-FFF2-40B4-BE49-F238E27FC236}">
                      <a16:creationId xmlns:a16="http://schemas.microsoft.com/office/drawing/2014/main" id="{B775DF8E-DD21-47C3-AF69-38881483CE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743" y="2896"/>
                  <a:ext cx="308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6435" name="Freeform 21">
                  <a:extLst>
                    <a:ext uri="{FF2B5EF4-FFF2-40B4-BE49-F238E27FC236}">
                      <a16:creationId xmlns:a16="http://schemas.microsoft.com/office/drawing/2014/main" id="{58FFE478-EB1D-40C9-B2BA-9F57EDC181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0" y="3248"/>
                  <a:ext cx="1" cy="295"/>
                </a:xfrm>
                <a:custGeom>
                  <a:avLst/>
                  <a:gdLst>
                    <a:gd name="T0" fmla="*/ 0 w 1"/>
                    <a:gd name="T1" fmla="*/ 0 h 295"/>
                    <a:gd name="T2" fmla="*/ 0 w 1"/>
                    <a:gd name="T3" fmla="*/ 295 h 295"/>
                    <a:gd name="T4" fmla="*/ 0 60000 65536"/>
                    <a:gd name="T5" fmla="*/ 0 60000 65536"/>
                    <a:gd name="T6" fmla="*/ 0 w 1"/>
                    <a:gd name="T7" fmla="*/ 0 h 295"/>
                    <a:gd name="T8" fmla="*/ 1 w 1"/>
                    <a:gd name="T9" fmla="*/ 295 h 29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95">
                      <a:moveTo>
                        <a:pt x="0" y="0"/>
                      </a:moveTo>
                      <a:lnTo>
                        <a:pt x="0" y="29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36" name="Freeform 22">
                  <a:extLst>
                    <a:ext uri="{FF2B5EF4-FFF2-40B4-BE49-F238E27FC236}">
                      <a16:creationId xmlns:a16="http://schemas.microsoft.com/office/drawing/2014/main" id="{0431578B-472A-4484-9AAA-FE67C7E391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3254"/>
                  <a:ext cx="1" cy="295"/>
                </a:xfrm>
                <a:custGeom>
                  <a:avLst/>
                  <a:gdLst>
                    <a:gd name="T0" fmla="*/ 0 w 1"/>
                    <a:gd name="T1" fmla="*/ 0 h 295"/>
                    <a:gd name="T2" fmla="*/ 0 w 1"/>
                    <a:gd name="T3" fmla="*/ 295 h 295"/>
                    <a:gd name="T4" fmla="*/ 0 60000 65536"/>
                    <a:gd name="T5" fmla="*/ 0 60000 65536"/>
                    <a:gd name="T6" fmla="*/ 0 w 1"/>
                    <a:gd name="T7" fmla="*/ 0 h 295"/>
                    <a:gd name="T8" fmla="*/ 1 w 1"/>
                    <a:gd name="T9" fmla="*/ 295 h 29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95">
                      <a:moveTo>
                        <a:pt x="0" y="0"/>
                      </a:moveTo>
                      <a:lnTo>
                        <a:pt x="0" y="29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37" name="Text Box 23">
                  <a:extLst>
                    <a:ext uri="{FF2B5EF4-FFF2-40B4-BE49-F238E27FC236}">
                      <a16:creationId xmlns:a16="http://schemas.microsoft.com/office/drawing/2014/main" id="{FBE306B4-E7B4-4500-9A5D-0AC4292B93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0" y="3161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6438" name="Text Box 24">
                  <a:extLst>
                    <a:ext uri="{FF2B5EF4-FFF2-40B4-BE49-F238E27FC236}">
                      <a16:creationId xmlns:a16="http://schemas.microsoft.com/office/drawing/2014/main" id="{50D07F70-5216-403B-91EA-C101EFADD3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747" y="2263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6439" name="Freeform 25">
                  <a:extLst>
                    <a:ext uri="{FF2B5EF4-FFF2-40B4-BE49-F238E27FC236}">
                      <a16:creationId xmlns:a16="http://schemas.microsoft.com/office/drawing/2014/main" id="{5224918B-FA0B-43B8-A753-19F067D594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0" y="3917"/>
                  <a:ext cx="1" cy="295"/>
                </a:xfrm>
                <a:custGeom>
                  <a:avLst/>
                  <a:gdLst>
                    <a:gd name="T0" fmla="*/ 0 w 1"/>
                    <a:gd name="T1" fmla="*/ 0 h 295"/>
                    <a:gd name="T2" fmla="*/ 0 w 1"/>
                    <a:gd name="T3" fmla="*/ 295 h 295"/>
                    <a:gd name="T4" fmla="*/ 0 60000 65536"/>
                    <a:gd name="T5" fmla="*/ 0 60000 65536"/>
                    <a:gd name="T6" fmla="*/ 0 w 1"/>
                    <a:gd name="T7" fmla="*/ 0 h 295"/>
                    <a:gd name="T8" fmla="*/ 1 w 1"/>
                    <a:gd name="T9" fmla="*/ 295 h 29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95">
                      <a:moveTo>
                        <a:pt x="0" y="0"/>
                      </a:moveTo>
                      <a:lnTo>
                        <a:pt x="0" y="29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40" name="Freeform 26">
                  <a:extLst>
                    <a:ext uri="{FF2B5EF4-FFF2-40B4-BE49-F238E27FC236}">
                      <a16:creationId xmlns:a16="http://schemas.microsoft.com/office/drawing/2014/main" id="{5B002B66-C413-4853-AAA3-1166E8EB33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3917"/>
                  <a:ext cx="1" cy="295"/>
                </a:xfrm>
                <a:custGeom>
                  <a:avLst/>
                  <a:gdLst>
                    <a:gd name="T0" fmla="*/ 0 w 1"/>
                    <a:gd name="T1" fmla="*/ 0 h 295"/>
                    <a:gd name="T2" fmla="*/ 0 w 1"/>
                    <a:gd name="T3" fmla="*/ 295 h 295"/>
                    <a:gd name="T4" fmla="*/ 0 60000 65536"/>
                    <a:gd name="T5" fmla="*/ 0 60000 65536"/>
                    <a:gd name="T6" fmla="*/ 0 w 1"/>
                    <a:gd name="T7" fmla="*/ 0 h 295"/>
                    <a:gd name="T8" fmla="*/ 1 w 1"/>
                    <a:gd name="T9" fmla="*/ 295 h 29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95">
                      <a:moveTo>
                        <a:pt x="0" y="0"/>
                      </a:moveTo>
                      <a:lnTo>
                        <a:pt x="0" y="29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41" name="Text Box 27">
                  <a:extLst>
                    <a:ext uri="{FF2B5EF4-FFF2-40B4-BE49-F238E27FC236}">
                      <a16:creationId xmlns:a16="http://schemas.microsoft.com/office/drawing/2014/main" id="{3479208A-6E1E-4A00-A500-00740A8E02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1996"/>
                  <a:ext cx="919" cy="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16×8</a:t>
                  </a: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矩阵</a:t>
                  </a:r>
                </a:p>
              </p:txBody>
            </p:sp>
            <p:sp>
              <p:nvSpPr>
                <p:cNvPr id="16442" name="Text Box 28">
                  <a:extLst>
                    <a:ext uri="{FF2B5EF4-FFF2-40B4-BE49-F238E27FC236}">
                      <a16:creationId xmlns:a16="http://schemas.microsoft.com/office/drawing/2014/main" id="{8E3C5C3B-9537-4F91-926A-F2FE6A3C3E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637" y="207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6443" name="Text Box 29">
                  <a:extLst>
                    <a:ext uri="{FF2B5EF4-FFF2-40B4-BE49-F238E27FC236}">
                      <a16:creationId xmlns:a16="http://schemas.microsoft.com/office/drawing/2014/main" id="{9509AD69-30A6-4291-96DA-E8AE86E80F2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3932" y="207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6444" name="Text Box 30">
                  <a:extLst>
                    <a:ext uri="{FF2B5EF4-FFF2-40B4-BE49-F238E27FC236}">
                      <a16:creationId xmlns:a16="http://schemas.microsoft.com/office/drawing/2014/main" id="{BCE5651A-A87C-4998-9BEB-6A8A9C7EC6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0" y="381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6445" name="Text Box 31">
                  <a:extLst>
                    <a:ext uri="{FF2B5EF4-FFF2-40B4-BE49-F238E27FC236}">
                      <a16:creationId xmlns:a16="http://schemas.microsoft.com/office/drawing/2014/main" id="{9A6D91D2-44B2-4D53-8613-3DD2004A06A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501" y="3255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6446" name="Text Box 32">
                  <a:extLst>
                    <a:ext uri="{FF2B5EF4-FFF2-40B4-BE49-F238E27FC236}">
                      <a16:creationId xmlns:a16="http://schemas.microsoft.com/office/drawing/2014/main" id="{5B97E3A5-F45E-44B9-8EE4-A7D317F4129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97" y="3266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sp>
              <p:nvSpPr>
                <p:cNvPr id="16447" name="Text Box 33">
                  <a:extLst>
                    <a:ext uri="{FF2B5EF4-FFF2-40B4-BE49-F238E27FC236}">
                      <a16:creationId xmlns:a16="http://schemas.microsoft.com/office/drawing/2014/main" id="{4E8CB53D-56FF-4030-BD8A-0EA89EF112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69" y="3953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D</a:t>
                  </a:r>
                </a:p>
              </p:txBody>
            </p:sp>
            <p:sp>
              <p:nvSpPr>
                <p:cNvPr id="16448" name="Text Box 34">
                  <a:extLst>
                    <a:ext uri="{FF2B5EF4-FFF2-40B4-BE49-F238E27FC236}">
                      <a16:creationId xmlns:a16="http://schemas.microsoft.com/office/drawing/2014/main" id="{3107D118-9B66-416E-BCAD-A616EDC6536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528" y="4072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6449" name="Text Box 35">
                  <a:extLst>
                    <a:ext uri="{FF2B5EF4-FFF2-40B4-BE49-F238E27FC236}">
                      <a16:creationId xmlns:a16="http://schemas.microsoft.com/office/drawing/2014/main" id="{297FB9A5-C1DD-482B-9904-610E70A88EC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37" y="4064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sp>
              <p:nvSpPr>
                <p:cNvPr id="16450" name="Text Box 36">
                  <a:extLst>
                    <a:ext uri="{FF2B5EF4-FFF2-40B4-BE49-F238E27FC236}">
                      <a16:creationId xmlns:a16="http://schemas.microsoft.com/office/drawing/2014/main" id="{131CFC74-98E0-46BE-9C20-7499AC3AC5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65" y="3953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D</a:t>
                  </a:r>
                </a:p>
              </p:txBody>
            </p:sp>
            <p:sp>
              <p:nvSpPr>
                <p:cNvPr id="16451" name="Text Box 37">
                  <a:extLst>
                    <a:ext uri="{FF2B5EF4-FFF2-40B4-BE49-F238E27FC236}">
                      <a16:creationId xmlns:a16="http://schemas.microsoft.com/office/drawing/2014/main" id="{196962DE-15EF-44A1-BA54-003D621F2AA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075" y="3293"/>
                  <a:ext cx="518" cy="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 </a:t>
                  </a: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位线</a:t>
                  </a:r>
                </a:p>
              </p:txBody>
            </p:sp>
            <p:sp>
              <p:nvSpPr>
                <p:cNvPr id="16452" name="Line 38">
                  <a:extLst>
                    <a:ext uri="{FF2B5EF4-FFF2-40B4-BE49-F238E27FC236}">
                      <a16:creationId xmlns:a16="http://schemas.microsoft.com/office/drawing/2014/main" id="{0B2C3939-2045-4BAD-A0A1-5833E195AA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0" y="3727"/>
                  <a:ext cx="52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53" name="Text Box 39">
                  <a:extLst>
                    <a:ext uri="{FF2B5EF4-FFF2-40B4-BE49-F238E27FC236}">
                      <a16:creationId xmlns:a16="http://schemas.microsoft.com/office/drawing/2014/main" id="{AF2227F5-C314-428B-82DE-F2DE79D24B2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3" y="3625"/>
                  <a:ext cx="1103" cy="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   </a:t>
                  </a: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读 </a:t>
                  </a:r>
                  <a:r>
                    <a:rPr kumimoji="1" lang="en-US" altLang="zh-CN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/ </a:t>
                  </a: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写选通</a:t>
                  </a:r>
                </a:p>
              </p:txBody>
            </p:sp>
            <p:sp>
              <p:nvSpPr>
                <p:cNvPr id="16454" name="Line 40">
                  <a:extLst>
                    <a:ext uri="{FF2B5EF4-FFF2-40B4-BE49-F238E27FC236}">
                      <a16:creationId xmlns:a16="http://schemas.microsoft.com/office/drawing/2014/main" id="{BE755C71-2408-49AF-970D-E94AD87AE2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35" y="1593"/>
                  <a:ext cx="39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55" name="Line 41">
                  <a:extLst>
                    <a:ext uri="{FF2B5EF4-FFF2-40B4-BE49-F238E27FC236}">
                      <a16:creationId xmlns:a16="http://schemas.microsoft.com/office/drawing/2014/main" id="{86F42751-5557-4CE0-A671-2FB4AAF8C5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33" y="2093"/>
                  <a:ext cx="39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56" name="Line 42">
                  <a:extLst>
                    <a:ext uri="{FF2B5EF4-FFF2-40B4-BE49-F238E27FC236}">
                      <a16:creationId xmlns:a16="http://schemas.microsoft.com/office/drawing/2014/main" id="{0092E046-E0BB-4C79-A4DA-B40F2134A7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31" y="2593"/>
                  <a:ext cx="39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457" name="Line 43">
                  <a:extLst>
                    <a:ext uri="{FF2B5EF4-FFF2-40B4-BE49-F238E27FC236}">
                      <a16:creationId xmlns:a16="http://schemas.microsoft.com/office/drawing/2014/main" id="{6FA87102-0D62-4E31-8BC5-7BFF80994D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2" y="3094"/>
                  <a:ext cx="39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6458" name="Group 44">
                  <a:extLst>
                    <a:ext uri="{FF2B5EF4-FFF2-40B4-BE49-F238E27FC236}">
                      <a16:creationId xmlns:a16="http://schemas.microsoft.com/office/drawing/2014/main" id="{63566038-61BF-430C-9368-C6D8078467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5" y="1440"/>
                  <a:ext cx="356" cy="295"/>
                  <a:chOff x="457" y="1440"/>
                  <a:chExt cx="356" cy="295"/>
                </a:xfrm>
              </p:grpSpPr>
              <p:sp>
                <p:nvSpPr>
                  <p:cNvPr id="16468" name="Text Box 45">
                    <a:extLst>
                      <a:ext uri="{FF2B5EF4-FFF2-40B4-BE49-F238E27FC236}">
                        <a16:creationId xmlns:a16="http://schemas.microsoft.com/office/drawing/2014/main" id="{86F63FC5-72D5-4582-B224-DAA373CAE3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57" y="1440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A</a:t>
                    </a:r>
                  </a:p>
                </p:txBody>
              </p:sp>
              <p:sp>
                <p:nvSpPr>
                  <p:cNvPr id="16469" name="Text Box 46">
                    <a:extLst>
                      <a:ext uri="{FF2B5EF4-FFF2-40B4-BE49-F238E27FC236}">
                        <a16:creationId xmlns:a16="http://schemas.microsoft.com/office/drawing/2014/main" id="{F14666BE-4F15-4D6D-AF51-F6A85F441B4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1" y="1543"/>
                    <a:ext cx="172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1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3</a:t>
                    </a:r>
                  </a:p>
                </p:txBody>
              </p:sp>
            </p:grpSp>
            <p:grpSp>
              <p:nvGrpSpPr>
                <p:cNvPr id="16459" name="Group 47">
                  <a:extLst>
                    <a:ext uri="{FF2B5EF4-FFF2-40B4-BE49-F238E27FC236}">
                      <a16:creationId xmlns:a16="http://schemas.microsoft.com/office/drawing/2014/main" id="{B1DADB6D-1D4E-488F-8E98-A3E1F388C2C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5" y="1936"/>
                  <a:ext cx="356" cy="295"/>
                  <a:chOff x="445" y="1968"/>
                  <a:chExt cx="356" cy="295"/>
                </a:xfrm>
              </p:grpSpPr>
              <p:sp>
                <p:nvSpPr>
                  <p:cNvPr id="16466" name="Text Box 48">
                    <a:extLst>
                      <a:ext uri="{FF2B5EF4-FFF2-40B4-BE49-F238E27FC236}">
                        <a16:creationId xmlns:a16="http://schemas.microsoft.com/office/drawing/2014/main" id="{08A92DD9-E2A9-4327-A41E-4A2685717D2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45" y="1968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A</a:t>
                    </a:r>
                  </a:p>
                </p:txBody>
              </p:sp>
              <p:sp>
                <p:nvSpPr>
                  <p:cNvPr id="16467" name="Text Box 49">
                    <a:extLst>
                      <a:ext uri="{FF2B5EF4-FFF2-40B4-BE49-F238E27FC236}">
                        <a16:creationId xmlns:a16="http://schemas.microsoft.com/office/drawing/2014/main" id="{439B2E24-F958-4F56-94A6-4665C76E471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9" y="2071"/>
                    <a:ext cx="172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1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2</a:t>
                    </a:r>
                  </a:p>
                </p:txBody>
              </p:sp>
            </p:grpSp>
            <p:grpSp>
              <p:nvGrpSpPr>
                <p:cNvPr id="16460" name="Group 50">
                  <a:extLst>
                    <a:ext uri="{FF2B5EF4-FFF2-40B4-BE49-F238E27FC236}">
                      <a16:creationId xmlns:a16="http://schemas.microsoft.com/office/drawing/2014/main" id="{0CEACBF9-0D2F-43BE-AA8C-FE0CE9FC69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5" y="2432"/>
                  <a:ext cx="356" cy="295"/>
                  <a:chOff x="481" y="2460"/>
                  <a:chExt cx="356" cy="295"/>
                </a:xfrm>
              </p:grpSpPr>
              <p:sp>
                <p:nvSpPr>
                  <p:cNvPr id="16464" name="Text Box 51">
                    <a:extLst>
                      <a:ext uri="{FF2B5EF4-FFF2-40B4-BE49-F238E27FC236}">
                        <a16:creationId xmlns:a16="http://schemas.microsoft.com/office/drawing/2014/main" id="{677BB185-7B68-482A-A257-830A4E3DA3E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1" y="2460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A</a:t>
                    </a:r>
                  </a:p>
                </p:txBody>
              </p:sp>
              <p:sp>
                <p:nvSpPr>
                  <p:cNvPr id="16465" name="Text Box 52">
                    <a:extLst>
                      <a:ext uri="{FF2B5EF4-FFF2-40B4-BE49-F238E27FC236}">
                        <a16:creationId xmlns:a16="http://schemas.microsoft.com/office/drawing/2014/main" id="{9508B07C-6CDC-4675-8A1B-ADFF1B60B1A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5" y="2563"/>
                    <a:ext cx="172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1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1</a:t>
                    </a:r>
                  </a:p>
                </p:txBody>
              </p:sp>
            </p:grpSp>
            <p:grpSp>
              <p:nvGrpSpPr>
                <p:cNvPr id="16461" name="Group 53">
                  <a:extLst>
                    <a:ext uri="{FF2B5EF4-FFF2-40B4-BE49-F238E27FC236}">
                      <a16:creationId xmlns:a16="http://schemas.microsoft.com/office/drawing/2014/main" id="{010F3CF3-B36F-409C-9C36-3512B773F6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5" y="2928"/>
                  <a:ext cx="356" cy="295"/>
                  <a:chOff x="409" y="2928"/>
                  <a:chExt cx="356" cy="295"/>
                </a:xfrm>
              </p:grpSpPr>
              <p:sp>
                <p:nvSpPr>
                  <p:cNvPr id="16462" name="Text Box 54">
                    <a:extLst>
                      <a:ext uri="{FF2B5EF4-FFF2-40B4-BE49-F238E27FC236}">
                        <a16:creationId xmlns:a16="http://schemas.microsoft.com/office/drawing/2014/main" id="{FA20DDC1-6E48-484E-9CEA-8608450355D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09" y="2928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A</a:t>
                    </a:r>
                  </a:p>
                </p:txBody>
              </p:sp>
              <p:sp>
                <p:nvSpPr>
                  <p:cNvPr id="16463" name="Text Box 55">
                    <a:extLst>
                      <a:ext uri="{FF2B5EF4-FFF2-40B4-BE49-F238E27FC236}">
                        <a16:creationId xmlns:a16="http://schemas.microsoft.com/office/drawing/2014/main" id="{76323F30-5AB1-448A-91C3-679A7F5DFF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93" y="3031"/>
                    <a:ext cx="172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1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</p:grpSp>
          </p:grpSp>
          <p:sp>
            <p:nvSpPr>
              <p:cNvPr id="16418" name="Text Box 56">
                <a:extLst>
                  <a:ext uri="{FF2B5EF4-FFF2-40B4-BE49-F238E27FC236}">
                    <a16:creationId xmlns:a16="http://schemas.microsoft.com/office/drawing/2014/main" id="{57DF7664-712F-4EF0-961E-22ACB434D4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16" y="1392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6419" name="Text Box 57">
                <a:extLst>
                  <a:ext uri="{FF2B5EF4-FFF2-40B4-BE49-F238E27FC236}">
                    <a16:creationId xmlns:a16="http://schemas.microsoft.com/office/drawing/2014/main" id="{793EC05A-68C0-4F81-9C93-5E2D6C583E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16" y="2544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grpSp>
          <p:nvGrpSpPr>
            <p:cNvPr id="16408" name="Group 98">
              <a:extLst>
                <a:ext uri="{FF2B5EF4-FFF2-40B4-BE49-F238E27FC236}">
                  <a16:creationId xmlns:a16="http://schemas.microsoft.com/office/drawing/2014/main" id="{53F68D22-2562-43E8-A591-02D96BFE2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44" y="1525"/>
              <a:ext cx="1769" cy="1814"/>
              <a:chOff x="2744" y="1525"/>
              <a:chExt cx="1769" cy="1814"/>
            </a:xfrm>
          </p:grpSpPr>
          <p:sp>
            <p:nvSpPr>
              <p:cNvPr id="16409" name="Line 99">
                <a:extLst>
                  <a:ext uri="{FF2B5EF4-FFF2-40B4-BE49-F238E27FC236}">
                    <a16:creationId xmlns:a16="http://schemas.microsoft.com/office/drawing/2014/main" id="{86132BD8-3753-4DC9-9A86-9B54BF355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16" y="1570"/>
                <a:ext cx="1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10" name="Line 100">
                <a:extLst>
                  <a:ext uri="{FF2B5EF4-FFF2-40B4-BE49-F238E27FC236}">
                    <a16:creationId xmlns:a16="http://schemas.microsoft.com/office/drawing/2014/main" id="{C6DAD60D-C4C9-4D4B-890A-2B534F4409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52" y="1570"/>
                <a:ext cx="0" cy="17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11" name="Line 101">
                <a:extLst>
                  <a:ext uri="{FF2B5EF4-FFF2-40B4-BE49-F238E27FC236}">
                    <a16:creationId xmlns:a16="http://schemas.microsoft.com/office/drawing/2014/main" id="{FB63FB22-B108-4F32-AD88-18EED2C67A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16" y="2795"/>
                <a:ext cx="1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12" name="Line 102">
                <a:extLst>
                  <a:ext uri="{FF2B5EF4-FFF2-40B4-BE49-F238E27FC236}">
                    <a16:creationId xmlns:a16="http://schemas.microsoft.com/office/drawing/2014/main" id="{23C6410A-6946-4ECF-BB4A-31B1DDA6CE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4" y="3339"/>
                <a:ext cx="40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13" name="Line 103">
                <a:extLst>
                  <a:ext uri="{FF2B5EF4-FFF2-40B4-BE49-F238E27FC236}">
                    <a16:creationId xmlns:a16="http://schemas.microsoft.com/office/drawing/2014/main" id="{6C65F409-FBEC-4869-B1B8-F0DC91C632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1525"/>
                <a:ext cx="1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14" name="Line 104">
                <a:extLst>
                  <a:ext uri="{FF2B5EF4-FFF2-40B4-BE49-F238E27FC236}">
                    <a16:creationId xmlns:a16="http://schemas.microsoft.com/office/drawing/2014/main" id="{51A52DED-383A-4FF9-A819-C57AB0ADE3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13" y="1525"/>
                <a:ext cx="0" cy="181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15" name="Line 105">
                <a:extLst>
                  <a:ext uri="{FF2B5EF4-FFF2-40B4-BE49-F238E27FC236}">
                    <a16:creationId xmlns:a16="http://schemas.microsoft.com/office/drawing/2014/main" id="{4C3B0318-A140-4694-9319-BCA765A9DE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2750"/>
                <a:ext cx="1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16" name="Line 106">
                <a:extLst>
                  <a:ext uri="{FF2B5EF4-FFF2-40B4-BE49-F238E27FC236}">
                    <a16:creationId xmlns:a16="http://schemas.microsoft.com/office/drawing/2014/main" id="{7BA12E97-236E-49D4-B06E-94DDC3C07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14" y="3339"/>
                <a:ext cx="49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0" name="Group 107">
            <a:extLst>
              <a:ext uri="{FF2B5EF4-FFF2-40B4-BE49-F238E27FC236}">
                <a16:creationId xmlns:a16="http://schemas.microsoft.com/office/drawing/2014/main" id="{C4C8BF39-CD8B-454E-9831-9373B19D79A2}"/>
              </a:ext>
            </a:extLst>
          </p:cNvPr>
          <p:cNvGrpSpPr>
            <a:grpSpLocks/>
          </p:cNvGrpSpPr>
          <p:nvPr/>
        </p:nvGrpSpPr>
        <p:grpSpPr bwMode="auto">
          <a:xfrm>
            <a:off x="4442321" y="2479018"/>
            <a:ext cx="2808288" cy="2879725"/>
            <a:chOff x="2744" y="1525"/>
            <a:chExt cx="1769" cy="1814"/>
          </a:xfrm>
        </p:grpSpPr>
        <p:sp>
          <p:nvSpPr>
            <p:cNvPr id="16399" name="Line 108">
              <a:extLst>
                <a:ext uri="{FF2B5EF4-FFF2-40B4-BE49-F238E27FC236}">
                  <a16:creationId xmlns:a16="http://schemas.microsoft.com/office/drawing/2014/main" id="{B7279417-900B-49D4-9253-CCAF92C9E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6" y="1570"/>
              <a:ext cx="136" cy="0"/>
            </a:xfrm>
            <a:prstGeom prst="line">
              <a:avLst/>
            </a:prstGeom>
            <a:noFill/>
            <a:ln w="571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0" name="Line 109">
              <a:extLst>
                <a:ext uri="{FF2B5EF4-FFF2-40B4-BE49-F238E27FC236}">
                  <a16:creationId xmlns:a16="http://schemas.microsoft.com/office/drawing/2014/main" id="{ABFAB415-E3F0-402D-B9AB-EC0F79DAE8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2" y="1570"/>
              <a:ext cx="0" cy="1769"/>
            </a:xfrm>
            <a:prstGeom prst="line">
              <a:avLst/>
            </a:prstGeom>
            <a:noFill/>
            <a:ln w="571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1" name="Line 110">
              <a:extLst>
                <a:ext uri="{FF2B5EF4-FFF2-40B4-BE49-F238E27FC236}">
                  <a16:creationId xmlns:a16="http://schemas.microsoft.com/office/drawing/2014/main" id="{8391128E-F159-4CA2-A54B-90932DB8F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6" y="2795"/>
              <a:ext cx="136" cy="0"/>
            </a:xfrm>
            <a:prstGeom prst="line">
              <a:avLst/>
            </a:prstGeom>
            <a:noFill/>
            <a:ln w="571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" name="Line 111">
              <a:extLst>
                <a:ext uri="{FF2B5EF4-FFF2-40B4-BE49-F238E27FC236}">
                  <a16:creationId xmlns:a16="http://schemas.microsoft.com/office/drawing/2014/main" id="{815DB377-4B4C-4DCB-9822-5091FEFACE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4" y="3339"/>
              <a:ext cx="408" cy="0"/>
            </a:xfrm>
            <a:prstGeom prst="line">
              <a:avLst/>
            </a:prstGeom>
            <a:noFill/>
            <a:ln w="571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3" name="Line 112">
              <a:extLst>
                <a:ext uri="{FF2B5EF4-FFF2-40B4-BE49-F238E27FC236}">
                  <a16:creationId xmlns:a16="http://schemas.microsoft.com/office/drawing/2014/main" id="{97C4CBCB-2741-4CE8-A89D-7C236045C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7" y="1525"/>
              <a:ext cx="136" cy="0"/>
            </a:xfrm>
            <a:prstGeom prst="line">
              <a:avLst/>
            </a:prstGeom>
            <a:noFill/>
            <a:ln w="571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4" name="Line 113">
              <a:extLst>
                <a:ext uri="{FF2B5EF4-FFF2-40B4-BE49-F238E27FC236}">
                  <a16:creationId xmlns:a16="http://schemas.microsoft.com/office/drawing/2014/main" id="{9B39D226-92A8-4E82-A22F-8447890332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3" y="1525"/>
              <a:ext cx="0" cy="1814"/>
            </a:xfrm>
            <a:prstGeom prst="line">
              <a:avLst/>
            </a:prstGeom>
            <a:noFill/>
            <a:ln w="571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5" name="Line 114">
              <a:extLst>
                <a:ext uri="{FF2B5EF4-FFF2-40B4-BE49-F238E27FC236}">
                  <a16:creationId xmlns:a16="http://schemas.microsoft.com/office/drawing/2014/main" id="{A197F943-1880-4BCB-9759-A4466AA000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7" y="2750"/>
              <a:ext cx="1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" name="Line 115">
              <a:extLst>
                <a:ext uri="{FF2B5EF4-FFF2-40B4-BE49-F238E27FC236}">
                  <a16:creationId xmlns:a16="http://schemas.microsoft.com/office/drawing/2014/main" id="{9280FD6F-3D9C-4C29-81AC-EFAAD5EA4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4" y="3339"/>
              <a:ext cx="499" cy="0"/>
            </a:xfrm>
            <a:prstGeom prst="line">
              <a:avLst/>
            </a:prstGeom>
            <a:noFill/>
            <a:ln w="571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6" name="Text Box 35">
            <a:extLst>
              <a:ext uri="{FF2B5EF4-FFF2-40B4-BE49-F238E27FC236}">
                <a16:creationId xmlns:a16="http://schemas.microsoft.com/office/drawing/2014/main" id="{F9F3BB7B-32A1-440B-8842-39C2473E7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896" y="776059"/>
            <a:ext cx="7654520" cy="523220"/>
          </a:xfrm>
          <a:prstGeom prst="rect">
            <a:avLst/>
          </a:prstGeom>
          <a:ln>
            <a:headEnd/>
            <a:tailEnd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800" b="1" dirty="0">
                <a:solidFill>
                  <a:srgbClr val="C00000"/>
                </a:solidFill>
                <a:latin typeface="微软雅黑"/>
                <a:ea typeface="微软雅黑"/>
              </a:rPr>
              <a:t>n</a:t>
            </a:r>
            <a:r>
              <a:rPr lang="zh-CN" altLang="en-US" sz="2800" b="1" dirty="0">
                <a:solidFill>
                  <a:srgbClr val="C00000"/>
                </a:solidFill>
                <a:latin typeface="微软雅黑"/>
                <a:ea typeface="微软雅黑"/>
              </a:rPr>
              <a:t>位地址，寻址</a:t>
            </a:r>
            <a:r>
              <a:rPr lang="en-US" altLang="zh-CN" sz="2800" b="1" dirty="0">
                <a:solidFill>
                  <a:srgbClr val="C00000"/>
                </a:solidFill>
                <a:latin typeface="微软雅黑"/>
                <a:ea typeface="微软雅黑"/>
              </a:rPr>
              <a:t>2</a:t>
            </a:r>
            <a:r>
              <a:rPr lang="en-US" altLang="zh-CN" sz="2800" b="1" baseline="50000" dirty="0">
                <a:solidFill>
                  <a:srgbClr val="C00000"/>
                </a:solidFill>
                <a:latin typeface="微软雅黑"/>
                <a:ea typeface="微软雅黑"/>
              </a:rPr>
              <a:t>n</a:t>
            </a:r>
            <a:r>
              <a:rPr lang="zh-CN" altLang="en-US" sz="2800" b="1" dirty="0">
                <a:solidFill>
                  <a:srgbClr val="C00000"/>
                </a:solidFill>
                <a:latin typeface="微软雅黑"/>
                <a:ea typeface="微软雅黑"/>
              </a:rPr>
              <a:t>个存储单元，</a:t>
            </a:r>
            <a:r>
              <a:rPr lang="en-US" altLang="zh-CN" sz="2800" b="1" dirty="0">
                <a:solidFill>
                  <a:srgbClr val="C00000"/>
                </a:solidFill>
                <a:latin typeface="微软雅黑"/>
                <a:ea typeface="微软雅黑"/>
              </a:rPr>
              <a:t>2</a:t>
            </a:r>
            <a:r>
              <a:rPr lang="en-US" altLang="zh-CN" sz="2800" b="1" baseline="50000" dirty="0">
                <a:solidFill>
                  <a:srgbClr val="C00000"/>
                </a:solidFill>
                <a:latin typeface="微软雅黑"/>
                <a:ea typeface="微软雅黑"/>
              </a:rPr>
              <a:t>n</a:t>
            </a:r>
            <a:r>
              <a:rPr lang="zh-CN" altLang="en-US" sz="2800" b="1" dirty="0">
                <a:solidFill>
                  <a:srgbClr val="C00000"/>
                </a:solidFill>
                <a:latin typeface="微软雅黑"/>
                <a:ea typeface="微软雅黑"/>
              </a:rPr>
              <a:t>根</a:t>
            </a:r>
            <a:r>
              <a:rPr lang="zh-CN" altLang="en-US" sz="2800" b="1" u="sng" dirty="0">
                <a:solidFill>
                  <a:srgbClr val="C00000"/>
                </a:solidFill>
                <a:latin typeface="微软雅黑"/>
                <a:ea typeface="微软雅黑"/>
              </a:rPr>
              <a:t>译码线</a:t>
            </a:r>
          </a:p>
        </p:txBody>
      </p:sp>
    </p:spTree>
    <p:extLst>
      <p:ext uri="{BB962C8B-B14F-4D97-AF65-F5344CB8AC3E}">
        <p14:creationId xmlns:p14="http://schemas.microsoft.com/office/powerpoint/2010/main" val="3655301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ext Box 58">
            <a:extLst>
              <a:ext uri="{FF2B5EF4-FFF2-40B4-BE49-F238E27FC236}">
                <a16:creationId xmlns:a16="http://schemas.microsoft.com/office/drawing/2014/main" id="{B2A44842-4395-4C23-928F-CAEEA78DE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7" y="354013"/>
            <a:ext cx="73374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rgbClr val="FF9966"/>
              </a:buClr>
              <a:buSzPct val="80000"/>
              <a:buNone/>
              <a:defRPr/>
            </a:pPr>
            <a:r>
              <a:rPr kumimoji="1" lang="zh-CN" altLang="en-US" sz="3600" b="1" dirty="0">
                <a:solidFill>
                  <a:srgbClr val="000000"/>
                </a:solidFill>
                <a:latin typeface="Times New Roman" panose="02020603050405020304" pitchFamily="18" charset="0"/>
              </a:rPr>
              <a:t>一维地址译码数据读取过程</a:t>
            </a:r>
          </a:p>
        </p:txBody>
      </p:sp>
      <p:grpSp>
        <p:nvGrpSpPr>
          <p:cNvPr id="2" name="Group 61">
            <a:extLst>
              <a:ext uri="{FF2B5EF4-FFF2-40B4-BE49-F238E27FC236}">
                <a16:creationId xmlns:a16="http://schemas.microsoft.com/office/drawing/2014/main" id="{5314E884-E8ED-4A47-BDF7-B8BD57A9048D}"/>
              </a:ext>
            </a:extLst>
          </p:cNvPr>
          <p:cNvGrpSpPr>
            <a:grpSpLocks/>
          </p:cNvGrpSpPr>
          <p:nvPr/>
        </p:nvGrpSpPr>
        <p:grpSpPr bwMode="auto">
          <a:xfrm>
            <a:off x="1592263" y="2154238"/>
            <a:ext cx="336550" cy="2832100"/>
            <a:chOff x="367" y="1429"/>
            <a:chExt cx="212" cy="1784"/>
          </a:xfrm>
        </p:grpSpPr>
        <p:sp>
          <p:nvSpPr>
            <p:cNvPr id="17519" name="Text Box 62">
              <a:extLst>
                <a:ext uri="{FF2B5EF4-FFF2-40B4-BE49-F238E27FC236}">
                  <a16:creationId xmlns:a16="http://schemas.microsoft.com/office/drawing/2014/main" id="{BBC29427-09E8-413B-856B-A52E21F7C3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142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7520" name="Text Box 63">
              <a:extLst>
                <a:ext uri="{FF2B5EF4-FFF2-40B4-BE49-F238E27FC236}">
                  <a16:creationId xmlns:a16="http://schemas.microsoft.com/office/drawing/2014/main" id="{1DC5758C-1803-4EB1-8EA7-286E7FD36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1927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7521" name="Text Box 64">
              <a:extLst>
                <a:ext uri="{FF2B5EF4-FFF2-40B4-BE49-F238E27FC236}">
                  <a16:creationId xmlns:a16="http://schemas.microsoft.com/office/drawing/2014/main" id="{4022327A-EF64-408C-89DE-7AC3E3B2CD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2426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7522" name="Text Box 65">
              <a:extLst>
                <a:ext uri="{FF2B5EF4-FFF2-40B4-BE49-F238E27FC236}">
                  <a16:creationId xmlns:a16="http://schemas.microsoft.com/office/drawing/2014/main" id="{0A5C8995-0CD6-4536-AAF3-C21DB97D6E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2925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3" name="Group 66">
            <a:extLst>
              <a:ext uri="{FF2B5EF4-FFF2-40B4-BE49-F238E27FC236}">
                <a16:creationId xmlns:a16="http://schemas.microsoft.com/office/drawing/2014/main" id="{67B3D7FC-B0E9-47DE-9E4B-FAB1A8650A5A}"/>
              </a:ext>
            </a:extLst>
          </p:cNvPr>
          <p:cNvGrpSpPr>
            <a:grpSpLocks/>
          </p:cNvGrpSpPr>
          <p:nvPr/>
        </p:nvGrpSpPr>
        <p:grpSpPr bwMode="auto">
          <a:xfrm>
            <a:off x="3881438" y="2208215"/>
            <a:ext cx="3041650" cy="528637"/>
            <a:chOff x="2445" y="1391"/>
            <a:chExt cx="1916" cy="333"/>
          </a:xfrm>
        </p:grpSpPr>
        <p:grpSp>
          <p:nvGrpSpPr>
            <p:cNvPr id="17515" name="Group 67">
              <a:extLst>
                <a:ext uri="{FF2B5EF4-FFF2-40B4-BE49-F238E27FC236}">
                  <a16:creationId xmlns:a16="http://schemas.microsoft.com/office/drawing/2014/main" id="{AAAB9EF5-E3FF-4768-9F37-5754C65DF3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5" y="1392"/>
              <a:ext cx="1916" cy="332"/>
              <a:chOff x="2445" y="1392"/>
              <a:chExt cx="1916" cy="332"/>
            </a:xfrm>
          </p:grpSpPr>
          <p:sp>
            <p:nvSpPr>
              <p:cNvPr id="17517" name="Rectangle 68">
                <a:extLst>
                  <a:ext uri="{FF2B5EF4-FFF2-40B4-BE49-F238E27FC236}">
                    <a16:creationId xmlns:a16="http://schemas.microsoft.com/office/drawing/2014/main" id="{B7F3A9E6-BA07-4CF8-B67A-98E3C652B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1392"/>
                <a:ext cx="585" cy="332"/>
              </a:xfrm>
              <a:prstGeom prst="rect">
                <a:avLst/>
              </a:prstGeom>
              <a:solidFill>
                <a:srgbClr val="CCFFFF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zh-CN" altLang="en-US" sz="2400" b="1">
                    <a:solidFill>
                      <a:srgbClr val="CC3300"/>
                    </a:solidFill>
                    <a:latin typeface="Times New Roman" panose="02020603050405020304" pitchFamily="18" charset="0"/>
                  </a:rPr>
                  <a:t>0,0</a:t>
                </a:r>
              </a:p>
            </p:txBody>
          </p:sp>
          <p:sp>
            <p:nvSpPr>
              <p:cNvPr id="17518" name="Rectangle 69">
                <a:extLst>
                  <a:ext uri="{FF2B5EF4-FFF2-40B4-BE49-F238E27FC236}">
                    <a16:creationId xmlns:a16="http://schemas.microsoft.com/office/drawing/2014/main" id="{F58C2058-7EA0-4B55-99F1-9CD0C0D44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6" y="1392"/>
                <a:ext cx="585" cy="332"/>
              </a:xfrm>
              <a:prstGeom prst="rect">
                <a:avLst/>
              </a:prstGeom>
              <a:solidFill>
                <a:srgbClr val="CCFFFF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zh-CN" altLang="en-US" sz="2400" b="1">
                    <a:solidFill>
                      <a:srgbClr val="CC3300"/>
                    </a:solidFill>
                    <a:latin typeface="Times New Roman" panose="02020603050405020304" pitchFamily="18" charset="0"/>
                  </a:rPr>
                  <a:t>0,7</a:t>
                </a:r>
              </a:p>
            </p:txBody>
          </p:sp>
        </p:grpSp>
        <p:sp>
          <p:nvSpPr>
            <p:cNvPr id="17516" name="Text Box 70">
              <a:extLst>
                <a:ext uri="{FF2B5EF4-FFF2-40B4-BE49-F238E27FC236}">
                  <a16:creationId xmlns:a16="http://schemas.microsoft.com/office/drawing/2014/main" id="{AEEAA0DD-4038-4DB0-A44E-985A80829E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6" y="1391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5" name="Group 71">
            <a:extLst>
              <a:ext uri="{FF2B5EF4-FFF2-40B4-BE49-F238E27FC236}">
                <a16:creationId xmlns:a16="http://schemas.microsoft.com/office/drawing/2014/main" id="{F2E314E5-B3E7-4E95-A8FB-687B1C495A72}"/>
              </a:ext>
            </a:extLst>
          </p:cNvPr>
          <p:cNvGrpSpPr>
            <a:grpSpLocks/>
          </p:cNvGrpSpPr>
          <p:nvPr/>
        </p:nvGrpSpPr>
        <p:grpSpPr bwMode="auto">
          <a:xfrm>
            <a:off x="2581277" y="2722565"/>
            <a:ext cx="3819525" cy="466725"/>
            <a:chOff x="1626" y="1715"/>
            <a:chExt cx="2406" cy="294"/>
          </a:xfrm>
        </p:grpSpPr>
        <p:grpSp>
          <p:nvGrpSpPr>
            <p:cNvPr id="17511" name="Group 72">
              <a:extLst>
                <a:ext uri="{FF2B5EF4-FFF2-40B4-BE49-F238E27FC236}">
                  <a16:creationId xmlns:a16="http://schemas.microsoft.com/office/drawing/2014/main" id="{E6048C38-EC23-4824-96F6-1EF44A8FD2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26" y="1715"/>
              <a:ext cx="2406" cy="243"/>
              <a:chOff x="1626" y="1715"/>
              <a:chExt cx="2406" cy="243"/>
            </a:xfrm>
          </p:grpSpPr>
          <p:sp>
            <p:nvSpPr>
              <p:cNvPr id="17513" name="Freeform 73">
                <a:extLst>
                  <a:ext uri="{FF2B5EF4-FFF2-40B4-BE49-F238E27FC236}">
                    <a16:creationId xmlns:a16="http://schemas.microsoft.com/office/drawing/2014/main" id="{1D4AAD00-9693-46B1-B49B-FCF520574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1715"/>
                <a:ext cx="2406" cy="243"/>
              </a:xfrm>
              <a:custGeom>
                <a:avLst/>
                <a:gdLst>
                  <a:gd name="T0" fmla="*/ 0 w 2406"/>
                  <a:gd name="T1" fmla="*/ 243 h 243"/>
                  <a:gd name="T2" fmla="*/ 2406 w 2406"/>
                  <a:gd name="T3" fmla="*/ 243 h 243"/>
                  <a:gd name="T4" fmla="*/ 2406 w 2406"/>
                  <a:gd name="T5" fmla="*/ 0 h 243"/>
                  <a:gd name="T6" fmla="*/ 0 60000 65536"/>
                  <a:gd name="T7" fmla="*/ 0 60000 65536"/>
                  <a:gd name="T8" fmla="*/ 0 60000 65536"/>
                  <a:gd name="T9" fmla="*/ 0 w 2406"/>
                  <a:gd name="T10" fmla="*/ 0 h 243"/>
                  <a:gd name="T11" fmla="*/ 2406 w 2406"/>
                  <a:gd name="T12" fmla="*/ 243 h 2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7514" name="Freeform 74">
                <a:extLst>
                  <a:ext uri="{FF2B5EF4-FFF2-40B4-BE49-F238E27FC236}">
                    <a16:creationId xmlns:a16="http://schemas.microsoft.com/office/drawing/2014/main" id="{EA1AA000-56FA-40A9-B209-FA7EC6E76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728"/>
                <a:ext cx="1" cy="221"/>
              </a:xfrm>
              <a:custGeom>
                <a:avLst/>
                <a:gdLst>
                  <a:gd name="T0" fmla="*/ 0 w 1"/>
                  <a:gd name="T1" fmla="*/ 0 h 221"/>
                  <a:gd name="T2" fmla="*/ 0 w 1"/>
                  <a:gd name="T3" fmla="*/ 221 h 221"/>
                  <a:gd name="T4" fmla="*/ 0 60000 65536"/>
                  <a:gd name="T5" fmla="*/ 0 60000 65536"/>
                  <a:gd name="T6" fmla="*/ 0 w 1"/>
                  <a:gd name="T7" fmla="*/ 0 h 221"/>
                  <a:gd name="T8" fmla="*/ 1 w 1"/>
                  <a:gd name="T9" fmla="*/ 221 h 2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21">
                    <a:moveTo>
                      <a:pt x="0" y="0"/>
                    </a:moveTo>
                    <a:lnTo>
                      <a:pt x="0" y="221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7512" name="Text Box 75">
              <a:extLst>
                <a:ext uri="{FF2B5EF4-FFF2-40B4-BE49-F238E27FC236}">
                  <a16:creationId xmlns:a16="http://schemas.microsoft.com/office/drawing/2014/main" id="{07DB015B-55A5-4B6B-B498-E0515700D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9" y="1721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7" name="Group 76">
            <a:extLst>
              <a:ext uri="{FF2B5EF4-FFF2-40B4-BE49-F238E27FC236}">
                <a16:creationId xmlns:a16="http://schemas.microsoft.com/office/drawing/2014/main" id="{6CA0FBA2-977F-4FD0-B18D-D794312134B1}"/>
              </a:ext>
            </a:extLst>
          </p:cNvPr>
          <p:cNvGrpSpPr>
            <a:grpSpLocks/>
          </p:cNvGrpSpPr>
          <p:nvPr/>
        </p:nvGrpSpPr>
        <p:grpSpPr bwMode="auto">
          <a:xfrm>
            <a:off x="3970338" y="5018090"/>
            <a:ext cx="2432050" cy="623887"/>
            <a:chOff x="2501" y="3161"/>
            <a:chExt cx="1532" cy="393"/>
          </a:xfrm>
        </p:grpSpPr>
        <p:sp>
          <p:nvSpPr>
            <p:cNvPr id="17506" name="Freeform 77">
              <a:extLst>
                <a:ext uri="{FF2B5EF4-FFF2-40B4-BE49-F238E27FC236}">
                  <a16:creationId xmlns:a16="http://schemas.microsoft.com/office/drawing/2014/main" id="{EDEC9E73-9F1E-408B-ADD1-94F0DF0D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248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7507" name="Freeform 78">
              <a:extLst>
                <a:ext uri="{FF2B5EF4-FFF2-40B4-BE49-F238E27FC236}">
                  <a16:creationId xmlns:a16="http://schemas.microsoft.com/office/drawing/2014/main" id="{F881168C-7947-4F19-B5D8-0D6A7FB9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254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7508" name="Text Box 79">
              <a:extLst>
                <a:ext uri="{FF2B5EF4-FFF2-40B4-BE49-F238E27FC236}">
                  <a16:creationId xmlns:a16="http://schemas.microsoft.com/office/drawing/2014/main" id="{4F8A6448-6318-4FD5-8DA2-F9845FAF28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0" y="316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7509" name="Text Box 80">
              <a:extLst>
                <a:ext uri="{FF2B5EF4-FFF2-40B4-BE49-F238E27FC236}">
                  <a16:creationId xmlns:a16="http://schemas.microsoft.com/office/drawing/2014/main" id="{FF6E484C-EC95-4284-8487-827FB1D43F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255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7510" name="Text Box 81">
              <a:extLst>
                <a:ext uri="{FF2B5EF4-FFF2-40B4-BE49-F238E27FC236}">
                  <a16:creationId xmlns:a16="http://schemas.microsoft.com/office/drawing/2014/main" id="{A4482C99-C476-480F-956C-3FC074094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7" y="3266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7</a:t>
              </a:r>
            </a:p>
          </p:txBody>
        </p:sp>
      </p:grpSp>
      <p:grpSp>
        <p:nvGrpSpPr>
          <p:cNvPr id="8" name="Group 82">
            <a:extLst>
              <a:ext uri="{FF2B5EF4-FFF2-40B4-BE49-F238E27FC236}">
                <a16:creationId xmlns:a16="http://schemas.microsoft.com/office/drawing/2014/main" id="{826F6A27-BE91-4E1F-B36C-E0E56C87256E}"/>
              </a:ext>
            </a:extLst>
          </p:cNvPr>
          <p:cNvGrpSpPr>
            <a:grpSpLocks/>
          </p:cNvGrpSpPr>
          <p:nvPr/>
        </p:nvGrpSpPr>
        <p:grpSpPr bwMode="auto">
          <a:xfrm>
            <a:off x="3760788" y="6062665"/>
            <a:ext cx="2641600" cy="706437"/>
            <a:chOff x="2369" y="3819"/>
            <a:chExt cx="1664" cy="445"/>
          </a:xfrm>
        </p:grpSpPr>
        <p:sp>
          <p:nvSpPr>
            <p:cNvPr id="17499" name="Freeform 83">
              <a:extLst>
                <a:ext uri="{FF2B5EF4-FFF2-40B4-BE49-F238E27FC236}">
                  <a16:creationId xmlns:a16="http://schemas.microsoft.com/office/drawing/2014/main" id="{60E5C1DC-757F-4769-AFB8-7C598F82A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917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7500" name="Freeform 84">
              <a:extLst>
                <a:ext uri="{FF2B5EF4-FFF2-40B4-BE49-F238E27FC236}">
                  <a16:creationId xmlns:a16="http://schemas.microsoft.com/office/drawing/2014/main" id="{14A37D5E-5D2E-4A9E-A758-14CDC38D6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17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7501" name="Text Box 85">
              <a:extLst>
                <a:ext uri="{FF2B5EF4-FFF2-40B4-BE49-F238E27FC236}">
                  <a16:creationId xmlns:a16="http://schemas.microsoft.com/office/drawing/2014/main" id="{A3D51EEA-753E-411E-94C8-50C3BC7A55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0" y="381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7502" name="Text Box 86">
              <a:extLst>
                <a:ext uri="{FF2B5EF4-FFF2-40B4-BE49-F238E27FC236}">
                  <a16:creationId xmlns:a16="http://schemas.microsoft.com/office/drawing/2014/main" id="{1A969B38-4447-431A-AD9D-3217B1E70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9" y="3953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  <p:sp>
          <p:nvSpPr>
            <p:cNvPr id="17503" name="Text Box 87">
              <a:extLst>
                <a:ext uri="{FF2B5EF4-FFF2-40B4-BE49-F238E27FC236}">
                  <a16:creationId xmlns:a16="http://schemas.microsoft.com/office/drawing/2014/main" id="{BDD689FD-4D40-4F8B-A134-5A964ABE3F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8" y="4072"/>
              <a:ext cx="1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1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7504" name="Text Box 88">
              <a:extLst>
                <a:ext uri="{FF2B5EF4-FFF2-40B4-BE49-F238E27FC236}">
                  <a16:creationId xmlns:a16="http://schemas.microsoft.com/office/drawing/2014/main" id="{018A552C-7F04-442F-AC10-0EEBC7DD22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4064"/>
              <a:ext cx="1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1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17505" name="Text Box 89">
              <a:extLst>
                <a:ext uri="{FF2B5EF4-FFF2-40B4-BE49-F238E27FC236}">
                  <a16:creationId xmlns:a16="http://schemas.microsoft.com/office/drawing/2014/main" id="{9A0A2AF3-9E9F-4AC9-9AA6-383969116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5" y="3953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</p:grpSp>
      <p:grpSp>
        <p:nvGrpSpPr>
          <p:cNvPr id="9" name="Group 90">
            <a:extLst>
              <a:ext uri="{FF2B5EF4-FFF2-40B4-BE49-F238E27FC236}">
                <a16:creationId xmlns:a16="http://schemas.microsoft.com/office/drawing/2014/main" id="{55F3874D-A6E6-4A16-B0C4-EC81E0F71C06}"/>
              </a:ext>
            </a:extLst>
          </p:cNvPr>
          <p:cNvGrpSpPr>
            <a:grpSpLocks/>
          </p:cNvGrpSpPr>
          <p:nvPr/>
        </p:nvGrpSpPr>
        <p:grpSpPr bwMode="auto">
          <a:xfrm>
            <a:off x="1068390" y="5754690"/>
            <a:ext cx="2530475" cy="427037"/>
            <a:chOff x="673" y="3625"/>
            <a:chExt cx="1594" cy="269"/>
          </a:xfrm>
        </p:grpSpPr>
        <p:sp>
          <p:nvSpPr>
            <p:cNvPr id="17497" name="Line 91">
              <a:extLst>
                <a:ext uri="{FF2B5EF4-FFF2-40B4-BE49-F238E27FC236}">
                  <a16:creationId xmlns:a16="http://schemas.microsoft.com/office/drawing/2014/main" id="{0DDA7910-AF93-4683-B939-A10CCD9FD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0" y="3727"/>
              <a:ext cx="527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7498" name="Text Box 92">
              <a:extLst>
                <a:ext uri="{FF2B5EF4-FFF2-40B4-BE49-F238E27FC236}">
                  <a16:creationId xmlns:a16="http://schemas.microsoft.com/office/drawing/2014/main" id="{E6413D18-4F89-4BEB-9157-B0FA555E4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" y="3625"/>
              <a:ext cx="1391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22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   读 / </a:t>
              </a:r>
              <a:r>
                <a:rPr kumimoji="1" lang="zh-CN" altLang="en-US" sz="2200" b="1">
                  <a:solidFill>
                    <a:srgbClr val="000000"/>
                  </a:solidFill>
                  <a:latin typeface="Times New Roman" panose="02020603050405020304" pitchFamily="18" charset="0"/>
                </a:rPr>
                <a:t>写</a:t>
              </a:r>
              <a:r>
                <a:rPr kumimoji="1" lang="zh-CN" altLang="en-US" sz="22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选通</a:t>
              </a:r>
            </a:p>
          </p:txBody>
        </p:sp>
      </p:grpSp>
      <p:grpSp>
        <p:nvGrpSpPr>
          <p:cNvPr id="10" name="Group 93">
            <a:extLst>
              <a:ext uri="{FF2B5EF4-FFF2-40B4-BE49-F238E27FC236}">
                <a16:creationId xmlns:a16="http://schemas.microsoft.com/office/drawing/2014/main" id="{4D63B670-4E38-4FB8-9A94-F3CC48E7AE2C}"/>
              </a:ext>
            </a:extLst>
          </p:cNvPr>
          <p:cNvGrpSpPr>
            <a:grpSpLocks/>
          </p:cNvGrpSpPr>
          <p:nvPr/>
        </p:nvGrpSpPr>
        <p:grpSpPr bwMode="auto">
          <a:xfrm>
            <a:off x="3598865" y="5589588"/>
            <a:ext cx="3533775" cy="641350"/>
            <a:chOff x="2267" y="3706"/>
            <a:chExt cx="2226" cy="404"/>
          </a:xfrm>
        </p:grpSpPr>
        <p:sp>
          <p:nvSpPr>
            <p:cNvPr id="17495" name="Rectangle 94">
              <a:extLst>
                <a:ext uri="{FF2B5EF4-FFF2-40B4-BE49-F238E27FC236}">
                  <a16:creationId xmlns:a16="http://schemas.microsoft.com/office/drawing/2014/main" id="{60EA2A43-2384-4353-9352-7E57A3A3D6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88" y="2805"/>
              <a:ext cx="384" cy="2226"/>
            </a:xfrm>
            <a:prstGeom prst="rect">
              <a:avLst/>
            </a:prstGeom>
            <a:solidFill>
              <a:srgbClr val="CCFFFF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endParaRPr lang="zh-CN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17496" name="Text Box 95">
              <a:extLst>
                <a:ext uri="{FF2B5EF4-FFF2-40B4-BE49-F238E27FC236}">
                  <a16:creationId xmlns:a16="http://schemas.microsoft.com/office/drawing/2014/main" id="{DAEA7F79-9A34-42DE-8751-2F0B20D8AC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49" y="3706"/>
              <a:ext cx="1792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b="1">
                  <a:solidFill>
                    <a:srgbClr val="CC3300"/>
                  </a:solidFill>
                  <a:latin typeface="Times New Roman" panose="02020603050405020304" pitchFamily="18" charset="0"/>
                </a:rPr>
                <a:t>    </a:t>
              </a:r>
              <a:r>
                <a:rPr kumimoji="1" lang="zh-CN" altLang="en-US" sz="2400" b="1">
                  <a:solidFill>
                    <a:srgbClr val="CC3300"/>
                  </a:solidFill>
                  <a:latin typeface="Times New Roman" panose="02020603050405020304" pitchFamily="18" charset="0"/>
                </a:rPr>
                <a:t>读/写控制电路</a:t>
              </a:r>
              <a:r>
                <a:rPr kumimoji="1" lang="zh-CN" altLang="en-US" b="1">
                  <a:solidFill>
                    <a:srgbClr val="000000"/>
                  </a:solidFill>
                  <a:latin typeface="Times New Roman" panose="02020603050405020304" pitchFamily="18" charset="0"/>
                </a:rPr>
                <a:t>   </a:t>
              </a:r>
            </a:p>
          </p:txBody>
        </p:sp>
      </p:grpSp>
      <p:grpSp>
        <p:nvGrpSpPr>
          <p:cNvPr id="17421" name="Group 41">
            <a:extLst>
              <a:ext uri="{FF2B5EF4-FFF2-40B4-BE49-F238E27FC236}">
                <a16:creationId xmlns:a16="http://schemas.microsoft.com/office/drawing/2014/main" id="{0CBC004B-7C12-4F4A-8BA6-A94D02D5628C}"/>
              </a:ext>
            </a:extLst>
          </p:cNvPr>
          <p:cNvGrpSpPr>
            <a:grpSpLocks/>
          </p:cNvGrpSpPr>
          <p:nvPr/>
        </p:nvGrpSpPr>
        <p:grpSpPr bwMode="auto">
          <a:xfrm>
            <a:off x="801690" y="1906588"/>
            <a:ext cx="6567487" cy="4862512"/>
            <a:chOff x="505" y="1201"/>
            <a:chExt cx="4137" cy="3063"/>
          </a:xfrm>
        </p:grpSpPr>
        <p:grpSp>
          <p:nvGrpSpPr>
            <p:cNvPr id="17430" name="Group 98">
              <a:extLst>
                <a:ext uri="{FF2B5EF4-FFF2-40B4-BE49-F238E27FC236}">
                  <a16:creationId xmlns:a16="http://schemas.microsoft.com/office/drawing/2014/main" id="{426818D0-87A9-4FF7-8852-627A9ECAC9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" y="1201"/>
              <a:ext cx="4137" cy="3063"/>
              <a:chOff x="505" y="1201"/>
              <a:chExt cx="4137" cy="3063"/>
            </a:xfrm>
          </p:grpSpPr>
          <p:grpSp>
            <p:nvGrpSpPr>
              <p:cNvPr id="17440" name="Group 97">
                <a:extLst>
                  <a:ext uri="{FF2B5EF4-FFF2-40B4-BE49-F238E27FC236}">
                    <a16:creationId xmlns:a16="http://schemas.microsoft.com/office/drawing/2014/main" id="{556B1DAB-D086-43AF-BCFD-FB84B0A264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5" y="1201"/>
                <a:ext cx="4137" cy="3063"/>
                <a:chOff x="505" y="1201"/>
                <a:chExt cx="4137" cy="3063"/>
              </a:xfrm>
            </p:grpSpPr>
            <p:sp>
              <p:nvSpPr>
                <p:cNvPr id="17443" name="Rectangle 4">
                  <a:extLst>
                    <a:ext uri="{FF2B5EF4-FFF2-40B4-BE49-F238E27FC236}">
                      <a16:creationId xmlns:a16="http://schemas.microsoft.com/office/drawing/2014/main" id="{34324E08-D549-4E22-9B06-71D2DEB610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5" y="1392"/>
                  <a:ext cx="585" cy="33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0,0</a:t>
                  </a:r>
                </a:p>
              </p:txBody>
            </p:sp>
            <p:sp>
              <p:nvSpPr>
                <p:cNvPr id="17444" name="Rectangle 5">
                  <a:extLst>
                    <a:ext uri="{FF2B5EF4-FFF2-40B4-BE49-F238E27FC236}">
                      <a16:creationId xmlns:a16="http://schemas.microsoft.com/office/drawing/2014/main" id="{A80211BF-A0EE-401A-AD7D-14873FC5B2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5" y="2585"/>
                  <a:ext cx="585" cy="33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15,0</a:t>
                  </a:r>
                </a:p>
              </p:txBody>
            </p:sp>
            <p:sp>
              <p:nvSpPr>
                <p:cNvPr id="17445" name="Rectangle 6">
                  <a:extLst>
                    <a:ext uri="{FF2B5EF4-FFF2-40B4-BE49-F238E27FC236}">
                      <a16:creationId xmlns:a16="http://schemas.microsoft.com/office/drawing/2014/main" id="{9F265FFC-7230-4367-96F7-47A379F259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76" y="2585"/>
                  <a:ext cx="585" cy="33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15,7</a:t>
                  </a:r>
                </a:p>
              </p:txBody>
            </p:sp>
            <p:sp>
              <p:nvSpPr>
                <p:cNvPr id="17446" name="Rectangle 7">
                  <a:extLst>
                    <a:ext uri="{FF2B5EF4-FFF2-40B4-BE49-F238E27FC236}">
                      <a16:creationId xmlns:a16="http://schemas.microsoft.com/office/drawing/2014/main" id="{D33EB920-5A1D-4418-8EA9-7CC527AA09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76" y="1392"/>
                  <a:ext cx="585" cy="33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0,7</a:t>
                  </a:r>
                </a:p>
              </p:txBody>
            </p:sp>
            <p:grpSp>
              <p:nvGrpSpPr>
                <p:cNvPr id="17447" name="Group 8">
                  <a:extLst>
                    <a:ext uri="{FF2B5EF4-FFF2-40B4-BE49-F238E27FC236}">
                      <a16:creationId xmlns:a16="http://schemas.microsoft.com/office/drawing/2014/main" id="{0808BFD2-D58C-4E96-8F12-8EE25477ABB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67" y="3523"/>
                  <a:ext cx="2226" cy="404"/>
                  <a:chOff x="2267" y="3523"/>
                  <a:chExt cx="2226" cy="404"/>
                </a:xfrm>
              </p:grpSpPr>
              <p:sp>
                <p:nvSpPr>
                  <p:cNvPr id="17493" name="Rectangle 9">
                    <a:extLst>
                      <a:ext uri="{FF2B5EF4-FFF2-40B4-BE49-F238E27FC236}">
                        <a16:creationId xmlns:a16="http://schemas.microsoft.com/office/drawing/2014/main" id="{33680D3F-9699-44B6-878C-80D323267C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5400000">
                    <a:off x="3188" y="2622"/>
                    <a:ext cx="384" cy="222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rot="10800000" vert="eaVert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endParaRPr lang="zh-CN" altLang="en-US" sz="18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7494" name="Text Box 10">
                    <a:extLst>
                      <a:ext uri="{FF2B5EF4-FFF2-40B4-BE49-F238E27FC236}">
                        <a16:creationId xmlns:a16="http://schemas.microsoft.com/office/drawing/2014/main" id="{B4311DC7-E254-419C-BFB2-380BA2AFAE4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9" y="3523"/>
                    <a:ext cx="1792" cy="36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    </a:t>
                    </a:r>
                    <a:r>
                      <a:rPr kumimoji="1" lang="zh-CN" altLang="en-US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读/写控制电路</a:t>
                    </a:r>
                    <a:r>
                      <a:rPr kumimoji="1" lang="zh-CN" altLang="en-US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   </a:t>
                    </a:r>
                  </a:p>
                </p:txBody>
              </p:sp>
            </p:grpSp>
            <p:sp>
              <p:nvSpPr>
                <p:cNvPr id="17448" name="Rectangle 11">
                  <a:extLst>
                    <a:ext uri="{FF2B5EF4-FFF2-40B4-BE49-F238E27FC236}">
                      <a16:creationId xmlns:a16="http://schemas.microsoft.com/office/drawing/2014/main" id="{F45B0AF8-A34D-4CE5-BEBD-42409826A4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36" y="1203"/>
                  <a:ext cx="384" cy="2227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endParaRPr lang="zh-CN" altLang="en-US" sz="1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49" name="Rectangle 12">
                  <a:extLst>
                    <a:ext uri="{FF2B5EF4-FFF2-40B4-BE49-F238E27FC236}">
                      <a16:creationId xmlns:a16="http://schemas.microsoft.com/office/drawing/2014/main" id="{D0DFDFB7-B461-4ED8-A970-D31A700BA3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60" y="1201"/>
                  <a:ext cx="2482" cy="2058"/>
                </a:xfrm>
                <a:prstGeom prst="rect">
                  <a:avLst/>
                </a:prstGeom>
                <a:noFill/>
                <a:ln w="28575">
                  <a:solidFill>
                    <a:schemeClr val="tx1"/>
                  </a:solidFill>
                  <a:prstDash val="lgDashDot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endParaRPr lang="zh-CN" altLang="en-US" sz="1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50" name="Text Box 13">
                  <a:extLst>
                    <a:ext uri="{FF2B5EF4-FFF2-40B4-BE49-F238E27FC236}">
                      <a16:creationId xmlns:a16="http://schemas.microsoft.com/office/drawing/2014/main" id="{62CBA916-196B-4422-9871-3A629AB3521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75" y="1680"/>
                  <a:ext cx="311" cy="1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地</a:t>
                  </a:r>
                </a:p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址</a:t>
                  </a:r>
                </a:p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译</a:t>
                  </a:r>
                </a:p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码</a:t>
                  </a:r>
                </a:p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器</a:t>
                  </a:r>
                </a:p>
              </p:txBody>
            </p:sp>
            <p:sp>
              <p:nvSpPr>
                <p:cNvPr id="17451" name="Freeform 14">
                  <a:extLst>
                    <a:ext uri="{FF2B5EF4-FFF2-40B4-BE49-F238E27FC236}">
                      <a16:creationId xmlns:a16="http://schemas.microsoft.com/office/drawing/2014/main" id="{5DBBBE56-F43C-4A52-959D-F50996D2B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6" y="1715"/>
                  <a:ext cx="2406" cy="243"/>
                </a:xfrm>
                <a:custGeom>
                  <a:avLst/>
                  <a:gdLst>
                    <a:gd name="T0" fmla="*/ 0 w 2406"/>
                    <a:gd name="T1" fmla="*/ 243 h 243"/>
                    <a:gd name="T2" fmla="*/ 2406 w 2406"/>
                    <a:gd name="T3" fmla="*/ 243 h 243"/>
                    <a:gd name="T4" fmla="*/ 2406 w 2406"/>
                    <a:gd name="T5" fmla="*/ 0 h 243"/>
                    <a:gd name="T6" fmla="*/ 0 60000 65536"/>
                    <a:gd name="T7" fmla="*/ 0 60000 65536"/>
                    <a:gd name="T8" fmla="*/ 0 60000 65536"/>
                    <a:gd name="T9" fmla="*/ 0 w 2406"/>
                    <a:gd name="T10" fmla="*/ 0 h 243"/>
                    <a:gd name="T11" fmla="*/ 2406 w 2406"/>
                    <a:gd name="T12" fmla="*/ 243 h 24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406" h="243">
                      <a:moveTo>
                        <a:pt x="0" y="243"/>
                      </a:moveTo>
                      <a:lnTo>
                        <a:pt x="2406" y="243"/>
                      </a:lnTo>
                      <a:lnTo>
                        <a:pt x="240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52" name="Freeform 15">
                  <a:extLst>
                    <a:ext uri="{FF2B5EF4-FFF2-40B4-BE49-F238E27FC236}">
                      <a16:creationId xmlns:a16="http://schemas.microsoft.com/office/drawing/2014/main" id="{66A5A235-8F12-4A30-9419-6D9C02E15F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8" y="1728"/>
                  <a:ext cx="1" cy="221"/>
                </a:xfrm>
                <a:custGeom>
                  <a:avLst/>
                  <a:gdLst>
                    <a:gd name="T0" fmla="*/ 0 w 1"/>
                    <a:gd name="T1" fmla="*/ 0 h 221"/>
                    <a:gd name="T2" fmla="*/ 0 w 1"/>
                    <a:gd name="T3" fmla="*/ 221 h 221"/>
                    <a:gd name="T4" fmla="*/ 0 60000 65536"/>
                    <a:gd name="T5" fmla="*/ 0 60000 65536"/>
                    <a:gd name="T6" fmla="*/ 0 w 1"/>
                    <a:gd name="T7" fmla="*/ 0 h 221"/>
                    <a:gd name="T8" fmla="*/ 1 w 1"/>
                    <a:gd name="T9" fmla="*/ 221 h 22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21">
                      <a:moveTo>
                        <a:pt x="0" y="0"/>
                      </a:moveTo>
                      <a:lnTo>
                        <a:pt x="0" y="22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53" name="Freeform 16">
                  <a:extLst>
                    <a:ext uri="{FF2B5EF4-FFF2-40B4-BE49-F238E27FC236}">
                      <a16:creationId xmlns:a16="http://schemas.microsoft.com/office/drawing/2014/main" id="{71876D15-49FD-493F-B9CD-FBC2D68C7D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" y="2916"/>
                  <a:ext cx="2406" cy="243"/>
                </a:xfrm>
                <a:custGeom>
                  <a:avLst/>
                  <a:gdLst>
                    <a:gd name="T0" fmla="*/ 0 w 2406"/>
                    <a:gd name="T1" fmla="*/ 243 h 243"/>
                    <a:gd name="T2" fmla="*/ 2406 w 2406"/>
                    <a:gd name="T3" fmla="*/ 243 h 243"/>
                    <a:gd name="T4" fmla="*/ 2406 w 2406"/>
                    <a:gd name="T5" fmla="*/ 0 h 243"/>
                    <a:gd name="T6" fmla="*/ 0 60000 65536"/>
                    <a:gd name="T7" fmla="*/ 0 60000 65536"/>
                    <a:gd name="T8" fmla="*/ 0 60000 65536"/>
                    <a:gd name="T9" fmla="*/ 0 w 2406"/>
                    <a:gd name="T10" fmla="*/ 0 h 243"/>
                    <a:gd name="T11" fmla="*/ 2406 w 2406"/>
                    <a:gd name="T12" fmla="*/ 243 h 24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406" h="243">
                      <a:moveTo>
                        <a:pt x="0" y="243"/>
                      </a:moveTo>
                      <a:lnTo>
                        <a:pt x="2406" y="243"/>
                      </a:lnTo>
                      <a:lnTo>
                        <a:pt x="240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54" name="Freeform 17">
                  <a:extLst>
                    <a:ext uri="{FF2B5EF4-FFF2-40B4-BE49-F238E27FC236}">
                      <a16:creationId xmlns:a16="http://schemas.microsoft.com/office/drawing/2014/main" id="{78911CB4-FAA0-4EB1-B836-B0ABF3E207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8" y="2929"/>
                  <a:ext cx="1" cy="221"/>
                </a:xfrm>
                <a:custGeom>
                  <a:avLst/>
                  <a:gdLst>
                    <a:gd name="T0" fmla="*/ 0 w 1"/>
                    <a:gd name="T1" fmla="*/ 0 h 221"/>
                    <a:gd name="T2" fmla="*/ 0 w 1"/>
                    <a:gd name="T3" fmla="*/ 221 h 221"/>
                    <a:gd name="T4" fmla="*/ 0 60000 65536"/>
                    <a:gd name="T5" fmla="*/ 0 60000 65536"/>
                    <a:gd name="T6" fmla="*/ 0 w 1"/>
                    <a:gd name="T7" fmla="*/ 0 h 221"/>
                    <a:gd name="T8" fmla="*/ 1 w 1"/>
                    <a:gd name="T9" fmla="*/ 221 h 22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21">
                      <a:moveTo>
                        <a:pt x="0" y="0"/>
                      </a:moveTo>
                      <a:lnTo>
                        <a:pt x="0" y="22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55" name="Text Box 18">
                  <a:extLst>
                    <a:ext uri="{FF2B5EF4-FFF2-40B4-BE49-F238E27FC236}">
                      <a16:creationId xmlns:a16="http://schemas.microsoft.com/office/drawing/2014/main" id="{52E0F28E-6020-40AC-90B6-BF77246D1DE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9" y="1472"/>
                  <a:ext cx="522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 </a:t>
                  </a: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字线</a:t>
                  </a:r>
                </a:p>
              </p:txBody>
            </p:sp>
            <p:sp>
              <p:nvSpPr>
                <p:cNvPr id="17456" name="Text Box 19">
                  <a:extLst>
                    <a:ext uri="{FF2B5EF4-FFF2-40B4-BE49-F238E27FC236}">
                      <a16:creationId xmlns:a16="http://schemas.microsoft.com/office/drawing/2014/main" id="{BEDDCB48-E949-41EE-B2BA-3B6B8176429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779" y="1722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7457" name="Text Box 20">
                  <a:extLst>
                    <a:ext uri="{FF2B5EF4-FFF2-40B4-BE49-F238E27FC236}">
                      <a16:creationId xmlns:a16="http://schemas.microsoft.com/office/drawing/2014/main" id="{DEE841E6-4512-4AD3-A2E5-CE50A359F9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743" y="2896"/>
                  <a:ext cx="308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7458" name="Freeform 21">
                  <a:extLst>
                    <a:ext uri="{FF2B5EF4-FFF2-40B4-BE49-F238E27FC236}">
                      <a16:creationId xmlns:a16="http://schemas.microsoft.com/office/drawing/2014/main" id="{F1856DFA-D88B-4D93-8D82-60D87172E7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0" y="3248"/>
                  <a:ext cx="1" cy="295"/>
                </a:xfrm>
                <a:custGeom>
                  <a:avLst/>
                  <a:gdLst>
                    <a:gd name="T0" fmla="*/ 0 w 1"/>
                    <a:gd name="T1" fmla="*/ 0 h 295"/>
                    <a:gd name="T2" fmla="*/ 0 w 1"/>
                    <a:gd name="T3" fmla="*/ 295 h 295"/>
                    <a:gd name="T4" fmla="*/ 0 60000 65536"/>
                    <a:gd name="T5" fmla="*/ 0 60000 65536"/>
                    <a:gd name="T6" fmla="*/ 0 w 1"/>
                    <a:gd name="T7" fmla="*/ 0 h 295"/>
                    <a:gd name="T8" fmla="*/ 1 w 1"/>
                    <a:gd name="T9" fmla="*/ 295 h 29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95">
                      <a:moveTo>
                        <a:pt x="0" y="0"/>
                      </a:moveTo>
                      <a:lnTo>
                        <a:pt x="0" y="29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59" name="Freeform 22">
                  <a:extLst>
                    <a:ext uri="{FF2B5EF4-FFF2-40B4-BE49-F238E27FC236}">
                      <a16:creationId xmlns:a16="http://schemas.microsoft.com/office/drawing/2014/main" id="{9F0752A2-53C6-4B17-8163-60808AD41F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3254"/>
                  <a:ext cx="1" cy="295"/>
                </a:xfrm>
                <a:custGeom>
                  <a:avLst/>
                  <a:gdLst>
                    <a:gd name="T0" fmla="*/ 0 w 1"/>
                    <a:gd name="T1" fmla="*/ 0 h 295"/>
                    <a:gd name="T2" fmla="*/ 0 w 1"/>
                    <a:gd name="T3" fmla="*/ 295 h 295"/>
                    <a:gd name="T4" fmla="*/ 0 60000 65536"/>
                    <a:gd name="T5" fmla="*/ 0 60000 65536"/>
                    <a:gd name="T6" fmla="*/ 0 w 1"/>
                    <a:gd name="T7" fmla="*/ 0 h 295"/>
                    <a:gd name="T8" fmla="*/ 1 w 1"/>
                    <a:gd name="T9" fmla="*/ 295 h 29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95">
                      <a:moveTo>
                        <a:pt x="0" y="0"/>
                      </a:moveTo>
                      <a:lnTo>
                        <a:pt x="0" y="29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60" name="Text Box 23">
                  <a:extLst>
                    <a:ext uri="{FF2B5EF4-FFF2-40B4-BE49-F238E27FC236}">
                      <a16:creationId xmlns:a16="http://schemas.microsoft.com/office/drawing/2014/main" id="{702DAA92-51F1-46D6-BB40-AD2E236C910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0" y="3161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7461" name="Text Box 24">
                  <a:extLst>
                    <a:ext uri="{FF2B5EF4-FFF2-40B4-BE49-F238E27FC236}">
                      <a16:creationId xmlns:a16="http://schemas.microsoft.com/office/drawing/2014/main" id="{01BC67AD-FFC6-44B5-A0B2-B2EFE64657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747" y="2263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7462" name="Freeform 25">
                  <a:extLst>
                    <a:ext uri="{FF2B5EF4-FFF2-40B4-BE49-F238E27FC236}">
                      <a16:creationId xmlns:a16="http://schemas.microsoft.com/office/drawing/2014/main" id="{698DDD3D-6E88-4A3A-B596-1141EE5441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0" y="3917"/>
                  <a:ext cx="1" cy="295"/>
                </a:xfrm>
                <a:custGeom>
                  <a:avLst/>
                  <a:gdLst>
                    <a:gd name="T0" fmla="*/ 0 w 1"/>
                    <a:gd name="T1" fmla="*/ 0 h 295"/>
                    <a:gd name="T2" fmla="*/ 0 w 1"/>
                    <a:gd name="T3" fmla="*/ 295 h 295"/>
                    <a:gd name="T4" fmla="*/ 0 60000 65536"/>
                    <a:gd name="T5" fmla="*/ 0 60000 65536"/>
                    <a:gd name="T6" fmla="*/ 0 w 1"/>
                    <a:gd name="T7" fmla="*/ 0 h 295"/>
                    <a:gd name="T8" fmla="*/ 1 w 1"/>
                    <a:gd name="T9" fmla="*/ 295 h 29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95">
                      <a:moveTo>
                        <a:pt x="0" y="0"/>
                      </a:moveTo>
                      <a:lnTo>
                        <a:pt x="0" y="29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63" name="Freeform 26">
                  <a:extLst>
                    <a:ext uri="{FF2B5EF4-FFF2-40B4-BE49-F238E27FC236}">
                      <a16:creationId xmlns:a16="http://schemas.microsoft.com/office/drawing/2014/main" id="{B2E348AD-D4F9-4521-BA2F-7611268EEB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3917"/>
                  <a:ext cx="1" cy="295"/>
                </a:xfrm>
                <a:custGeom>
                  <a:avLst/>
                  <a:gdLst>
                    <a:gd name="T0" fmla="*/ 0 w 1"/>
                    <a:gd name="T1" fmla="*/ 0 h 295"/>
                    <a:gd name="T2" fmla="*/ 0 w 1"/>
                    <a:gd name="T3" fmla="*/ 295 h 295"/>
                    <a:gd name="T4" fmla="*/ 0 60000 65536"/>
                    <a:gd name="T5" fmla="*/ 0 60000 65536"/>
                    <a:gd name="T6" fmla="*/ 0 w 1"/>
                    <a:gd name="T7" fmla="*/ 0 h 295"/>
                    <a:gd name="T8" fmla="*/ 1 w 1"/>
                    <a:gd name="T9" fmla="*/ 295 h 29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95">
                      <a:moveTo>
                        <a:pt x="0" y="0"/>
                      </a:moveTo>
                      <a:lnTo>
                        <a:pt x="0" y="29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64" name="Text Box 27">
                  <a:extLst>
                    <a:ext uri="{FF2B5EF4-FFF2-40B4-BE49-F238E27FC236}">
                      <a16:creationId xmlns:a16="http://schemas.microsoft.com/office/drawing/2014/main" id="{9CA4D687-66B9-44F8-8E36-3C6CD22DB8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1996"/>
                  <a:ext cx="919" cy="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16×8矩阵</a:t>
                  </a:r>
                </a:p>
              </p:txBody>
            </p:sp>
            <p:sp>
              <p:nvSpPr>
                <p:cNvPr id="17465" name="Text Box 28">
                  <a:extLst>
                    <a:ext uri="{FF2B5EF4-FFF2-40B4-BE49-F238E27FC236}">
                      <a16:creationId xmlns:a16="http://schemas.microsoft.com/office/drawing/2014/main" id="{559BDA29-42DE-4E38-9610-05163ED6B7C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637" y="207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7466" name="Text Box 29">
                  <a:extLst>
                    <a:ext uri="{FF2B5EF4-FFF2-40B4-BE49-F238E27FC236}">
                      <a16:creationId xmlns:a16="http://schemas.microsoft.com/office/drawing/2014/main" id="{859D18C1-73C5-4556-9065-B8D00F779F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3932" y="207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7467" name="Text Box 30">
                  <a:extLst>
                    <a:ext uri="{FF2B5EF4-FFF2-40B4-BE49-F238E27FC236}">
                      <a16:creationId xmlns:a16="http://schemas.microsoft.com/office/drawing/2014/main" id="{CE194735-ACFB-407E-A569-AD4827E494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0" y="381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7468" name="Text Box 31">
                  <a:extLst>
                    <a:ext uri="{FF2B5EF4-FFF2-40B4-BE49-F238E27FC236}">
                      <a16:creationId xmlns:a16="http://schemas.microsoft.com/office/drawing/2014/main" id="{E80E77D5-E489-456D-A571-C549C2918E3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501" y="3255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7469" name="Text Box 32">
                  <a:extLst>
                    <a:ext uri="{FF2B5EF4-FFF2-40B4-BE49-F238E27FC236}">
                      <a16:creationId xmlns:a16="http://schemas.microsoft.com/office/drawing/2014/main" id="{394F4F9D-44D5-4B1A-B719-606859013BA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97" y="3266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sp>
              <p:nvSpPr>
                <p:cNvPr id="17470" name="Text Box 33">
                  <a:extLst>
                    <a:ext uri="{FF2B5EF4-FFF2-40B4-BE49-F238E27FC236}">
                      <a16:creationId xmlns:a16="http://schemas.microsoft.com/office/drawing/2014/main" id="{63CCB538-FE52-4D71-9B29-3AAE674A6F6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69" y="3953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D</a:t>
                  </a:r>
                </a:p>
              </p:txBody>
            </p:sp>
            <p:sp>
              <p:nvSpPr>
                <p:cNvPr id="17471" name="Text Box 34">
                  <a:extLst>
                    <a:ext uri="{FF2B5EF4-FFF2-40B4-BE49-F238E27FC236}">
                      <a16:creationId xmlns:a16="http://schemas.microsoft.com/office/drawing/2014/main" id="{03D487A2-FD25-43C7-90F5-01248A28B4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528" y="4072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7472" name="Text Box 35">
                  <a:extLst>
                    <a:ext uri="{FF2B5EF4-FFF2-40B4-BE49-F238E27FC236}">
                      <a16:creationId xmlns:a16="http://schemas.microsoft.com/office/drawing/2014/main" id="{E43B87CB-D7CA-4B61-B8C2-928A9ABC1C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37" y="4064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sp>
              <p:nvSpPr>
                <p:cNvPr id="17473" name="Text Box 36">
                  <a:extLst>
                    <a:ext uri="{FF2B5EF4-FFF2-40B4-BE49-F238E27FC236}">
                      <a16:creationId xmlns:a16="http://schemas.microsoft.com/office/drawing/2014/main" id="{8E0BEB28-5613-4CD2-BDB3-0D5BDF4940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65" y="3953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D</a:t>
                  </a:r>
                </a:p>
              </p:txBody>
            </p:sp>
            <p:sp>
              <p:nvSpPr>
                <p:cNvPr id="17474" name="Text Box 37">
                  <a:extLst>
                    <a:ext uri="{FF2B5EF4-FFF2-40B4-BE49-F238E27FC236}">
                      <a16:creationId xmlns:a16="http://schemas.microsoft.com/office/drawing/2014/main" id="{526F96FD-9DC6-4B45-B3EA-693B593E44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075" y="3293"/>
                  <a:ext cx="518" cy="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 位线</a:t>
                  </a:r>
                </a:p>
              </p:txBody>
            </p:sp>
            <p:sp>
              <p:nvSpPr>
                <p:cNvPr id="17475" name="Line 38">
                  <a:extLst>
                    <a:ext uri="{FF2B5EF4-FFF2-40B4-BE49-F238E27FC236}">
                      <a16:creationId xmlns:a16="http://schemas.microsoft.com/office/drawing/2014/main" id="{109B5072-A33F-4934-A310-BDB0973ABC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0" y="3727"/>
                  <a:ext cx="52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76" name="Text Box 39">
                  <a:extLst>
                    <a:ext uri="{FF2B5EF4-FFF2-40B4-BE49-F238E27FC236}">
                      <a16:creationId xmlns:a16="http://schemas.microsoft.com/office/drawing/2014/main" id="{53A15952-146A-471D-BBA6-6E07052A96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3" y="3625"/>
                  <a:ext cx="1103" cy="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zh-CN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   读 / 写选通</a:t>
                  </a:r>
                </a:p>
              </p:txBody>
            </p:sp>
            <p:sp>
              <p:nvSpPr>
                <p:cNvPr id="17477" name="Line 40">
                  <a:extLst>
                    <a:ext uri="{FF2B5EF4-FFF2-40B4-BE49-F238E27FC236}">
                      <a16:creationId xmlns:a16="http://schemas.microsoft.com/office/drawing/2014/main" id="{79C44BE6-FD7E-4840-9B41-064279EE30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35" y="1593"/>
                  <a:ext cx="39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78" name="Line 41">
                  <a:extLst>
                    <a:ext uri="{FF2B5EF4-FFF2-40B4-BE49-F238E27FC236}">
                      <a16:creationId xmlns:a16="http://schemas.microsoft.com/office/drawing/2014/main" id="{A0E63952-4948-4BEE-9AF4-7CFB33E9CA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33" y="2093"/>
                  <a:ext cx="39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79" name="Line 42">
                  <a:extLst>
                    <a:ext uri="{FF2B5EF4-FFF2-40B4-BE49-F238E27FC236}">
                      <a16:creationId xmlns:a16="http://schemas.microsoft.com/office/drawing/2014/main" id="{D1AA781D-C839-4696-9BEF-F4E6454F06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31" y="2593"/>
                  <a:ext cx="39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80" name="Line 43">
                  <a:extLst>
                    <a:ext uri="{FF2B5EF4-FFF2-40B4-BE49-F238E27FC236}">
                      <a16:creationId xmlns:a16="http://schemas.microsoft.com/office/drawing/2014/main" id="{43DAF4F3-7CD4-4B66-B6BE-31E310567E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2" y="3094"/>
                  <a:ext cx="39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7481" name="Group 44">
                  <a:extLst>
                    <a:ext uri="{FF2B5EF4-FFF2-40B4-BE49-F238E27FC236}">
                      <a16:creationId xmlns:a16="http://schemas.microsoft.com/office/drawing/2014/main" id="{EFEB6573-8023-44DF-97AD-A9C7D1B673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5" y="1440"/>
                  <a:ext cx="356" cy="295"/>
                  <a:chOff x="457" y="1440"/>
                  <a:chExt cx="356" cy="295"/>
                </a:xfrm>
              </p:grpSpPr>
              <p:sp>
                <p:nvSpPr>
                  <p:cNvPr id="17491" name="Text Box 45">
                    <a:extLst>
                      <a:ext uri="{FF2B5EF4-FFF2-40B4-BE49-F238E27FC236}">
                        <a16:creationId xmlns:a16="http://schemas.microsoft.com/office/drawing/2014/main" id="{C673FCD9-722B-4537-8B46-E0CC3272BCE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57" y="1440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A</a:t>
                    </a:r>
                  </a:p>
                </p:txBody>
              </p:sp>
              <p:sp>
                <p:nvSpPr>
                  <p:cNvPr id="17492" name="Text Box 46">
                    <a:extLst>
                      <a:ext uri="{FF2B5EF4-FFF2-40B4-BE49-F238E27FC236}">
                        <a16:creationId xmlns:a16="http://schemas.microsoft.com/office/drawing/2014/main" id="{4020D006-4C29-44F6-BA68-63E2CE1ABFE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1" y="1543"/>
                    <a:ext cx="172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1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3</a:t>
                    </a:r>
                  </a:p>
                </p:txBody>
              </p:sp>
            </p:grpSp>
            <p:grpSp>
              <p:nvGrpSpPr>
                <p:cNvPr id="17482" name="Group 47">
                  <a:extLst>
                    <a:ext uri="{FF2B5EF4-FFF2-40B4-BE49-F238E27FC236}">
                      <a16:creationId xmlns:a16="http://schemas.microsoft.com/office/drawing/2014/main" id="{C6F58FE7-06EB-4B34-B00A-D1E0838FBC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5" y="1936"/>
                  <a:ext cx="356" cy="295"/>
                  <a:chOff x="445" y="1968"/>
                  <a:chExt cx="356" cy="295"/>
                </a:xfrm>
              </p:grpSpPr>
              <p:sp>
                <p:nvSpPr>
                  <p:cNvPr id="17489" name="Text Box 48">
                    <a:extLst>
                      <a:ext uri="{FF2B5EF4-FFF2-40B4-BE49-F238E27FC236}">
                        <a16:creationId xmlns:a16="http://schemas.microsoft.com/office/drawing/2014/main" id="{A195A90F-7974-4575-B025-A887C9D938F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45" y="1968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A</a:t>
                    </a:r>
                  </a:p>
                </p:txBody>
              </p:sp>
              <p:sp>
                <p:nvSpPr>
                  <p:cNvPr id="17490" name="Text Box 49">
                    <a:extLst>
                      <a:ext uri="{FF2B5EF4-FFF2-40B4-BE49-F238E27FC236}">
                        <a16:creationId xmlns:a16="http://schemas.microsoft.com/office/drawing/2014/main" id="{2D16B825-9997-4D18-83DF-21F9CBC75AD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9" y="2071"/>
                    <a:ext cx="172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1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2</a:t>
                    </a:r>
                  </a:p>
                </p:txBody>
              </p:sp>
            </p:grpSp>
            <p:grpSp>
              <p:nvGrpSpPr>
                <p:cNvPr id="17483" name="Group 50">
                  <a:extLst>
                    <a:ext uri="{FF2B5EF4-FFF2-40B4-BE49-F238E27FC236}">
                      <a16:creationId xmlns:a16="http://schemas.microsoft.com/office/drawing/2014/main" id="{F3ADA03B-AACB-4CBB-BE40-BC75F60645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5" y="2432"/>
                  <a:ext cx="356" cy="295"/>
                  <a:chOff x="481" y="2460"/>
                  <a:chExt cx="356" cy="295"/>
                </a:xfrm>
              </p:grpSpPr>
              <p:sp>
                <p:nvSpPr>
                  <p:cNvPr id="17487" name="Text Box 51">
                    <a:extLst>
                      <a:ext uri="{FF2B5EF4-FFF2-40B4-BE49-F238E27FC236}">
                        <a16:creationId xmlns:a16="http://schemas.microsoft.com/office/drawing/2014/main" id="{413C00A1-BFCD-487F-A2AF-8D723EE8AB2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1" y="2460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A</a:t>
                    </a:r>
                  </a:p>
                </p:txBody>
              </p:sp>
              <p:sp>
                <p:nvSpPr>
                  <p:cNvPr id="17488" name="Text Box 52">
                    <a:extLst>
                      <a:ext uri="{FF2B5EF4-FFF2-40B4-BE49-F238E27FC236}">
                        <a16:creationId xmlns:a16="http://schemas.microsoft.com/office/drawing/2014/main" id="{BB834CD6-3C69-41C7-8F1A-E93ECD1696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5" y="2563"/>
                    <a:ext cx="172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1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1</a:t>
                    </a:r>
                  </a:p>
                </p:txBody>
              </p:sp>
            </p:grpSp>
            <p:grpSp>
              <p:nvGrpSpPr>
                <p:cNvPr id="17484" name="Group 53">
                  <a:extLst>
                    <a:ext uri="{FF2B5EF4-FFF2-40B4-BE49-F238E27FC236}">
                      <a16:creationId xmlns:a16="http://schemas.microsoft.com/office/drawing/2014/main" id="{EEDE0070-EE83-45D2-9EDE-594D3CAB397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5" y="2928"/>
                  <a:ext cx="356" cy="295"/>
                  <a:chOff x="409" y="2928"/>
                  <a:chExt cx="356" cy="295"/>
                </a:xfrm>
              </p:grpSpPr>
              <p:sp>
                <p:nvSpPr>
                  <p:cNvPr id="17485" name="Text Box 54">
                    <a:extLst>
                      <a:ext uri="{FF2B5EF4-FFF2-40B4-BE49-F238E27FC236}">
                        <a16:creationId xmlns:a16="http://schemas.microsoft.com/office/drawing/2014/main" id="{19E08A04-F57A-4588-8B6F-207424E470D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09" y="2928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en-US" altLang="zh-CN" sz="2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A</a:t>
                    </a:r>
                  </a:p>
                </p:txBody>
              </p:sp>
              <p:sp>
                <p:nvSpPr>
                  <p:cNvPr id="17486" name="Text Box 55">
                    <a:extLst>
                      <a:ext uri="{FF2B5EF4-FFF2-40B4-BE49-F238E27FC236}">
                        <a16:creationId xmlns:a16="http://schemas.microsoft.com/office/drawing/2014/main" id="{82E801ED-E6BD-4399-A75E-C01D1DD4414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93" y="3031"/>
                    <a:ext cx="172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None/>
                      <a:defRPr/>
                    </a:pPr>
                    <a:r>
                      <a:rPr kumimoji="1" lang="zh-CN" altLang="en-US" sz="14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</p:grpSp>
          </p:grpSp>
          <p:sp>
            <p:nvSpPr>
              <p:cNvPr id="17441" name="Text Box 56">
                <a:extLst>
                  <a:ext uri="{FF2B5EF4-FFF2-40B4-BE49-F238E27FC236}">
                    <a16:creationId xmlns:a16="http://schemas.microsoft.com/office/drawing/2014/main" id="{C24637F8-3B5C-483C-A0BF-F017F46EFB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16" y="1392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zh-CN" altLang="en-US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7442" name="Text Box 57">
                <a:extLst>
                  <a:ext uri="{FF2B5EF4-FFF2-40B4-BE49-F238E27FC236}">
                    <a16:creationId xmlns:a16="http://schemas.microsoft.com/office/drawing/2014/main" id="{5CCABDE3-448D-454A-B125-5A9F733B38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16" y="2544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zh-CN" altLang="en-US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grpSp>
          <p:nvGrpSpPr>
            <p:cNvPr id="17431" name="Group 98">
              <a:extLst>
                <a:ext uri="{FF2B5EF4-FFF2-40B4-BE49-F238E27FC236}">
                  <a16:creationId xmlns:a16="http://schemas.microsoft.com/office/drawing/2014/main" id="{4A1AE16F-9785-4BC1-80C8-D8443CDDC8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44" y="1525"/>
              <a:ext cx="1769" cy="1814"/>
              <a:chOff x="2744" y="1525"/>
              <a:chExt cx="1769" cy="1814"/>
            </a:xfrm>
          </p:grpSpPr>
          <p:sp>
            <p:nvSpPr>
              <p:cNvPr id="17432" name="Line 99">
                <a:extLst>
                  <a:ext uri="{FF2B5EF4-FFF2-40B4-BE49-F238E27FC236}">
                    <a16:creationId xmlns:a16="http://schemas.microsoft.com/office/drawing/2014/main" id="{C3CEADAE-BA93-4DF7-BC4F-4467DFB127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16" y="1570"/>
                <a:ext cx="1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7433" name="Line 100">
                <a:extLst>
                  <a:ext uri="{FF2B5EF4-FFF2-40B4-BE49-F238E27FC236}">
                    <a16:creationId xmlns:a16="http://schemas.microsoft.com/office/drawing/2014/main" id="{211A21BC-6335-41C9-AF42-E8F282AEEB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52" y="1570"/>
                <a:ext cx="0" cy="17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7434" name="Line 101">
                <a:extLst>
                  <a:ext uri="{FF2B5EF4-FFF2-40B4-BE49-F238E27FC236}">
                    <a16:creationId xmlns:a16="http://schemas.microsoft.com/office/drawing/2014/main" id="{CB71ABB5-3BAC-412A-84AC-CD98149D67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16" y="2795"/>
                <a:ext cx="1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7435" name="Line 102">
                <a:extLst>
                  <a:ext uri="{FF2B5EF4-FFF2-40B4-BE49-F238E27FC236}">
                    <a16:creationId xmlns:a16="http://schemas.microsoft.com/office/drawing/2014/main" id="{1F64FEF1-5F04-409A-A080-B57C917DB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4" y="3339"/>
                <a:ext cx="40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7436" name="Line 103">
                <a:extLst>
                  <a:ext uri="{FF2B5EF4-FFF2-40B4-BE49-F238E27FC236}">
                    <a16:creationId xmlns:a16="http://schemas.microsoft.com/office/drawing/2014/main" id="{FF34ED9A-1670-4069-B05F-EFDD590E5C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1525"/>
                <a:ext cx="1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7437" name="Line 104">
                <a:extLst>
                  <a:ext uri="{FF2B5EF4-FFF2-40B4-BE49-F238E27FC236}">
                    <a16:creationId xmlns:a16="http://schemas.microsoft.com/office/drawing/2014/main" id="{92F6F269-E3C5-420B-83DD-41E6FCF30F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13" y="1525"/>
                <a:ext cx="0" cy="181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7438" name="Line 105">
                <a:extLst>
                  <a:ext uri="{FF2B5EF4-FFF2-40B4-BE49-F238E27FC236}">
                    <a16:creationId xmlns:a16="http://schemas.microsoft.com/office/drawing/2014/main" id="{872055CF-F829-4EC9-A26F-9952D22D16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2750"/>
                <a:ext cx="1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7439" name="Line 106">
                <a:extLst>
                  <a:ext uri="{FF2B5EF4-FFF2-40B4-BE49-F238E27FC236}">
                    <a16:creationId xmlns:a16="http://schemas.microsoft.com/office/drawing/2014/main" id="{53F254E4-E78A-4F97-94BF-7F91C68BF9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14" y="3339"/>
                <a:ext cx="49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0" name="Group 116">
            <a:extLst>
              <a:ext uri="{FF2B5EF4-FFF2-40B4-BE49-F238E27FC236}">
                <a16:creationId xmlns:a16="http://schemas.microsoft.com/office/drawing/2014/main" id="{3CD1FD30-BFFB-4139-AB61-D69AAABF9F0C}"/>
              </a:ext>
            </a:extLst>
          </p:cNvPr>
          <p:cNvGrpSpPr>
            <a:grpSpLocks/>
          </p:cNvGrpSpPr>
          <p:nvPr/>
        </p:nvGrpSpPr>
        <p:grpSpPr bwMode="auto">
          <a:xfrm>
            <a:off x="4357690" y="2420940"/>
            <a:ext cx="2808287" cy="2879725"/>
            <a:chOff x="2745" y="1525"/>
            <a:chExt cx="1769" cy="1814"/>
          </a:xfrm>
        </p:grpSpPr>
        <p:sp>
          <p:nvSpPr>
            <p:cNvPr id="17424" name="Line 108">
              <a:extLst>
                <a:ext uri="{FF2B5EF4-FFF2-40B4-BE49-F238E27FC236}">
                  <a16:creationId xmlns:a16="http://schemas.microsoft.com/office/drawing/2014/main" id="{F01D64D3-CCE9-436E-80D4-6EA8611B6C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7" y="1570"/>
              <a:ext cx="136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7425" name="Line 109">
              <a:extLst>
                <a:ext uri="{FF2B5EF4-FFF2-40B4-BE49-F238E27FC236}">
                  <a16:creationId xmlns:a16="http://schemas.microsoft.com/office/drawing/2014/main" id="{458B9E45-A069-42AE-B992-5D7109A10C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3" y="1570"/>
              <a:ext cx="0" cy="1769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7426" name="Line 111">
              <a:extLst>
                <a:ext uri="{FF2B5EF4-FFF2-40B4-BE49-F238E27FC236}">
                  <a16:creationId xmlns:a16="http://schemas.microsoft.com/office/drawing/2014/main" id="{49ADD797-BE41-4CAD-9233-4F88FEB52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5" y="3339"/>
              <a:ext cx="408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7427" name="Line 112">
              <a:extLst>
                <a:ext uri="{FF2B5EF4-FFF2-40B4-BE49-F238E27FC236}">
                  <a16:creationId xmlns:a16="http://schemas.microsoft.com/office/drawing/2014/main" id="{C2F27EA0-EC9E-4B19-94A0-DE9B26F4C4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" y="1525"/>
              <a:ext cx="136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7428" name="Line 113">
              <a:extLst>
                <a:ext uri="{FF2B5EF4-FFF2-40B4-BE49-F238E27FC236}">
                  <a16:creationId xmlns:a16="http://schemas.microsoft.com/office/drawing/2014/main" id="{95425637-4C61-4515-B175-662544F4BE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4" y="1525"/>
              <a:ext cx="0" cy="1814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7429" name="Line 115">
              <a:extLst>
                <a:ext uri="{FF2B5EF4-FFF2-40B4-BE49-F238E27FC236}">
                  <a16:creationId xmlns:a16="http://schemas.microsoft.com/office/drawing/2014/main" id="{31F0B105-430F-4E4E-A600-564FAC8911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5" y="3339"/>
              <a:ext cx="499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581749" name="Line 117">
            <a:extLst>
              <a:ext uri="{FF2B5EF4-FFF2-40B4-BE49-F238E27FC236}">
                <a16:creationId xmlns:a16="http://schemas.microsoft.com/office/drawing/2014/main" id="{761ECAD8-716F-4A7A-ABAB-759F804640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00340" y="5905500"/>
            <a:ext cx="935037" cy="0"/>
          </a:xfrm>
          <a:prstGeom prst="line">
            <a:avLst/>
          </a:prstGeom>
          <a:noFill/>
          <a:ln w="57150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defRPr/>
            </a:pPr>
            <a:endParaRPr lang="zh-C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2248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817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817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E12AECD9-B4E1-4950-920B-3AC6F86A7EFD}"/>
              </a:ext>
            </a:extLst>
          </p:cNvPr>
          <p:cNvGrpSpPr>
            <a:grpSpLocks/>
          </p:cNvGrpSpPr>
          <p:nvPr/>
        </p:nvGrpSpPr>
        <p:grpSpPr bwMode="auto">
          <a:xfrm>
            <a:off x="2" y="1295402"/>
            <a:ext cx="9047163" cy="5451475"/>
            <a:chOff x="0" y="816"/>
            <a:chExt cx="5699" cy="3434"/>
          </a:xfrm>
        </p:grpSpPr>
        <p:grpSp>
          <p:nvGrpSpPr>
            <p:cNvPr id="18484" name="Group 3">
              <a:extLst>
                <a:ext uri="{FF2B5EF4-FFF2-40B4-BE49-F238E27FC236}">
                  <a16:creationId xmlns:a16="http://schemas.microsoft.com/office/drawing/2014/main" id="{C905F4AC-E31B-45DF-BEFD-50F0269F49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513"/>
              <a:ext cx="729" cy="295"/>
              <a:chOff x="0" y="1513"/>
              <a:chExt cx="729" cy="295"/>
            </a:xfrm>
          </p:grpSpPr>
          <p:sp>
            <p:nvSpPr>
              <p:cNvPr id="18590" name="Line 4">
                <a:extLst>
                  <a:ext uri="{FF2B5EF4-FFF2-40B4-BE49-F238E27FC236}">
                    <a16:creationId xmlns:a16="http://schemas.microsoft.com/office/drawing/2014/main" id="{0DBCB467-6658-4213-9EB8-360B99C460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1" y="1666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8591" name="Group 5">
                <a:extLst>
                  <a:ext uri="{FF2B5EF4-FFF2-40B4-BE49-F238E27FC236}">
                    <a16:creationId xmlns:a16="http://schemas.microsoft.com/office/drawing/2014/main" id="{44F06D83-2BCA-4BE9-9876-34B68D12D2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1513"/>
                <a:ext cx="357" cy="295"/>
                <a:chOff x="457" y="1440"/>
                <a:chExt cx="356" cy="295"/>
              </a:xfrm>
            </p:grpSpPr>
            <p:sp>
              <p:nvSpPr>
                <p:cNvPr id="18592" name="Text Box 6">
                  <a:extLst>
                    <a:ext uri="{FF2B5EF4-FFF2-40B4-BE49-F238E27FC236}">
                      <a16:creationId xmlns:a16="http://schemas.microsoft.com/office/drawing/2014/main" id="{9B01B236-F6F2-4714-BCFD-EBDAF156F27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7" y="1440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8593" name="Text Box 7">
                  <a:extLst>
                    <a:ext uri="{FF2B5EF4-FFF2-40B4-BE49-F238E27FC236}">
                      <a16:creationId xmlns:a16="http://schemas.microsoft.com/office/drawing/2014/main" id="{F4569EE4-F51F-47EB-869F-F0AE91D08F0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1" y="1543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</p:grpSp>
        <p:grpSp>
          <p:nvGrpSpPr>
            <p:cNvPr id="18485" name="Group 8">
              <a:extLst>
                <a:ext uri="{FF2B5EF4-FFF2-40B4-BE49-F238E27FC236}">
                  <a16:creationId xmlns:a16="http://schemas.microsoft.com/office/drawing/2014/main" id="{B2B25AFF-051A-4202-8BA9-754592F0A1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969"/>
              <a:ext cx="727" cy="295"/>
              <a:chOff x="0" y="1969"/>
              <a:chExt cx="727" cy="295"/>
            </a:xfrm>
          </p:grpSpPr>
          <p:sp>
            <p:nvSpPr>
              <p:cNvPr id="18586" name="Line 9">
                <a:extLst>
                  <a:ext uri="{FF2B5EF4-FFF2-40B4-BE49-F238E27FC236}">
                    <a16:creationId xmlns:a16="http://schemas.microsoft.com/office/drawing/2014/main" id="{F99A784F-F400-4A3D-84A4-FFAEEFDC9F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9" y="2126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8587" name="Group 10">
                <a:extLst>
                  <a:ext uri="{FF2B5EF4-FFF2-40B4-BE49-F238E27FC236}">
                    <a16:creationId xmlns:a16="http://schemas.microsoft.com/office/drawing/2014/main" id="{4E0D7490-F5DC-4EB0-BFB8-B69D2D5AC9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1969"/>
                <a:ext cx="357" cy="295"/>
                <a:chOff x="445" y="1968"/>
                <a:chExt cx="356" cy="295"/>
              </a:xfrm>
            </p:grpSpPr>
            <p:sp>
              <p:nvSpPr>
                <p:cNvPr id="18588" name="Text Box 11">
                  <a:extLst>
                    <a:ext uri="{FF2B5EF4-FFF2-40B4-BE49-F238E27FC236}">
                      <a16:creationId xmlns:a16="http://schemas.microsoft.com/office/drawing/2014/main" id="{9F41E425-8528-4342-A2B0-4D43B5126EE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5" y="1968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8589" name="Text Box 12">
                  <a:extLst>
                    <a:ext uri="{FF2B5EF4-FFF2-40B4-BE49-F238E27FC236}">
                      <a16:creationId xmlns:a16="http://schemas.microsoft.com/office/drawing/2014/main" id="{11862EAF-8D15-4831-A5A2-9C88FC587D5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9" y="2071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</p:grpSp>
        <p:grpSp>
          <p:nvGrpSpPr>
            <p:cNvPr id="18486" name="Group 13">
              <a:extLst>
                <a:ext uri="{FF2B5EF4-FFF2-40B4-BE49-F238E27FC236}">
                  <a16:creationId xmlns:a16="http://schemas.microsoft.com/office/drawing/2014/main" id="{B7393008-3940-4FF2-94FD-8858F1B024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2425"/>
              <a:ext cx="725" cy="297"/>
              <a:chOff x="0" y="2425"/>
              <a:chExt cx="725" cy="297"/>
            </a:xfrm>
          </p:grpSpPr>
          <p:sp>
            <p:nvSpPr>
              <p:cNvPr id="18582" name="Line 14">
                <a:extLst>
                  <a:ext uri="{FF2B5EF4-FFF2-40B4-BE49-F238E27FC236}">
                    <a16:creationId xmlns:a16="http://schemas.microsoft.com/office/drawing/2014/main" id="{6E3B8195-BBB3-4E99-B9E4-4BA42D3A01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" y="2587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8583" name="Group 15">
                <a:extLst>
                  <a:ext uri="{FF2B5EF4-FFF2-40B4-BE49-F238E27FC236}">
                    <a16:creationId xmlns:a16="http://schemas.microsoft.com/office/drawing/2014/main" id="{C3AB0ED4-411F-43B8-A004-02DA40CED3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2425"/>
                <a:ext cx="357" cy="297"/>
                <a:chOff x="481" y="2460"/>
                <a:chExt cx="356" cy="296"/>
              </a:xfrm>
            </p:grpSpPr>
            <p:sp>
              <p:nvSpPr>
                <p:cNvPr id="18584" name="Text Box 16">
                  <a:extLst>
                    <a:ext uri="{FF2B5EF4-FFF2-40B4-BE49-F238E27FC236}">
                      <a16:creationId xmlns:a16="http://schemas.microsoft.com/office/drawing/2014/main" id="{0EC5B0B0-DC5E-4CD7-AB1B-212D308442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1" y="2460"/>
                  <a:ext cx="256" cy="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8585" name="Text Box 17">
                  <a:extLst>
                    <a:ext uri="{FF2B5EF4-FFF2-40B4-BE49-F238E27FC236}">
                      <a16:creationId xmlns:a16="http://schemas.microsoft.com/office/drawing/2014/main" id="{A6F42BDF-06F1-4067-92CF-35FC9E9CF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5" y="2563"/>
                  <a:ext cx="172" cy="19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</p:grpSp>
        <p:grpSp>
          <p:nvGrpSpPr>
            <p:cNvPr id="18487" name="Group 18">
              <a:extLst>
                <a:ext uri="{FF2B5EF4-FFF2-40B4-BE49-F238E27FC236}">
                  <a16:creationId xmlns:a16="http://schemas.microsoft.com/office/drawing/2014/main" id="{3C6DA16B-3B20-4B99-91E3-98D0564EAC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2882"/>
              <a:ext cx="736" cy="295"/>
              <a:chOff x="0" y="2882"/>
              <a:chExt cx="736" cy="295"/>
            </a:xfrm>
          </p:grpSpPr>
          <p:sp>
            <p:nvSpPr>
              <p:cNvPr id="18578" name="Line 19">
                <a:extLst>
                  <a:ext uri="{FF2B5EF4-FFF2-40B4-BE49-F238E27FC236}">
                    <a16:creationId xmlns:a16="http://schemas.microsoft.com/office/drawing/2014/main" id="{E8529BAB-78B4-4EF5-88B6-FD109B465F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" y="3048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8579" name="Group 20">
                <a:extLst>
                  <a:ext uri="{FF2B5EF4-FFF2-40B4-BE49-F238E27FC236}">
                    <a16:creationId xmlns:a16="http://schemas.microsoft.com/office/drawing/2014/main" id="{B6B1F9A6-8F67-4C70-90E3-802CCFC73D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2882"/>
                <a:ext cx="357" cy="295"/>
                <a:chOff x="409" y="2928"/>
                <a:chExt cx="356" cy="295"/>
              </a:xfrm>
            </p:grpSpPr>
            <p:sp>
              <p:nvSpPr>
                <p:cNvPr id="18580" name="Text Box 21">
                  <a:extLst>
                    <a:ext uri="{FF2B5EF4-FFF2-40B4-BE49-F238E27FC236}">
                      <a16:creationId xmlns:a16="http://schemas.microsoft.com/office/drawing/2014/main" id="{80F99D1E-8C51-4032-9558-E8FC0A0862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09" y="2928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8581" name="Text Box 22">
                  <a:extLst>
                    <a:ext uri="{FF2B5EF4-FFF2-40B4-BE49-F238E27FC236}">
                      <a16:creationId xmlns:a16="http://schemas.microsoft.com/office/drawing/2014/main" id="{7D04A4C2-C7E2-43E7-B072-6B64DC2C3F5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93" y="3031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</p:grpSp>
        <p:grpSp>
          <p:nvGrpSpPr>
            <p:cNvPr id="18488" name="Group 23">
              <a:extLst>
                <a:ext uri="{FF2B5EF4-FFF2-40B4-BE49-F238E27FC236}">
                  <a16:creationId xmlns:a16="http://schemas.microsoft.com/office/drawing/2014/main" id="{DADAEE2D-5E02-4646-B397-EC3F67094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" y="1057"/>
              <a:ext cx="714" cy="295"/>
              <a:chOff x="24" y="1057"/>
              <a:chExt cx="714" cy="295"/>
            </a:xfrm>
          </p:grpSpPr>
          <p:sp>
            <p:nvSpPr>
              <p:cNvPr id="18574" name="Line 24">
                <a:extLst>
                  <a:ext uri="{FF2B5EF4-FFF2-40B4-BE49-F238E27FC236}">
                    <a16:creationId xmlns:a16="http://schemas.microsoft.com/office/drawing/2014/main" id="{264F5A3D-E33B-4DD0-901C-D0D062FD64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" y="1210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8575" name="Group 25">
                <a:extLst>
                  <a:ext uri="{FF2B5EF4-FFF2-40B4-BE49-F238E27FC236}">
                    <a16:creationId xmlns:a16="http://schemas.microsoft.com/office/drawing/2014/main" id="{71AEE652-3AD3-4D53-BA52-078A8115BF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" y="1057"/>
                <a:ext cx="357" cy="295"/>
                <a:chOff x="457" y="1440"/>
                <a:chExt cx="356" cy="295"/>
              </a:xfrm>
            </p:grpSpPr>
            <p:sp>
              <p:nvSpPr>
                <p:cNvPr id="18576" name="Text Box 26">
                  <a:extLst>
                    <a:ext uri="{FF2B5EF4-FFF2-40B4-BE49-F238E27FC236}">
                      <a16:creationId xmlns:a16="http://schemas.microsoft.com/office/drawing/2014/main" id="{0BE495C3-DFEA-4AEE-897D-42AF44930E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7" y="1440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8577" name="Text Box 27">
                  <a:extLst>
                    <a:ext uri="{FF2B5EF4-FFF2-40B4-BE49-F238E27FC236}">
                      <a16:creationId xmlns:a16="http://schemas.microsoft.com/office/drawing/2014/main" id="{E3BF20E2-1950-4F0D-88F0-E4C76641FF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1" y="1543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</p:grpSp>
        <p:grpSp>
          <p:nvGrpSpPr>
            <p:cNvPr id="18489" name="Group 28">
              <a:extLst>
                <a:ext uri="{FF2B5EF4-FFF2-40B4-BE49-F238E27FC236}">
                  <a16:creationId xmlns:a16="http://schemas.microsoft.com/office/drawing/2014/main" id="{4488FDCF-1620-4B76-A5E8-62633C78F2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" y="816"/>
              <a:ext cx="4966" cy="3434"/>
              <a:chOff x="733" y="816"/>
              <a:chExt cx="4966" cy="3434"/>
            </a:xfrm>
          </p:grpSpPr>
          <p:sp>
            <p:nvSpPr>
              <p:cNvPr id="18490" name="Rectangle 29">
                <a:extLst>
                  <a:ext uri="{FF2B5EF4-FFF2-40B4-BE49-F238E27FC236}">
                    <a16:creationId xmlns:a16="http://schemas.microsoft.com/office/drawing/2014/main" id="{EE0351DD-CEFA-4C6B-B7FE-58F2319CF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1019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0,31</a:t>
                </a:r>
              </a:p>
            </p:txBody>
          </p:sp>
          <p:sp>
            <p:nvSpPr>
              <p:cNvPr id="18491" name="Rectangle 30">
                <a:extLst>
                  <a:ext uri="{FF2B5EF4-FFF2-40B4-BE49-F238E27FC236}">
                    <a16:creationId xmlns:a16="http://schemas.microsoft.com/office/drawing/2014/main" id="{50A1C846-2BAA-4109-B86A-B4445604F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1007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0,0</a:t>
                </a:r>
              </a:p>
            </p:txBody>
          </p:sp>
          <p:sp>
            <p:nvSpPr>
              <p:cNvPr id="18492" name="Rectangle 31">
                <a:extLst>
                  <a:ext uri="{FF2B5EF4-FFF2-40B4-BE49-F238E27FC236}">
                    <a16:creationId xmlns:a16="http://schemas.microsoft.com/office/drawing/2014/main" id="{156808C4-9C23-4F69-954E-027EE9F4E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200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31,0</a:t>
                </a:r>
              </a:p>
            </p:txBody>
          </p:sp>
          <p:sp>
            <p:nvSpPr>
              <p:cNvPr id="18493" name="Rectangle 32">
                <a:extLst>
                  <a:ext uri="{FF2B5EF4-FFF2-40B4-BE49-F238E27FC236}">
                    <a16:creationId xmlns:a16="http://schemas.microsoft.com/office/drawing/2014/main" id="{A1332089-E72E-440D-BCC4-4CDC98D18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816"/>
                <a:ext cx="3077" cy="2059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prstDash val="lgDash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endParaRPr lang="zh-CN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18494" name="Freeform 33">
                <a:extLst>
                  <a:ext uri="{FF2B5EF4-FFF2-40B4-BE49-F238E27FC236}">
                    <a16:creationId xmlns:a16="http://schemas.microsoft.com/office/drawing/2014/main" id="{B312F1DC-0760-404D-9AEF-81B8FF34E05E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2539" y="2368"/>
                <a:ext cx="334" cy="1"/>
              </a:xfrm>
              <a:custGeom>
                <a:avLst/>
                <a:gdLst>
                  <a:gd name="T0" fmla="*/ 342 w 333"/>
                  <a:gd name="T1" fmla="*/ 0 h 1"/>
                  <a:gd name="T2" fmla="*/ 0 w 333"/>
                  <a:gd name="T3" fmla="*/ 1 h 1"/>
                  <a:gd name="T4" fmla="*/ 0 60000 65536"/>
                  <a:gd name="T5" fmla="*/ 0 60000 65536"/>
                  <a:gd name="T6" fmla="*/ 0 w 333"/>
                  <a:gd name="T7" fmla="*/ 0 h 1"/>
                  <a:gd name="T8" fmla="*/ 333 w 33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33" h="1">
                    <a:moveTo>
                      <a:pt x="333" y="0"/>
                    </a:moveTo>
                    <a:lnTo>
                      <a:pt x="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495" name="Rectangle 34">
                <a:extLst>
                  <a:ext uri="{FF2B5EF4-FFF2-40B4-BE49-F238E27FC236}">
                    <a16:creationId xmlns:a16="http://schemas.microsoft.com/office/drawing/2014/main" id="{A5089320-B79E-4F28-90E2-D7AFDABCF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2200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31,31</a:t>
                </a:r>
              </a:p>
            </p:txBody>
          </p:sp>
          <p:sp>
            <p:nvSpPr>
              <p:cNvPr id="18496" name="Rectangle 35">
                <a:extLst>
                  <a:ext uri="{FF2B5EF4-FFF2-40B4-BE49-F238E27FC236}">
                    <a16:creationId xmlns:a16="http://schemas.microsoft.com/office/drawing/2014/main" id="{4AA655AF-4BD0-4C85-83FA-D5EC7B42B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868" y="2293"/>
                <a:ext cx="384" cy="293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endParaRPr lang="zh-CN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18497" name="Text Box 36">
                <a:extLst>
                  <a:ext uri="{FF2B5EF4-FFF2-40B4-BE49-F238E27FC236}">
                    <a16:creationId xmlns:a16="http://schemas.microsoft.com/office/drawing/2014/main" id="{1331A925-9A64-4C75-BD32-50DBD73C0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36" y="3559"/>
                <a:ext cx="1903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         </a:t>
                </a: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Y </a:t>
                </a:r>
                <a:r>
                  <a:rPr kumimoji="1" lang="zh-CN" altLang="en-US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地址译码器</a:t>
                </a:r>
              </a:p>
            </p:txBody>
          </p:sp>
          <p:sp>
            <p:nvSpPr>
              <p:cNvPr id="18498" name="Rectangle 37">
                <a:extLst>
                  <a:ext uri="{FF2B5EF4-FFF2-40B4-BE49-F238E27FC236}">
                    <a16:creationId xmlns:a16="http://schemas.microsoft.com/office/drawing/2014/main" id="{77CDBB22-68A0-4D5F-9FE1-78C568A09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3" y="1036"/>
                <a:ext cx="385" cy="222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endParaRPr lang="zh-CN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18499" name="Text Box 38">
                <a:extLst>
                  <a:ext uri="{FF2B5EF4-FFF2-40B4-BE49-F238E27FC236}">
                    <a16:creationId xmlns:a16="http://schemas.microsoft.com/office/drawing/2014/main" id="{771E7347-DD03-4B39-9C7F-02B84A8E3A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" y="1394"/>
                <a:ext cx="309" cy="14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 </a:t>
                </a: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X</a:t>
                </a:r>
              </a:p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zh-CN" altLang="en-US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zh-CN" altLang="en-US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zh-CN" altLang="en-US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zh-CN" altLang="en-US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zh-CN" altLang="en-US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8500" name="Freeform 39">
                <a:extLst>
                  <a:ext uri="{FF2B5EF4-FFF2-40B4-BE49-F238E27FC236}">
                    <a16:creationId xmlns:a16="http://schemas.microsoft.com/office/drawing/2014/main" id="{3FCCB679-CDCE-4460-BC2B-ECD960456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347"/>
                <a:ext cx="2907" cy="237"/>
              </a:xfrm>
              <a:custGeom>
                <a:avLst/>
                <a:gdLst>
                  <a:gd name="T0" fmla="*/ 0 w 2907"/>
                  <a:gd name="T1" fmla="*/ 237 h 237"/>
                  <a:gd name="T2" fmla="*/ 2904 w 2907"/>
                  <a:gd name="T3" fmla="*/ 237 h 237"/>
                  <a:gd name="T4" fmla="*/ 2907 w 2907"/>
                  <a:gd name="T5" fmla="*/ 0 h 237"/>
                  <a:gd name="T6" fmla="*/ 0 60000 65536"/>
                  <a:gd name="T7" fmla="*/ 0 60000 65536"/>
                  <a:gd name="T8" fmla="*/ 0 60000 65536"/>
                  <a:gd name="T9" fmla="*/ 0 w 2907"/>
                  <a:gd name="T10" fmla="*/ 0 h 237"/>
                  <a:gd name="T11" fmla="*/ 2907 w 2907"/>
                  <a:gd name="T12" fmla="*/ 237 h 23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07" h="237">
                    <a:moveTo>
                      <a:pt x="0" y="237"/>
                    </a:moveTo>
                    <a:lnTo>
                      <a:pt x="2904" y="237"/>
                    </a:lnTo>
                    <a:lnTo>
                      <a:pt x="290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01" name="Freeform 40">
                <a:extLst>
                  <a:ext uri="{FF2B5EF4-FFF2-40B4-BE49-F238E27FC236}">
                    <a16:creationId xmlns:a16="http://schemas.microsoft.com/office/drawing/2014/main" id="{62F550E1-A011-4EAD-9050-FA178C1B6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344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02" name="Freeform 41">
                <a:extLst>
                  <a:ext uri="{FF2B5EF4-FFF2-40B4-BE49-F238E27FC236}">
                    <a16:creationId xmlns:a16="http://schemas.microsoft.com/office/drawing/2014/main" id="{89613306-EEB1-4FE2-B414-D0EBA834C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531"/>
                <a:ext cx="2963" cy="256"/>
              </a:xfrm>
              <a:custGeom>
                <a:avLst/>
                <a:gdLst>
                  <a:gd name="T0" fmla="*/ 0 w 2406"/>
                  <a:gd name="T1" fmla="*/ 389 h 243"/>
                  <a:gd name="T2" fmla="*/ 15676 w 2406"/>
                  <a:gd name="T3" fmla="*/ 389 h 243"/>
                  <a:gd name="T4" fmla="*/ 15676 w 2406"/>
                  <a:gd name="T5" fmla="*/ 0 h 243"/>
                  <a:gd name="T6" fmla="*/ 0 60000 65536"/>
                  <a:gd name="T7" fmla="*/ 0 60000 65536"/>
                  <a:gd name="T8" fmla="*/ 0 60000 65536"/>
                  <a:gd name="T9" fmla="*/ 0 w 2406"/>
                  <a:gd name="T10" fmla="*/ 0 h 243"/>
                  <a:gd name="T11" fmla="*/ 2406 w 2406"/>
                  <a:gd name="T12" fmla="*/ 243 h 2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03" name="Freeform 42">
                <a:extLst>
                  <a:ext uri="{FF2B5EF4-FFF2-40B4-BE49-F238E27FC236}">
                    <a16:creationId xmlns:a16="http://schemas.microsoft.com/office/drawing/2014/main" id="{FB8FA9D1-2932-4CE7-83FF-B3C3973E9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545"/>
                <a:ext cx="1" cy="239"/>
              </a:xfrm>
              <a:custGeom>
                <a:avLst/>
                <a:gdLst>
                  <a:gd name="T0" fmla="*/ 0 w 1"/>
                  <a:gd name="T1" fmla="*/ 0 h 239"/>
                  <a:gd name="T2" fmla="*/ 0 w 1"/>
                  <a:gd name="T3" fmla="*/ 239 h 239"/>
                  <a:gd name="T4" fmla="*/ 0 60000 65536"/>
                  <a:gd name="T5" fmla="*/ 0 60000 65536"/>
                  <a:gd name="T6" fmla="*/ 0 w 1"/>
                  <a:gd name="T7" fmla="*/ 0 h 239"/>
                  <a:gd name="T8" fmla="*/ 1 w 1"/>
                  <a:gd name="T9" fmla="*/ 239 h 23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9">
                    <a:moveTo>
                      <a:pt x="0" y="0"/>
                    </a:moveTo>
                    <a:lnTo>
                      <a:pt x="0" y="23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04" name="Freeform 43">
                <a:extLst>
                  <a:ext uri="{FF2B5EF4-FFF2-40B4-BE49-F238E27FC236}">
                    <a16:creationId xmlns:a16="http://schemas.microsoft.com/office/drawing/2014/main" id="{EF2316F7-C030-4E92-AE64-F973612FF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05" name="Freeform 44">
                <a:extLst>
                  <a:ext uri="{FF2B5EF4-FFF2-40B4-BE49-F238E27FC236}">
                    <a16:creationId xmlns:a16="http://schemas.microsoft.com/office/drawing/2014/main" id="{58014CB6-78AD-41D1-8012-0760B4DD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06" name="Text Box 45">
                <a:extLst>
                  <a:ext uri="{FF2B5EF4-FFF2-40B4-BE49-F238E27FC236}">
                    <a16:creationId xmlns:a16="http://schemas.microsoft.com/office/drawing/2014/main" id="{ED085ED6-D15B-4237-98ED-6DF59A410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61" y="1564"/>
                <a:ext cx="1079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8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      </a:t>
                </a:r>
                <a:r>
                  <a:rPr kumimoji="1" lang="en-US" altLang="zh-CN" sz="20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32×32  </a:t>
                </a:r>
              </a:p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0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          </a:t>
                </a:r>
                <a:r>
                  <a:rPr kumimoji="1" lang="zh-CN" altLang="en-US" sz="20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矩阵</a:t>
                </a:r>
              </a:p>
            </p:txBody>
          </p:sp>
          <p:sp>
            <p:nvSpPr>
              <p:cNvPr id="18507" name="Text Box 46">
                <a:extLst>
                  <a:ext uri="{FF2B5EF4-FFF2-40B4-BE49-F238E27FC236}">
                    <a16:creationId xmlns:a16="http://schemas.microsoft.com/office/drawing/2014/main" id="{B0117C7B-65C0-4342-BEE0-BA41B42C43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137" y="1692"/>
                <a:ext cx="3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508" name="Text Box 47">
                <a:extLst>
                  <a:ext uri="{FF2B5EF4-FFF2-40B4-BE49-F238E27FC236}">
                    <a16:creationId xmlns:a16="http://schemas.microsoft.com/office/drawing/2014/main" id="{37CCFB7C-F4CF-461C-A609-E9B84DD4C3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3928" y="1704"/>
                <a:ext cx="3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18509" name="Group 48">
                <a:extLst>
                  <a:ext uri="{FF2B5EF4-FFF2-40B4-BE49-F238E27FC236}">
                    <a16:creationId xmlns:a16="http://schemas.microsoft.com/office/drawing/2014/main" id="{EA2F76F4-9992-4497-994A-3CBFB4F961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3939"/>
                <a:ext cx="356" cy="311"/>
                <a:chOff x="1808" y="3939"/>
                <a:chExt cx="356" cy="311"/>
              </a:xfrm>
            </p:grpSpPr>
            <p:sp>
              <p:nvSpPr>
                <p:cNvPr id="18572" name="Text Box 49">
                  <a:extLst>
                    <a:ext uri="{FF2B5EF4-FFF2-40B4-BE49-F238E27FC236}">
                      <a16:creationId xmlns:a16="http://schemas.microsoft.com/office/drawing/2014/main" id="{FC5A95CA-B2C1-4F7B-8524-25813C63554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08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8573" name="Text Box 50">
                  <a:extLst>
                    <a:ext uri="{FF2B5EF4-FFF2-40B4-BE49-F238E27FC236}">
                      <a16:creationId xmlns:a16="http://schemas.microsoft.com/office/drawing/2014/main" id="{1E8F6D2D-ADBE-4F76-9F98-B39298FC5C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92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</p:grpSp>
          <p:grpSp>
            <p:nvGrpSpPr>
              <p:cNvPr id="18510" name="Group 51">
                <a:extLst>
                  <a:ext uri="{FF2B5EF4-FFF2-40B4-BE49-F238E27FC236}">
                    <a16:creationId xmlns:a16="http://schemas.microsoft.com/office/drawing/2014/main" id="{4D205B09-090F-49D6-B451-2C0A236F4A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31" y="2949"/>
                <a:ext cx="48" cy="243"/>
                <a:chOff x="2031" y="2949"/>
                <a:chExt cx="48" cy="243"/>
              </a:xfrm>
            </p:grpSpPr>
            <p:sp>
              <p:nvSpPr>
                <p:cNvPr id="18570" name="Line 52">
                  <a:extLst>
                    <a:ext uri="{FF2B5EF4-FFF2-40B4-BE49-F238E27FC236}">
                      <a16:creationId xmlns:a16="http://schemas.microsoft.com/office/drawing/2014/main" id="{88901090-BF0F-46CA-95F6-C6C3AD6552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909" y="3071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8571" name="Line 53">
                  <a:extLst>
                    <a:ext uri="{FF2B5EF4-FFF2-40B4-BE49-F238E27FC236}">
                      <a16:creationId xmlns:a16="http://schemas.microsoft.com/office/drawing/2014/main" id="{2AC97D1D-2C73-4188-BDCE-03B55648A3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005" y="307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18511" name="Group 54">
                <a:extLst>
                  <a:ext uri="{FF2B5EF4-FFF2-40B4-BE49-F238E27FC236}">
                    <a16:creationId xmlns:a16="http://schemas.microsoft.com/office/drawing/2014/main" id="{FDCED789-ED8E-45B1-939C-6269144636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16" y="2949"/>
                <a:ext cx="49" cy="243"/>
                <a:chOff x="2416" y="2949"/>
                <a:chExt cx="49" cy="243"/>
              </a:xfrm>
            </p:grpSpPr>
            <p:sp>
              <p:nvSpPr>
                <p:cNvPr id="18568" name="Line 55">
                  <a:extLst>
                    <a:ext uri="{FF2B5EF4-FFF2-40B4-BE49-F238E27FC236}">
                      <a16:creationId xmlns:a16="http://schemas.microsoft.com/office/drawing/2014/main" id="{F9260653-5D7C-4A2B-B6EF-B5EB3D7DA7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2343" y="3071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8569" name="Line 56">
                  <a:extLst>
                    <a:ext uri="{FF2B5EF4-FFF2-40B4-BE49-F238E27FC236}">
                      <a16:creationId xmlns:a16="http://schemas.microsoft.com/office/drawing/2014/main" id="{9ABDA329-D885-455B-828D-44F7580937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2342" y="3068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18512" name="Group 57">
                <a:extLst>
                  <a:ext uri="{FF2B5EF4-FFF2-40B4-BE49-F238E27FC236}">
                    <a16:creationId xmlns:a16="http://schemas.microsoft.com/office/drawing/2014/main" id="{42B97D38-A5D0-4B0B-AAD3-84BA8FA4AC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32" y="2961"/>
                <a:ext cx="48" cy="243"/>
                <a:chOff x="3832" y="2961"/>
                <a:chExt cx="48" cy="243"/>
              </a:xfrm>
            </p:grpSpPr>
            <p:sp>
              <p:nvSpPr>
                <p:cNvPr id="18566" name="Line 58">
                  <a:extLst>
                    <a:ext uri="{FF2B5EF4-FFF2-40B4-BE49-F238E27FC236}">
                      <a16:creationId xmlns:a16="http://schemas.microsoft.com/office/drawing/2014/main" id="{893E048F-0CAC-47DD-8BE7-EEA34348EE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3710" y="3083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8567" name="Line 59">
                  <a:extLst>
                    <a:ext uri="{FF2B5EF4-FFF2-40B4-BE49-F238E27FC236}">
                      <a16:creationId xmlns:a16="http://schemas.microsoft.com/office/drawing/2014/main" id="{9BEDB172-42C2-49CA-90F5-FB5ED49FE3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3806" y="3086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18513" name="Group 60">
                <a:extLst>
                  <a:ext uri="{FF2B5EF4-FFF2-40B4-BE49-F238E27FC236}">
                    <a16:creationId xmlns:a16="http://schemas.microsoft.com/office/drawing/2014/main" id="{360084F7-99A7-4D1F-9D66-CFD8BCADA3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17" y="2961"/>
                <a:ext cx="48" cy="243"/>
                <a:chOff x="4217" y="2961"/>
                <a:chExt cx="48" cy="243"/>
              </a:xfrm>
            </p:grpSpPr>
            <p:sp>
              <p:nvSpPr>
                <p:cNvPr id="18564" name="Line 61">
                  <a:extLst>
                    <a:ext uri="{FF2B5EF4-FFF2-40B4-BE49-F238E27FC236}">
                      <a16:creationId xmlns:a16="http://schemas.microsoft.com/office/drawing/2014/main" id="{E7AB7029-799B-4F11-98C4-2CC818B72B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143" y="3083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8565" name="Line 62">
                  <a:extLst>
                    <a:ext uri="{FF2B5EF4-FFF2-40B4-BE49-F238E27FC236}">
                      <a16:creationId xmlns:a16="http://schemas.microsoft.com/office/drawing/2014/main" id="{CF812456-0151-4260-8A2D-4BF21CBB63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143" y="3080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8514" name="Rectangle 63">
                <a:extLst>
                  <a:ext uri="{FF2B5EF4-FFF2-40B4-BE49-F238E27FC236}">
                    <a16:creationId xmlns:a16="http://schemas.microsoft.com/office/drawing/2014/main" id="{66C4B47C-C963-4EC8-B319-FA7691E37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3088"/>
                <a:ext cx="589" cy="3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I/O</a:t>
                </a:r>
              </a:p>
            </p:txBody>
          </p:sp>
          <p:sp>
            <p:nvSpPr>
              <p:cNvPr id="18515" name="Freeform 64">
                <a:extLst>
                  <a:ext uri="{FF2B5EF4-FFF2-40B4-BE49-F238E27FC236}">
                    <a16:creationId xmlns:a16="http://schemas.microsoft.com/office/drawing/2014/main" id="{EBD56058-6C5C-47B5-AF90-1C66ACA01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120"/>
                <a:ext cx="2366" cy="168"/>
              </a:xfrm>
              <a:custGeom>
                <a:avLst/>
                <a:gdLst>
                  <a:gd name="T0" fmla="*/ 0 w 2361"/>
                  <a:gd name="T1" fmla="*/ 0 h 168"/>
                  <a:gd name="T2" fmla="*/ 425 w 2361"/>
                  <a:gd name="T3" fmla="*/ 0 h 168"/>
                  <a:gd name="T4" fmla="*/ 426 w 2361"/>
                  <a:gd name="T5" fmla="*/ 168 h 168"/>
                  <a:gd name="T6" fmla="*/ 2406 w 2361"/>
                  <a:gd name="T7" fmla="*/ 167 h 1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61"/>
                  <a:gd name="T13" fmla="*/ 0 h 168"/>
                  <a:gd name="T14" fmla="*/ 2361 w 2361"/>
                  <a:gd name="T15" fmla="*/ 168 h 1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61" h="168">
                    <a:moveTo>
                      <a:pt x="0" y="0"/>
                    </a:moveTo>
                    <a:lnTo>
                      <a:pt x="416" y="0"/>
                    </a:lnTo>
                    <a:lnTo>
                      <a:pt x="417" y="168"/>
                    </a:lnTo>
                    <a:lnTo>
                      <a:pt x="2361" y="167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16" name="Freeform 65">
                <a:extLst>
                  <a:ext uri="{FF2B5EF4-FFF2-40B4-BE49-F238E27FC236}">
                    <a16:creationId xmlns:a16="http://schemas.microsoft.com/office/drawing/2014/main" id="{64B35DD0-58CE-4234-ABAB-D91A0C3C4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123"/>
                <a:ext cx="3207" cy="284"/>
              </a:xfrm>
              <a:custGeom>
                <a:avLst/>
                <a:gdLst>
                  <a:gd name="T0" fmla="*/ 412 w 3200"/>
                  <a:gd name="T1" fmla="*/ 0 h 284"/>
                  <a:gd name="T2" fmla="*/ 0 w 3200"/>
                  <a:gd name="T3" fmla="*/ 0 h 284"/>
                  <a:gd name="T4" fmla="*/ 1 w 3200"/>
                  <a:gd name="T5" fmla="*/ 284 h 284"/>
                  <a:gd name="T6" fmla="*/ 3263 w 3200"/>
                  <a:gd name="T7" fmla="*/ 284 h 28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00"/>
                  <a:gd name="T13" fmla="*/ 0 h 284"/>
                  <a:gd name="T14" fmla="*/ 3200 w 3200"/>
                  <a:gd name="T15" fmla="*/ 284 h 28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00" h="284">
                    <a:moveTo>
                      <a:pt x="403" y="0"/>
                    </a:moveTo>
                    <a:lnTo>
                      <a:pt x="0" y="0"/>
                    </a:lnTo>
                    <a:lnTo>
                      <a:pt x="1" y="284"/>
                    </a:lnTo>
                    <a:lnTo>
                      <a:pt x="3200" y="28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17" name="Freeform 66">
                <a:extLst>
                  <a:ext uri="{FF2B5EF4-FFF2-40B4-BE49-F238E27FC236}">
                    <a16:creationId xmlns:a16="http://schemas.microsoft.com/office/drawing/2014/main" id="{2D9B7B37-D0A2-422B-9C6B-2845C76A7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172"/>
                <a:ext cx="445" cy="1852"/>
              </a:xfrm>
              <a:custGeom>
                <a:avLst/>
                <a:gdLst>
                  <a:gd name="T0" fmla="*/ 445 w 445"/>
                  <a:gd name="T1" fmla="*/ 1852 h 1852"/>
                  <a:gd name="T2" fmla="*/ 1 w 445"/>
                  <a:gd name="T3" fmla="*/ 1852 h 1852"/>
                  <a:gd name="T4" fmla="*/ 0 w 445"/>
                  <a:gd name="T5" fmla="*/ 0 h 1852"/>
                  <a:gd name="T6" fmla="*/ 357 w 445"/>
                  <a:gd name="T7" fmla="*/ 1 h 18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45"/>
                  <a:gd name="T13" fmla="*/ 0 h 1852"/>
                  <a:gd name="T14" fmla="*/ 445 w 445"/>
                  <a:gd name="T15" fmla="*/ 1852 h 18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45" h="1852">
                    <a:moveTo>
                      <a:pt x="445" y="1852"/>
                    </a:moveTo>
                    <a:lnTo>
                      <a:pt x="1" y="1852"/>
                    </a:lnTo>
                    <a:lnTo>
                      <a:pt x="0" y="0"/>
                    </a:lnTo>
                    <a:lnTo>
                      <a:pt x="357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18" name="Freeform 67">
                <a:extLst>
                  <a:ext uri="{FF2B5EF4-FFF2-40B4-BE49-F238E27FC236}">
                    <a16:creationId xmlns:a16="http://schemas.microsoft.com/office/drawing/2014/main" id="{2E527727-E3D6-431B-977F-A143175F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178"/>
                <a:ext cx="417" cy="1849"/>
              </a:xfrm>
              <a:custGeom>
                <a:avLst/>
                <a:gdLst>
                  <a:gd name="T0" fmla="*/ 66 w 416"/>
                  <a:gd name="T1" fmla="*/ 0 h 1848"/>
                  <a:gd name="T2" fmla="*/ 423 w 416"/>
                  <a:gd name="T3" fmla="*/ 0 h 1848"/>
                  <a:gd name="T4" fmla="*/ 425 w 416"/>
                  <a:gd name="T5" fmla="*/ 1856 h 1848"/>
                  <a:gd name="T6" fmla="*/ 0 w 416"/>
                  <a:gd name="T7" fmla="*/ 1857 h 184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6"/>
                  <a:gd name="T13" fmla="*/ 0 h 1848"/>
                  <a:gd name="T14" fmla="*/ 416 w 416"/>
                  <a:gd name="T15" fmla="*/ 1848 h 184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6" h="1848">
                    <a:moveTo>
                      <a:pt x="66" y="0"/>
                    </a:moveTo>
                    <a:lnTo>
                      <a:pt x="414" y="0"/>
                    </a:lnTo>
                    <a:lnTo>
                      <a:pt x="416" y="1847"/>
                    </a:lnTo>
                    <a:lnTo>
                      <a:pt x="0" y="1848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19" name="Freeform 68">
                <a:extLst>
                  <a:ext uri="{FF2B5EF4-FFF2-40B4-BE49-F238E27FC236}">
                    <a16:creationId xmlns:a16="http://schemas.microsoft.com/office/drawing/2014/main" id="{0F221D72-637E-493E-B4C5-522AC11D0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3073"/>
                <a:ext cx="329" cy="1"/>
              </a:xfrm>
              <a:custGeom>
                <a:avLst/>
                <a:gdLst>
                  <a:gd name="T0" fmla="*/ 0 w 329"/>
                  <a:gd name="T1" fmla="*/ 0 h 1"/>
                  <a:gd name="T2" fmla="*/ 329 w 329"/>
                  <a:gd name="T3" fmla="*/ 1 h 1"/>
                  <a:gd name="T4" fmla="*/ 0 60000 65536"/>
                  <a:gd name="T5" fmla="*/ 0 60000 65536"/>
                  <a:gd name="T6" fmla="*/ 0 w 329"/>
                  <a:gd name="T7" fmla="*/ 0 h 1"/>
                  <a:gd name="T8" fmla="*/ 329 w 32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29" h="1">
                    <a:moveTo>
                      <a:pt x="0" y="0"/>
                    </a:moveTo>
                    <a:lnTo>
                      <a:pt x="329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20" name="Freeform 69">
                <a:extLst>
                  <a:ext uri="{FF2B5EF4-FFF2-40B4-BE49-F238E27FC236}">
                    <a16:creationId xmlns:a16="http://schemas.microsoft.com/office/drawing/2014/main" id="{68A05D7B-DCA0-4DED-A00B-6D5954118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172"/>
                <a:ext cx="412" cy="1855"/>
              </a:xfrm>
              <a:custGeom>
                <a:avLst/>
                <a:gdLst>
                  <a:gd name="T0" fmla="*/ 63 w 412"/>
                  <a:gd name="T1" fmla="*/ 3 h 1855"/>
                  <a:gd name="T2" fmla="*/ 412 w 412"/>
                  <a:gd name="T3" fmla="*/ 0 h 1855"/>
                  <a:gd name="T4" fmla="*/ 411 w 412"/>
                  <a:gd name="T5" fmla="*/ 1852 h 1855"/>
                  <a:gd name="T6" fmla="*/ 0 w 412"/>
                  <a:gd name="T7" fmla="*/ 1855 h 185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2"/>
                  <a:gd name="T13" fmla="*/ 0 h 1855"/>
                  <a:gd name="T14" fmla="*/ 412 w 412"/>
                  <a:gd name="T15" fmla="*/ 1855 h 185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2" h="1855">
                    <a:moveTo>
                      <a:pt x="63" y="3"/>
                    </a:moveTo>
                    <a:lnTo>
                      <a:pt x="412" y="0"/>
                    </a:lnTo>
                    <a:lnTo>
                      <a:pt x="411" y="1852"/>
                    </a:lnTo>
                    <a:lnTo>
                      <a:pt x="0" y="185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21" name="Freeform 70">
                <a:extLst>
                  <a:ext uri="{FF2B5EF4-FFF2-40B4-BE49-F238E27FC236}">
                    <a16:creationId xmlns:a16="http://schemas.microsoft.com/office/drawing/2014/main" id="{D4698ADA-7B12-4FAA-A29E-A62A8C5BC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172"/>
                <a:ext cx="415" cy="1852"/>
              </a:xfrm>
              <a:custGeom>
                <a:avLst/>
                <a:gdLst>
                  <a:gd name="T0" fmla="*/ 423 w 414"/>
                  <a:gd name="T1" fmla="*/ 1860 h 1851"/>
                  <a:gd name="T2" fmla="*/ 3 w 414"/>
                  <a:gd name="T3" fmla="*/ 1860 h 1851"/>
                  <a:gd name="T4" fmla="*/ 0 w 414"/>
                  <a:gd name="T5" fmla="*/ 3 h 1851"/>
                  <a:gd name="T6" fmla="*/ 327 w 414"/>
                  <a:gd name="T7" fmla="*/ 0 h 185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4"/>
                  <a:gd name="T13" fmla="*/ 0 h 1851"/>
                  <a:gd name="T14" fmla="*/ 414 w 414"/>
                  <a:gd name="T15" fmla="*/ 1851 h 185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4" h="1851">
                    <a:moveTo>
                      <a:pt x="414" y="1851"/>
                    </a:moveTo>
                    <a:lnTo>
                      <a:pt x="3" y="1851"/>
                    </a:lnTo>
                    <a:lnTo>
                      <a:pt x="0" y="3"/>
                    </a:lnTo>
                    <a:lnTo>
                      <a:pt x="3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22" name="Freeform 71">
                <a:extLst>
                  <a:ext uri="{FF2B5EF4-FFF2-40B4-BE49-F238E27FC236}">
                    <a16:creationId xmlns:a16="http://schemas.microsoft.com/office/drawing/2014/main" id="{67213676-195A-413C-94CF-0CF50651F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069"/>
                <a:ext cx="3" cy="489"/>
              </a:xfrm>
              <a:custGeom>
                <a:avLst/>
                <a:gdLst>
                  <a:gd name="T0" fmla="*/ 3 w 3"/>
                  <a:gd name="T1" fmla="*/ 0 h 489"/>
                  <a:gd name="T2" fmla="*/ 0 w 3"/>
                  <a:gd name="T3" fmla="*/ 489 h 489"/>
                  <a:gd name="T4" fmla="*/ 0 60000 65536"/>
                  <a:gd name="T5" fmla="*/ 0 60000 65536"/>
                  <a:gd name="T6" fmla="*/ 0 w 3"/>
                  <a:gd name="T7" fmla="*/ 0 h 489"/>
                  <a:gd name="T8" fmla="*/ 3 w 3"/>
                  <a:gd name="T9" fmla="*/ 489 h 4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489">
                    <a:moveTo>
                      <a:pt x="3" y="0"/>
                    </a:moveTo>
                    <a:lnTo>
                      <a:pt x="0" y="48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23" name="Freeform 72">
                <a:extLst>
                  <a:ext uri="{FF2B5EF4-FFF2-40B4-BE49-F238E27FC236}">
                    <a16:creationId xmlns:a16="http://schemas.microsoft.com/office/drawing/2014/main" id="{6560B581-3E7A-448E-8164-10C22ED02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071"/>
                <a:ext cx="2" cy="490"/>
              </a:xfrm>
              <a:custGeom>
                <a:avLst/>
                <a:gdLst>
                  <a:gd name="T0" fmla="*/ 0 w 2"/>
                  <a:gd name="T1" fmla="*/ 0 h 490"/>
                  <a:gd name="T2" fmla="*/ 2 w 2"/>
                  <a:gd name="T3" fmla="*/ 490 h 490"/>
                  <a:gd name="T4" fmla="*/ 0 60000 65536"/>
                  <a:gd name="T5" fmla="*/ 0 60000 65536"/>
                  <a:gd name="T6" fmla="*/ 0 w 2"/>
                  <a:gd name="T7" fmla="*/ 0 h 490"/>
                  <a:gd name="T8" fmla="*/ 2 w 2"/>
                  <a:gd name="T9" fmla="*/ 490 h 49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490">
                    <a:moveTo>
                      <a:pt x="0" y="0"/>
                    </a:moveTo>
                    <a:lnTo>
                      <a:pt x="2" y="49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24" name="Freeform 73">
                <a:extLst>
                  <a:ext uri="{FF2B5EF4-FFF2-40B4-BE49-F238E27FC236}">
                    <a16:creationId xmlns:a16="http://schemas.microsoft.com/office/drawing/2014/main" id="{59C0B4F9-35C7-48B5-8EE1-4629A9661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073"/>
                <a:ext cx="330" cy="1"/>
              </a:xfrm>
              <a:custGeom>
                <a:avLst/>
                <a:gdLst>
                  <a:gd name="T0" fmla="*/ 0 w 329"/>
                  <a:gd name="T1" fmla="*/ 0 h 1"/>
                  <a:gd name="T2" fmla="*/ 338 w 329"/>
                  <a:gd name="T3" fmla="*/ 1 h 1"/>
                  <a:gd name="T4" fmla="*/ 0 60000 65536"/>
                  <a:gd name="T5" fmla="*/ 0 60000 65536"/>
                  <a:gd name="T6" fmla="*/ 0 w 329"/>
                  <a:gd name="T7" fmla="*/ 0 h 1"/>
                  <a:gd name="T8" fmla="*/ 329 w 32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29" h="1">
                    <a:moveTo>
                      <a:pt x="0" y="0"/>
                    </a:moveTo>
                    <a:lnTo>
                      <a:pt x="329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25" name="Freeform 74">
                <a:extLst>
                  <a:ext uri="{FF2B5EF4-FFF2-40B4-BE49-F238E27FC236}">
                    <a16:creationId xmlns:a16="http://schemas.microsoft.com/office/drawing/2014/main" id="{8F5EC548-B393-49DB-A451-C0148F247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125"/>
                <a:ext cx="430" cy="283"/>
              </a:xfrm>
              <a:custGeom>
                <a:avLst/>
                <a:gdLst>
                  <a:gd name="T0" fmla="*/ 430 w 430"/>
                  <a:gd name="T1" fmla="*/ 0 h 283"/>
                  <a:gd name="T2" fmla="*/ 0 w 430"/>
                  <a:gd name="T3" fmla="*/ 0 h 283"/>
                  <a:gd name="T4" fmla="*/ 4 w 430"/>
                  <a:gd name="T5" fmla="*/ 283 h 283"/>
                  <a:gd name="T6" fmla="*/ 0 60000 65536"/>
                  <a:gd name="T7" fmla="*/ 0 60000 65536"/>
                  <a:gd name="T8" fmla="*/ 0 60000 65536"/>
                  <a:gd name="T9" fmla="*/ 0 w 430"/>
                  <a:gd name="T10" fmla="*/ 0 h 283"/>
                  <a:gd name="T11" fmla="*/ 430 w 430"/>
                  <a:gd name="T12" fmla="*/ 283 h 28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30" h="283">
                    <a:moveTo>
                      <a:pt x="430" y="0"/>
                    </a:moveTo>
                    <a:lnTo>
                      <a:pt x="0" y="0"/>
                    </a:lnTo>
                    <a:lnTo>
                      <a:pt x="4" y="28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26" name="Freeform 75">
                <a:extLst>
                  <a:ext uri="{FF2B5EF4-FFF2-40B4-BE49-F238E27FC236}">
                    <a16:creationId xmlns:a16="http://schemas.microsoft.com/office/drawing/2014/main" id="{CC34651D-B813-46E1-9F85-A50C198E0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122"/>
                <a:ext cx="418" cy="163"/>
              </a:xfrm>
              <a:custGeom>
                <a:avLst/>
                <a:gdLst>
                  <a:gd name="T0" fmla="*/ 0 w 417"/>
                  <a:gd name="T1" fmla="*/ 1 h 163"/>
                  <a:gd name="T2" fmla="*/ 426 w 417"/>
                  <a:gd name="T3" fmla="*/ 0 h 163"/>
                  <a:gd name="T4" fmla="*/ 426 w 417"/>
                  <a:gd name="T5" fmla="*/ 163 h 163"/>
                  <a:gd name="T6" fmla="*/ 0 60000 65536"/>
                  <a:gd name="T7" fmla="*/ 0 60000 65536"/>
                  <a:gd name="T8" fmla="*/ 0 60000 65536"/>
                  <a:gd name="T9" fmla="*/ 0 w 417"/>
                  <a:gd name="T10" fmla="*/ 0 h 163"/>
                  <a:gd name="T11" fmla="*/ 417 w 417"/>
                  <a:gd name="T12" fmla="*/ 163 h 1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17" h="163">
                    <a:moveTo>
                      <a:pt x="0" y="1"/>
                    </a:moveTo>
                    <a:lnTo>
                      <a:pt x="417" y="0"/>
                    </a:lnTo>
                    <a:lnTo>
                      <a:pt x="417" y="16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27" name="Freeform 76">
                <a:extLst>
                  <a:ext uri="{FF2B5EF4-FFF2-40B4-BE49-F238E27FC236}">
                    <a16:creationId xmlns:a16="http://schemas.microsoft.com/office/drawing/2014/main" id="{60FAC883-DDD9-4B35-819E-EF1A38E09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28" name="Freeform 77">
                <a:extLst>
                  <a:ext uri="{FF2B5EF4-FFF2-40B4-BE49-F238E27FC236}">
                    <a16:creationId xmlns:a16="http://schemas.microsoft.com/office/drawing/2014/main" id="{EBEE109D-DEEA-41A2-8FE1-823725571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29" name="Freeform 78">
                <a:extLst>
                  <a:ext uri="{FF2B5EF4-FFF2-40B4-BE49-F238E27FC236}">
                    <a16:creationId xmlns:a16="http://schemas.microsoft.com/office/drawing/2014/main" id="{893734CC-4EE2-4EDE-A217-9DA14EA2E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8530" name="Group 79">
                <a:extLst>
                  <a:ext uri="{FF2B5EF4-FFF2-40B4-BE49-F238E27FC236}">
                    <a16:creationId xmlns:a16="http://schemas.microsoft.com/office/drawing/2014/main" id="{4481D8C0-C9E9-4B2D-81B5-BB480FF371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9" y="3939"/>
                <a:ext cx="356" cy="311"/>
                <a:chOff x="2289" y="3939"/>
                <a:chExt cx="356" cy="311"/>
              </a:xfrm>
            </p:grpSpPr>
            <p:sp>
              <p:nvSpPr>
                <p:cNvPr id="18562" name="Text Box 80">
                  <a:extLst>
                    <a:ext uri="{FF2B5EF4-FFF2-40B4-BE49-F238E27FC236}">
                      <a16:creationId xmlns:a16="http://schemas.microsoft.com/office/drawing/2014/main" id="{BF8A199A-2E33-4E0B-AA66-B728DB7614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289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8563" name="Text Box 81">
                  <a:extLst>
                    <a:ext uri="{FF2B5EF4-FFF2-40B4-BE49-F238E27FC236}">
                      <a16:creationId xmlns:a16="http://schemas.microsoft.com/office/drawing/2014/main" id="{921E9B3C-3E57-418F-ABB5-BB8E5AF37E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73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</p:grpSp>
          <p:grpSp>
            <p:nvGrpSpPr>
              <p:cNvPr id="18531" name="Group 82">
                <a:extLst>
                  <a:ext uri="{FF2B5EF4-FFF2-40B4-BE49-F238E27FC236}">
                    <a16:creationId xmlns:a16="http://schemas.microsoft.com/office/drawing/2014/main" id="{D4C4E8F8-1A54-4445-88FE-3CEF6476E4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2" y="3939"/>
                <a:ext cx="356" cy="311"/>
                <a:chOff x="2782" y="3939"/>
                <a:chExt cx="356" cy="311"/>
              </a:xfrm>
            </p:grpSpPr>
            <p:sp>
              <p:nvSpPr>
                <p:cNvPr id="18560" name="Text Box 83">
                  <a:extLst>
                    <a:ext uri="{FF2B5EF4-FFF2-40B4-BE49-F238E27FC236}">
                      <a16:creationId xmlns:a16="http://schemas.microsoft.com/office/drawing/2014/main" id="{7982223A-CEC3-41D6-B352-9EB0E9F6E9A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782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8561" name="Text Box 84">
                  <a:extLst>
                    <a:ext uri="{FF2B5EF4-FFF2-40B4-BE49-F238E27FC236}">
                      <a16:creationId xmlns:a16="http://schemas.microsoft.com/office/drawing/2014/main" id="{633EFBA7-B955-41FA-96BE-85B1DD9AEB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6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</p:grpSp>
          <p:grpSp>
            <p:nvGrpSpPr>
              <p:cNvPr id="18532" name="Group 85">
                <a:extLst>
                  <a:ext uri="{FF2B5EF4-FFF2-40B4-BE49-F238E27FC236}">
                    <a16:creationId xmlns:a16="http://schemas.microsoft.com/office/drawing/2014/main" id="{C70B35D1-0A23-4D08-ABE6-E875A97644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57" y="3939"/>
                <a:ext cx="355" cy="311"/>
                <a:chOff x="3757" y="3939"/>
                <a:chExt cx="355" cy="311"/>
              </a:xfrm>
            </p:grpSpPr>
            <p:sp>
              <p:nvSpPr>
                <p:cNvPr id="18558" name="Text Box 86">
                  <a:extLst>
                    <a:ext uri="{FF2B5EF4-FFF2-40B4-BE49-F238E27FC236}">
                      <a16:creationId xmlns:a16="http://schemas.microsoft.com/office/drawing/2014/main" id="{87F58278-7FFA-4243-B689-8D0E675860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7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8559" name="Text Box 87">
                  <a:extLst>
                    <a:ext uri="{FF2B5EF4-FFF2-40B4-BE49-F238E27FC236}">
                      <a16:creationId xmlns:a16="http://schemas.microsoft.com/office/drawing/2014/main" id="{577CE3C5-DE4B-4F16-94CC-DC0BE77C0C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40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</p:grpSp>
          <p:grpSp>
            <p:nvGrpSpPr>
              <p:cNvPr id="18533" name="Group 88">
                <a:extLst>
                  <a:ext uri="{FF2B5EF4-FFF2-40B4-BE49-F238E27FC236}">
                    <a16:creationId xmlns:a16="http://schemas.microsoft.com/office/drawing/2014/main" id="{7424FF7B-39FE-46F9-9588-76D11A00AE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75" y="3939"/>
                <a:ext cx="344" cy="303"/>
                <a:chOff x="3275" y="3939"/>
                <a:chExt cx="344" cy="303"/>
              </a:xfrm>
            </p:grpSpPr>
            <p:sp>
              <p:nvSpPr>
                <p:cNvPr id="18556" name="Text Box 89">
                  <a:extLst>
                    <a:ext uri="{FF2B5EF4-FFF2-40B4-BE49-F238E27FC236}">
                      <a16:creationId xmlns:a16="http://schemas.microsoft.com/office/drawing/2014/main" id="{0E71679D-D0E2-4268-B231-9BD015A661F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47" y="4050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sp>
              <p:nvSpPr>
                <p:cNvPr id="18557" name="Text Box 90">
                  <a:extLst>
                    <a:ext uri="{FF2B5EF4-FFF2-40B4-BE49-F238E27FC236}">
                      <a16:creationId xmlns:a16="http://schemas.microsoft.com/office/drawing/2014/main" id="{D3DA28E4-2FD2-4B56-A165-68B6C93EF4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5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</p:grpSp>
          <p:grpSp>
            <p:nvGrpSpPr>
              <p:cNvPr id="18534" name="Group 91">
                <a:extLst>
                  <a:ext uri="{FF2B5EF4-FFF2-40B4-BE49-F238E27FC236}">
                    <a16:creationId xmlns:a16="http://schemas.microsoft.com/office/drawing/2014/main" id="{59B93073-20C4-4734-AE2D-3FD8A8F739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5" y="3531"/>
                <a:ext cx="307" cy="311"/>
                <a:chOff x="2025" y="3531"/>
                <a:chExt cx="307" cy="311"/>
              </a:xfrm>
            </p:grpSpPr>
            <p:sp>
              <p:nvSpPr>
                <p:cNvPr id="18554" name="Text Box 92">
                  <a:extLst>
                    <a:ext uri="{FF2B5EF4-FFF2-40B4-BE49-F238E27FC236}">
                      <a16:creationId xmlns:a16="http://schemas.microsoft.com/office/drawing/2014/main" id="{6A2EA5DA-9158-4660-B520-F37EDC06FC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25" y="3531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Y</a:t>
                  </a:r>
                </a:p>
              </p:txBody>
            </p:sp>
            <p:sp>
              <p:nvSpPr>
                <p:cNvPr id="18555" name="Text Box 93">
                  <a:extLst>
                    <a:ext uri="{FF2B5EF4-FFF2-40B4-BE49-F238E27FC236}">
                      <a16:creationId xmlns:a16="http://schemas.microsoft.com/office/drawing/2014/main" id="{FA144C3C-A934-4218-9585-1125CCCAED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160" y="3650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grpSp>
            <p:nvGrpSpPr>
              <p:cNvPr id="18535" name="Group 94">
                <a:extLst>
                  <a:ext uri="{FF2B5EF4-FFF2-40B4-BE49-F238E27FC236}">
                    <a16:creationId xmlns:a16="http://schemas.microsoft.com/office/drawing/2014/main" id="{DF15DD94-E6F4-4E17-A445-BF419E98B4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53" y="3531"/>
                <a:ext cx="359" cy="311"/>
                <a:chOff x="3853" y="3531"/>
                <a:chExt cx="359" cy="311"/>
              </a:xfrm>
            </p:grpSpPr>
            <p:sp>
              <p:nvSpPr>
                <p:cNvPr id="18552" name="Text Box 95">
                  <a:extLst>
                    <a:ext uri="{FF2B5EF4-FFF2-40B4-BE49-F238E27FC236}">
                      <a16:creationId xmlns:a16="http://schemas.microsoft.com/office/drawing/2014/main" id="{32B371FA-C0D9-4D59-B128-57F289F7927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53" y="3531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Y</a:t>
                  </a:r>
                </a:p>
              </p:txBody>
            </p:sp>
            <p:sp>
              <p:nvSpPr>
                <p:cNvPr id="18553" name="Text Box 96">
                  <a:extLst>
                    <a:ext uri="{FF2B5EF4-FFF2-40B4-BE49-F238E27FC236}">
                      <a16:creationId xmlns:a16="http://schemas.microsoft.com/office/drawing/2014/main" id="{CA37F098-E0FE-4CBD-A0C9-2DABF4ED917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84" y="3650"/>
                  <a:ext cx="228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</p:grpSp>
          <p:grpSp>
            <p:nvGrpSpPr>
              <p:cNvPr id="18536" name="Group 97">
                <a:extLst>
                  <a:ext uri="{FF2B5EF4-FFF2-40B4-BE49-F238E27FC236}">
                    <a16:creationId xmlns:a16="http://schemas.microsoft.com/office/drawing/2014/main" id="{6795D079-D57A-4F17-9EBF-2B1A4939CC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03" y="1296"/>
                <a:ext cx="365" cy="299"/>
                <a:chOff x="1203" y="1296"/>
                <a:chExt cx="365" cy="299"/>
              </a:xfrm>
            </p:grpSpPr>
            <p:sp>
              <p:nvSpPr>
                <p:cNvPr id="18550" name="Text Box 98">
                  <a:extLst>
                    <a:ext uri="{FF2B5EF4-FFF2-40B4-BE49-F238E27FC236}">
                      <a16:creationId xmlns:a16="http://schemas.microsoft.com/office/drawing/2014/main" id="{D93B1D54-269A-4FFC-9E4D-705B3BA783E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03" y="1296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X</a:t>
                  </a:r>
                </a:p>
              </p:txBody>
            </p:sp>
            <p:sp>
              <p:nvSpPr>
                <p:cNvPr id="18551" name="Text Box 99">
                  <a:extLst>
                    <a:ext uri="{FF2B5EF4-FFF2-40B4-BE49-F238E27FC236}">
                      <a16:creationId xmlns:a16="http://schemas.microsoft.com/office/drawing/2014/main" id="{51956FBA-FF72-4F01-8089-0D679D2BF7E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88" y="1383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grpSp>
            <p:nvGrpSpPr>
              <p:cNvPr id="18537" name="Group 100">
                <a:extLst>
                  <a:ext uri="{FF2B5EF4-FFF2-40B4-BE49-F238E27FC236}">
                    <a16:creationId xmlns:a16="http://schemas.microsoft.com/office/drawing/2014/main" id="{EA8E66D3-156A-4EE9-9AE9-D708D61EB5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03" y="2496"/>
                <a:ext cx="412" cy="295"/>
                <a:chOff x="1203" y="2496"/>
                <a:chExt cx="412" cy="295"/>
              </a:xfrm>
            </p:grpSpPr>
            <p:sp>
              <p:nvSpPr>
                <p:cNvPr id="18548" name="Text Box 101">
                  <a:extLst>
                    <a:ext uri="{FF2B5EF4-FFF2-40B4-BE49-F238E27FC236}">
                      <a16:creationId xmlns:a16="http://schemas.microsoft.com/office/drawing/2014/main" id="{97E1FE58-9CE6-412B-AB60-D2652E82804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03" y="2496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X</a:t>
                  </a:r>
                </a:p>
              </p:txBody>
            </p:sp>
            <p:sp>
              <p:nvSpPr>
                <p:cNvPr id="18549" name="Text Box 102">
                  <a:extLst>
                    <a:ext uri="{FF2B5EF4-FFF2-40B4-BE49-F238E27FC236}">
                      <a16:creationId xmlns:a16="http://schemas.microsoft.com/office/drawing/2014/main" id="{8ED266DC-F76F-4A83-BA26-931F45148E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87" y="2599"/>
                  <a:ext cx="228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</p:grpSp>
          <p:sp>
            <p:nvSpPr>
              <p:cNvPr id="18538" name="Text Box 103">
                <a:extLst>
                  <a:ext uri="{FF2B5EF4-FFF2-40B4-BE49-F238E27FC236}">
                    <a16:creationId xmlns:a16="http://schemas.microsoft.com/office/drawing/2014/main" id="{407D9D44-9D7F-4BF8-A4D0-2C275625FF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88" y="1392"/>
                <a:ext cx="116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endParaRPr kumimoji="1" lang="zh-CN" altLang="zh-CN" sz="1400" b="1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39" name="Text Box 104">
                <a:extLst>
                  <a:ext uri="{FF2B5EF4-FFF2-40B4-BE49-F238E27FC236}">
                    <a16:creationId xmlns:a16="http://schemas.microsoft.com/office/drawing/2014/main" id="{F5A80A57-49B9-437C-B485-A91FBF64F2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44" y="2992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8540" name="Freeform 105">
                <a:extLst>
                  <a:ext uri="{FF2B5EF4-FFF2-40B4-BE49-F238E27FC236}">
                    <a16:creationId xmlns:a16="http://schemas.microsoft.com/office/drawing/2014/main" id="{186BE914-6D2D-43F9-A6D8-74D4D0F12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367"/>
                <a:ext cx="365" cy="1"/>
              </a:xfrm>
              <a:custGeom>
                <a:avLst/>
                <a:gdLst>
                  <a:gd name="T0" fmla="*/ 365 w 365"/>
                  <a:gd name="T1" fmla="*/ 1 h 1"/>
                  <a:gd name="T2" fmla="*/ 0 w 365"/>
                  <a:gd name="T3" fmla="*/ 0 h 1"/>
                  <a:gd name="T4" fmla="*/ 0 60000 65536"/>
                  <a:gd name="T5" fmla="*/ 0 60000 65536"/>
                  <a:gd name="T6" fmla="*/ 0 w 365"/>
                  <a:gd name="T7" fmla="*/ 0 h 1"/>
                  <a:gd name="T8" fmla="*/ 365 w 36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" h="1">
                    <a:moveTo>
                      <a:pt x="365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41" name="Freeform 106">
                <a:extLst>
                  <a:ext uri="{FF2B5EF4-FFF2-40B4-BE49-F238E27FC236}">
                    <a16:creationId xmlns:a16="http://schemas.microsoft.com/office/drawing/2014/main" id="{D09FDDDB-4BB0-4642-8A5D-1D72468A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0" y="3306"/>
                <a:ext cx="259" cy="1"/>
              </a:xfrm>
              <a:custGeom>
                <a:avLst/>
                <a:gdLst>
                  <a:gd name="T0" fmla="*/ 0 w 258"/>
                  <a:gd name="T1" fmla="*/ 1 h 1"/>
                  <a:gd name="T2" fmla="*/ 267 w 258"/>
                  <a:gd name="T3" fmla="*/ 0 h 1"/>
                  <a:gd name="T4" fmla="*/ 0 60000 65536"/>
                  <a:gd name="T5" fmla="*/ 0 60000 65536"/>
                  <a:gd name="T6" fmla="*/ 0 w 258"/>
                  <a:gd name="T7" fmla="*/ 0 h 1"/>
                  <a:gd name="T8" fmla="*/ 258 w 25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58" h="1">
                    <a:moveTo>
                      <a:pt x="0" y="1"/>
                    </a:moveTo>
                    <a:lnTo>
                      <a:pt x="25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42" name="Freeform 107">
                <a:extLst>
                  <a:ext uri="{FF2B5EF4-FFF2-40B4-BE49-F238E27FC236}">
                    <a16:creationId xmlns:a16="http://schemas.microsoft.com/office/drawing/2014/main" id="{E9A75E57-B3F2-427E-A123-E41F259C1DCB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4331" y="2368"/>
                <a:ext cx="334" cy="1"/>
              </a:xfrm>
              <a:custGeom>
                <a:avLst/>
                <a:gdLst>
                  <a:gd name="T0" fmla="*/ 342 w 333"/>
                  <a:gd name="T1" fmla="*/ 0 h 1"/>
                  <a:gd name="T2" fmla="*/ 0 w 333"/>
                  <a:gd name="T3" fmla="*/ 1 h 1"/>
                  <a:gd name="T4" fmla="*/ 0 60000 65536"/>
                  <a:gd name="T5" fmla="*/ 0 60000 65536"/>
                  <a:gd name="T6" fmla="*/ 0 w 333"/>
                  <a:gd name="T7" fmla="*/ 0 h 1"/>
                  <a:gd name="T8" fmla="*/ 333 w 33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33" h="1">
                    <a:moveTo>
                      <a:pt x="333" y="0"/>
                    </a:moveTo>
                    <a:lnTo>
                      <a:pt x="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43" name="Freeform 108">
                <a:extLst>
                  <a:ext uri="{FF2B5EF4-FFF2-40B4-BE49-F238E27FC236}">
                    <a16:creationId xmlns:a16="http://schemas.microsoft.com/office/drawing/2014/main" id="{76D86047-ADFB-4A2F-8EBB-3781CCB3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367"/>
                <a:ext cx="321" cy="1"/>
              </a:xfrm>
              <a:custGeom>
                <a:avLst/>
                <a:gdLst>
                  <a:gd name="T0" fmla="*/ 321 w 321"/>
                  <a:gd name="T1" fmla="*/ 0 h 1"/>
                  <a:gd name="T2" fmla="*/ 0 w 321"/>
                  <a:gd name="T3" fmla="*/ 0 h 1"/>
                  <a:gd name="T4" fmla="*/ 0 60000 65536"/>
                  <a:gd name="T5" fmla="*/ 0 60000 65536"/>
                  <a:gd name="T6" fmla="*/ 0 w 321"/>
                  <a:gd name="T7" fmla="*/ 0 h 1"/>
                  <a:gd name="T8" fmla="*/ 321 w 32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21" h="1">
                    <a:moveTo>
                      <a:pt x="32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44" name="Line 109">
                <a:extLst>
                  <a:ext uri="{FF2B5EF4-FFF2-40B4-BE49-F238E27FC236}">
                    <a16:creationId xmlns:a16="http://schemas.microsoft.com/office/drawing/2014/main" id="{3D86F684-CB4E-4D1D-8930-8F6C1E5E8B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09" y="3444"/>
                <a:ext cx="0" cy="33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545" name="Text Box 110">
                <a:extLst>
                  <a:ext uri="{FF2B5EF4-FFF2-40B4-BE49-F238E27FC236}">
                    <a16:creationId xmlns:a16="http://schemas.microsoft.com/office/drawing/2014/main" id="{C619E5D4-D9A3-4E22-914B-D81AB9FF8F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21" y="3772"/>
                <a:ext cx="74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zh-CN" altLang="en-US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读</a:t>
                </a: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/</a:t>
                </a:r>
                <a:r>
                  <a:rPr kumimoji="1" lang="zh-CN" altLang="en-US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写</a:t>
                </a:r>
              </a:p>
            </p:txBody>
          </p:sp>
          <p:sp>
            <p:nvSpPr>
              <p:cNvPr id="18546" name="Text Box 111">
                <a:extLst>
                  <a:ext uri="{FF2B5EF4-FFF2-40B4-BE49-F238E27FC236}">
                    <a16:creationId xmlns:a16="http://schemas.microsoft.com/office/drawing/2014/main" id="{9AA19C14-2F19-4801-97CA-8D98F1DB29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4" y="1034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547" name="Text Box 112">
                <a:extLst>
                  <a:ext uri="{FF2B5EF4-FFF2-40B4-BE49-F238E27FC236}">
                    <a16:creationId xmlns:a16="http://schemas.microsoft.com/office/drawing/2014/main" id="{E52F788F-A4C5-414C-867E-6112BE1596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4" y="2160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18435" name="Text Box 113">
            <a:extLst>
              <a:ext uri="{FF2B5EF4-FFF2-40B4-BE49-F238E27FC236}">
                <a16:creationId xmlns:a16="http://schemas.microsoft.com/office/drawing/2014/main" id="{D40C409F-EC0A-4BD2-A260-4F7F4154B9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765" y="155575"/>
            <a:ext cx="65055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None/>
              <a:defRPr/>
            </a:pPr>
            <a:r>
              <a:rPr kumimoji="1" lang="en-US" altLang="zh-CN" sz="3600" b="1" dirty="0">
                <a:solidFill>
                  <a:srgbClr val="000000"/>
                </a:solidFill>
                <a:latin typeface="Times New Roman" panose="02020603050405020304" pitchFamily="18" charset="0"/>
              </a:rPr>
              <a:t>2.</a:t>
            </a:r>
            <a:r>
              <a:rPr kumimoji="1" lang="zh-CN" altLang="en-US" sz="3600" b="1" dirty="0">
                <a:solidFill>
                  <a:srgbClr val="000000"/>
                </a:solidFill>
                <a:latin typeface="Times New Roman" panose="02020603050405020304" pitchFamily="18" charset="0"/>
              </a:rPr>
              <a:t>二维地址译码 </a:t>
            </a:r>
          </a:p>
        </p:txBody>
      </p:sp>
      <p:grpSp>
        <p:nvGrpSpPr>
          <p:cNvPr id="27" name="Group 115">
            <a:extLst>
              <a:ext uri="{FF2B5EF4-FFF2-40B4-BE49-F238E27FC236}">
                <a16:creationId xmlns:a16="http://schemas.microsoft.com/office/drawing/2014/main" id="{999AC032-B29B-40AF-8EFD-149151C7A0AC}"/>
              </a:ext>
            </a:extLst>
          </p:cNvPr>
          <p:cNvGrpSpPr>
            <a:grpSpLocks/>
          </p:cNvGrpSpPr>
          <p:nvPr/>
        </p:nvGrpSpPr>
        <p:grpSpPr bwMode="auto">
          <a:xfrm>
            <a:off x="696913" y="1470027"/>
            <a:ext cx="6229350" cy="5376863"/>
            <a:chOff x="439" y="945"/>
            <a:chExt cx="3924" cy="3387"/>
          </a:xfrm>
        </p:grpSpPr>
        <p:grpSp>
          <p:nvGrpSpPr>
            <p:cNvPr id="18471" name="Group 116">
              <a:extLst>
                <a:ext uri="{FF2B5EF4-FFF2-40B4-BE49-F238E27FC236}">
                  <a16:creationId xmlns:a16="http://schemas.microsoft.com/office/drawing/2014/main" id="{943B4D7D-E425-44BD-A4F0-B3A6C39A3D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4044"/>
              <a:ext cx="2168" cy="288"/>
              <a:chOff x="2147" y="3989"/>
              <a:chExt cx="2168" cy="288"/>
            </a:xfrm>
          </p:grpSpPr>
          <p:sp>
            <p:nvSpPr>
              <p:cNvPr id="18479" name="Text Box 117">
                <a:extLst>
                  <a:ext uri="{FF2B5EF4-FFF2-40B4-BE49-F238E27FC236}">
                    <a16:creationId xmlns:a16="http://schemas.microsoft.com/office/drawing/2014/main" id="{77ACA578-F0BC-4CF2-AA76-98707FD2FC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47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996600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8480" name="Text Box 118">
                <a:extLst>
                  <a:ext uri="{FF2B5EF4-FFF2-40B4-BE49-F238E27FC236}">
                    <a16:creationId xmlns:a16="http://schemas.microsoft.com/office/drawing/2014/main" id="{E9A226D2-74AA-4653-B70A-14994B9B09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2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996600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8481" name="Text Box 119">
                <a:extLst>
                  <a:ext uri="{FF2B5EF4-FFF2-40B4-BE49-F238E27FC236}">
                    <a16:creationId xmlns:a16="http://schemas.microsoft.com/office/drawing/2014/main" id="{2A56B494-CF6B-4260-9A97-29A42A04E2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25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996600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8482" name="Text Box 120">
                <a:extLst>
                  <a:ext uri="{FF2B5EF4-FFF2-40B4-BE49-F238E27FC236}">
                    <a16:creationId xmlns:a16="http://schemas.microsoft.com/office/drawing/2014/main" id="{D3B88704-7CF9-41DF-9B46-922731D14A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0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996600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8483" name="Text Box 121">
                <a:extLst>
                  <a:ext uri="{FF2B5EF4-FFF2-40B4-BE49-F238E27FC236}">
                    <a16:creationId xmlns:a16="http://schemas.microsoft.com/office/drawing/2014/main" id="{CD19447D-A130-4D4A-BE66-2E87B32106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03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996600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  <p:grpSp>
          <p:nvGrpSpPr>
            <p:cNvPr id="18472" name="Group 122">
              <a:extLst>
                <a:ext uri="{FF2B5EF4-FFF2-40B4-BE49-F238E27FC236}">
                  <a16:creationId xmlns:a16="http://schemas.microsoft.com/office/drawing/2014/main" id="{DB084E20-8075-4AA9-8D60-5835CDCD60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" y="945"/>
              <a:ext cx="224" cy="2120"/>
              <a:chOff x="439" y="757"/>
              <a:chExt cx="224" cy="2120"/>
            </a:xfrm>
          </p:grpSpPr>
          <p:grpSp>
            <p:nvGrpSpPr>
              <p:cNvPr id="18473" name="Group 123">
                <a:extLst>
                  <a:ext uri="{FF2B5EF4-FFF2-40B4-BE49-F238E27FC236}">
                    <a16:creationId xmlns:a16="http://schemas.microsoft.com/office/drawing/2014/main" id="{14E3C7FB-22D7-4D89-B298-1A76F282D6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" y="1203"/>
                <a:ext cx="212" cy="1674"/>
                <a:chOff x="439" y="1203"/>
                <a:chExt cx="212" cy="1674"/>
              </a:xfrm>
            </p:grpSpPr>
            <p:sp>
              <p:nvSpPr>
                <p:cNvPr id="18475" name="Text Box 124">
                  <a:extLst>
                    <a:ext uri="{FF2B5EF4-FFF2-40B4-BE49-F238E27FC236}">
                      <a16:creationId xmlns:a16="http://schemas.microsoft.com/office/drawing/2014/main" id="{34356739-054F-4FBA-A814-B65815B13A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9" y="1203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9966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8476" name="Text Box 125">
                  <a:extLst>
                    <a:ext uri="{FF2B5EF4-FFF2-40B4-BE49-F238E27FC236}">
                      <a16:creationId xmlns:a16="http://schemas.microsoft.com/office/drawing/2014/main" id="{CECAE37C-1F00-4BD8-996D-5376E5A1A64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9" y="1673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9966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8477" name="Text Box 126">
                  <a:extLst>
                    <a:ext uri="{FF2B5EF4-FFF2-40B4-BE49-F238E27FC236}">
                      <a16:creationId xmlns:a16="http://schemas.microsoft.com/office/drawing/2014/main" id="{057B314F-036D-4B5B-A865-03CEC1F4E9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9" y="2119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9966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8478" name="Text Box 127">
                  <a:extLst>
                    <a:ext uri="{FF2B5EF4-FFF2-40B4-BE49-F238E27FC236}">
                      <a16:creationId xmlns:a16="http://schemas.microsoft.com/office/drawing/2014/main" id="{8D9873CD-DB6E-458A-B61B-356035700C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9" y="2589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996600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8474" name="Text Box 128">
                <a:extLst>
                  <a:ext uri="{FF2B5EF4-FFF2-40B4-BE49-F238E27FC236}">
                    <a16:creationId xmlns:a16="http://schemas.microsoft.com/office/drawing/2014/main" id="{731E33F7-A373-4152-9164-3A6E873122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1" y="757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996600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</p:grpSp>
      <p:sp>
        <p:nvSpPr>
          <p:cNvPr id="17537" name="Freeform 129">
            <a:extLst>
              <a:ext uri="{FF2B5EF4-FFF2-40B4-BE49-F238E27FC236}">
                <a16:creationId xmlns:a16="http://schemas.microsoft.com/office/drawing/2014/main" id="{FBB40213-206B-4912-9DD2-7AFF5CD791FA}"/>
              </a:ext>
            </a:extLst>
          </p:cNvPr>
          <p:cNvSpPr>
            <a:spLocks/>
          </p:cNvSpPr>
          <p:nvPr/>
        </p:nvSpPr>
        <p:spPr bwMode="auto">
          <a:xfrm>
            <a:off x="3924300" y="1862140"/>
            <a:ext cx="660400" cy="2935287"/>
          </a:xfrm>
          <a:custGeom>
            <a:avLst/>
            <a:gdLst>
              <a:gd name="T0" fmla="*/ 2147483646 w 416"/>
              <a:gd name="T1" fmla="*/ 0 h 1849"/>
              <a:gd name="T2" fmla="*/ 2147483646 w 416"/>
              <a:gd name="T3" fmla="*/ 2147483646 h 1849"/>
              <a:gd name="T4" fmla="*/ 2147483646 w 416"/>
              <a:gd name="T5" fmla="*/ 2147483646 h 1849"/>
              <a:gd name="T6" fmla="*/ 0 w 416"/>
              <a:gd name="T7" fmla="*/ 2147483646 h 1849"/>
              <a:gd name="T8" fmla="*/ 0 60000 65536"/>
              <a:gd name="T9" fmla="*/ 0 60000 65536"/>
              <a:gd name="T10" fmla="*/ 0 60000 65536"/>
              <a:gd name="T11" fmla="*/ 0 60000 65536"/>
              <a:gd name="T12" fmla="*/ 0 w 416"/>
              <a:gd name="T13" fmla="*/ 0 h 1849"/>
              <a:gd name="T14" fmla="*/ 416 w 416"/>
              <a:gd name="T15" fmla="*/ 1849 h 184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16" h="1849">
                <a:moveTo>
                  <a:pt x="414" y="0"/>
                </a:moveTo>
                <a:lnTo>
                  <a:pt x="414" y="1"/>
                </a:lnTo>
                <a:lnTo>
                  <a:pt x="416" y="1848"/>
                </a:lnTo>
                <a:lnTo>
                  <a:pt x="0" y="1849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>
              <a:defRPr/>
            </a:pPr>
            <a:endParaRPr lang="zh-CN" altLang="en-US">
              <a:solidFill>
                <a:srgbClr val="000000"/>
              </a:solidFill>
            </a:endParaRPr>
          </a:p>
        </p:txBody>
      </p:sp>
      <p:grpSp>
        <p:nvGrpSpPr>
          <p:cNvPr id="31" name="Group 130">
            <a:extLst>
              <a:ext uri="{FF2B5EF4-FFF2-40B4-BE49-F238E27FC236}">
                <a16:creationId xmlns:a16="http://schemas.microsoft.com/office/drawing/2014/main" id="{D286825A-AB7C-4F78-9FE8-99B3516A55EC}"/>
              </a:ext>
            </a:extLst>
          </p:cNvPr>
          <p:cNvGrpSpPr>
            <a:grpSpLocks/>
          </p:cNvGrpSpPr>
          <p:nvPr/>
        </p:nvGrpSpPr>
        <p:grpSpPr bwMode="auto">
          <a:xfrm>
            <a:off x="3090865" y="1600200"/>
            <a:ext cx="3760787" cy="2420938"/>
            <a:chOff x="1947" y="1008"/>
            <a:chExt cx="2369" cy="1525"/>
          </a:xfrm>
        </p:grpSpPr>
        <p:grpSp>
          <p:nvGrpSpPr>
            <p:cNvPr id="18464" name="Group 131">
              <a:extLst>
                <a:ext uri="{FF2B5EF4-FFF2-40B4-BE49-F238E27FC236}">
                  <a16:creationId xmlns:a16="http://schemas.microsoft.com/office/drawing/2014/main" id="{B3AD437B-8759-4FB2-95B2-7F86BA927F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7" y="1008"/>
              <a:ext cx="2369" cy="1525"/>
              <a:chOff x="1953" y="1008"/>
              <a:chExt cx="2369" cy="1525"/>
            </a:xfrm>
          </p:grpSpPr>
          <p:grpSp>
            <p:nvGrpSpPr>
              <p:cNvPr id="18466" name="Group 132">
                <a:extLst>
                  <a:ext uri="{FF2B5EF4-FFF2-40B4-BE49-F238E27FC236}">
                    <a16:creationId xmlns:a16="http://schemas.microsoft.com/office/drawing/2014/main" id="{8B4D5B6A-5905-4EE1-9C4A-DA4541BA12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53" y="1008"/>
                <a:ext cx="2369" cy="1525"/>
                <a:chOff x="1953" y="1008"/>
                <a:chExt cx="2369" cy="1525"/>
              </a:xfrm>
            </p:grpSpPr>
            <p:sp>
              <p:nvSpPr>
                <p:cNvPr id="18468" name="Rectangle 133">
                  <a:extLst>
                    <a:ext uri="{FF2B5EF4-FFF2-40B4-BE49-F238E27FC236}">
                      <a16:creationId xmlns:a16="http://schemas.microsoft.com/office/drawing/2014/main" id="{2E399F74-72EB-450B-816E-B54D8C362D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3" y="1008"/>
                  <a:ext cx="585" cy="33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800" b="1">
                      <a:solidFill>
                        <a:srgbClr val="969696"/>
                      </a:solidFill>
                      <a:latin typeface="Times New Roman" panose="02020603050405020304" pitchFamily="18" charset="0"/>
                    </a:rPr>
                    <a:t>0,0</a:t>
                  </a:r>
                </a:p>
              </p:txBody>
            </p:sp>
            <p:sp>
              <p:nvSpPr>
                <p:cNvPr id="18469" name="Rectangle 134">
                  <a:extLst>
                    <a:ext uri="{FF2B5EF4-FFF2-40B4-BE49-F238E27FC236}">
                      <a16:creationId xmlns:a16="http://schemas.microsoft.com/office/drawing/2014/main" id="{5C9D9CE5-52AF-4769-8F32-FAC5C2A1E0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3" y="2201"/>
                  <a:ext cx="585" cy="33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969696"/>
                      </a:solidFill>
                      <a:latin typeface="Times New Roman" panose="02020603050405020304" pitchFamily="18" charset="0"/>
                    </a:rPr>
                    <a:t>31,0</a:t>
                  </a:r>
                </a:p>
              </p:txBody>
            </p:sp>
            <p:sp>
              <p:nvSpPr>
                <p:cNvPr id="18470" name="Rectangle 135">
                  <a:extLst>
                    <a:ext uri="{FF2B5EF4-FFF2-40B4-BE49-F238E27FC236}">
                      <a16:creationId xmlns:a16="http://schemas.microsoft.com/office/drawing/2014/main" id="{FF24F6F1-7DEA-4EAD-B0CA-4496D3F44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37" y="1020"/>
                  <a:ext cx="585" cy="33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None/>
                    <a:defRPr/>
                  </a:pPr>
                  <a:r>
                    <a:rPr kumimoji="1" lang="en-US" altLang="zh-CN" sz="2400" b="1">
                      <a:solidFill>
                        <a:srgbClr val="969696"/>
                      </a:solidFill>
                      <a:latin typeface="Times New Roman" panose="02020603050405020304" pitchFamily="18" charset="0"/>
                    </a:rPr>
                    <a:t>0,31</a:t>
                  </a:r>
                </a:p>
              </p:txBody>
            </p:sp>
          </p:grpSp>
          <p:sp>
            <p:nvSpPr>
              <p:cNvPr id="18467" name="Text Box 136">
                <a:extLst>
                  <a:ext uri="{FF2B5EF4-FFF2-40B4-BE49-F238E27FC236}">
                    <a16:creationId xmlns:a16="http://schemas.microsoft.com/office/drawing/2014/main" id="{4B5ACC26-390B-489A-A856-D08A03E813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145" y="1693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b="1">
                    <a:solidFill>
                      <a:srgbClr val="996600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465" name="Text Box 137">
              <a:extLst>
                <a:ext uri="{FF2B5EF4-FFF2-40B4-BE49-F238E27FC236}">
                  <a16:creationId xmlns:a16="http://schemas.microsoft.com/office/drawing/2014/main" id="{2E22E5C0-A0BE-4357-88FF-D1E9CF704F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4" y="1033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20631" name="Group 138">
            <a:extLst>
              <a:ext uri="{FF2B5EF4-FFF2-40B4-BE49-F238E27FC236}">
                <a16:creationId xmlns:a16="http://schemas.microsoft.com/office/drawing/2014/main" id="{8D8EF502-F25A-4A7A-8729-EAC8A27DF52C}"/>
              </a:ext>
            </a:extLst>
          </p:cNvPr>
          <p:cNvGrpSpPr>
            <a:grpSpLocks/>
          </p:cNvGrpSpPr>
          <p:nvPr/>
        </p:nvGrpSpPr>
        <p:grpSpPr bwMode="auto">
          <a:xfrm>
            <a:off x="7677150" y="4749802"/>
            <a:ext cx="1371600" cy="728663"/>
            <a:chOff x="4836" y="2997"/>
            <a:chExt cx="864" cy="459"/>
          </a:xfrm>
        </p:grpSpPr>
        <p:sp>
          <p:nvSpPr>
            <p:cNvPr id="18460" name="Rectangle 139">
              <a:extLst>
                <a:ext uri="{FF2B5EF4-FFF2-40B4-BE49-F238E27FC236}">
                  <a16:creationId xmlns:a16="http://schemas.microsoft.com/office/drawing/2014/main" id="{9A34E345-2473-4F16-A890-0F1CE5BF1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3088"/>
              <a:ext cx="588" cy="368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2400" b="1">
                  <a:solidFill>
                    <a:srgbClr val="969696"/>
                  </a:solidFill>
                  <a:latin typeface="Times New Roman" panose="02020603050405020304" pitchFamily="18" charset="0"/>
                </a:rPr>
                <a:t>I/O</a:t>
              </a:r>
            </a:p>
          </p:txBody>
        </p:sp>
        <p:grpSp>
          <p:nvGrpSpPr>
            <p:cNvPr id="18461" name="Group 140">
              <a:extLst>
                <a:ext uri="{FF2B5EF4-FFF2-40B4-BE49-F238E27FC236}">
                  <a16:creationId xmlns:a16="http://schemas.microsoft.com/office/drawing/2014/main" id="{16DBFEB9-FFA1-40A3-8955-4BE7FCE49C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41" y="2997"/>
              <a:ext cx="259" cy="315"/>
              <a:chOff x="5441" y="2983"/>
              <a:chExt cx="259" cy="315"/>
            </a:xfrm>
          </p:grpSpPr>
          <p:sp>
            <p:nvSpPr>
              <p:cNvPr id="18462" name="Freeform 141">
                <a:extLst>
                  <a:ext uri="{FF2B5EF4-FFF2-40B4-BE49-F238E27FC236}">
                    <a16:creationId xmlns:a16="http://schemas.microsoft.com/office/drawing/2014/main" id="{CA112B97-E72C-4FD3-9AB2-CDBAB9A2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3297"/>
                <a:ext cx="258" cy="1"/>
              </a:xfrm>
              <a:custGeom>
                <a:avLst/>
                <a:gdLst>
                  <a:gd name="T0" fmla="*/ 0 w 258"/>
                  <a:gd name="T1" fmla="*/ 1 h 1"/>
                  <a:gd name="T2" fmla="*/ 258 w 258"/>
                  <a:gd name="T3" fmla="*/ 0 h 1"/>
                  <a:gd name="T4" fmla="*/ 0 60000 65536"/>
                  <a:gd name="T5" fmla="*/ 0 60000 65536"/>
                  <a:gd name="T6" fmla="*/ 0 w 258"/>
                  <a:gd name="T7" fmla="*/ 0 h 1"/>
                  <a:gd name="T8" fmla="*/ 258 w 25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58" h="1">
                    <a:moveTo>
                      <a:pt x="0" y="1"/>
                    </a:moveTo>
                    <a:lnTo>
                      <a:pt x="258" y="0"/>
                    </a:lnTo>
                  </a:path>
                </a:pathLst>
              </a:custGeom>
              <a:solidFill>
                <a:schemeClr val="folHlink"/>
              </a:solidFill>
              <a:ln w="38100">
                <a:solidFill>
                  <a:schemeClr val="folHlink"/>
                </a:solidFill>
                <a:round/>
                <a:headEnd type="triangle" w="med" len="med"/>
                <a:tailEnd type="triangle" w="med" len="med"/>
              </a:ln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463" name="Text Box 142">
                <a:extLst>
                  <a:ext uri="{FF2B5EF4-FFF2-40B4-BE49-F238E27FC236}">
                    <a16:creationId xmlns:a16="http://schemas.microsoft.com/office/drawing/2014/main" id="{A9702A57-364F-4748-9C04-2A3C1C23F3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45" y="2983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  <a:defRPr/>
                </a:pPr>
                <a:r>
                  <a:rPr kumimoji="1" lang="en-US" altLang="zh-CN" sz="2400" b="1">
                    <a:solidFill>
                      <a:srgbClr val="996600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</p:grpSp>
      </p:grpSp>
      <p:sp>
        <p:nvSpPr>
          <p:cNvPr id="17551" name="Freeform 143">
            <a:extLst>
              <a:ext uri="{FF2B5EF4-FFF2-40B4-BE49-F238E27FC236}">
                <a16:creationId xmlns:a16="http://schemas.microsoft.com/office/drawing/2014/main" id="{FFBA76D3-5718-4AFD-9BE1-15EB2FE4EC34}"/>
              </a:ext>
            </a:extLst>
          </p:cNvPr>
          <p:cNvSpPr>
            <a:spLocks/>
          </p:cNvSpPr>
          <p:nvPr/>
        </p:nvSpPr>
        <p:spPr bwMode="auto">
          <a:xfrm>
            <a:off x="3924300" y="4945065"/>
            <a:ext cx="3746500" cy="268287"/>
          </a:xfrm>
          <a:custGeom>
            <a:avLst/>
            <a:gdLst>
              <a:gd name="T0" fmla="*/ 0 w 2360"/>
              <a:gd name="T1" fmla="*/ 0 h 169"/>
              <a:gd name="T2" fmla="*/ 2147483646 w 2360"/>
              <a:gd name="T3" fmla="*/ 2147483646 h 169"/>
              <a:gd name="T4" fmla="*/ 2147483646 w 2360"/>
              <a:gd name="T5" fmla="*/ 2147483646 h 169"/>
              <a:gd name="T6" fmla="*/ 2147483646 w 2360"/>
              <a:gd name="T7" fmla="*/ 2147483646 h 169"/>
              <a:gd name="T8" fmla="*/ 0 60000 65536"/>
              <a:gd name="T9" fmla="*/ 0 60000 65536"/>
              <a:gd name="T10" fmla="*/ 0 60000 65536"/>
              <a:gd name="T11" fmla="*/ 0 60000 65536"/>
              <a:gd name="T12" fmla="*/ 0 w 2360"/>
              <a:gd name="T13" fmla="*/ 0 h 169"/>
              <a:gd name="T14" fmla="*/ 2360 w 2360"/>
              <a:gd name="T15" fmla="*/ 169 h 1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60" h="169">
                <a:moveTo>
                  <a:pt x="0" y="0"/>
                </a:moveTo>
                <a:lnTo>
                  <a:pt x="419" y="2"/>
                </a:lnTo>
                <a:lnTo>
                  <a:pt x="417" y="168"/>
                </a:lnTo>
                <a:lnTo>
                  <a:pt x="2360" y="169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>
              <a:defRPr/>
            </a:pPr>
            <a:endParaRPr lang="zh-CN" altLang="en-US">
              <a:solidFill>
                <a:srgbClr val="000000"/>
              </a:solidFill>
            </a:endParaRPr>
          </a:p>
        </p:txBody>
      </p:sp>
      <p:grpSp>
        <p:nvGrpSpPr>
          <p:cNvPr id="20639" name="Group 144">
            <a:extLst>
              <a:ext uri="{FF2B5EF4-FFF2-40B4-BE49-F238E27FC236}">
                <a16:creationId xmlns:a16="http://schemas.microsoft.com/office/drawing/2014/main" id="{E4A7E8CA-4965-4D63-8A3F-8A597AE9C776}"/>
              </a:ext>
            </a:extLst>
          </p:cNvPr>
          <p:cNvGrpSpPr>
            <a:grpSpLocks/>
          </p:cNvGrpSpPr>
          <p:nvPr/>
        </p:nvGrpSpPr>
        <p:grpSpPr bwMode="auto">
          <a:xfrm>
            <a:off x="1765300" y="2125663"/>
            <a:ext cx="4635500" cy="3522662"/>
            <a:chOff x="1112" y="1339"/>
            <a:chExt cx="2920" cy="2219"/>
          </a:xfrm>
        </p:grpSpPr>
        <p:grpSp>
          <p:nvGrpSpPr>
            <p:cNvPr id="18449" name="Group 145">
              <a:extLst>
                <a:ext uri="{FF2B5EF4-FFF2-40B4-BE49-F238E27FC236}">
                  <a16:creationId xmlns:a16="http://schemas.microsoft.com/office/drawing/2014/main" id="{81EC3F0E-76F9-46DC-96D3-DA540D0128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2" y="1339"/>
              <a:ext cx="2920" cy="2219"/>
              <a:chOff x="1112" y="1339"/>
              <a:chExt cx="2920" cy="2219"/>
            </a:xfrm>
          </p:grpSpPr>
          <p:sp>
            <p:nvSpPr>
              <p:cNvPr id="18453" name="Freeform 146">
                <a:extLst>
                  <a:ext uri="{FF2B5EF4-FFF2-40B4-BE49-F238E27FC236}">
                    <a16:creationId xmlns:a16="http://schemas.microsoft.com/office/drawing/2014/main" id="{E474FC60-DDFB-4320-9663-171CC9755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348"/>
                <a:ext cx="2920" cy="232"/>
              </a:xfrm>
              <a:custGeom>
                <a:avLst/>
                <a:gdLst>
                  <a:gd name="T0" fmla="*/ 0 w 2920"/>
                  <a:gd name="T1" fmla="*/ 232 h 232"/>
                  <a:gd name="T2" fmla="*/ 2920 w 2920"/>
                  <a:gd name="T3" fmla="*/ 232 h 232"/>
                  <a:gd name="T4" fmla="*/ 2920 w 2920"/>
                  <a:gd name="T5" fmla="*/ 0 h 232"/>
                  <a:gd name="T6" fmla="*/ 0 60000 65536"/>
                  <a:gd name="T7" fmla="*/ 0 60000 65536"/>
                  <a:gd name="T8" fmla="*/ 0 60000 65536"/>
                  <a:gd name="T9" fmla="*/ 0 w 2920"/>
                  <a:gd name="T10" fmla="*/ 0 h 232"/>
                  <a:gd name="T11" fmla="*/ 2920 w 2920"/>
                  <a:gd name="T12" fmla="*/ 232 h 23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20" h="232">
                    <a:moveTo>
                      <a:pt x="0" y="232"/>
                    </a:moveTo>
                    <a:lnTo>
                      <a:pt x="2920" y="232"/>
                    </a:lnTo>
                    <a:lnTo>
                      <a:pt x="2920" y="0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454" name="Freeform 147">
                <a:extLst>
                  <a:ext uri="{FF2B5EF4-FFF2-40B4-BE49-F238E27FC236}">
                    <a16:creationId xmlns:a16="http://schemas.microsoft.com/office/drawing/2014/main" id="{0CB1F55B-7C57-4062-86AC-D61073F3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339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8455" name="Group 148">
                <a:extLst>
                  <a:ext uri="{FF2B5EF4-FFF2-40B4-BE49-F238E27FC236}">
                    <a16:creationId xmlns:a16="http://schemas.microsoft.com/office/drawing/2014/main" id="{499BBAC8-8A79-4305-8069-E8BED6E58B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5" y="2943"/>
                <a:ext cx="49" cy="252"/>
                <a:chOff x="2025" y="2943"/>
                <a:chExt cx="49" cy="252"/>
              </a:xfrm>
            </p:grpSpPr>
            <p:sp>
              <p:nvSpPr>
                <p:cNvPr id="18458" name="Freeform 149">
                  <a:extLst>
                    <a:ext uri="{FF2B5EF4-FFF2-40B4-BE49-F238E27FC236}">
                      <a16:creationId xmlns:a16="http://schemas.microsoft.com/office/drawing/2014/main" id="{127AC07A-4D00-4AC8-8C94-6C5DF7103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5" y="2943"/>
                  <a:ext cx="1" cy="252"/>
                </a:xfrm>
                <a:custGeom>
                  <a:avLst/>
                  <a:gdLst>
                    <a:gd name="T0" fmla="*/ 0 w 1"/>
                    <a:gd name="T1" fmla="*/ 252 h 252"/>
                    <a:gd name="T2" fmla="*/ 0 w 1"/>
                    <a:gd name="T3" fmla="*/ 0 h 252"/>
                    <a:gd name="T4" fmla="*/ 0 60000 65536"/>
                    <a:gd name="T5" fmla="*/ 0 60000 65536"/>
                    <a:gd name="T6" fmla="*/ 0 w 1"/>
                    <a:gd name="T7" fmla="*/ 0 h 252"/>
                    <a:gd name="T8" fmla="*/ 1 w 1"/>
                    <a:gd name="T9" fmla="*/ 252 h 25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52">
                      <a:moveTo>
                        <a:pt x="0" y="25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8459" name="Freeform 150">
                  <a:extLst>
                    <a:ext uri="{FF2B5EF4-FFF2-40B4-BE49-F238E27FC236}">
                      <a16:creationId xmlns:a16="http://schemas.microsoft.com/office/drawing/2014/main" id="{A747D599-D2BD-47B6-8371-159A61C05C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3" y="2985"/>
                  <a:ext cx="1" cy="162"/>
                </a:xfrm>
                <a:custGeom>
                  <a:avLst/>
                  <a:gdLst>
                    <a:gd name="T0" fmla="*/ 0 w 1"/>
                    <a:gd name="T1" fmla="*/ 162 h 162"/>
                    <a:gd name="T2" fmla="*/ 0 w 1"/>
                    <a:gd name="T3" fmla="*/ 0 h 162"/>
                    <a:gd name="T4" fmla="*/ 0 60000 65536"/>
                    <a:gd name="T5" fmla="*/ 0 60000 65536"/>
                    <a:gd name="T6" fmla="*/ 0 w 1"/>
                    <a:gd name="T7" fmla="*/ 0 h 162"/>
                    <a:gd name="T8" fmla="*/ 1 w 1"/>
                    <a:gd name="T9" fmla="*/ 162 h 16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2">
                      <a:moveTo>
                        <a:pt x="0" y="16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zh-CN" altLang="en-US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8456" name="Freeform 151">
                <a:extLst>
                  <a:ext uri="{FF2B5EF4-FFF2-40B4-BE49-F238E27FC236}">
                    <a16:creationId xmlns:a16="http://schemas.microsoft.com/office/drawing/2014/main" id="{BF08FD47-6C63-4262-A4DC-CA0A3157F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068"/>
                <a:ext cx="329" cy="1"/>
              </a:xfrm>
              <a:custGeom>
                <a:avLst/>
                <a:gdLst>
                  <a:gd name="T0" fmla="*/ 0 w 329"/>
                  <a:gd name="T1" fmla="*/ 0 h 1"/>
                  <a:gd name="T2" fmla="*/ 329 w 329"/>
                  <a:gd name="T3" fmla="*/ 1 h 1"/>
                  <a:gd name="T4" fmla="*/ 0 60000 65536"/>
                  <a:gd name="T5" fmla="*/ 0 60000 65536"/>
                  <a:gd name="T6" fmla="*/ 0 w 329"/>
                  <a:gd name="T7" fmla="*/ 0 h 1"/>
                  <a:gd name="T8" fmla="*/ 329 w 32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29" h="1">
                    <a:moveTo>
                      <a:pt x="0" y="0"/>
                    </a:moveTo>
                    <a:lnTo>
                      <a:pt x="329" y="1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457" name="Freeform 152">
                <a:extLst>
                  <a:ext uri="{FF2B5EF4-FFF2-40B4-BE49-F238E27FC236}">
                    <a16:creationId xmlns:a16="http://schemas.microsoft.com/office/drawing/2014/main" id="{B52AFD00-B1EC-4B22-ADA5-667FCD9C4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3063"/>
                <a:ext cx="1" cy="495"/>
              </a:xfrm>
              <a:custGeom>
                <a:avLst/>
                <a:gdLst>
                  <a:gd name="T0" fmla="*/ 0 w 1"/>
                  <a:gd name="T1" fmla="*/ 0 h 495"/>
                  <a:gd name="T2" fmla="*/ 0 w 1"/>
                  <a:gd name="T3" fmla="*/ 495 h 495"/>
                  <a:gd name="T4" fmla="*/ 0 60000 65536"/>
                  <a:gd name="T5" fmla="*/ 0 60000 65536"/>
                  <a:gd name="T6" fmla="*/ 0 w 1"/>
                  <a:gd name="T7" fmla="*/ 0 h 495"/>
                  <a:gd name="T8" fmla="*/ 1 w 1"/>
                  <a:gd name="T9" fmla="*/ 495 h 4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95">
                    <a:moveTo>
                      <a:pt x="0" y="0"/>
                    </a:moveTo>
                    <a:lnTo>
                      <a:pt x="0" y="495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8450" name="Group 153">
              <a:extLst>
                <a:ext uri="{FF2B5EF4-FFF2-40B4-BE49-F238E27FC236}">
                  <a16:creationId xmlns:a16="http://schemas.microsoft.com/office/drawing/2014/main" id="{5C5B1646-8AA0-4A2A-B4D6-4A6BD66205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12" y="2946"/>
              <a:ext cx="49" cy="246"/>
              <a:chOff x="2412" y="2946"/>
              <a:chExt cx="49" cy="246"/>
            </a:xfrm>
          </p:grpSpPr>
          <p:sp>
            <p:nvSpPr>
              <p:cNvPr id="18451" name="Freeform 154">
                <a:extLst>
                  <a:ext uri="{FF2B5EF4-FFF2-40B4-BE49-F238E27FC236}">
                    <a16:creationId xmlns:a16="http://schemas.microsoft.com/office/drawing/2014/main" id="{BD09CA3F-CED6-4FE1-BB8C-EE497F0ED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946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8452" name="Freeform 155">
                <a:extLst>
                  <a:ext uri="{FF2B5EF4-FFF2-40B4-BE49-F238E27FC236}">
                    <a16:creationId xmlns:a16="http://schemas.microsoft.com/office/drawing/2014/main" id="{62972E55-38DF-485C-A65C-17EE019C9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988"/>
                <a:ext cx="1" cy="156"/>
              </a:xfrm>
              <a:custGeom>
                <a:avLst/>
                <a:gdLst>
                  <a:gd name="T0" fmla="*/ 0 w 1"/>
                  <a:gd name="T1" fmla="*/ 0 h 156"/>
                  <a:gd name="T2" fmla="*/ 0 w 1"/>
                  <a:gd name="T3" fmla="*/ 156 h 156"/>
                  <a:gd name="T4" fmla="*/ 0 60000 65536"/>
                  <a:gd name="T5" fmla="*/ 0 60000 65536"/>
                  <a:gd name="T6" fmla="*/ 0 w 1"/>
                  <a:gd name="T7" fmla="*/ 0 h 156"/>
                  <a:gd name="T8" fmla="*/ 1 w 1"/>
                  <a:gd name="T9" fmla="*/ 156 h 15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6">
                    <a:moveTo>
                      <a:pt x="0" y="0"/>
                    </a:moveTo>
                    <a:lnTo>
                      <a:pt x="0" y="15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7564" name="Freeform 156">
            <a:extLst>
              <a:ext uri="{FF2B5EF4-FFF2-40B4-BE49-F238E27FC236}">
                <a16:creationId xmlns:a16="http://schemas.microsoft.com/office/drawing/2014/main" id="{7EC33A28-1F8B-4DE7-A6EF-5B33A334E167}"/>
              </a:ext>
            </a:extLst>
          </p:cNvPr>
          <p:cNvSpPr>
            <a:spLocks/>
          </p:cNvSpPr>
          <p:nvPr/>
        </p:nvSpPr>
        <p:spPr bwMode="auto">
          <a:xfrm>
            <a:off x="4030665" y="1860550"/>
            <a:ext cx="593725" cy="1588"/>
          </a:xfrm>
          <a:custGeom>
            <a:avLst/>
            <a:gdLst>
              <a:gd name="T0" fmla="*/ 0 w 367"/>
              <a:gd name="T1" fmla="*/ 0 h 1"/>
              <a:gd name="T2" fmla="*/ 2147483646 w 367"/>
              <a:gd name="T3" fmla="*/ 0 h 1"/>
              <a:gd name="T4" fmla="*/ 0 60000 65536"/>
              <a:gd name="T5" fmla="*/ 0 60000 65536"/>
              <a:gd name="T6" fmla="*/ 0 w 367"/>
              <a:gd name="T7" fmla="*/ 0 h 1"/>
              <a:gd name="T8" fmla="*/ 367 w 367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7" h="1">
                <a:moveTo>
                  <a:pt x="0" y="0"/>
                </a:moveTo>
                <a:lnTo>
                  <a:pt x="367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>
              <a:defRPr/>
            </a:pPr>
            <a:endParaRPr lang="zh-CN" altLang="en-US">
              <a:solidFill>
                <a:srgbClr val="000000"/>
              </a:solidFill>
            </a:endParaRPr>
          </a:p>
        </p:txBody>
      </p:sp>
      <p:sp>
        <p:nvSpPr>
          <p:cNvPr id="17565" name="Rectangle 157">
            <a:extLst>
              <a:ext uri="{FF2B5EF4-FFF2-40B4-BE49-F238E27FC236}">
                <a16:creationId xmlns:a16="http://schemas.microsoft.com/office/drawing/2014/main" id="{32C66779-87F3-4B52-93DF-14753F94C7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6102" y="1600200"/>
            <a:ext cx="931863" cy="527050"/>
          </a:xfrm>
          <a:prstGeom prst="rect">
            <a:avLst/>
          </a:prstGeom>
          <a:solidFill>
            <a:srgbClr val="AA7D00"/>
          </a:solidFill>
          <a:ln w="38100">
            <a:solidFill>
              <a:srgbClr val="AA7D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  <a:defRPr/>
            </a:pPr>
            <a:r>
              <a:rPr kumimoji="1" lang="en-US" altLang="zh-CN" sz="2400" b="1">
                <a:solidFill>
                  <a:srgbClr val="969696"/>
                </a:solidFill>
                <a:latin typeface="Times New Roman" panose="02020603050405020304" pitchFamily="18" charset="0"/>
              </a:rPr>
              <a:t>0,0</a:t>
            </a:r>
          </a:p>
        </p:txBody>
      </p:sp>
      <p:grpSp>
        <p:nvGrpSpPr>
          <p:cNvPr id="17507" name="Group 158">
            <a:extLst>
              <a:ext uri="{FF2B5EF4-FFF2-40B4-BE49-F238E27FC236}">
                <a16:creationId xmlns:a16="http://schemas.microsoft.com/office/drawing/2014/main" id="{41E425D1-D669-40D9-9F9A-2EDE1C8FA9AF}"/>
              </a:ext>
            </a:extLst>
          </p:cNvPr>
          <p:cNvGrpSpPr>
            <a:grpSpLocks/>
          </p:cNvGrpSpPr>
          <p:nvPr/>
        </p:nvGrpSpPr>
        <p:grpSpPr bwMode="auto">
          <a:xfrm>
            <a:off x="7653338" y="5467350"/>
            <a:ext cx="1185862" cy="952500"/>
            <a:chOff x="4821" y="3444"/>
            <a:chExt cx="747" cy="600"/>
          </a:xfrm>
        </p:grpSpPr>
        <p:sp>
          <p:nvSpPr>
            <p:cNvPr id="18447" name="Text Box 159">
              <a:extLst>
                <a:ext uri="{FF2B5EF4-FFF2-40B4-BE49-F238E27FC236}">
                  <a16:creationId xmlns:a16="http://schemas.microsoft.com/office/drawing/2014/main" id="{8409F6E8-903C-4B8C-AD71-D63CC8C638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21" y="3756"/>
              <a:ext cx="74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  <a:defRPr/>
              </a:pPr>
              <a:r>
                <a:rPr kumimoji="1" lang="zh-CN" altLang="en-US" sz="2400" b="1">
                  <a:solidFill>
                    <a:srgbClr val="996600"/>
                  </a:solidFill>
                  <a:latin typeface="Times New Roman" panose="02020603050405020304" pitchFamily="18" charset="0"/>
                </a:rPr>
                <a:t>读</a:t>
              </a:r>
              <a:endPara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8448" name="Line 160">
              <a:extLst>
                <a:ext uri="{FF2B5EF4-FFF2-40B4-BE49-F238E27FC236}">
                  <a16:creationId xmlns:a16="http://schemas.microsoft.com/office/drawing/2014/main" id="{DDCF4ED0-E05C-4F4A-8323-495240443E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9" y="3444"/>
              <a:ext cx="0" cy="33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>
                <a:defRPr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62" name="Text Box 35">
            <a:extLst>
              <a:ext uri="{FF2B5EF4-FFF2-40B4-BE49-F238E27FC236}">
                <a16:creationId xmlns:a16="http://schemas.microsoft.com/office/drawing/2014/main" id="{0A0ACDAD-1517-4B84-9A3F-9209C4D9B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829" y="646768"/>
            <a:ext cx="8018662" cy="52322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2800" b="1" dirty="0">
                <a:solidFill>
                  <a:srgbClr val="C00000"/>
                </a:solidFill>
                <a:latin typeface="微软雅黑"/>
                <a:ea typeface="微软雅黑"/>
              </a:rPr>
              <a:t>n</a:t>
            </a:r>
            <a:r>
              <a:rPr lang="zh-CN" altLang="en-US" sz="2800" b="1" dirty="0">
                <a:solidFill>
                  <a:srgbClr val="C00000"/>
                </a:solidFill>
                <a:latin typeface="微软雅黑"/>
                <a:ea typeface="微软雅黑"/>
              </a:rPr>
              <a:t>位地址，寻址</a:t>
            </a:r>
            <a:r>
              <a:rPr lang="en-US" altLang="zh-CN" sz="2800" b="1" dirty="0">
                <a:solidFill>
                  <a:srgbClr val="C00000"/>
                </a:solidFill>
                <a:latin typeface="微软雅黑"/>
                <a:ea typeface="微软雅黑"/>
              </a:rPr>
              <a:t>2</a:t>
            </a:r>
            <a:r>
              <a:rPr lang="en-US" altLang="zh-CN" sz="2800" b="1" baseline="50000" dirty="0">
                <a:solidFill>
                  <a:srgbClr val="C00000"/>
                </a:solidFill>
                <a:latin typeface="微软雅黑"/>
                <a:ea typeface="微软雅黑"/>
              </a:rPr>
              <a:t>n</a:t>
            </a:r>
            <a:r>
              <a:rPr lang="zh-CN" altLang="en-US" sz="2800" b="1" dirty="0">
                <a:solidFill>
                  <a:srgbClr val="C00000"/>
                </a:solidFill>
                <a:latin typeface="微软雅黑"/>
                <a:ea typeface="微软雅黑"/>
              </a:rPr>
              <a:t>个存储单元，</a:t>
            </a:r>
            <a:r>
              <a:rPr lang="en-US" altLang="zh-CN" sz="2800" b="1" dirty="0">
                <a:solidFill>
                  <a:srgbClr val="C00000"/>
                </a:solidFill>
                <a:latin typeface="微软雅黑"/>
                <a:ea typeface="微软雅黑"/>
              </a:rPr>
              <a:t>2*2</a:t>
            </a:r>
            <a:r>
              <a:rPr lang="en-US" altLang="zh-CN" sz="2800" b="1" baseline="50000" dirty="0">
                <a:solidFill>
                  <a:srgbClr val="C00000"/>
                </a:solidFill>
                <a:latin typeface="微软雅黑"/>
                <a:ea typeface="微软雅黑"/>
              </a:rPr>
              <a:t>n/2</a:t>
            </a:r>
            <a:r>
              <a:rPr lang="zh-CN" altLang="en-US" sz="2800" b="1" dirty="0">
                <a:solidFill>
                  <a:srgbClr val="C00000"/>
                </a:solidFill>
                <a:latin typeface="微软雅黑"/>
                <a:ea typeface="微软雅黑"/>
              </a:rPr>
              <a:t>根</a:t>
            </a:r>
            <a:r>
              <a:rPr lang="zh-CN" altLang="en-US" sz="2800" b="1" u="sng" dirty="0">
                <a:solidFill>
                  <a:srgbClr val="C00000"/>
                </a:solidFill>
                <a:latin typeface="微软雅黑"/>
                <a:ea typeface="微软雅黑"/>
              </a:rPr>
              <a:t>译码线</a:t>
            </a:r>
          </a:p>
        </p:txBody>
      </p:sp>
    </p:spTree>
    <p:extLst>
      <p:ext uri="{BB962C8B-B14F-4D97-AF65-F5344CB8AC3E}">
        <p14:creationId xmlns:p14="http://schemas.microsoft.com/office/powerpoint/2010/main" val="742504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20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7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2" dur="500"/>
                                        <p:tgtEl>
                                          <p:spTgt spid="17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17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17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6" dur="500"/>
                                        <p:tgtEl>
                                          <p:spTgt spid="17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" dur="500"/>
                                        <p:tgtEl>
                                          <p:spTgt spid="20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65" grpId="0" animBg="1" autoUpdateAnimBg="0"/>
      <p:bldP spid="162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3.2	</a:t>
            </a:r>
            <a:r>
              <a:rPr lang="zh-CN" altLang="en-US" dirty="0"/>
              <a:t>主存储器的内部结构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5536" y="1443198"/>
            <a:ext cx="8229600" cy="4569371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dirty="0"/>
              <a:t>3.2.1</a:t>
            </a:r>
            <a:r>
              <a:rPr lang="zh-CN" altLang="en-US" dirty="0"/>
              <a:t>存储芯片的内部结构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dirty="0"/>
              <a:t>3.2.2 </a:t>
            </a:r>
            <a:r>
              <a:rPr lang="zh-CN" altLang="en-US" dirty="0"/>
              <a:t>半导体存储芯片的译码驱动方式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dirty="0"/>
              <a:t>3.2.3</a:t>
            </a:r>
            <a:r>
              <a:rPr lang="zh-CN" altLang="en-US" dirty="0"/>
              <a:t>主存储器与</a:t>
            </a:r>
            <a:r>
              <a:rPr lang="en-US" altLang="zh-CN" dirty="0"/>
              <a:t>CPU</a:t>
            </a:r>
            <a:r>
              <a:rPr lang="zh-CN" altLang="en-US" dirty="0"/>
              <a:t>的连接</a:t>
            </a:r>
          </a:p>
          <a:p>
            <a:pPr marL="0" indent="0">
              <a:spcBef>
                <a:spcPts val="2400"/>
              </a:spcBef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27586" y="3645024"/>
            <a:ext cx="5245347" cy="73539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lnSpc>
                <a:spcPct val="150000"/>
              </a:lnSpc>
              <a:spcBef>
                <a:spcPts val="24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3.2.3</a:t>
            </a:r>
            <a:r>
              <a:rPr lang="zh-CN" altLang="en-US" sz="3200" kern="0" dirty="0">
                <a:solidFill>
                  <a:srgbClr val="000000"/>
                </a:solidFill>
              </a:rPr>
              <a:t>主存储器与</a:t>
            </a:r>
            <a:r>
              <a:rPr lang="en-US" altLang="zh-CN" sz="3200" kern="0" dirty="0">
                <a:solidFill>
                  <a:srgbClr val="000000"/>
                </a:solidFill>
              </a:rPr>
              <a:t>CPU</a:t>
            </a:r>
            <a:r>
              <a:rPr lang="zh-CN" altLang="en-US" sz="3200" kern="0" dirty="0">
                <a:solidFill>
                  <a:srgbClr val="000000"/>
                </a:solidFill>
              </a:rPr>
              <a:t>的连接</a:t>
            </a:r>
          </a:p>
        </p:txBody>
      </p:sp>
    </p:spTree>
    <p:extLst>
      <p:ext uri="{BB962C8B-B14F-4D97-AF65-F5344CB8AC3E}">
        <p14:creationId xmlns:p14="http://schemas.microsoft.com/office/powerpoint/2010/main" val="1938279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77DEEB4-6571-4B3A-A757-8EECB5B357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3.2.3</a:t>
            </a:r>
            <a:r>
              <a:rPr lang="zh-CN" altLang="en-US" dirty="0"/>
              <a:t>主存储器与</a:t>
            </a:r>
            <a:r>
              <a:rPr lang="en-US" altLang="zh-CN" dirty="0"/>
              <a:t>CPU</a:t>
            </a:r>
            <a:r>
              <a:rPr lang="zh-CN" altLang="en-US" dirty="0"/>
              <a:t>的连接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D52AB635-09F3-4303-8A7B-C528299F709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altLang="zh-CN" dirty="0"/>
              <a:t>1.</a:t>
            </a:r>
            <a:r>
              <a:rPr lang="zh-CN" altLang="en-US" dirty="0"/>
              <a:t>框图</a:t>
            </a:r>
            <a:endParaRPr lang="en-US" altLang="zh-CN" dirty="0"/>
          </a:p>
          <a:p>
            <a:pPr marL="0" indent="0">
              <a:buNone/>
            </a:pPr>
            <a:endParaRPr lang="zh-CN" altLang="en-US" dirty="0"/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B674BCC8-C402-4F6D-A660-2A7631D19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9592" y="1106954"/>
            <a:ext cx="2140203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5" name="对象 4">
            <a:extLst>
              <a:ext uri="{FF2B5EF4-FFF2-40B4-BE49-F238E27FC236}">
                <a16:creationId xmlns:a16="http://schemas.microsoft.com/office/drawing/2014/main" id="{CC4ECBAB-10E6-45E4-A605-BC2A23072EE5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789897219"/>
              </p:ext>
            </p:extLst>
          </p:nvPr>
        </p:nvGraphicFramePr>
        <p:xfrm>
          <a:off x="3275856" y="1412776"/>
          <a:ext cx="5688632" cy="529849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6254" name="Visio" r:id="rId3" imgW="2426498" imgH="2256645" progId="Visio.Drawing.11">
                  <p:embed/>
                </p:oleObj>
              </mc:Choice>
              <mc:Fallback>
                <p:oleObj name="Visio" r:id="rId3" imgW="2426498" imgH="2256645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75856" y="1412776"/>
                        <a:ext cx="5688632" cy="5298490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34" name="文本框 33">
            <a:extLst>
              <a:ext uri="{FF2B5EF4-FFF2-40B4-BE49-F238E27FC236}">
                <a16:creationId xmlns:a16="http://schemas.microsoft.com/office/drawing/2014/main" id="{E948AB01-9CEB-45FD-A001-B5426178EE63}"/>
              </a:ext>
            </a:extLst>
          </p:cNvPr>
          <p:cNvSpPr txBox="1"/>
          <p:nvPr/>
        </p:nvSpPr>
        <p:spPr>
          <a:xfrm>
            <a:off x="1979712" y="3212976"/>
            <a:ext cx="677108" cy="2570968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3200" dirty="0">
                <a:solidFill>
                  <a:srgbClr val="FF0000"/>
                </a:solidFill>
              </a:rPr>
              <a:t>通过总线连接</a:t>
            </a:r>
          </a:p>
        </p:txBody>
      </p:sp>
      <p:sp>
        <p:nvSpPr>
          <p:cNvPr id="35" name="左大括号 34">
            <a:extLst>
              <a:ext uri="{FF2B5EF4-FFF2-40B4-BE49-F238E27FC236}">
                <a16:creationId xmlns:a16="http://schemas.microsoft.com/office/drawing/2014/main" id="{E3DC6433-ADD1-4720-87FD-F93E4CB864D5}"/>
              </a:ext>
            </a:extLst>
          </p:cNvPr>
          <p:cNvSpPr/>
          <p:nvPr/>
        </p:nvSpPr>
        <p:spPr>
          <a:xfrm>
            <a:off x="2843808" y="3429002"/>
            <a:ext cx="432048" cy="1754481"/>
          </a:xfrm>
          <a:prstGeom prst="lef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613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77DEEB4-6571-4B3A-A757-8EECB5B357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2.</a:t>
            </a:r>
            <a:r>
              <a:rPr lang="zh-CN" altLang="en-US" dirty="0"/>
              <a:t>举例：</a:t>
            </a:r>
          </a:p>
        </p:txBody>
      </p:sp>
      <p:sp>
        <p:nvSpPr>
          <p:cNvPr id="4" name="Line 4">
            <a:extLst>
              <a:ext uri="{FF2B5EF4-FFF2-40B4-BE49-F238E27FC236}">
                <a16:creationId xmlns:a16="http://schemas.microsoft.com/office/drawing/2014/main" id="{0F499AFA-F045-4C9F-874A-4C0E5A7F316B}"/>
              </a:ext>
            </a:extLst>
          </p:cNvPr>
          <p:cNvSpPr>
            <a:spLocks noChangeAspect="1" noChangeShapeType="1"/>
          </p:cNvSpPr>
          <p:nvPr/>
        </p:nvSpPr>
        <p:spPr bwMode="auto">
          <a:xfrm flipV="1">
            <a:off x="7236296" y="2348882"/>
            <a:ext cx="0" cy="1293473"/>
          </a:xfrm>
          <a:prstGeom prst="line">
            <a:avLst/>
          </a:prstGeom>
          <a:noFill/>
          <a:ln w="19050" cap="sq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000" kern="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5" name="Line 6">
            <a:extLst>
              <a:ext uri="{FF2B5EF4-FFF2-40B4-BE49-F238E27FC236}">
                <a16:creationId xmlns:a16="http://schemas.microsoft.com/office/drawing/2014/main" id="{A8DD95D2-ACE3-41D1-AE83-32D3D7CA5D98}"/>
              </a:ext>
            </a:extLst>
          </p:cNvPr>
          <p:cNvSpPr>
            <a:spLocks noChangeAspect="1" noChangeShapeType="1"/>
          </p:cNvSpPr>
          <p:nvPr/>
        </p:nvSpPr>
        <p:spPr bwMode="auto">
          <a:xfrm flipV="1">
            <a:off x="6638596" y="3141290"/>
            <a:ext cx="0" cy="506432"/>
          </a:xfrm>
          <a:prstGeom prst="line">
            <a:avLst/>
          </a:prstGeom>
          <a:noFill/>
          <a:ln w="19050" cap="sq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000" kern="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E753AEC0-36D2-48A3-B8C2-1B8F01232CB8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903882" y="3141290"/>
            <a:ext cx="3727559" cy="0"/>
          </a:xfrm>
          <a:prstGeom prst="line">
            <a:avLst/>
          </a:prstGeom>
          <a:noFill/>
          <a:ln w="19050" cap="sq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000" kern="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7" name="Line 9">
            <a:extLst>
              <a:ext uri="{FF2B5EF4-FFF2-40B4-BE49-F238E27FC236}">
                <a16:creationId xmlns:a16="http://schemas.microsoft.com/office/drawing/2014/main" id="{494A6500-E449-4F05-B922-2F84E2861BA1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920879" y="2744018"/>
            <a:ext cx="3968250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20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8" name="Line 10">
            <a:extLst>
              <a:ext uri="{FF2B5EF4-FFF2-40B4-BE49-F238E27FC236}">
                <a16:creationId xmlns:a16="http://schemas.microsoft.com/office/drawing/2014/main" id="{57E9ED0F-4A33-484B-B3FB-1BA961E1995B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6924939" y="2744019"/>
            <a:ext cx="0" cy="760543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triangl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20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9" name="Line 11">
            <a:extLst>
              <a:ext uri="{FF2B5EF4-FFF2-40B4-BE49-F238E27FC236}">
                <a16:creationId xmlns:a16="http://schemas.microsoft.com/office/drawing/2014/main" id="{F15E3EC4-EEB1-4ABA-B930-790563A3B904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914641" y="5673452"/>
            <a:ext cx="4571217" cy="0"/>
          </a:xfrm>
          <a:prstGeom prst="line">
            <a:avLst/>
          </a:prstGeom>
          <a:noFill/>
          <a:ln w="76200">
            <a:solidFill>
              <a:srgbClr val="00CC00"/>
            </a:solidFill>
            <a:round/>
            <a:headEnd type="triangle" w="sm" len="sm"/>
            <a:tailEnd type="triangl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20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0" name="Line 12">
            <a:extLst>
              <a:ext uri="{FF2B5EF4-FFF2-40B4-BE49-F238E27FC236}">
                <a16:creationId xmlns:a16="http://schemas.microsoft.com/office/drawing/2014/main" id="{EA728933-7517-4FDF-BFA3-2D3AE06989C5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903880" y="2348882"/>
            <a:ext cx="4332416" cy="0"/>
          </a:xfrm>
          <a:prstGeom prst="line">
            <a:avLst/>
          </a:prstGeom>
          <a:noFill/>
          <a:ln w="19050" cap="sq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000" kern="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11" name="Group 14">
            <a:extLst>
              <a:ext uri="{FF2B5EF4-FFF2-40B4-BE49-F238E27FC236}">
                <a16:creationId xmlns:a16="http://schemas.microsoft.com/office/drawing/2014/main" id="{C43C4C78-8341-4CFB-BF7E-DF901134D5FB}"/>
              </a:ext>
            </a:extLst>
          </p:cNvPr>
          <p:cNvGrpSpPr>
            <a:grpSpLocks/>
          </p:cNvGrpSpPr>
          <p:nvPr/>
        </p:nvGrpSpPr>
        <p:grpSpPr bwMode="auto">
          <a:xfrm>
            <a:off x="1665539" y="1951264"/>
            <a:ext cx="1247293" cy="3979878"/>
            <a:chOff x="580" y="1369"/>
            <a:chExt cx="697" cy="222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2" name="Rectangle 15">
              <a:extLst>
                <a:ext uri="{FF2B5EF4-FFF2-40B4-BE49-F238E27FC236}">
                  <a16:creationId xmlns:a16="http://schemas.microsoft.com/office/drawing/2014/main" id="{97181158-DEA1-4546-AF24-1535CB3AFB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4" y="1369"/>
              <a:ext cx="653" cy="2224"/>
            </a:xfrm>
            <a:prstGeom prst="rect">
              <a:avLst/>
            </a:prstGeom>
            <a:solidFill>
              <a:srgbClr val="5B9BD5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kern="0">
                <a:solidFill>
                  <a:prstClr val="black"/>
                </a:solidFill>
                <a:ea typeface="微软雅黑"/>
              </a:endParaRPr>
            </a:p>
          </p:txBody>
        </p:sp>
        <p:sp>
          <p:nvSpPr>
            <p:cNvPr id="13" name="Rectangle 16">
              <a:extLst>
                <a:ext uri="{FF2B5EF4-FFF2-40B4-BE49-F238E27FC236}">
                  <a16:creationId xmlns:a16="http://schemas.microsoft.com/office/drawing/2014/main" id="{5A1E2CC4-6C23-4EA1-8889-F0C4F60433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9" y="1686"/>
              <a:ext cx="572" cy="2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2000" b="1" kern="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A</a:t>
              </a:r>
              <a:r>
                <a:rPr lang="en-US" altLang="zh-CN" sz="2000" b="1" kern="0" baseline="-2500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17-0</a:t>
              </a:r>
              <a:endParaRPr lang="en-US" altLang="zh-CN" sz="2000" b="1" kern="0" dirty="0">
                <a:solidFill>
                  <a:prstClr val="black"/>
                </a:solidFill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17">
              <a:extLst>
                <a:ext uri="{FF2B5EF4-FFF2-40B4-BE49-F238E27FC236}">
                  <a16:creationId xmlns:a16="http://schemas.microsoft.com/office/drawing/2014/main" id="{D2F5B233-D7FD-4CAA-A962-CADA5193936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49" y="1492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2000" kern="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MREQ#</a:t>
              </a:r>
              <a:endParaRPr lang="en-US" altLang="zh-CN" sz="2000" b="1" kern="0" dirty="0">
                <a:solidFill>
                  <a:prstClr val="black"/>
                </a:solidFill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18">
              <a:extLst>
                <a:ext uri="{FF2B5EF4-FFF2-40B4-BE49-F238E27FC236}">
                  <a16:creationId xmlns:a16="http://schemas.microsoft.com/office/drawing/2014/main" id="{A302E94B-39CF-4F4A-ACA3-487F543A9D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4" y="1951"/>
              <a:ext cx="572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2000" kern="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R/W#</a:t>
              </a:r>
              <a:endParaRPr lang="en-US" altLang="zh-CN" sz="2000" b="1" kern="0" dirty="0">
                <a:solidFill>
                  <a:prstClr val="black"/>
                </a:solidFill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16" name="Rectangle 19">
              <a:extLst>
                <a:ext uri="{FF2B5EF4-FFF2-40B4-BE49-F238E27FC236}">
                  <a16:creationId xmlns:a16="http://schemas.microsoft.com/office/drawing/2014/main" id="{2BAEBD0E-BC3F-4D1B-9114-283468E14FE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0" y="2355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2400" b="1" kern="0" dirty="0">
                  <a:solidFill>
                    <a:prstClr val="black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CPU</a:t>
              </a:r>
            </a:p>
          </p:txBody>
        </p:sp>
        <p:sp>
          <p:nvSpPr>
            <p:cNvPr id="17" name="Rectangle 20">
              <a:extLst>
                <a:ext uri="{FF2B5EF4-FFF2-40B4-BE49-F238E27FC236}">
                  <a16:creationId xmlns:a16="http://schemas.microsoft.com/office/drawing/2014/main" id="{79207679-56D0-463F-B587-6F4A5270FAC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4" y="3308"/>
              <a:ext cx="571" cy="2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2000" b="1" kern="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D</a:t>
              </a:r>
              <a:r>
                <a:rPr lang="en-US" altLang="zh-CN" sz="2000" b="1" kern="0" baseline="-2500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31</a:t>
              </a:r>
              <a:r>
                <a:rPr lang="en-US" altLang="zh-CN" sz="2000" b="1" kern="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~D</a:t>
              </a:r>
              <a:r>
                <a:rPr lang="en-US" altLang="zh-CN" sz="2000" b="1" kern="0" baseline="-2500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0</a:t>
              </a:r>
              <a:endParaRPr lang="en-US" altLang="zh-CN" sz="2000" b="1" kern="0" dirty="0">
                <a:solidFill>
                  <a:prstClr val="black"/>
                </a:solidFill>
                <a:latin typeface="Tahoma" pitchFamily="34" charset="0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8" name="组合 17">
            <a:extLst>
              <a:ext uri="{FF2B5EF4-FFF2-40B4-BE49-F238E27FC236}">
                <a16:creationId xmlns:a16="http://schemas.microsoft.com/office/drawing/2014/main" id="{BEA569C8-E612-4F96-AD5D-F5286C770C61}"/>
              </a:ext>
            </a:extLst>
          </p:cNvPr>
          <p:cNvGrpSpPr/>
          <p:nvPr/>
        </p:nvGrpSpPr>
        <p:grpSpPr>
          <a:xfrm>
            <a:off x="6914184" y="4821645"/>
            <a:ext cx="440221" cy="814230"/>
            <a:chOff x="8418212" y="4676992"/>
            <a:chExt cx="440221" cy="814230"/>
          </a:xfrm>
        </p:grpSpPr>
        <p:sp>
          <p:nvSpPr>
            <p:cNvPr id="19" name="Rectangle 5">
              <a:extLst>
                <a:ext uri="{FF2B5EF4-FFF2-40B4-BE49-F238E27FC236}">
                  <a16:creationId xmlns:a16="http://schemas.microsoft.com/office/drawing/2014/main" id="{536DC748-C44D-4715-86FB-BF1E99A4E8E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418212" y="4770046"/>
              <a:ext cx="440221" cy="5064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200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D</a:t>
              </a:r>
              <a:r>
                <a:rPr lang="en-US" altLang="zh-CN" sz="2000" baseline="-2500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1</a:t>
              </a:r>
              <a:endParaRPr lang="en-US" altLang="zh-CN" sz="2000" b="1" dirty="0">
                <a:solidFill>
                  <a:prstClr val="black"/>
                </a:solidFill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20" name="Line 53">
              <a:extLst>
                <a:ext uri="{FF2B5EF4-FFF2-40B4-BE49-F238E27FC236}">
                  <a16:creationId xmlns:a16="http://schemas.microsoft.com/office/drawing/2014/main" id="{F4EB771F-4EB3-4904-B16E-D23BDCE27C2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450422" y="4676992"/>
              <a:ext cx="0" cy="814230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 type="triangle" w="lg" len="lg"/>
              <a:tailEnd type="triangle" w="lg" len="lg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0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3AA41236-DB00-4BB7-AF57-C12775341B5C}"/>
              </a:ext>
            </a:extLst>
          </p:cNvPr>
          <p:cNvGrpSpPr/>
          <p:nvPr/>
        </p:nvGrpSpPr>
        <p:grpSpPr>
          <a:xfrm>
            <a:off x="6360970" y="3473505"/>
            <a:ext cx="1160869" cy="1486746"/>
            <a:chOff x="7864998" y="3328852"/>
            <a:chExt cx="1160869" cy="1486746"/>
          </a:xfrm>
        </p:grpSpPr>
        <p:sp>
          <p:nvSpPr>
            <p:cNvPr id="22" name="Rectangle 8">
              <a:extLst>
                <a:ext uri="{FF2B5EF4-FFF2-40B4-BE49-F238E27FC236}">
                  <a16:creationId xmlns:a16="http://schemas.microsoft.com/office/drawing/2014/main" id="{E307BC18-4C83-4859-9A6D-E7669A6E307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rgbClr val="FFC000">
                <a:lumMod val="60000"/>
                <a:lumOff val="4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altLang="zh-CN" sz="2000" kern="0" dirty="0">
                <a:solidFill>
                  <a:prstClr val="white"/>
                </a:solidFill>
                <a:latin typeface="Times New Roman" pitchFamily="18" charset="0"/>
                <a:ea typeface="微软雅黑" panose="020B0503020204020204" pitchFamily="34" charset="-122"/>
              </a:endParaRPr>
            </a:p>
          </p:txBody>
        </p:sp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80C6747C-0EB1-45DA-8EAF-B453A43131FA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2400" kern="0" baseline="30000" dirty="0">
                  <a:solidFill>
                    <a:srgbClr val="003300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WE</a:t>
              </a:r>
              <a:endParaRPr lang="en-US" altLang="zh-CN" sz="2400" kern="0" dirty="0">
                <a:solidFill>
                  <a:srgbClr val="003300"/>
                </a:solidFill>
                <a:latin typeface="Times New Roman" pitchFamily="18" charset="0"/>
                <a:ea typeface="微软雅黑" panose="020B0503020204020204" pitchFamily="34" charset="-122"/>
              </a:endParaRPr>
            </a:p>
          </p:txBody>
        </p:sp>
        <p:sp>
          <p:nvSpPr>
            <p:cNvPr id="24" name="矩形 23">
              <a:extLst>
                <a:ext uri="{FF2B5EF4-FFF2-40B4-BE49-F238E27FC236}">
                  <a16:creationId xmlns:a16="http://schemas.microsoft.com/office/drawing/2014/main" id="{D8588B10-D3C0-4FB7-AF5C-65DBC52B4528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2400" kern="0" baseline="30000" dirty="0">
                  <a:solidFill>
                    <a:srgbClr val="003300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D</a:t>
              </a:r>
              <a:endParaRPr lang="en-US" altLang="zh-CN" sz="2400" b="1" kern="0" dirty="0">
                <a:solidFill>
                  <a:srgbClr val="003300"/>
                </a:solidFill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25" name="矩形 24">
              <a:extLst>
                <a:ext uri="{FF2B5EF4-FFF2-40B4-BE49-F238E27FC236}">
                  <a16:creationId xmlns:a16="http://schemas.microsoft.com/office/drawing/2014/main" id="{5465CF40-1191-4DFB-A319-0878F4702386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2400" kern="0" baseline="30000" dirty="0">
                  <a:solidFill>
                    <a:srgbClr val="003300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A</a:t>
              </a:r>
              <a:endParaRPr lang="en-US" altLang="zh-CN" sz="2400" kern="0" dirty="0">
                <a:solidFill>
                  <a:srgbClr val="003300"/>
                </a:solidFill>
                <a:latin typeface="Times New Roman" pitchFamily="18" charset="0"/>
                <a:ea typeface="微软雅黑" panose="020B0503020204020204" pitchFamily="34" charset="-122"/>
              </a:endParaRPr>
            </a:p>
          </p:txBody>
        </p:sp>
        <p:sp>
          <p:nvSpPr>
            <p:cNvPr id="26" name="矩形 25">
              <a:extLst>
                <a:ext uri="{FF2B5EF4-FFF2-40B4-BE49-F238E27FC236}">
                  <a16:creationId xmlns:a16="http://schemas.microsoft.com/office/drawing/2014/main" id="{FCF589E1-C3DD-427D-8A76-0FFFBBB44238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2400" kern="0" baseline="30000" dirty="0">
                  <a:solidFill>
                    <a:srgbClr val="003300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CS</a:t>
              </a:r>
              <a:endParaRPr lang="en-US" altLang="zh-CN" sz="2400" kern="0" dirty="0">
                <a:solidFill>
                  <a:srgbClr val="003300"/>
                </a:solidFill>
                <a:latin typeface="Times New Roman" pitchFamily="18" charset="0"/>
                <a:ea typeface="微软雅黑" panose="020B0503020204020204" pitchFamily="34" charset="-122"/>
              </a:endParaRPr>
            </a:p>
          </p:txBody>
        </p:sp>
        <p:sp>
          <p:nvSpPr>
            <p:cNvPr id="27" name="矩形 26">
              <a:extLst>
                <a:ext uri="{FF2B5EF4-FFF2-40B4-BE49-F238E27FC236}">
                  <a16:creationId xmlns:a16="http://schemas.microsoft.com/office/drawing/2014/main" id="{3084F822-A803-47AA-BA93-9ACE32B2DC40}"/>
                </a:ext>
              </a:extLst>
            </p:cNvPr>
            <p:cNvSpPr/>
            <p:nvPr/>
          </p:nvSpPr>
          <p:spPr>
            <a:xfrm>
              <a:off x="7872413" y="3825087"/>
              <a:ext cx="115345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1600" kern="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256K×1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985339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F49B2ACD-BCC3-42F3-8A46-1FF68D1E3F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zh-CN" altLang="en-US" b="1" dirty="0">
                <a:solidFill>
                  <a:srgbClr val="FF0000"/>
                </a:solidFill>
              </a:rPr>
              <a:t>第</a:t>
            </a:r>
            <a:r>
              <a:rPr lang="en-US" altLang="zh-CN" b="1" dirty="0">
                <a:solidFill>
                  <a:srgbClr val="FF0000"/>
                </a:solidFill>
                <a:latin typeface="Times New Roman" panose="02020603050405020304" pitchFamily="18" charset="0"/>
              </a:rPr>
              <a:t>3</a:t>
            </a:r>
            <a:r>
              <a:rPr lang="zh-CN" altLang="en-US" b="1" dirty="0">
                <a:solidFill>
                  <a:srgbClr val="FF0000"/>
                </a:solidFill>
              </a:rPr>
              <a:t>章  存 储 系统</a:t>
            </a:r>
          </a:p>
        </p:txBody>
      </p:sp>
      <p:sp>
        <p:nvSpPr>
          <p:cNvPr id="2" name="内容占位符 1">
            <a:extLst>
              <a:ext uri="{FF2B5EF4-FFF2-40B4-BE49-F238E27FC236}">
                <a16:creationId xmlns:a16="http://schemas.microsoft.com/office/drawing/2014/main" id="{5C153F71-F0B3-4B12-888B-BBC670D2D9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1560" y="1600202"/>
            <a:ext cx="8075240" cy="4525963"/>
          </a:xfrm>
        </p:spPr>
        <p:txBody>
          <a:bodyPr/>
          <a:lstStyle/>
          <a:p>
            <a:pPr marL="0" indent="0">
              <a:buNone/>
            </a:pPr>
            <a:r>
              <a:rPr lang="en-US" altLang="zh-CN" dirty="0"/>
              <a:t>	3.1	</a:t>
            </a:r>
            <a:r>
              <a:rPr lang="zh-CN" altLang="en-US" dirty="0"/>
              <a:t>概述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3.2	</a:t>
            </a:r>
            <a:r>
              <a:rPr lang="zh-CN" altLang="en-US" dirty="0"/>
              <a:t>主存储器的内部结构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3.3 	</a:t>
            </a:r>
            <a:r>
              <a:rPr lang="zh-CN" altLang="en-US" dirty="0"/>
              <a:t>随机访问存储器</a:t>
            </a:r>
            <a:r>
              <a:rPr lang="en-US" altLang="zh-CN" dirty="0"/>
              <a:t>RAM</a:t>
            </a:r>
          </a:p>
          <a:p>
            <a:pPr marL="0" indent="0">
              <a:buNone/>
            </a:pPr>
            <a:r>
              <a:rPr lang="en-US" altLang="zh-CN" dirty="0"/>
              <a:t>	3.4	</a:t>
            </a:r>
            <a:r>
              <a:rPr lang="zh-CN" altLang="en-US" dirty="0"/>
              <a:t>只读存储器</a:t>
            </a:r>
            <a:r>
              <a:rPr lang="en-US" altLang="zh-CN" dirty="0"/>
              <a:t>ROM</a:t>
            </a:r>
          </a:p>
          <a:p>
            <a:pPr marL="0" indent="0">
              <a:buNone/>
            </a:pPr>
            <a:r>
              <a:rPr lang="en-US" altLang="zh-CN" dirty="0"/>
              <a:t>	3.5	</a:t>
            </a:r>
            <a:r>
              <a:rPr lang="zh-CN" altLang="en-US" dirty="0"/>
              <a:t>半导体存储器扩展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3.6	</a:t>
            </a:r>
            <a:r>
              <a:rPr lang="zh-CN" altLang="en-US" dirty="0"/>
              <a:t>高速存储器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3.7	</a:t>
            </a:r>
            <a:r>
              <a:rPr lang="zh-CN" altLang="en-US" dirty="0"/>
              <a:t>高速缓冲存储器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D5D67CA4-03D2-4867-8379-5DE67C6D1C43}"/>
              </a:ext>
            </a:extLst>
          </p:cNvPr>
          <p:cNvSpPr/>
          <p:nvPr/>
        </p:nvSpPr>
        <p:spPr>
          <a:xfrm>
            <a:off x="1547664" y="2815829"/>
            <a:ext cx="4892686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/>
            <a:r>
              <a:rPr lang="en-US" altLang="zh-CN" sz="3200" kern="0" dirty="0">
                <a:solidFill>
                  <a:srgbClr val="000000"/>
                </a:solidFill>
              </a:rPr>
              <a:t>3.3 	</a:t>
            </a:r>
            <a:r>
              <a:rPr lang="zh-CN" altLang="en-US" sz="3200" kern="0" dirty="0">
                <a:solidFill>
                  <a:srgbClr val="000000"/>
                </a:solidFill>
              </a:rPr>
              <a:t>随机访问存储器</a:t>
            </a:r>
            <a:r>
              <a:rPr lang="en-US" altLang="zh-CN" sz="3200" kern="0" dirty="0">
                <a:solidFill>
                  <a:srgbClr val="000000"/>
                </a:solidFill>
              </a:rPr>
              <a:t>RAM</a:t>
            </a:r>
            <a:endParaRPr lang="zh-CN" altLang="en-US" dirty="0">
              <a:solidFill>
                <a:srgbClr val="FFFFFF"/>
              </a:solidFill>
              <a:latin typeface="Arial"/>
              <a:ea typeface="宋体"/>
            </a:endParaRPr>
          </a:p>
        </p:txBody>
      </p:sp>
    </p:spTree>
    <p:extLst>
      <p:ext uri="{BB962C8B-B14F-4D97-AF65-F5344CB8AC3E}">
        <p14:creationId xmlns:p14="http://schemas.microsoft.com/office/powerpoint/2010/main" val="10617712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3.3 </a:t>
            </a:r>
            <a:r>
              <a:rPr lang="zh-CN" altLang="en-US" dirty="0"/>
              <a:t>随机访问存储器</a:t>
            </a:r>
            <a:r>
              <a:rPr lang="en-US" altLang="zh-CN" dirty="0"/>
              <a:t>RAM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3"/>
            <a:ext cx="8229600" cy="1872208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3.3.1 SRAM</a:t>
            </a:r>
            <a:r>
              <a:rPr lang="zh-CN" altLang="en-US" dirty="0"/>
              <a:t>的工作原理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3.3.2 DRAM</a:t>
            </a:r>
            <a:r>
              <a:rPr lang="zh-CN" altLang="en-US" dirty="0"/>
              <a:t>的工作原理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27586" y="1700810"/>
            <a:ext cx="4447051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3.3.1 SRAM</a:t>
            </a:r>
            <a:r>
              <a:rPr lang="zh-CN" altLang="en-US" sz="3200" kern="0" dirty="0">
                <a:solidFill>
                  <a:srgbClr val="000000"/>
                </a:solidFill>
              </a:rPr>
              <a:t>的工作原理</a:t>
            </a:r>
          </a:p>
        </p:txBody>
      </p:sp>
    </p:spTree>
    <p:extLst>
      <p:ext uri="{BB962C8B-B14F-4D97-AF65-F5344CB8AC3E}">
        <p14:creationId xmlns:p14="http://schemas.microsoft.com/office/powerpoint/2010/main" val="3564635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Text Box 2">
            <a:extLst>
              <a:ext uri="{FF2B5EF4-FFF2-40B4-BE49-F238E27FC236}">
                <a16:creationId xmlns:a16="http://schemas.microsoft.com/office/drawing/2014/main" id="{CCA31DC0-1D64-4BE6-940C-9805B5C13E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08" y="718068"/>
            <a:ext cx="35052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 dirty="0">
                <a:latin typeface="+mn-ea"/>
                <a:ea typeface="+mn-ea"/>
              </a:rPr>
              <a:t>1.</a:t>
            </a:r>
            <a:r>
              <a:rPr kumimoji="1" lang="zh-CN" altLang="en-US" sz="2400" b="1" dirty="0">
                <a:latin typeface="+mn-ea"/>
                <a:ea typeface="+mn-ea"/>
              </a:rPr>
              <a:t>静态存储元</a:t>
            </a:r>
          </a:p>
        </p:txBody>
      </p:sp>
      <p:sp>
        <p:nvSpPr>
          <p:cNvPr id="118787" name="Text Box 3">
            <a:extLst>
              <a:ext uri="{FF2B5EF4-FFF2-40B4-BE49-F238E27FC236}">
                <a16:creationId xmlns:a16="http://schemas.microsoft.com/office/drawing/2014/main" id="{6F71A254-6611-4725-A613-1645B4341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143002"/>
            <a:ext cx="31242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eaLnBrk="1" hangingPunct="1">
              <a:spcBef>
                <a:spcPct val="50000"/>
              </a:spcBef>
              <a:buFontTx/>
              <a:buNone/>
              <a:defRPr kumimoji="1" sz="2400" b="1">
                <a:latin typeface="+mn-ea"/>
                <a:ea typeface="+mn-ea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zh-CN" altLang="en-US" dirty="0"/>
              <a:t>（</a:t>
            </a:r>
            <a:r>
              <a:rPr lang="en-US" altLang="zh-CN" dirty="0"/>
              <a:t>1</a:t>
            </a:r>
            <a:r>
              <a:rPr lang="zh-CN" altLang="en-US" dirty="0"/>
              <a:t>）组成</a:t>
            </a:r>
          </a:p>
        </p:txBody>
      </p:sp>
      <p:sp>
        <p:nvSpPr>
          <p:cNvPr id="118788" name="Text Box 4">
            <a:extLst>
              <a:ext uri="{FF2B5EF4-FFF2-40B4-BE49-F238E27FC236}">
                <a16:creationId xmlns:a16="http://schemas.microsoft.com/office/drawing/2014/main" id="{972076FB-DB0A-44A3-BA47-A757DA5A82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600202"/>
            <a:ext cx="38862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eaLnBrk="1" hangingPunct="1">
              <a:spcBef>
                <a:spcPct val="50000"/>
              </a:spcBef>
              <a:buFontTx/>
              <a:buNone/>
              <a:defRPr kumimoji="1" sz="2400" b="1">
                <a:latin typeface="+mn-ea"/>
                <a:ea typeface="+mn-ea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en-US" altLang="zh-CN" dirty="0"/>
              <a:t>T1</a:t>
            </a:r>
            <a:r>
              <a:rPr lang="zh-CN" altLang="en-US" dirty="0"/>
              <a:t>、</a:t>
            </a:r>
            <a:r>
              <a:rPr lang="en-US" altLang="zh-CN" dirty="0"/>
              <a:t>T3</a:t>
            </a:r>
            <a:r>
              <a:rPr lang="zh-CN" altLang="en-US" dirty="0"/>
              <a:t>：</a:t>
            </a:r>
            <a:r>
              <a:rPr lang="en-US" altLang="zh-CN" dirty="0"/>
              <a:t>MOS</a:t>
            </a:r>
            <a:r>
              <a:rPr lang="zh-CN" altLang="en-US" dirty="0"/>
              <a:t>反相器</a:t>
            </a:r>
          </a:p>
        </p:txBody>
      </p:sp>
      <p:sp>
        <p:nvSpPr>
          <p:cNvPr id="118789" name="Text Box 5">
            <a:extLst>
              <a:ext uri="{FF2B5EF4-FFF2-40B4-BE49-F238E27FC236}">
                <a16:creationId xmlns:a16="http://schemas.microsoft.com/office/drawing/2014/main" id="{FD037E9E-B6DC-453D-B39A-16A359548C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999829"/>
            <a:ext cx="12954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1800" b="1">
                <a:solidFill>
                  <a:schemeClr val="folHlink"/>
                </a:solidFill>
                <a:latin typeface="楷体_GB2312" pitchFamily="49" charset="-122"/>
                <a:ea typeface="楷体_GB2312" pitchFamily="49" charset="-122"/>
              </a:rPr>
              <a:t>Vcc</a:t>
            </a:r>
          </a:p>
        </p:txBody>
      </p:sp>
      <p:sp>
        <p:nvSpPr>
          <p:cNvPr id="118790" name="Text Box 6">
            <a:extLst>
              <a:ext uri="{FF2B5EF4-FFF2-40B4-BE49-F238E27FC236}">
                <a16:creationId xmlns:a16="http://schemas.microsoft.com/office/drawing/2014/main" id="{399FAA46-34A3-45F4-9758-1FBAC58BFC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2743202"/>
            <a:ext cx="2286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eaLnBrk="1" hangingPunct="1">
              <a:spcBef>
                <a:spcPct val="50000"/>
              </a:spcBef>
              <a:buFontTx/>
              <a:buNone/>
              <a:defRPr kumimoji="1" sz="2400" b="1">
                <a:latin typeface="+mn-ea"/>
                <a:ea typeface="+mn-ea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zh-CN" altLang="en-US" dirty="0"/>
              <a:t>触发器</a:t>
            </a:r>
          </a:p>
        </p:txBody>
      </p:sp>
      <p:grpSp>
        <p:nvGrpSpPr>
          <p:cNvPr id="2" name="Group 7">
            <a:extLst>
              <a:ext uri="{FF2B5EF4-FFF2-40B4-BE49-F238E27FC236}">
                <a16:creationId xmlns:a16="http://schemas.microsoft.com/office/drawing/2014/main" id="{85ED7025-2C31-4120-B795-E1542079ECDE}"/>
              </a:ext>
            </a:extLst>
          </p:cNvPr>
          <p:cNvGrpSpPr>
            <a:grpSpLocks/>
          </p:cNvGrpSpPr>
          <p:nvPr/>
        </p:nvGrpSpPr>
        <p:grpSpPr bwMode="auto">
          <a:xfrm>
            <a:off x="4762500" y="1609429"/>
            <a:ext cx="1447800" cy="1981200"/>
            <a:chOff x="2352" y="1296"/>
            <a:chExt cx="912" cy="1248"/>
          </a:xfrm>
        </p:grpSpPr>
        <p:grpSp>
          <p:nvGrpSpPr>
            <p:cNvPr id="19535" name="Group 8">
              <a:extLst>
                <a:ext uri="{FF2B5EF4-FFF2-40B4-BE49-F238E27FC236}">
                  <a16:creationId xmlns:a16="http://schemas.microsoft.com/office/drawing/2014/main" id="{E022B64A-242C-4692-B5A8-1800559879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0" y="1296"/>
              <a:ext cx="864" cy="624"/>
              <a:chOff x="2400" y="1296"/>
              <a:chExt cx="864" cy="624"/>
            </a:xfrm>
          </p:grpSpPr>
          <p:sp>
            <p:nvSpPr>
              <p:cNvPr id="19548" name="Text Box 9">
                <a:extLst>
                  <a:ext uri="{FF2B5EF4-FFF2-40B4-BE49-F238E27FC236}">
                    <a16:creationId xmlns:a16="http://schemas.microsoft.com/office/drawing/2014/main" id="{8D176BA2-E42F-43FC-ACB9-D1739F9C49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00" y="1440"/>
                <a:ext cx="480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1800" b="1">
                    <a:solidFill>
                      <a:schemeClr val="folHlink"/>
                    </a:solidFill>
                    <a:latin typeface="楷体_GB2312" pitchFamily="49" charset="-122"/>
                    <a:ea typeface="楷体_GB2312" pitchFamily="49" charset="-122"/>
                  </a:rPr>
                  <a:t>T3</a:t>
                </a:r>
              </a:p>
            </p:txBody>
          </p:sp>
          <p:grpSp>
            <p:nvGrpSpPr>
              <p:cNvPr id="19549" name="Group 10">
                <a:extLst>
                  <a:ext uri="{FF2B5EF4-FFF2-40B4-BE49-F238E27FC236}">
                    <a16:creationId xmlns:a16="http://schemas.microsoft.com/office/drawing/2014/main" id="{FBB14E54-4339-4146-ABC8-EC9F3AB0E2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4" y="1296"/>
                <a:ext cx="480" cy="624"/>
                <a:chOff x="2784" y="1296"/>
                <a:chExt cx="480" cy="624"/>
              </a:xfrm>
            </p:grpSpPr>
            <p:sp>
              <p:nvSpPr>
                <p:cNvPr id="19550" name="Line 11">
                  <a:extLst>
                    <a:ext uri="{FF2B5EF4-FFF2-40B4-BE49-F238E27FC236}">
                      <a16:creationId xmlns:a16="http://schemas.microsoft.com/office/drawing/2014/main" id="{AF22E291-5B60-4333-AB59-64FE0F2353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296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51" name="Line 12">
                  <a:extLst>
                    <a:ext uri="{FF2B5EF4-FFF2-40B4-BE49-F238E27FC236}">
                      <a16:creationId xmlns:a16="http://schemas.microsoft.com/office/drawing/2014/main" id="{B0DA0F8D-BAB4-4B50-8529-0046CEED37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536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52" name="Line 13">
                  <a:extLst>
                    <a:ext uri="{FF2B5EF4-FFF2-40B4-BE49-F238E27FC236}">
                      <a16:creationId xmlns:a16="http://schemas.microsoft.com/office/drawing/2014/main" id="{87A84E08-C2F0-41F4-8AE9-DC5CA155FF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680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53" name="Line 14">
                  <a:extLst>
                    <a:ext uri="{FF2B5EF4-FFF2-40B4-BE49-F238E27FC236}">
                      <a16:creationId xmlns:a16="http://schemas.microsoft.com/office/drawing/2014/main" id="{89FD5786-863B-4C33-8E58-F503C7BC70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76" y="1488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54" name="Line 15">
                  <a:extLst>
                    <a:ext uri="{FF2B5EF4-FFF2-40B4-BE49-F238E27FC236}">
                      <a16:creationId xmlns:a16="http://schemas.microsoft.com/office/drawing/2014/main" id="{E9CA93BA-D27D-4CC5-879F-307C8EA760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680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55" name="Line 16">
                  <a:extLst>
                    <a:ext uri="{FF2B5EF4-FFF2-40B4-BE49-F238E27FC236}">
                      <a16:creationId xmlns:a16="http://schemas.microsoft.com/office/drawing/2014/main" id="{DAA56398-0BB3-420A-9AD8-F1AF6F7117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72" y="1536"/>
                  <a:ext cx="0" cy="144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56" name="Line 17">
                  <a:extLst>
                    <a:ext uri="{FF2B5EF4-FFF2-40B4-BE49-F238E27FC236}">
                      <a16:creationId xmlns:a16="http://schemas.microsoft.com/office/drawing/2014/main" id="{9CC9DAFE-9633-472A-8DFF-21A8E0CE7E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72" y="1632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536" name="Group 18">
              <a:extLst>
                <a:ext uri="{FF2B5EF4-FFF2-40B4-BE49-F238E27FC236}">
                  <a16:creationId xmlns:a16="http://schemas.microsoft.com/office/drawing/2014/main" id="{C933F950-8CD8-4E55-9F96-45985BC11E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0" y="1920"/>
              <a:ext cx="864" cy="624"/>
              <a:chOff x="2400" y="1296"/>
              <a:chExt cx="864" cy="624"/>
            </a:xfrm>
          </p:grpSpPr>
          <p:sp>
            <p:nvSpPr>
              <p:cNvPr id="19539" name="Text Box 19">
                <a:extLst>
                  <a:ext uri="{FF2B5EF4-FFF2-40B4-BE49-F238E27FC236}">
                    <a16:creationId xmlns:a16="http://schemas.microsoft.com/office/drawing/2014/main" id="{C99A6D15-E04F-4E9F-B222-BA6A56A4FD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00" y="1440"/>
                <a:ext cx="480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1800" b="1">
                    <a:solidFill>
                      <a:schemeClr val="folHlink"/>
                    </a:solidFill>
                    <a:latin typeface="楷体_GB2312" pitchFamily="49" charset="-122"/>
                    <a:ea typeface="楷体_GB2312" pitchFamily="49" charset="-122"/>
                  </a:rPr>
                  <a:t>T1</a:t>
                </a:r>
              </a:p>
            </p:txBody>
          </p:sp>
          <p:grpSp>
            <p:nvGrpSpPr>
              <p:cNvPr id="19540" name="Group 20">
                <a:extLst>
                  <a:ext uri="{FF2B5EF4-FFF2-40B4-BE49-F238E27FC236}">
                    <a16:creationId xmlns:a16="http://schemas.microsoft.com/office/drawing/2014/main" id="{210712E8-DEF3-4F4D-A920-1718946D59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4" y="1296"/>
                <a:ext cx="480" cy="624"/>
                <a:chOff x="2784" y="1296"/>
                <a:chExt cx="480" cy="624"/>
              </a:xfrm>
            </p:grpSpPr>
            <p:sp>
              <p:nvSpPr>
                <p:cNvPr id="19541" name="Line 21">
                  <a:extLst>
                    <a:ext uri="{FF2B5EF4-FFF2-40B4-BE49-F238E27FC236}">
                      <a16:creationId xmlns:a16="http://schemas.microsoft.com/office/drawing/2014/main" id="{72BE8A70-1DF9-4C39-9D5F-ADFFF0EA62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296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42" name="Line 22">
                  <a:extLst>
                    <a:ext uri="{FF2B5EF4-FFF2-40B4-BE49-F238E27FC236}">
                      <a16:creationId xmlns:a16="http://schemas.microsoft.com/office/drawing/2014/main" id="{8A820069-B8E6-4696-9C62-FB87A1E83D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536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43" name="Line 23">
                  <a:extLst>
                    <a:ext uri="{FF2B5EF4-FFF2-40B4-BE49-F238E27FC236}">
                      <a16:creationId xmlns:a16="http://schemas.microsoft.com/office/drawing/2014/main" id="{37631D47-1DE6-44E0-8719-9CCB150646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680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44" name="Line 24">
                  <a:extLst>
                    <a:ext uri="{FF2B5EF4-FFF2-40B4-BE49-F238E27FC236}">
                      <a16:creationId xmlns:a16="http://schemas.microsoft.com/office/drawing/2014/main" id="{80E7A55C-78B5-4256-B5C0-5CE4F1600B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76" y="1488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45" name="Line 25">
                  <a:extLst>
                    <a:ext uri="{FF2B5EF4-FFF2-40B4-BE49-F238E27FC236}">
                      <a16:creationId xmlns:a16="http://schemas.microsoft.com/office/drawing/2014/main" id="{04CA0C2E-77AD-439A-9810-723431E1CC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680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46" name="Line 26">
                  <a:extLst>
                    <a:ext uri="{FF2B5EF4-FFF2-40B4-BE49-F238E27FC236}">
                      <a16:creationId xmlns:a16="http://schemas.microsoft.com/office/drawing/2014/main" id="{25866870-4B5F-43ED-B70E-BB57BDB625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72" y="1536"/>
                  <a:ext cx="0" cy="144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9547" name="Line 27">
                  <a:extLst>
                    <a:ext uri="{FF2B5EF4-FFF2-40B4-BE49-F238E27FC236}">
                      <a16:creationId xmlns:a16="http://schemas.microsoft.com/office/drawing/2014/main" id="{AD6A98CB-AACB-4BDC-B0A6-4F6719383E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72" y="1632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9537" name="Line 28">
              <a:extLst>
                <a:ext uri="{FF2B5EF4-FFF2-40B4-BE49-F238E27FC236}">
                  <a16:creationId xmlns:a16="http://schemas.microsoft.com/office/drawing/2014/main" id="{215C742A-DF56-486A-A328-846A940506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2544"/>
              <a:ext cx="192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38" name="Line 29">
              <a:extLst>
                <a:ext uri="{FF2B5EF4-FFF2-40B4-BE49-F238E27FC236}">
                  <a16:creationId xmlns:a16="http://schemas.microsoft.com/office/drawing/2014/main" id="{E60AEFE4-768A-447B-9EFF-4CFF22775E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1920"/>
              <a:ext cx="432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7" name="Group 30">
            <a:extLst>
              <a:ext uri="{FF2B5EF4-FFF2-40B4-BE49-F238E27FC236}">
                <a16:creationId xmlns:a16="http://schemas.microsoft.com/office/drawing/2014/main" id="{6C574BAA-911D-4AEE-97AB-BBC3035BFECC}"/>
              </a:ext>
            </a:extLst>
          </p:cNvPr>
          <p:cNvGrpSpPr>
            <a:grpSpLocks/>
          </p:cNvGrpSpPr>
          <p:nvPr/>
        </p:nvGrpSpPr>
        <p:grpSpPr bwMode="auto">
          <a:xfrm>
            <a:off x="6667500" y="1609429"/>
            <a:ext cx="1600200" cy="1981200"/>
            <a:chOff x="3648" y="1296"/>
            <a:chExt cx="1008" cy="1248"/>
          </a:xfrm>
        </p:grpSpPr>
        <p:sp>
          <p:nvSpPr>
            <p:cNvPr id="19515" name="Text Box 31">
              <a:extLst>
                <a:ext uri="{FF2B5EF4-FFF2-40B4-BE49-F238E27FC236}">
                  <a16:creationId xmlns:a16="http://schemas.microsoft.com/office/drawing/2014/main" id="{8A591FDD-0E8C-41D2-945F-BBEA56CA86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4128" y="1440"/>
              <a:ext cx="48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800" b="1">
                  <a:solidFill>
                    <a:schemeClr val="folHlink"/>
                  </a:solidFill>
                  <a:latin typeface="楷体_GB2312" pitchFamily="49" charset="-122"/>
                  <a:ea typeface="楷体_GB2312" pitchFamily="49" charset="-122"/>
                </a:rPr>
                <a:t>T4</a:t>
              </a:r>
            </a:p>
          </p:txBody>
        </p:sp>
        <p:grpSp>
          <p:nvGrpSpPr>
            <p:cNvPr id="19516" name="Group 32">
              <a:extLst>
                <a:ext uri="{FF2B5EF4-FFF2-40B4-BE49-F238E27FC236}">
                  <a16:creationId xmlns:a16="http://schemas.microsoft.com/office/drawing/2014/main" id="{1FCB0C57-7540-40FD-AA1E-A008EA5FA54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48" y="1296"/>
              <a:ext cx="480" cy="624"/>
              <a:chOff x="2784" y="1296"/>
              <a:chExt cx="480" cy="624"/>
            </a:xfrm>
          </p:grpSpPr>
          <p:sp>
            <p:nvSpPr>
              <p:cNvPr id="19528" name="Line 33">
                <a:extLst>
                  <a:ext uri="{FF2B5EF4-FFF2-40B4-BE49-F238E27FC236}">
                    <a16:creationId xmlns:a16="http://schemas.microsoft.com/office/drawing/2014/main" id="{C7CD4A19-6A3A-42A8-A794-2E6C0A2FAC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1296"/>
                <a:ext cx="0" cy="24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9" name="Line 34">
                <a:extLst>
                  <a:ext uri="{FF2B5EF4-FFF2-40B4-BE49-F238E27FC236}">
                    <a16:creationId xmlns:a16="http://schemas.microsoft.com/office/drawing/2014/main" id="{D9608A08-59AE-416A-9442-C06F03D276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1536"/>
                <a:ext cx="192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30" name="Line 35">
                <a:extLst>
                  <a:ext uri="{FF2B5EF4-FFF2-40B4-BE49-F238E27FC236}">
                    <a16:creationId xmlns:a16="http://schemas.microsoft.com/office/drawing/2014/main" id="{78AEEECD-EF48-401C-8A1F-9876576A11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1680"/>
                <a:ext cx="192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31" name="Line 36">
                <a:extLst>
                  <a:ext uri="{FF2B5EF4-FFF2-40B4-BE49-F238E27FC236}">
                    <a16:creationId xmlns:a16="http://schemas.microsoft.com/office/drawing/2014/main" id="{8FB895A2-E92B-4A93-ACBD-661D5F3AE8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6" y="1488"/>
                <a:ext cx="0" cy="24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32" name="Line 37">
                <a:extLst>
                  <a:ext uri="{FF2B5EF4-FFF2-40B4-BE49-F238E27FC236}">
                    <a16:creationId xmlns:a16="http://schemas.microsoft.com/office/drawing/2014/main" id="{B689BE7A-A4BA-4971-B264-4F3E5093D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1680"/>
                <a:ext cx="0" cy="24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33" name="Line 38">
                <a:extLst>
                  <a:ext uri="{FF2B5EF4-FFF2-40B4-BE49-F238E27FC236}">
                    <a16:creationId xmlns:a16="http://schemas.microsoft.com/office/drawing/2014/main" id="{3043E128-E40A-47B9-80A4-7617433651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2" y="1536"/>
                <a:ext cx="0" cy="144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34" name="Line 39">
                <a:extLst>
                  <a:ext uri="{FF2B5EF4-FFF2-40B4-BE49-F238E27FC236}">
                    <a16:creationId xmlns:a16="http://schemas.microsoft.com/office/drawing/2014/main" id="{42EC3AA6-AC35-4613-BB26-D369C8F691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2" y="1632"/>
                <a:ext cx="192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19517" name="Text Box 40">
              <a:extLst>
                <a:ext uri="{FF2B5EF4-FFF2-40B4-BE49-F238E27FC236}">
                  <a16:creationId xmlns:a16="http://schemas.microsoft.com/office/drawing/2014/main" id="{E94362E3-EE3D-4311-8CC6-836A63C39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4176" y="2016"/>
              <a:ext cx="48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800" b="1">
                  <a:solidFill>
                    <a:schemeClr val="folHlink"/>
                  </a:solidFill>
                  <a:latin typeface="楷体_GB2312" pitchFamily="49" charset="-122"/>
                  <a:ea typeface="楷体_GB2312" pitchFamily="49" charset="-122"/>
                </a:rPr>
                <a:t>T2</a:t>
              </a:r>
            </a:p>
          </p:txBody>
        </p:sp>
        <p:grpSp>
          <p:nvGrpSpPr>
            <p:cNvPr id="19518" name="Group 41">
              <a:extLst>
                <a:ext uri="{FF2B5EF4-FFF2-40B4-BE49-F238E27FC236}">
                  <a16:creationId xmlns:a16="http://schemas.microsoft.com/office/drawing/2014/main" id="{D7A415DE-E98F-488B-A4D2-1701971F5B6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48" y="1920"/>
              <a:ext cx="480" cy="624"/>
              <a:chOff x="2784" y="1296"/>
              <a:chExt cx="480" cy="624"/>
            </a:xfrm>
          </p:grpSpPr>
          <p:sp>
            <p:nvSpPr>
              <p:cNvPr id="19521" name="Line 42">
                <a:extLst>
                  <a:ext uri="{FF2B5EF4-FFF2-40B4-BE49-F238E27FC236}">
                    <a16:creationId xmlns:a16="http://schemas.microsoft.com/office/drawing/2014/main" id="{994088E6-4D40-4623-B3E0-28FFFB7811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1296"/>
                <a:ext cx="0" cy="24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2" name="Line 43">
                <a:extLst>
                  <a:ext uri="{FF2B5EF4-FFF2-40B4-BE49-F238E27FC236}">
                    <a16:creationId xmlns:a16="http://schemas.microsoft.com/office/drawing/2014/main" id="{828C4F26-9244-4D64-B01A-9148E97AD9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1536"/>
                <a:ext cx="192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3" name="Line 44">
                <a:extLst>
                  <a:ext uri="{FF2B5EF4-FFF2-40B4-BE49-F238E27FC236}">
                    <a16:creationId xmlns:a16="http://schemas.microsoft.com/office/drawing/2014/main" id="{265E1232-879D-4C63-A89B-F4859EFCD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1680"/>
                <a:ext cx="192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4" name="Line 45">
                <a:extLst>
                  <a:ext uri="{FF2B5EF4-FFF2-40B4-BE49-F238E27FC236}">
                    <a16:creationId xmlns:a16="http://schemas.microsoft.com/office/drawing/2014/main" id="{97AEA00E-25C3-4FEF-84EE-CC8DF030CF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6" y="1488"/>
                <a:ext cx="0" cy="24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5" name="Line 46">
                <a:extLst>
                  <a:ext uri="{FF2B5EF4-FFF2-40B4-BE49-F238E27FC236}">
                    <a16:creationId xmlns:a16="http://schemas.microsoft.com/office/drawing/2014/main" id="{C1A304F9-4157-413B-8C38-1B621A148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1680"/>
                <a:ext cx="0" cy="24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6" name="Line 47">
                <a:extLst>
                  <a:ext uri="{FF2B5EF4-FFF2-40B4-BE49-F238E27FC236}">
                    <a16:creationId xmlns:a16="http://schemas.microsoft.com/office/drawing/2014/main" id="{644B61BF-C740-4F6F-9838-1486B4D264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2" y="1536"/>
                <a:ext cx="0" cy="144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7" name="Line 48">
                <a:extLst>
                  <a:ext uri="{FF2B5EF4-FFF2-40B4-BE49-F238E27FC236}">
                    <a16:creationId xmlns:a16="http://schemas.microsoft.com/office/drawing/2014/main" id="{97556537-8CB3-45C4-B92E-C6E749E6B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2" y="1632"/>
                <a:ext cx="192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19519" name="Line 49">
              <a:extLst>
                <a:ext uri="{FF2B5EF4-FFF2-40B4-BE49-F238E27FC236}">
                  <a16:creationId xmlns:a16="http://schemas.microsoft.com/office/drawing/2014/main" id="{ABC460EB-5F04-4A41-9CC7-74BC390247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32" y="2544"/>
              <a:ext cx="192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20" name="Line 50">
              <a:extLst>
                <a:ext uri="{FF2B5EF4-FFF2-40B4-BE49-F238E27FC236}">
                  <a16:creationId xmlns:a16="http://schemas.microsoft.com/office/drawing/2014/main" id="{841BA672-2A29-4B4D-807A-6C633C2F6B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28" y="1920"/>
              <a:ext cx="432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118835" name="Text Box 51">
            <a:extLst>
              <a:ext uri="{FF2B5EF4-FFF2-40B4-BE49-F238E27FC236}">
                <a16:creationId xmlns:a16="http://schemas.microsoft.com/office/drawing/2014/main" id="{7B51FB15-3494-4F77-B4D9-CACA09F701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057402"/>
            <a:ext cx="38862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eaLnBrk="1" hangingPunct="1">
              <a:spcBef>
                <a:spcPct val="50000"/>
              </a:spcBef>
              <a:buFontTx/>
              <a:buNone/>
              <a:defRPr kumimoji="1" sz="2400" b="1">
                <a:latin typeface="+mn-ea"/>
                <a:ea typeface="+mn-ea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en-US" altLang="zh-CN" dirty="0"/>
              <a:t>T2</a:t>
            </a:r>
            <a:r>
              <a:rPr lang="zh-CN" altLang="en-US" dirty="0"/>
              <a:t>、</a:t>
            </a:r>
            <a:r>
              <a:rPr lang="en-US" altLang="zh-CN" dirty="0"/>
              <a:t>T4</a:t>
            </a:r>
            <a:r>
              <a:rPr lang="zh-CN" altLang="en-US" dirty="0"/>
              <a:t>：</a:t>
            </a:r>
            <a:r>
              <a:rPr lang="en-US" altLang="zh-CN" dirty="0"/>
              <a:t>MOS</a:t>
            </a:r>
            <a:r>
              <a:rPr lang="zh-CN" altLang="en-US" dirty="0"/>
              <a:t>反相器</a:t>
            </a:r>
          </a:p>
        </p:txBody>
      </p:sp>
      <p:sp>
        <p:nvSpPr>
          <p:cNvPr id="118836" name="Line 52">
            <a:extLst>
              <a:ext uri="{FF2B5EF4-FFF2-40B4-BE49-F238E27FC236}">
                <a16:creationId xmlns:a16="http://schemas.microsoft.com/office/drawing/2014/main" id="{278A73B7-B85D-40AD-9DED-763C4C2F216E}"/>
              </a:ext>
            </a:extLst>
          </p:cNvPr>
          <p:cNvSpPr>
            <a:spLocks noChangeShapeType="1"/>
          </p:cNvSpPr>
          <p:nvPr/>
        </p:nvSpPr>
        <p:spPr bwMode="auto">
          <a:xfrm>
            <a:off x="5448300" y="2600029"/>
            <a:ext cx="762000" cy="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37" name="Line 53">
            <a:extLst>
              <a:ext uri="{FF2B5EF4-FFF2-40B4-BE49-F238E27FC236}">
                <a16:creationId xmlns:a16="http://schemas.microsoft.com/office/drawing/2014/main" id="{8F262A70-3215-4E07-9914-5FE54EE024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0300" y="2600029"/>
            <a:ext cx="457200" cy="5334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38" name="Line 54">
            <a:extLst>
              <a:ext uri="{FF2B5EF4-FFF2-40B4-BE49-F238E27FC236}">
                <a16:creationId xmlns:a16="http://schemas.microsoft.com/office/drawing/2014/main" id="{1684CEFC-8E29-4F89-B28B-62D6E9C447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10300" y="2600029"/>
            <a:ext cx="457200" cy="5334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39" name="Line 55">
            <a:extLst>
              <a:ext uri="{FF2B5EF4-FFF2-40B4-BE49-F238E27FC236}">
                <a16:creationId xmlns:a16="http://schemas.microsoft.com/office/drawing/2014/main" id="{5CF6B3EB-1396-4FC0-B91A-75FF8825D57C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7500" y="2600029"/>
            <a:ext cx="762000" cy="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40" name="Line 56">
            <a:extLst>
              <a:ext uri="{FF2B5EF4-FFF2-40B4-BE49-F238E27FC236}">
                <a16:creationId xmlns:a16="http://schemas.microsoft.com/office/drawing/2014/main" id="{F5566330-D4C8-492A-A58E-5AB1DB0DED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48300" y="1609429"/>
            <a:ext cx="1981200" cy="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41" name="Line 57">
            <a:extLst>
              <a:ext uri="{FF2B5EF4-FFF2-40B4-BE49-F238E27FC236}">
                <a16:creationId xmlns:a16="http://schemas.microsoft.com/office/drawing/2014/main" id="{FB75900A-38F0-4351-A3F4-573736C395C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0300" y="2142829"/>
            <a:ext cx="457200" cy="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42" name="Line 58">
            <a:extLst>
              <a:ext uri="{FF2B5EF4-FFF2-40B4-BE49-F238E27FC236}">
                <a16:creationId xmlns:a16="http://schemas.microsoft.com/office/drawing/2014/main" id="{A95FB685-A2B0-493A-93FD-9060E9CB17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8900" y="1228429"/>
            <a:ext cx="0" cy="9144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43" name="AutoShape 59">
            <a:extLst>
              <a:ext uri="{FF2B5EF4-FFF2-40B4-BE49-F238E27FC236}">
                <a16:creationId xmlns:a16="http://schemas.microsoft.com/office/drawing/2014/main" id="{342E1B23-253A-46D7-8C3E-070B7FEA10BE}"/>
              </a:ext>
            </a:extLst>
          </p:cNvPr>
          <p:cNvSpPr>
            <a:spLocks/>
          </p:cNvSpPr>
          <p:nvPr/>
        </p:nvSpPr>
        <p:spPr bwMode="auto">
          <a:xfrm rot="-5400000">
            <a:off x="1295400" y="1828800"/>
            <a:ext cx="228600" cy="1752600"/>
          </a:xfrm>
          <a:prstGeom prst="leftBrace">
            <a:avLst>
              <a:gd name="adj1" fmla="val 63889"/>
              <a:gd name="adj2" fmla="val 50000"/>
            </a:avLst>
          </a:prstGeom>
          <a:noFill/>
          <a:ln w="28575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2400"/>
          </a:p>
        </p:txBody>
      </p:sp>
      <p:grpSp>
        <p:nvGrpSpPr>
          <p:cNvPr id="10" name="Group 60">
            <a:extLst>
              <a:ext uri="{FF2B5EF4-FFF2-40B4-BE49-F238E27FC236}">
                <a16:creationId xmlns:a16="http://schemas.microsoft.com/office/drawing/2014/main" id="{D827C902-3E9C-4430-B422-04DDF890C8E1}"/>
              </a:ext>
            </a:extLst>
          </p:cNvPr>
          <p:cNvGrpSpPr>
            <a:grpSpLocks/>
          </p:cNvGrpSpPr>
          <p:nvPr/>
        </p:nvGrpSpPr>
        <p:grpSpPr bwMode="auto">
          <a:xfrm>
            <a:off x="4000500" y="2066629"/>
            <a:ext cx="1143000" cy="1828800"/>
            <a:chOff x="2496" y="1008"/>
            <a:chExt cx="720" cy="1152"/>
          </a:xfrm>
        </p:grpSpPr>
        <p:sp>
          <p:nvSpPr>
            <p:cNvPr id="19508" name="Line 61">
              <a:extLst>
                <a:ext uri="{FF2B5EF4-FFF2-40B4-BE49-F238E27FC236}">
                  <a16:creationId xmlns:a16="http://schemas.microsoft.com/office/drawing/2014/main" id="{8A73EF59-7C42-4E07-91EB-EBD82A319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6" y="1344"/>
              <a:ext cx="0" cy="144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09" name="Line 62">
              <a:extLst>
                <a:ext uri="{FF2B5EF4-FFF2-40B4-BE49-F238E27FC236}">
                  <a16:creationId xmlns:a16="http://schemas.microsoft.com/office/drawing/2014/main" id="{E2BA9CDF-340F-4F5F-A238-C842A18514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344"/>
              <a:ext cx="0" cy="144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10" name="Line 63">
              <a:extLst>
                <a:ext uri="{FF2B5EF4-FFF2-40B4-BE49-F238E27FC236}">
                  <a16:creationId xmlns:a16="http://schemas.microsoft.com/office/drawing/2014/main" id="{2EB39934-7A68-4EE1-BB6A-3970FC443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1488"/>
              <a:ext cx="336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11" name="Line 64">
              <a:extLst>
                <a:ext uri="{FF2B5EF4-FFF2-40B4-BE49-F238E27FC236}">
                  <a16:creationId xmlns:a16="http://schemas.microsoft.com/office/drawing/2014/main" id="{ACBCF952-3C33-4AEC-A577-487AB6AAE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1344"/>
              <a:ext cx="336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12" name="Line 65">
              <a:extLst>
                <a:ext uri="{FF2B5EF4-FFF2-40B4-BE49-F238E27FC236}">
                  <a16:creationId xmlns:a16="http://schemas.microsoft.com/office/drawing/2014/main" id="{8CF3ECF2-571C-4C98-A758-3E18D79A5D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536"/>
              <a:ext cx="144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13" name="Line 66">
              <a:extLst>
                <a:ext uri="{FF2B5EF4-FFF2-40B4-BE49-F238E27FC236}">
                  <a16:creationId xmlns:a16="http://schemas.microsoft.com/office/drawing/2014/main" id="{E7053711-B97F-4065-B9BD-23286F6CA0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1536"/>
              <a:ext cx="0" cy="624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14" name="Text Box 67">
              <a:extLst>
                <a:ext uri="{FF2B5EF4-FFF2-40B4-BE49-F238E27FC236}">
                  <a16:creationId xmlns:a16="http://schemas.microsoft.com/office/drawing/2014/main" id="{857FA6D7-973C-47F6-999C-706B1317D0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8" y="1008"/>
              <a:ext cx="52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800" b="1">
                  <a:solidFill>
                    <a:schemeClr val="folHlink"/>
                  </a:solidFill>
                  <a:latin typeface="楷体_GB2312" pitchFamily="49" charset="-122"/>
                  <a:ea typeface="楷体_GB2312" pitchFamily="49" charset="-122"/>
                </a:rPr>
                <a:t>T5</a:t>
              </a:r>
            </a:p>
          </p:txBody>
        </p:sp>
      </p:grpSp>
      <p:grpSp>
        <p:nvGrpSpPr>
          <p:cNvPr id="11" name="Group 68">
            <a:extLst>
              <a:ext uri="{FF2B5EF4-FFF2-40B4-BE49-F238E27FC236}">
                <a16:creationId xmlns:a16="http://schemas.microsoft.com/office/drawing/2014/main" id="{B122018B-4669-4DC1-BF0B-B484C4C03B5B}"/>
              </a:ext>
            </a:extLst>
          </p:cNvPr>
          <p:cNvGrpSpPr>
            <a:grpSpLocks/>
          </p:cNvGrpSpPr>
          <p:nvPr/>
        </p:nvGrpSpPr>
        <p:grpSpPr bwMode="auto">
          <a:xfrm>
            <a:off x="7962900" y="2066629"/>
            <a:ext cx="914400" cy="1828800"/>
            <a:chOff x="4992" y="1008"/>
            <a:chExt cx="576" cy="1152"/>
          </a:xfrm>
        </p:grpSpPr>
        <p:sp>
          <p:nvSpPr>
            <p:cNvPr id="19501" name="Line 69">
              <a:extLst>
                <a:ext uri="{FF2B5EF4-FFF2-40B4-BE49-F238E27FC236}">
                  <a16:creationId xmlns:a16="http://schemas.microsoft.com/office/drawing/2014/main" id="{E9BF4A84-9462-4AC5-A447-D086D9F3F5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2" y="1344"/>
              <a:ext cx="0" cy="144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02" name="Line 70">
              <a:extLst>
                <a:ext uri="{FF2B5EF4-FFF2-40B4-BE49-F238E27FC236}">
                  <a16:creationId xmlns:a16="http://schemas.microsoft.com/office/drawing/2014/main" id="{CA1D8500-E6B3-423D-9E2A-A0F0D14E35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8" y="1344"/>
              <a:ext cx="0" cy="144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03" name="Line 71">
              <a:extLst>
                <a:ext uri="{FF2B5EF4-FFF2-40B4-BE49-F238E27FC236}">
                  <a16:creationId xmlns:a16="http://schemas.microsoft.com/office/drawing/2014/main" id="{B5E2B6AD-58CC-494F-8DA9-0A604E5FE2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2" y="1488"/>
              <a:ext cx="336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04" name="Line 72">
              <a:extLst>
                <a:ext uri="{FF2B5EF4-FFF2-40B4-BE49-F238E27FC236}">
                  <a16:creationId xmlns:a16="http://schemas.microsoft.com/office/drawing/2014/main" id="{CF052EEF-B87D-47A9-953B-B8B2A467C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2" y="1344"/>
              <a:ext cx="336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05" name="Line 73">
              <a:extLst>
                <a:ext uri="{FF2B5EF4-FFF2-40B4-BE49-F238E27FC236}">
                  <a16:creationId xmlns:a16="http://schemas.microsoft.com/office/drawing/2014/main" id="{C1E05749-88A3-4505-8DAF-9FCCE2A3DE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8" y="1536"/>
              <a:ext cx="144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06" name="Line 74">
              <a:extLst>
                <a:ext uri="{FF2B5EF4-FFF2-40B4-BE49-F238E27FC236}">
                  <a16:creationId xmlns:a16="http://schemas.microsoft.com/office/drawing/2014/main" id="{512C7685-B5BB-405A-8D9E-93DD9B2831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" y="1536"/>
              <a:ext cx="0" cy="624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07" name="Text Box 75">
              <a:extLst>
                <a:ext uri="{FF2B5EF4-FFF2-40B4-BE49-F238E27FC236}">
                  <a16:creationId xmlns:a16="http://schemas.microsoft.com/office/drawing/2014/main" id="{ED385DFD-685A-404F-8453-1DDA05C47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2" y="1008"/>
              <a:ext cx="52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800" b="1">
                  <a:solidFill>
                    <a:schemeClr val="folHlink"/>
                  </a:solidFill>
                  <a:latin typeface="楷体_GB2312" pitchFamily="49" charset="-122"/>
                  <a:ea typeface="楷体_GB2312" pitchFamily="49" charset="-122"/>
                </a:rPr>
                <a:t>T6</a:t>
              </a:r>
            </a:p>
          </p:txBody>
        </p:sp>
      </p:grpSp>
      <p:sp>
        <p:nvSpPr>
          <p:cNvPr id="118860" name="Line 76">
            <a:extLst>
              <a:ext uri="{FF2B5EF4-FFF2-40B4-BE49-F238E27FC236}">
                <a16:creationId xmlns:a16="http://schemas.microsoft.com/office/drawing/2014/main" id="{26CE929B-B063-4EA4-902D-BED9369BF4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686300" y="3895429"/>
            <a:ext cx="3581400" cy="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61" name="Text Box 77">
            <a:extLst>
              <a:ext uri="{FF2B5EF4-FFF2-40B4-BE49-F238E27FC236}">
                <a16:creationId xmlns:a16="http://schemas.microsoft.com/office/drawing/2014/main" id="{0A77EEC4-9E6E-45BF-BBD4-D9CCE8130E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200402"/>
            <a:ext cx="38862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eaLnBrk="1" hangingPunct="1">
              <a:spcBef>
                <a:spcPct val="50000"/>
              </a:spcBef>
              <a:buFontTx/>
              <a:buNone/>
              <a:defRPr kumimoji="1" sz="2400" b="1">
                <a:latin typeface="+mn-ea"/>
                <a:ea typeface="+mn-ea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en-US" altLang="zh-CN"/>
              <a:t>T5</a:t>
            </a:r>
            <a:r>
              <a:rPr lang="zh-CN" altLang="en-US"/>
              <a:t>、</a:t>
            </a:r>
            <a:r>
              <a:rPr lang="en-US" altLang="zh-CN"/>
              <a:t>T6</a:t>
            </a:r>
            <a:r>
              <a:rPr lang="zh-CN" altLang="en-US"/>
              <a:t>：控制门管</a:t>
            </a:r>
          </a:p>
        </p:txBody>
      </p:sp>
      <p:sp>
        <p:nvSpPr>
          <p:cNvPr id="118862" name="Line 78">
            <a:extLst>
              <a:ext uri="{FF2B5EF4-FFF2-40B4-BE49-F238E27FC236}">
                <a16:creationId xmlns:a16="http://schemas.microsoft.com/office/drawing/2014/main" id="{40776753-1944-4869-AA2B-4BE0CEC4519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8900" y="3895429"/>
            <a:ext cx="0" cy="3810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63" name="Line 79">
            <a:extLst>
              <a:ext uri="{FF2B5EF4-FFF2-40B4-BE49-F238E27FC236}">
                <a16:creationId xmlns:a16="http://schemas.microsoft.com/office/drawing/2014/main" id="{9A54518D-25F2-49CE-9D65-031D14C030A4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8700" y="4276429"/>
            <a:ext cx="3200400" cy="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64" name="Text Box 80">
            <a:extLst>
              <a:ext uri="{FF2B5EF4-FFF2-40B4-BE49-F238E27FC236}">
                <a16:creationId xmlns:a16="http://schemas.microsoft.com/office/drawing/2014/main" id="{7640C40B-2651-415A-BE35-BFF4CBF5E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1500" y="3971629"/>
            <a:ext cx="9144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1800" b="1">
                <a:solidFill>
                  <a:schemeClr val="folHlink"/>
                </a:solidFill>
                <a:latin typeface="楷体_GB2312" pitchFamily="49" charset="-122"/>
                <a:ea typeface="楷体_GB2312" pitchFamily="49" charset="-122"/>
              </a:rPr>
              <a:t>Z</a:t>
            </a:r>
          </a:p>
        </p:txBody>
      </p:sp>
      <p:sp>
        <p:nvSpPr>
          <p:cNvPr id="118865" name="Text Box 81">
            <a:extLst>
              <a:ext uri="{FF2B5EF4-FFF2-40B4-BE49-F238E27FC236}">
                <a16:creationId xmlns:a16="http://schemas.microsoft.com/office/drawing/2014/main" id="{26EC5E10-8C94-404E-8205-54B7253EF1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733802"/>
            <a:ext cx="4953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eaLnBrk="1" hangingPunct="1">
              <a:spcBef>
                <a:spcPct val="50000"/>
              </a:spcBef>
              <a:buFontTx/>
              <a:buNone/>
              <a:defRPr kumimoji="1" sz="2400" b="1">
                <a:latin typeface="+mn-ea"/>
                <a:ea typeface="+mn-ea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en-US" altLang="zh-CN" dirty="0"/>
              <a:t>Z</a:t>
            </a:r>
            <a:r>
              <a:rPr lang="zh-CN" altLang="en-US" dirty="0"/>
              <a:t>：字线，选择存储单元</a:t>
            </a:r>
          </a:p>
        </p:txBody>
      </p:sp>
      <p:sp>
        <p:nvSpPr>
          <p:cNvPr id="118866" name="Text Box 82">
            <a:extLst>
              <a:ext uri="{FF2B5EF4-FFF2-40B4-BE49-F238E27FC236}">
                <a16:creationId xmlns:a16="http://schemas.microsoft.com/office/drawing/2014/main" id="{F3BB2C97-1F59-4869-BC71-358AC12F08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267202"/>
            <a:ext cx="4876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eaLnBrk="1" hangingPunct="1">
              <a:spcBef>
                <a:spcPct val="50000"/>
              </a:spcBef>
              <a:buFontTx/>
              <a:buNone/>
              <a:defRPr kumimoji="1" sz="2400" b="1">
                <a:latin typeface="+mn-ea"/>
                <a:ea typeface="+mn-ea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zh-CN" altLang="en-US" dirty="0"/>
              <a:t>位线，完成读</a:t>
            </a:r>
            <a:r>
              <a:rPr lang="en-US" altLang="zh-CN" dirty="0"/>
              <a:t>/</a:t>
            </a:r>
            <a:r>
              <a:rPr lang="zh-CN" altLang="en-US" dirty="0"/>
              <a:t>写操作</a:t>
            </a:r>
          </a:p>
        </p:txBody>
      </p:sp>
      <p:sp>
        <p:nvSpPr>
          <p:cNvPr id="118867" name="Line 83">
            <a:extLst>
              <a:ext uri="{FF2B5EF4-FFF2-40B4-BE49-F238E27FC236}">
                <a16:creationId xmlns:a16="http://schemas.microsoft.com/office/drawing/2014/main" id="{DC9BB768-B28F-4797-9789-954F7EE717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0500" y="1609429"/>
            <a:ext cx="0" cy="23622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868" name="Line 84">
            <a:extLst>
              <a:ext uri="{FF2B5EF4-FFF2-40B4-BE49-F238E27FC236}">
                <a16:creationId xmlns:a16="http://schemas.microsoft.com/office/drawing/2014/main" id="{1B823936-413C-4301-A5CE-B080BD96643E}"/>
              </a:ext>
            </a:extLst>
          </p:cNvPr>
          <p:cNvSpPr>
            <a:spLocks noChangeShapeType="1"/>
          </p:cNvSpPr>
          <p:nvPr/>
        </p:nvSpPr>
        <p:spPr bwMode="auto">
          <a:xfrm>
            <a:off x="8877300" y="1609429"/>
            <a:ext cx="0" cy="23622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2" name="Group 85">
            <a:extLst>
              <a:ext uri="{FF2B5EF4-FFF2-40B4-BE49-F238E27FC236}">
                <a16:creationId xmlns:a16="http://schemas.microsoft.com/office/drawing/2014/main" id="{A68592A9-869F-4A15-9637-2A5F6AF2F7C5}"/>
              </a:ext>
            </a:extLst>
          </p:cNvPr>
          <p:cNvGrpSpPr>
            <a:grpSpLocks/>
          </p:cNvGrpSpPr>
          <p:nvPr/>
        </p:nvGrpSpPr>
        <p:grpSpPr bwMode="auto">
          <a:xfrm>
            <a:off x="4129708" y="1143000"/>
            <a:ext cx="914400" cy="369888"/>
            <a:chOff x="2544" y="432"/>
            <a:chExt cx="576" cy="233"/>
          </a:xfrm>
        </p:grpSpPr>
        <p:sp>
          <p:nvSpPr>
            <p:cNvPr id="19499" name="Text Box 86">
              <a:extLst>
                <a:ext uri="{FF2B5EF4-FFF2-40B4-BE49-F238E27FC236}">
                  <a16:creationId xmlns:a16="http://schemas.microsoft.com/office/drawing/2014/main" id="{2D49CC88-6B29-4A40-924D-77443CF5B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432"/>
              <a:ext cx="576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800" b="1" dirty="0">
                  <a:solidFill>
                    <a:schemeClr val="folHlink"/>
                  </a:solidFill>
                  <a:latin typeface="楷体_GB2312" pitchFamily="49" charset="-122"/>
                  <a:ea typeface="楷体_GB2312" pitchFamily="49" charset="-122"/>
                </a:rPr>
                <a:t>W</a:t>
              </a:r>
            </a:p>
          </p:txBody>
        </p:sp>
        <p:sp>
          <p:nvSpPr>
            <p:cNvPr id="21548" name="Line 87">
              <a:extLst>
                <a:ext uri="{FF2B5EF4-FFF2-40B4-BE49-F238E27FC236}">
                  <a16:creationId xmlns:a16="http://schemas.microsoft.com/office/drawing/2014/main" id="{FC378C74-8C1D-4149-8D6C-70D9A66C9F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4" y="438"/>
              <a:ext cx="192" cy="0"/>
            </a:xfrm>
            <a:prstGeom prst="line">
              <a:avLst/>
            </a:prstGeom>
            <a:ln>
              <a:solidFill>
                <a:schemeClr val="tx1"/>
              </a:solidFill>
              <a:headEnd type="none" w="sm" len="sm"/>
              <a:tailEnd type="none" w="sm" len="sm"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eaLnBrk="1" hangingPunct="1">
                <a:defRPr/>
              </a:pPr>
              <a:endParaRPr lang="zh-CN" altLang="en-US"/>
            </a:p>
          </p:txBody>
        </p:sp>
      </p:grpSp>
      <p:sp>
        <p:nvSpPr>
          <p:cNvPr id="118872" name="Text Box 88">
            <a:extLst>
              <a:ext uri="{FF2B5EF4-FFF2-40B4-BE49-F238E27FC236}">
                <a16:creationId xmlns:a16="http://schemas.microsoft.com/office/drawing/2014/main" id="{71469F1C-BC48-4132-B70C-10203698D7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0100" y="1152231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楷体_GB2312" pitchFamily="49" charset="-122"/>
                <a:ea typeface="楷体_GB2312" pitchFamily="49" charset="-122"/>
              </a:rPr>
              <a:t>W</a:t>
            </a:r>
          </a:p>
        </p:txBody>
      </p:sp>
      <p:grpSp>
        <p:nvGrpSpPr>
          <p:cNvPr id="13" name="Group 89">
            <a:extLst>
              <a:ext uri="{FF2B5EF4-FFF2-40B4-BE49-F238E27FC236}">
                <a16:creationId xmlns:a16="http://schemas.microsoft.com/office/drawing/2014/main" id="{FA4338B7-6A26-4C68-BE29-9F37744B52B1}"/>
              </a:ext>
            </a:extLst>
          </p:cNvPr>
          <p:cNvGrpSpPr>
            <a:grpSpLocks/>
          </p:cNvGrpSpPr>
          <p:nvPr/>
        </p:nvGrpSpPr>
        <p:grpSpPr bwMode="auto">
          <a:xfrm>
            <a:off x="0" y="4267203"/>
            <a:ext cx="914400" cy="461963"/>
            <a:chOff x="0" y="2784"/>
            <a:chExt cx="576" cy="291"/>
          </a:xfrm>
        </p:grpSpPr>
        <p:sp>
          <p:nvSpPr>
            <p:cNvPr id="19497" name="Text Box 90">
              <a:extLst>
                <a:ext uri="{FF2B5EF4-FFF2-40B4-BE49-F238E27FC236}">
                  <a16:creationId xmlns:a16="http://schemas.microsoft.com/office/drawing/2014/main" id="{96B6A593-75EE-4542-9ABC-13F6915011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784"/>
              <a:ext cx="57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defPPr>
                <a:defRPr lang="zh-CN"/>
              </a:defPPr>
              <a:lvl1pPr eaLnBrk="1" hangingPunct="1">
                <a:spcBef>
                  <a:spcPct val="50000"/>
                </a:spcBef>
                <a:buFontTx/>
                <a:buNone/>
                <a:defRPr kumimoji="1" sz="2400" b="1">
                  <a:latin typeface="+mn-ea"/>
                  <a:ea typeface="+mn-ea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/>
              </a:lvl2pPr>
              <a:lvl3pPr marL="1143000" indent="-228600">
                <a:spcBef>
                  <a:spcPct val="20000"/>
                </a:spcBef>
                <a:buChar char="•"/>
                <a:defRPr sz="2400"/>
              </a:lvl3pPr>
              <a:lvl4pPr marL="1600200" indent="-228600">
                <a:spcBef>
                  <a:spcPct val="20000"/>
                </a:spcBef>
                <a:buChar char="–"/>
                <a:defRPr sz="2000"/>
              </a:lvl4pPr>
              <a:lvl5pPr marL="2057400" indent="-228600">
                <a:spcBef>
                  <a:spcPct val="20000"/>
                </a:spcBef>
                <a:buChar char="»"/>
                <a:defRPr sz="2000"/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/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/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/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/>
              </a:lvl9pPr>
            </a:lstStyle>
            <a:p>
              <a:r>
                <a:rPr lang="en-US" altLang="zh-CN" dirty="0"/>
                <a:t>W</a:t>
              </a:r>
              <a:r>
                <a:rPr lang="zh-CN" altLang="en-US" dirty="0"/>
                <a:t>、</a:t>
              </a:r>
            </a:p>
          </p:txBody>
        </p:sp>
        <p:sp>
          <p:nvSpPr>
            <p:cNvPr id="21546" name="Line 91">
              <a:extLst>
                <a:ext uri="{FF2B5EF4-FFF2-40B4-BE49-F238E27FC236}">
                  <a16:creationId xmlns:a16="http://schemas.microsoft.com/office/drawing/2014/main" id="{01F704B1-86A9-4912-9C3C-174ECFB989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2832"/>
              <a:ext cx="192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 eaLnBrk="1" hangingPunct="1">
                <a:spcBef>
                  <a:spcPct val="50000"/>
                </a:spcBef>
              </a:pPr>
              <a:endParaRPr kumimoji="1" lang="zh-CN" altLang="en-US" sz="2400" b="1">
                <a:latin typeface="+mn-ea"/>
              </a:endParaRPr>
            </a:p>
          </p:txBody>
        </p:sp>
      </p:grpSp>
      <p:sp>
        <p:nvSpPr>
          <p:cNvPr id="118876" name="Text Box 92">
            <a:extLst>
              <a:ext uri="{FF2B5EF4-FFF2-40B4-BE49-F238E27FC236}">
                <a16:creationId xmlns:a16="http://schemas.microsoft.com/office/drawing/2014/main" id="{69B2126D-3D95-4C1A-96FF-B367C6D625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4267202"/>
            <a:ext cx="9144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eaLnBrk="1" hangingPunct="1">
              <a:spcBef>
                <a:spcPct val="50000"/>
              </a:spcBef>
              <a:buFontTx/>
              <a:buNone/>
              <a:defRPr kumimoji="1" sz="2400" b="1">
                <a:latin typeface="+mn-ea"/>
                <a:ea typeface="+mn-ea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en-US" altLang="zh-CN"/>
              <a:t>W</a:t>
            </a:r>
            <a:r>
              <a:rPr lang="zh-CN" altLang="en-US"/>
              <a:t>：</a:t>
            </a:r>
          </a:p>
        </p:txBody>
      </p:sp>
      <p:sp>
        <p:nvSpPr>
          <p:cNvPr id="118877" name="Text Box 93">
            <a:extLst>
              <a:ext uri="{FF2B5EF4-FFF2-40B4-BE49-F238E27FC236}">
                <a16:creationId xmlns:a16="http://schemas.microsoft.com/office/drawing/2014/main" id="{0E023B5C-CB39-4239-B5CC-A2FEC92E95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800600"/>
            <a:ext cx="312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b="1" dirty="0">
                <a:solidFill>
                  <a:srgbClr val="FFFFFF"/>
                </a:solidFill>
                <a:latin typeface="楷体_GB2312" pitchFamily="49" charset="-122"/>
                <a:ea typeface="楷体_GB2312" pitchFamily="49" charset="-122"/>
              </a:rPr>
              <a:t>（</a:t>
            </a:r>
            <a:r>
              <a:rPr kumimoji="1" lang="en-US" altLang="zh-CN" b="1" dirty="0">
                <a:solidFill>
                  <a:srgbClr val="FFFFFF"/>
                </a:solidFill>
                <a:latin typeface="楷体_GB2312" pitchFamily="49" charset="-122"/>
                <a:ea typeface="楷体_GB2312" pitchFamily="49" charset="-122"/>
              </a:rPr>
              <a:t>2</a:t>
            </a:r>
            <a:r>
              <a:rPr kumimoji="1" lang="zh-CN" altLang="en-US" b="1" dirty="0">
                <a:solidFill>
                  <a:srgbClr val="FFFFFF"/>
                </a:solidFill>
                <a:latin typeface="楷体_GB2312" pitchFamily="49" charset="-122"/>
                <a:ea typeface="楷体_GB2312" pitchFamily="49" charset="-122"/>
              </a:rPr>
              <a:t>）定义</a:t>
            </a:r>
          </a:p>
        </p:txBody>
      </p:sp>
      <p:sp>
        <p:nvSpPr>
          <p:cNvPr id="118878" name="Text Box 94">
            <a:extLst>
              <a:ext uri="{FF2B5EF4-FFF2-40B4-BE49-F238E27FC236}">
                <a16:creationId xmlns:a16="http://schemas.microsoft.com/office/drawing/2014/main" id="{C44E27DB-13CC-4C2A-96AA-001DD6D6F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5334002"/>
            <a:ext cx="4876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eaLnBrk="1" hangingPunct="1">
              <a:spcBef>
                <a:spcPct val="50000"/>
              </a:spcBef>
              <a:buFontTx/>
              <a:buNone/>
              <a:defRPr kumimoji="1" sz="2400" b="1">
                <a:latin typeface="+mn-ea"/>
                <a:ea typeface="+mn-ea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en-US" altLang="zh-CN" dirty="0"/>
              <a:t>“0”</a:t>
            </a:r>
            <a:r>
              <a:rPr lang="zh-CN" altLang="en-US" dirty="0"/>
              <a:t>：</a:t>
            </a:r>
            <a:r>
              <a:rPr lang="en-US" altLang="zh-CN" dirty="0"/>
              <a:t>T1</a:t>
            </a:r>
            <a:r>
              <a:rPr lang="zh-CN" altLang="en-US" dirty="0"/>
              <a:t>导通，</a:t>
            </a:r>
            <a:r>
              <a:rPr lang="en-US" altLang="zh-CN" dirty="0"/>
              <a:t>T2</a:t>
            </a:r>
            <a:r>
              <a:rPr lang="zh-CN" altLang="en-US" dirty="0"/>
              <a:t>截止；</a:t>
            </a:r>
          </a:p>
        </p:txBody>
      </p:sp>
      <p:sp>
        <p:nvSpPr>
          <p:cNvPr id="118879" name="Text Box 95">
            <a:extLst>
              <a:ext uri="{FF2B5EF4-FFF2-40B4-BE49-F238E27FC236}">
                <a16:creationId xmlns:a16="http://schemas.microsoft.com/office/drawing/2014/main" id="{9D0CD48F-CE89-4381-8A71-7F39CC327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5867402"/>
            <a:ext cx="4876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eaLnBrk="1" hangingPunct="1">
              <a:spcBef>
                <a:spcPct val="50000"/>
              </a:spcBef>
              <a:buFontTx/>
              <a:buNone/>
              <a:defRPr kumimoji="1" sz="2400" b="1">
                <a:latin typeface="+mn-ea"/>
                <a:ea typeface="+mn-ea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en-US" altLang="zh-CN" dirty="0"/>
              <a:t>“1”</a:t>
            </a:r>
            <a:r>
              <a:rPr lang="zh-CN" altLang="en-US" dirty="0"/>
              <a:t>：</a:t>
            </a:r>
            <a:r>
              <a:rPr lang="en-US" altLang="zh-CN" dirty="0"/>
              <a:t>T1</a:t>
            </a:r>
            <a:r>
              <a:rPr lang="zh-CN" altLang="en-US" dirty="0"/>
              <a:t>截止，</a:t>
            </a:r>
            <a:r>
              <a:rPr lang="en-US" altLang="zh-CN" dirty="0"/>
              <a:t>T2</a:t>
            </a:r>
            <a:r>
              <a:rPr lang="zh-CN" altLang="en-US" dirty="0"/>
              <a:t>导通。</a:t>
            </a:r>
          </a:p>
        </p:txBody>
      </p:sp>
      <p:sp>
        <p:nvSpPr>
          <p:cNvPr id="118880" name="Oval 96">
            <a:extLst>
              <a:ext uri="{FF2B5EF4-FFF2-40B4-BE49-F238E27FC236}">
                <a16:creationId xmlns:a16="http://schemas.microsoft.com/office/drawing/2014/main" id="{3167943F-2464-4AAD-B306-1C885A907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700" y="1533229"/>
            <a:ext cx="152400" cy="152400"/>
          </a:xfrm>
          <a:prstGeom prst="ellipse">
            <a:avLst/>
          </a:prstGeom>
          <a:solidFill>
            <a:schemeClr val="tx1"/>
          </a:solidFill>
          <a:ln w="12700" cap="sq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118881" name="Oval 97">
            <a:extLst>
              <a:ext uri="{FF2B5EF4-FFF2-40B4-BE49-F238E27FC236}">
                <a16:creationId xmlns:a16="http://schemas.microsoft.com/office/drawing/2014/main" id="{8A320874-6553-4FB6-B845-B2DF899E0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2100" y="2523829"/>
            <a:ext cx="152400" cy="152400"/>
          </a:xfrm>
          <a:prstGeom prst="ellipse">
            <a:avLst/>
          </a:prstGeom>
          <a:solidFill>
            <a:schemeClr val="tx1"/>
          </a:solidFill>
          <a:ln w="12700" cap="sq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118882" name="Oval 98">
            <a:extLst>
              <a:ext uri="{FF2B5EF4-FFF2-40B4-BE49-F238E27FC236}">
                <a16:creationId xmlns:a16="http://schemas.microsoft.com/office/drawing/2014/main" id="{4E29B9C4-F259-40E3-9FF2-08EC483DA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3300" y="2523829"/>
            <a:ext cx="152400" cy="152400"/>
          </a:xfrm>
          <a:prstGeom prst="ellipse">
            <a:avLst/>
          </a:prstGeom>
          <a:solidFill>
            <a:schemeClr val="tx1"/>
          </a:solidFill>
          <a:ln w="12700" cap="sq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19496" name="Text Box 102">
            <a:extLst>
              <a:ext uri="{FF2B5EF4-FFF2-40B4-BE49-F238E27FC236}">
                <a16:creationId xmlns:a16="http://schemas.microsoft.com/office/drawing/2014/main" id="{A946808F-5BA0-45D7-AF76-2A7E422A4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4735" y="2"/>
            <a:ext cx="6165470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4400" kern="0" dirty="0">
                <a:solidFill>
                  <a:srgbClr val="FF0000"/>
                </a:solidFill>
                <a:latin typeface="Arial"/>
                <a:ea typeface="宋体"/>
                <a:cs typeface="+mj-cs"/>
              </a:rPr>
              <a:t>3.3.1 SRAM</a:t>
            </a:r>
            <a:r>
              <a:rPr lang="zh-CN" altLang="en-US" sz="4400" kern="0" dirty="0">
                <a:solidFill>
                  <a:srgbClr val="FF0000"/>
                </a:solidFill>
                <a:latin typeface="Arial"/>
                <a:ea typeface="宋体"/>
                <a:cs typeface="+mj-cs"/>
              </a:rPr>
              <a:t>的工作原理</a:t>
            </a:r>
            <a:endParaRPr kumimoji="1" lang="en-US" altLang="zh-CN" sz="3600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02" name="矩形 101">
            <a:extLst>
              <a:ext uri="{FF2B5EF4-FFF2-40B4-BE49-F238E27FC236}">
                <a16:creationId xmlns:a16="http://schemas.microsoft.com/office/drawing/2014/main" id="{17EC40D0-D767-47B9-9990-D4D9525E73FC}"/>
              </a:ext>
            </a:extLst>
          </p:cNvPr>
          <p:cNvSpPr/>
          <p:nvPr/>
        </p:nvSpPr>
        <p:spPr>
          <a:xfrm>
            <a:off x="7677304" y="51870"/>
            <a:ext cx="1428596" cy="64633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effectLst>
            <a:glow rad="63500">
              <a:schemeClr val="accent4">
                <a:satMod val="175000"/>
                <a:alpha val="40000"/>
              </a:schemeClr>
            </a:glow>
          </a:effectLst>
        </p:spPr>
        <p:txBody>
          <a:bodyPr wrap="none">
            <a:spAutoFit/>
          </a:bodyPr>
          <a:lstStyle/>
          <a:p>
            <a:r>
              <a:rPr lang="en-US" altLang="zh-CN" dirty="0"/>
              <a:t>3.3</a:t>
            </a:r>
            <a:r>
              <a:rPr lang="zh-CN" altLang="en-US" dirty="0"/>
              <a:t>随机访问</a:t>
            </a:r>
            <a:endParaRPr lang="en-US" altLang="zh-CN" dirty="0"/>
          </a:p>
          <a:p>
            <a:r>
              <a:rPr lang="zh-CN" altLang="en-US" dirty="0"/>
              <a:t>存储器</a:t>
            </a:r>
            <a:r>
              <a:rPr lang="en-US" altLang="zh-CN" dirty="0"/>
              <a:t>RAM</a:t>
            </a:r>
          </a:p>
        </p:txBody>
      </p:sp>
      <p:sp>
        <p:nvSpPr>
          <p:cNvPr id="105" name="Line 87">
            <a:extLst>
              <a:ext uri="{FF2B5EF4-FFF2-40B4-BE49-F238E27FC236}">
                <a16:creationId xmlns:a16="http://schemas.microsoft.com/office/drawing/2014/main" id="{D13F45E3-36BE-4429-A3DB-E588C3010B56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08" y="4340961"/>
            <a:ext cx="304800" cy="0"/>
          </a:xfrm>
          <a:prstGeom prst="line">
            <a:avLst/>
          </a:prstGeom>
          <a:ln>
            <a:solidFill>
              <a:schemeClr val="tx1"/>
            </a:solidFill>
            <a:headEnd type="none" w="sm" len="sm"/>
            <a:tailEnd type="none" w="sm" len="sm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  <p:txBody>
          <a:bodyPr wrap="none" anchor="ctr"/>
          <a:lstStyle/>
          <a:p>
            <a:pPr eaLnBrk="1" hangingPunct="1">
              <a:defRPr/>
            </a:pPr>
            <a:endParaRPr lang="zh-CN" altLang="en-US"/>
          </a:p>
        </p:txBody>
      </p:sp>
    </p:spTree>
  </p:cSld>
  <p:clrMapOvr>
    <a:masterClrMapping/>
  </p:clrMapOvr>
  <p:transition spd="slow">
    <p:blinds/>
    <p:sndAc>
      <p:stSnd>
        <p:snd r:embed="rId2" name="CHIMES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18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" dur="500"/>
                                        <p:tgtEl>
                                          <p:spTgt spid="118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2" dur="500"/>
                                        <p:tgtEl>
                                          <p:spTgt spid="118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2" dur="500"/>
                                        <p:tgtEl>
                                          <p:spTgt spid="118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500"/>
                                        <p:tgtEl>
                                          <p:spTgt spid="118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118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18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8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51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53" dur="500"/>
                                        <p:tgtEl>
                                          <p:spTgt spid="118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8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18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118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6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118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7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18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7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118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118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118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02" dur="500"/>
                                        <p:tgtEl>
                                          <p:spTgt spid="118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7" dur="500"/>
                                        <p:tgtEl>
                                          <p:spTgt spid="118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500"/>
                                        <p:tgtEl>
                                          <p:spTgt spid="118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4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6" dur="500"/>
                                        <p:tgtEl>
                                          <p:spTgt spid="118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1188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25" dur="500"/>
                                        <p:tgtEl>
                                          <p:spTgt spid="118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500"/>
                                        <p:tgtEl>
                                          <p:spTgt spid="118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500"/>
                                        <p:tgtEl>
                                          <p:spTgt spid="118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3" dur="500"/>
                                        <p:tgtEl>
                                          <p:spTgt spid="1188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4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0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2" dur="500"/>
                                        <p:tgtEl>
                                          <p:spTgt spid="118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7" dur="500"/>
                                        <p:tgtEl>
                                          <p:spTgt spid="118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 nodeType="clickPar">
                      <p:stCondLst>
                        <p:cond delay="indefinite"/>
                      </p:stCondLst>
                      <p:childTnLst>
                        <p:par>
                          <p:cTn id="1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62" dur="500"/>
                                        <p:tgtEl>
                                          <p:spTgt spid="118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 nodeType="clickPar">
                      <p:stCondLst>
                        <p:cond delay="indefinite"/>
                      </p:stCondLst>
                      <p:childTnLst>
                        <p:par>
                          <p:cTn id="1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5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67" dur="500"/>
                                        <p:tgtEl>
                                          <p:spTgt spid="118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72" dur="500"/>
                                        <p:tgtEl>
                                          <p:spTgt spid="118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786" grpId="0" autoUpdateAnimBg="0"/>
      <p:bldP spid="118787" grpId="0" autoUpdateAnimBg="0"/>
      <p:bldP spid="118788" grpId="0" autoUpdateAnimBg="0"/>
      <p:bldP spid="118789" grpId="0" autoUpdateAnimBg="0"/>
      <p:bldP spid="118790" grpId="0" autoUpdateAnimBg="0"/>
      <p:bldP spid="118835" grpId="0" autoUpdateAnimBg="0"/>
      <p:bldP spid="118843" grpId="0" animBg="1"/>
      <p:bldP spid="118861" grpId="0" autoUpdateAnimBg="0"/>
      <p:bldP spid="118864" grpId="0" build="p" autoUpdateAnimBg="0" advAuto="0"/>
      <p:bldP spid="118865" grpId="0" autoUpdateAnimBg="0"/>
      <p:bldP spid="118866" grpId="0" autoUpdateAnimBg="0"/>
      <p:bldP spid="118872" grpId="0" build="p" autoUpdateAnimBg="0" advAuto="0"/>
      <p:bldP spid="118876" grpId="0" autoUpdateAnimBg="0"/>
      <p:bldP spid="118877" grpId="0" autoUpdateAnimBg="0"/>
      <p:bldP spid="118878" grpId="0" autoUpdateAnimBg="0"/>
      <p:bldP spid="118879" grpId="0" autoUpdateAnimBg="0"/>
      <p:bldP spid="118880" grpId="0" animBg="1"/>
      <p:bldP spid="118881" grpId="0" animBg="1"/>
      <p:bldP spid="118882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Text Box 2">
            <a:extLst>
              <a:ext uri="{FF2B5EF4-FFF2-40B4-BE49-F238E27FC236}">
                <a16:creationId xmlns:a16="http://schemas.microsoft.com/office/drawing/2014/main" id="{FC576C5D-7736-4001-A254-CD4651D80B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"/>
            <a:ext cx="31242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>
                <a:solidFill>
                  <a:srgbClr val="FFFFFF"/>
                </a:solidFill>
                <a:latin typeface="+mn-ea"/>
                <a:ea typeface="+mn-ea"/>
              </a:rPr>
              <a:t>（</a:t>
            </a:r>
            <a:r>
              <a:rPr kumimoji="1" lang="en-US" altLang="zh-CN" sz="2400" b="1">
                <a:solidFill>
                  <a:srgbClr val="FFFFFF"/>
                </a:solidFill>
                <a:latin typeface="+mn-ea"/>
                <a:ea typeface="+mn-ea"/>
              </a:rPr>
              <a:t>3</a:t>
            </a:r>
            <a:r>
              <a:rPr kumimoji="1" lang="zh-CN" altLang="en-US" sz="2400" b="1">
                <a:solidFill>
                  <a:srgbClr val="FFFFFF"/>
                </a:solidFill>
                <a:latin typeface="+mn-ea"/>
                <a:ea typeface="+mn-ea"/>
              </a:rPr>
              <a:t>）工作</a:t>
            </a:r>
          </a:p>
        </p:txBody>
      </p:sp>
      <p:sp>
        <p:nvSpPr>
          <p:cNvPr id="119811" name="Text Box 3">
            <a:extLst>
              <a:ext uri="{FF2B5EF4-FFF2-40B4-BE49-F238E27FC236}">
                <a16:creationId xmlns:a16="http://schemas.microsoft.com/office/drawing/2014/main" id="{0E6FE860-2FDC-4707-A1EC-553F0CEB5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57202"/>
            <a:ext cx="1447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 dirty="0">
                <a:latin typeface="+mn-ea"/>
                <a:ea typeface="+mn-ea"/>
              </a:rPr>
              <a:t>T5</a:t>
            </a:r>
            <a:r>
              <a:rPr kumimoji="1" lang="zh-CN" altLang="en-US" sz="2400" b="1" dirty="0">
                <a:latin typeface="+mn-ea"/>
                <a:ea typeface="+mn-ea"/>
              </a:rPr>
              <a:t>、</a:t>
            </a:r>
            <a:r>
              <a:rPr kumimoji="1" lang="en-US" altLang="zh-CN" sz="2400" b="1" dirty="0">
                <a:latin typeface="+mn-ea"/>
                <a:ea typeface="+mn-ea"/>
              </a:rPr>
              <a:t>T6</a:t>
            </a:r>
          </a:p>
        </p:txBody>
      </p:sp>
      <p:sp>
        <p:nvSpPr>
          <p:cNvPr id="119812" name="Text Box 4">
            <a:extLst>
              <a:ext uri="{FF2B5EF4-FFF2-40B4-BE49-F238E27FC236}">
                <a16:creationId xmlns:a16="http://schemas.microsoft.com/office/drawing/2014/main" id="{13E7441D-1017-4448-A7E8-945582B28C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57202"/>
            <a:ext cx="2895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 dirty="0">
                <a:latin typeface="+mn-ea"/>
                <a:ea typeface="+mn-ea"/>
              </a:rPr>
              <a:t>Z</a:t>
            </a:r>
            <a:r>
              <a:rPr kumimoji="1" lang="zh-CN" altLang="en-US" sz="2400" b="1" dirty="0">
                <a:latin typeface="+mn-ea"/>
                <a:ea typeface="+mn-ea"/>
              </a:rPr>
              <a:t>：加高电平，</a:t>
            </a:r>
          </a:p>
        </p:txBody>
      </p:sp>
      <p:sp>
        <p:nvSpPr>
          <p:cNvPr id="119813" name="Text Box 5">
            <a:extLst>
              <a:ext uri="{FF2B5EF4-FFF2-40B4-BE49-F238E27FC236}">
                <a16:creationId xmlns:a16="http://schemas.microsoft.com/office/drawing/2014/main" id="{CE792C33-4D25-4FB9-8C38-36E9ADD66F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828802"/>
            <a:ext cx="35814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>
                <a:latin typeface="+mn-ea"/>
                <a:ea typeface="+mn-ea"/>
              </a:rPr>
              <a:t>高、低电平，写</a:t>
            </a:r>
            <a:r>
              <a:rPr kumimoji="1" lang="en-US" altLang="zh-CN" sz="2400" b="1">
                <a:latin typeface="+mn-ea"/>
                <a:ea typeface="+mn-ea"/>
              </a:rPr>
              <a:t>1/0</a:t>
            </a:r>
            <a:r>
              <a:rPr kumimoji="1" lang="zh-CN" altLang="en-US" sz="2400" b="1">
                <a:latin typeface="+mn-ea"/>
                <a:ea typeface="+mn-ea"/>
              </a:rPr>
              <a:t>。</a:t>
            </a:r>
          </a:p>
        </p:txBody>
      </p:sp>
      <p:sp>
        <p:nvSpPr>
          <p:cNvPr id="119814" name="Text Box 6">
            <a:extLst>
              <a:ext uri="{FF2B5EF4-FFF2-40B4-BE49-F238E27FC236}">
                <a16:creationId xmlns:a16="http://schemas.microsoft.com/office/drawing/2014/main" id="{86D07376-5D9F-4F83-85F0-D73AA8D019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200402"/>
            <a:ext cx="31242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>
                <a:solidFill>
                  <a:srgbClr val="FFFFFF"/>
                </a:solidFill>
                <a:latin typeface="+mn-ea"/>
                <a:ea typeface="+mn-ea"/>
              </a:rPr>
              <a:t>（</a:t>
            </a:r>
            <a:r>
              <a:rPr kumimoji="1" lang="en-US" altLang="zh-CN" sz="2400" b="1">
                <a:solidFill>
                  <a:srgbClr val="FFFFFF"/>
                </a:solidFill>
                <a:latin typeface="+mn-ea"/>
                <a:ea typeface="+mn-ea"/>
              </a:rPr>
              <a:t>4</a:t>
            </a:r>
            <a:r>
              <a:rPr kumimoji="1" lang="zh-CN" altLang="en-US" sz="2400" b="1">
                <a:solidFill>
                  <a:srgbClr val="FFFFFF"/>
                </a:solidFill>
                <a:latin typeface="+mn-ea"/>
                <a:ea typeface="+mn-ea"/>
              </a:rPr>
              <a:t>）保持</a:t>
            </a:r>
          </a:p>
        </p:txBody>
      </p:sp>
      <p:sp>
        <p:nvSpPr>
          <p:cNvPr id="119815" name="Text Box 7">
            <a:extLst>
              <a:ext uri="{FF2B5EF4-FFF2-40B4-BE49-F238E27FC236}">
                <a16:creationId xmlns:a16="http://schemas.microsoft.com/office/drawing/2014/main" id="{F23A48E8-75E3-4401-925A-5C02A30986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652666"/>
            <a:ext cx="91440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>
                <a:solidFill>
                  <a:srgbClr val="FF0000"/>
                </a:solidFill>
                <a:latin typeface="+mn-ea"/>
                <a:ea typeface="+mn-ea"/>
              </a:rPr>
              <a:t>只要电源正常，保证向导通管提供电流，便能维持一管导通，另一管截止的状态不变，∴称静态。</a:t>
            </a:r>
          </a:p>
        </p:txBody>
      </p:sp>
      <p:grpSp>
        <p:nvGrpSpPr>
          <p:cNvPr id="20488" name="Group 8">
            <a:extLst>
              <a:ext uri="{FF2B5EF4-FFF2-40B4-BE49-F238E27FC236}">
                <a16:creationId xmlns:a16="http://schemas.microsoft.com/office/drawing/2014/main" id="{7F1873E3-9DD6-408A-B198-8CCEE9608FCD}"/>
              </a:ext>
            </a:extLst>
          </p:cNvPr>
          <p:cNvGrpSpPr>
            <a:grpSpLocks/>
          </p:cNvGrpSpPr>
          <p:nvPr/>
        </p:nvGrpSpPr>
        <p:grpSpPr bwMode="auto">
          <a:xfrm>
            <a:off x="3806687" y="810593"/>
            <a:ext cx="5334000" cy="3433763"/>
            <a:chOff x="2496" y="336"/>
            <a:chExt cx="3360" cy="2163"/>
          </a:xfrm>
        </p:grpSpPr>
        <p:sp>
          <p:nvSpPr>
            <p:cNvPr id="20501" name="Text Box 9">
              <a:extLst>
                <a:ext uri="{FF2B5EF4-FFF2-40B4-BE49-F238E27FC236}">
                  <a16:creationId xmlns:a16="http://schemas.microsoft.com/office/drawing/2014/main" id="{37C32C4E-2B7D-4C05-A5F2-D8AD324DB4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336"/>
              <a:ext cx="81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solidFill>
                    <a:srgbClr val="FF0000"/>
                  </a:solidFill>
                  <a:latin typeface="+mn-ea"/>
                  <a:ea typeface="+mn-ea"/>
                </a:rPr>
                <a:t>Vcc</a:t>
              </a:r>
            </a:p>
          </p:txBody>
        </p:sp>
        <p:grpSp>
          <p:nvGrpSpPr>
            <p:cNvPr id="20502" name="Group 10">
              <a:extLst>
                <a:ext uri="{FF2B5EF4-FFF2-40B4-BE49-F238E27FC236}">
                  <a16:creationId xmlns:a16="http://schemas.microsoft.com/office/drawing/2014/main" id="{A2199B5E-8BDF-42A9-AF4B-5D599C8BEE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6" y="720"/>
              <a:ext cx="912" cy="1248"/>
              <a:chOff x="2352" y="1296"/>
              <a:chExt cx="912" cy="1248"/>
            </a:xfrm>
          </p:grpSpPr>
          <p:grpSp>
            <p:nvGrpSpPr>
              <p:cNvPr id="20560" name="Group 11">
                <a:extLst>
                  <a:ext uri="{FF2B5EF4-FFF2-40B4-BE49-F238E27FC236}">
                    <a16:creationId xmlns:a16="http://schemas.microsoft.com/office/drawing/2014/main" id="{8C9748E8-2FB7-4BF1-BD0E-2650313932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00" y="1296"/>
                <a:ext cx="864" cy="624"/>
                <a:chOff x="2400" y="1296"/>
                <a:chExt cx="864" cy="624"/>
              </a:xfrm>
            </p:grpSpPr>
            <p:sp>
              <p:nvSpPr>
                <p:cNvPr id="20573" name="Text Box 12">
                  <a:extLst>
                    <a:ext uri="{FF2B5EF4-FFF2-40B4-BE49-F238E27FC236}">
                      <a16:creationId xmlns:a16="http://schemas.microsoft.com/office/drawing/2014/main" id="{19E9265C-957F-432A-98FE-1C8A83127C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00" y="1440"/>
                  <a:ext cx="480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kumimoji="1" lang="en-US" altLang="zh-CN" sz="2400" b="1">
                      <a:solidFill>
                        <a:srgbClr val="FF0000"/>
                      </a:solidFill>
                      <a:latin typeface="+mn-ea"/>
                      <a:ea typeface="+mn-ea"/>
                    </a:rPr>
                    <a:t>T3</a:t>
                  </a:r>
                </a:p>
              </p:txBody>
            </p:sp>
            <p:grpSp>
              <p:nvGrpSpPr>
                <p:cNvPr id="20574" name="Group 13">
                  <a:extLst>
                    <a:ext uri="{FF2B5EF4-FFF2-40B4-BE49-F238E27FC236}">
                      <a16:creationId xmlns:a16="http://schemas.microsoft.com/office/drawing/2014/main" id="{23D3A041-871D-4E15-9600-17290A1CAB7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784" y="1296"/>
                  <a:ext cx="480" cy="624"/>
                  <a:chOff x="2784" y="1296"/>
                  <a:chExt cx="480" cy="624"/>
                </a:xfrm>
              </p:grpSpPr>
              <p:sp>
                <p:nvSpPr>
                  <p:cNvPr id="20575" name="Line 14">
                    <a:extLst>
                      <a:ext uri="{FF2B5EF4-FFF2-40B4-BE49-F238E27FC236}">
                        <a16:creationId xmlns:a16="http://schemas.microsoft.com/office/drawing/2014/main" id="{203E7C70-D4F9-47C5-A4FC-A5D66EAEF1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84" y="1296"/>
                    <a:ext cx="0" cy="24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76" name="Line 15">
                    <a:extLst>
                      <a:ext uri="{FF2B5EF4-FFF2-40B4-BE49-F238E27FC236}">
                        <a16:creationId xmlns:a16="http://schemas.microsoft.com/office/drawing/2014/main" id="{441D4705-D776-41AA-A4F3-D68F1F178F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84" y="1536"/>
                    <a:ext cx="192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77" name="Line 16">
                    <a:extLst>
                      <a:ext uri="{FF2B5EF4-FFF2-40B4-BE49-F238E27FC236}">
                        <a16:creationId xmlns:a16="http://schemas.microsoft.com/office/drawing/2014/main" id="{C43BEC41-F68A-4063-8654-2B4C4D0E67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84" y="1680"/>
                    <a:ext cx="192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78" name="Line 17">
                    <a:extLst>
                      <a:ext uri="{FF2B5EF4-FFF2-40B4-BE49-F238E27FC236}">
                        <a16:creationId xmlns:a16="http://schemas.microsoft.com/office/drawing/2014/main" id="{318F5706-46E9-423D-A44D-7994291044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976" y="1488"/>
                    <a:ext cx="0" cy="24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79" name="Line 18">
                    <a:extLst>
                      <a:ext uri="{FF2B5EF4-FFF2-40B4-BE49-F238E27FC236}">
                        <a16:creationId xmlns:a16="http://schemas.microsoft.com/office/drawing/2014/main" id="{1AD4D463-C0BA-4143-B747-3A7A820A35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84" y="1680"/>
                    <a:ext cx="0" cy="24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80" name="Line 19">
                    <a:extLst>
                      <a:ext uri="{FF2B5EF4-FFF2-40B4-BE49-F238E27FC236}">
                        <a16:creationId xmlns:a16="http://schemas.microsoft.com/office/drawing/2014/main" id="{D6D442A9-3A33-438A-9039-A8BCC73F4E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72" y="1536"/>
                    <a:ext cx="0" cy="144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81" name="Line 20">
                    <a:extLst>
                      <a:ext uri="{FF2B5EF4-FFF2-40B4-BE49-F238E27FC236}">
                        <a16:creationId xmlns:a16="http://schemas.microsoft.com/office/drawing/2014/main" id="{A8EECB8C-A9EE-425E-AC02-E2E37C97B6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72" y="1632"/>
                    <a:ext cx="192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</p:grpSp>
          </p:grpSp>
          <p:grpSp>
            <p:nvGrpSpPr>
              <p:cNvPr id="20561" name="Group 21">
                <a:extLst>
                  <a:ext uri="{FF2B5EF4-FFF2-40B4-BE49-F238E27FC236}">
                    <a16:creationId xmlns:a16="http://schemas.microsoft.com/office/drawing/2014/main" id="{76862BD3-5486-4444-847E-3587814FFB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00" y="1920"/>
                <a:ext cx="864" cy="624"/>
                <a:chOff x="2400" y="1296"/>
                <a:chExt cx="864" cy="624"/>
              </a:xfrm>
            </p:grpSpPr>
            <p:sp>
              <p:nvSpPr>
                <p:cNvPr id="20564" name="Text Box 22">
                  <a:extLst>
                    <a:ext uri="{FF2B5EF4-FFF2-40B4-BE49-F238E27FC236}">
                      <a16:creationId xmlns:a16="http://schemas.microsoft.com/office/drawing/2014/main" id="{BB333E6E-BBE5-47C2-B7D4-173EFD0F00D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00" y="1440"/>
                  <a:ext cx="480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kumimoji="1" lang="en-US" altLang="zh-CN" sz="2400" b="1">
                      <a:solidFill>
                        <a:srgbClr val="FF0000"/>
                      </a:solidFill>
                      <a:latin typeface="+mn-ea"/>
                      <a:ea typeface="+mn-ea"/>
                    </a:rPr>
                    <a:t>T1</a:t>
                  </a:r>
                </a:p>
              </p:txBody>
            </p:sp>
            <p:grpSp>
              <p:nvGrpSpPr>
                <p:cNvPr id="20565" name="Group 23">
                  <a:extLst>
                    <a:ext uri="{FF2B5EF4-FFF2-40B4-BE49-F238E27FC236}">
                      <a16:creationId xmlns:a16="http://schemas.microsoft.com/office/drawing/2014/main" id="{A987A8A7-1FB3-422C-B16A-CDCDB1561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784" y="1296"/>
                  <a:ext cx="480" cy="624"/>
                  <a:chOff x="2784" y="1296"/>
                  <a:chExt cx="480" cy="624"/>
                </a:xfrm>
              </p:grpSpPr>
              <p:sp>
                <p:nvSpPr>
                  <p:cNvPr id="20566" name="Line 24">
                    <a:extLst>
                      <a:ext uri="{FF2B5EF4-FFF2-40B4-BE49-F238E27FC236}">
                        <a16:creationId xmlns:a16="http://schemas.microsoft.com/office/drawing/2014/main" id="{A35C3607-8DF7-49B6-A83D-8DC1D556C39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84" y="1296"/>
                    <a:ext cx="0" cy="24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67" name="Line 25">
                    <a:extLst>
                      <a:ext uri="{FF2B5EF4-FFF2-40B4-BE49-F238E27FC236}">
                        <a16:creationId xmlns:a16="http://schemas.microsoft.com/office/drawing/2014/main" id="{B4ECA95B-F271-43A6-93AC-1C75E4A52C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84" y="1536"/>
                    <a:ext cx="192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68" name="Line 26">
                    <a:extLst>
                      <a:ext uri="{FF2B5EF4-FFF2-40B4-BE49-F238E27FC236}">
                        <a16:creationId xmlns:a16="http://schemas.microsoft.com/office/drawing/2014/main" id="{0C2B7BD0-0F1E-4B4B-8A78-60669E6EF0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84" y="1680"/>
                    <a:ext cx="192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69" name="Line 27">
                    <a:extLst>
                      <a:ext uri="{FF2B5EF4-FFF2-40B4-BE49-F238E27FC236}">
                        <a16:creationId xmlns:a16="http://schemas.microsoft.com/office/drawing/2014/main" id="{C833396F-6032-44F0-9468-91F33CE115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976" y="1488"/>
                    <a:ext cx="0" cy="24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70" name="Line 28">
                    <a:extLst>
                      <a:ext uri="{FF2B5EF4-FFF2-40B4-BE49-F238E27FC236}">
                        <a16:creationId xmlns:a16="http://schemas.microsoft.com/office/drawing/2014/main" id="{13E157E5-4218-43DE-ABD1-8CDBDF279A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84" y="1680"/>
                    <a:ext cx="0" cy="24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71" name="Line 29">
                    <a:extLst>
                      <a:ext uri="{FF2B5EF4-FFF2-40B4-BE49-F238E27FC236}">
                        <a16:creationId xmlns:a16="http://schemas.microsoft.com/office/drawing/2014/main" id="{C4695706-C3C0-4827-BBA8-5B6A161450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72" y="1536"/>
                    <a:ext cx="0" cy="144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  <p:sp>
                <p:nvSpPr>
                  <p:cNvPr id="20572" name="Line 30">
                    <a:extLst>
                      <a:ext uri="{FF2B5EF4-FFF2-40B4-BE49-F238E27FC236}">
                        <a16:creationId xmlns:a16="http://schemas.microsoft.com/office/drawing/2014/main" id="{26DF32EF-1E9C-452F-B290-A0C510A02D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72" y="1632"/>
                    <a:ext cx="192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400">
                      <a:latin typeface="+mn-ea"/>
                      <a:ea typeface="+mn-ea"/>
                    </a:endParaRPr>
                  </a:p>
                </p:txBody>
              </p:sp>
            </p:grpSp>
          </p:grpSp>
          <p:sp>
            <p:nvSpPr>
              <p:cNvPr id="20562" name="Line 31">
                <a:extLst>
                  <a:ext uri="{FF2B5EF4-FFF2-40B4-BE49-F238E27FC236}">
                    <a16:creationId xmlns:a16="http://schemas.microsoft.com/office/drawing/2014/main" id="{D48E7169-082C-41D2-B13C-7258AE162F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8" y="2544"/>
                <a:ext cx="192" cy="0"/>
              </a:xfrm>
              <a:prstGeom prst="line">
                <a:avLst/>
              </a:prstGeom>
              <a:noFill/>
              <a:ln w="1905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63" name="Line 32">
                <a:extLst>
                  <a:ext uri="{FF2B5EF4-FFF2-40B4-BE49-F238E27FC236}">
                    <a16:creationId xmlns:a16="http://schemas.microsoft.com/office/drawing/2014/main" id="{3479607E-44C7-446B-980E-9C2B715058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2" y="1920"/>
                <a:ext cx="432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</p:grpSp>
        <p:grpSp>
          <p:nvGrpSpPr>
            <p:cNvPr id="20503" name="Group 33">
              <a:extLst>
                <a:ext uri="{FF2B5EF4-FFF2-40B4-BE49-F238E27FC236}">
                  <a16:creationId xmlns:a16="http://schemas.microsoft.com/office/drawing/2014/main" id="{0F040A76-47A4-4C43-AB5B-74DFCD77BE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720"/>
              <a:ext cx="1008" cy="1248"/>
              <a:chOff x="3648" y="1296"/>
              <a:chExt cx="1008" cy="1248"/>
            </a:xfrm>
          </p:grpSpPr>
          <p:sp>
            <p:nvSpPr>
              <p:cNvPr id="20540" name="Text Box 34">
                <a:extLst>
                  <a:ext uri="{FF2B5EF4-FFF2-40B4-BE49-F238E27FC236}">
                    <a16:creationId xmlns:a16="http://schemas.microsoft.com/office/drawing/2014/main" id="{9391E4F4-E448-48CD-B2B6-F8F0FF746F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4128" y="1440"/>
                <a:ext cx="48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solidFill>
                      <a:srgbClr val="FF0000"/>
                    </a:solidFill>
                    <a:latin typeface="+mn-ea"/>
                    <a:ea typeface="+mn-ea"/>
                  </a:rPr>
                  <a:t>T4</a:t>
                </a:r>
              </a:p>
            </p:txBody>
          </p:sp>
          <p:grpSp>
            <p:nvGrpSpPr>
              <p:cNvPr id="20541" name="Group 35">
                <a:extLst>
                  <a:ext uri="{FF2B5EF4-FFF2-40B4-BE49-F238E27FC236}">
                    <a16:creationId xmlns:a16="http://schemas.microsoft.com/office/drawing/2014/main" id="{E0E9C7D7-554F-41D9-859E-238FA8F016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648" y="1296"/>
                <a:ext cx="480" cy="624"/>
                <a:chOff x="2784" y="1296"/>
                <a:chExt cx="480" cy="624"/>
              </a:xfrm>
            </p:grpSpPr>
            <p:sp>
              <p:nvSpPr>
                <p:cNvPr id="20553" name="Line 36">
                  <a:extLst>
                    <a:ext uri="{FF2B5EF4-FFF2-40B4-BE49-F238E27FC236}">
                      <a16:creationId xmlns:a16="http://schemas.microsoft.com/office/drawing/2014/main" id="{2AB6924C-17AA-4D82-A5FF-318DE96B1D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296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54" name="Line 37">
                  <a:extLst>
                    <a:ext uri="{FF2B5EF4-FFF2-40B4-BE49-F238E27FC236}">
                      <a16:creationId xmlns:a16="http://schemas.microsoft.com/office/drawing/2014/main" id="{A638A71C-826F-447A-B067-9C0EAF4CA0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536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55" name="Line 38">
                  <a:extLst>
                    <a:ext uri="{FF2B5EF4-FFF2-40B4-BE49-F238E27FC236}">
                      <a16:creationId xmlns:a16="http://schemas.microsoft.com/office/drawing/2014/main" id="{02492A25-E33B-49C4-96FD-388A4DA9CF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680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56" name="Line 39">
                  <a:extLst>
                    <a:ext uri="{FF2B5EF4-FFF2-40B4-BE49-F238E27FC236}">
                      <a16:creationId xmlns:a16="http://schemas.microsoft.com/office/drawing/2014/main" id="{3D2C5DCB-EC10-482B-9EBA-A052119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76" y="1488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57" name="Line 40">
                  <a:extLst>
                    <a:ext uri="{FF2B5EF4-FFF2-40B4-BE49-F238E27FC236}">
                      <a16:creationId xmlns:a16="http://schemas.microsoft.com/office/drawing/2014/main" id="{D65A2DA3-4EF3-4C30-A670-39DE8C1D59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680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58" name="Line 41">
                  <a:extLst>
                    <a:ext uri="{FF2B5EF4-FFF2-40B4-BE49-F238E27FC236}">
                      <a16:creationId xmlns:a16="http://schemas.microsoft.com/office/drawing/2014/main" id="{5CC4563B-3E64-44CF-A591-E00FD2A6BF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72" y="1536"/>
                  <a:ext cx="0" cy="144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59" name="Line 42">
                  <a:extLst>
                    <a:ext uri="{FF2B5EF4-FFF2-40B4-BE49-F238E27FC236}">
                      <a16:creationId xmlns:a16="http://schemas.microsoft.com/office/drawing/2014/main" id="{AFC7C9A4-969C-4A16-8A2C-641930E191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72" y="1632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20542" name="Text Box 43">
                <a:extLst>
                  <a:ext uri="{FF2B5EF4-FFF2-40B4-BE49-F238E27FC236}">
                    <a16:creationId xmlns:a16="http://schemas.microsoft.com/office/drawing/2014/main" id="{8E1057AC-23F4-4767-AEB1-16844C26C9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4176" y="2016"/>
                <a:ext cx="48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solidFill>
                      <a:srgbClr val="FF0000"/>
                    </a:solidFill>
                    <a:latin typeface="+mn-ea"/>
                    <a:ea typeface="+mn-ea"/>
                  </a:rPr>
                  <a:t>T2</a:t>
                </a:r>
              </a:p>
            </p:txBody>
          </p:sp>
          <p:grpSp>
            <p:nvGrpSpPr>
              <p:cNvPr id="20543" name="Group 44">
                <a:extLst>
                  <a:ext uri="{FF2B5EF4-FFF2-40B4-BE49-F238E27FC236}">
                    <a16:creationId xmlns:a16="http://schemas.microsoft.com/office/drawing/2014/main" id="{868BB3E0-BDE6-4008-B0CD-8DE5FA6779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648" y="1920"/>
                <a:ext cx="480" cy="624"/>
                <a:chOff x="2784" y="1296"/>
                <a:chExt cx="480" cy="624"/>
              </a:xfrm>
            </p:grpSpPr>
            <p:sp>
              <p:nvSpPr>
                <p:cNvPr id="20546" name="Line 45">
                  <a:extLst>
                    <a:ext uri="{FF2B5EF4-FFF2-40B4-BE49-F238E27FC236}">
                      <a16:creationId xmlns:a16="http://schemas.microsoft.com/office/drawing/2014/main" id="{FC5730FD-1330-4E91-BD09-75DC555C73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296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47" name="Line 46">
                  <a:extLst>
                    <a:ext uri="{FF2B5EF4-FFF2-40B4-BE49-F238E27FC236}">
                      <a16:creationId xmlns:a16="http://schemas.microsoft.com/office/drawing/2014/main" id="{3D1FE272-247C-4EFD-BD2D-515D166A0D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536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48" name="Line 47">
                  <a:extLst>
                    <a:ext uri="{FF2B5EF4-FFF2-40B4-BE49-F238E27FC236}">
                      <a16:creationId xmlns:a16="http://schemas.microsoft.com/office/drawing/2014/main" id="{864F2DBF-99B0-40E8-AC59-514F5109F0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680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49" name="Line 48">
                  <a:extLst>
                    <a:ext uri="{FF2B5EF4-FFF2-40B4-BE49-F238E27FC236}">
                      <a16:creationId xmlns:a16="http://schemas.microsoft.com/office/drawing/2014/main" id="{86AB815A-F370-4F02-935B-DCA10BBC13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76" y="1488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50" name="Line 49">
                  <a:extLst>
                    <a:ext uri="{FF2B5EF4-FFF2-40B4-BE49-F238E27FC236}">
                      <a16:creationId xmlns:a16="http://schemas.microsoft.com/office/drawing/2014/main" id="{E1D5FAE5-3403-4A98-AB70-5CCDEF423D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1680"/>
                  <a:ext cx="0" cy="24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51" name="Line 50">
                  <a:extLst>
                    <a:ext uri="{FF2B5EF4-FFF2-40B4-BE49-F238E27FC236}">
                      <a16:creationId xmlns:a16="http://schemas.microsoft.com/office/drawing/2014/main" id="{5E44A3F1-F6B6-45EC-9597-3ED2BC00D8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72" y="1536"/>
                  <a:ext cx="0" cy="144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  <p:sp>
              <p:nvSpPr>
                <p:cNvPr id="20552" name="Line 51">
                  <a:extLst>
                    <a:ext uri="{FF2B5EF4-FFF2-40B4-BE49-F238E27FC236}">
                      <a16:creationId xmlns:a16="http://schemas.microsoft.com/office/drawing/2014/main" id="{74D049A7-B252-40EF-BA5B-928BDEDB1B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72" y="1632"/>
                  <a:ext cx="192" cy="0"/>
                </a:xfrm>
                <a:prstGeom prst="line">
                  <a:avLst/>
                </a:prstGeom>
                <a:noFill/>
                <a:ln w="381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2400"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20544" name="Line 52">
                <a:extLst>
                  <a:ext uri="{FF2B5EF4-FFF2-40B4-BE49-F238E27FC236}">
                    <a16:creationId xmlns:a16="http://schemas.microsoft.com/office/drawing/2014/main" id="{6A680C07-D423-47A4-830B-E474CEA607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32" y="2544"/>
                <a:ext cx="192" cy="0"/>
              </a:xfrm>
              <a:prstGeom prst="line">
                <a:avLst/>
              </a:prstGeom>
              <a:noFill/>
              <a:ln w="1905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45" name="Line 53">
                <a:extLst>
                  <a:ext uri="{FF2B5EF4-FFF2-40B4-BE49-F238E27FC236}">
                    <a16:creationId xmlns:a16="http://schemas.microsoft.com/office/drawing/2014/main" id="{87FAC412-3E82-47D0-96E1-8EF51259A1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28" y="1920"/>
                <a:ext cx="432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</p:grpSp>
        <p:sp>
          <p:nvSpPr>
            <p:cNvPr id="20504" name="Line 54">
              <a:extLst>
                <a:ext uri="{FF2B5EF4-FFF2-40B4-BE49-F238E27FC236}">
                  <a16:creationId xmlns:a16="http://schemas.microsoft.com/office/drawing/2014/main" id="{B3D0DB93-7340-4EF2-8AD1-09AE30C040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1344"/>
              <a:ext cx="480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05" name="Line 55">
              <a:extLst>
                <a:ext uri="{FF2B5EF4-FFF2-40B4-BE49-F238E27FC236}">
                  <a16:creationId xmlns:a16="http://schemas.microsoft.com/office/drawing/2014/main" id="{005D7BE9-79E1-40A5-87A8-871BE457F5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1344"/>
              <a:ext cx="288" cy="336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06" name="Line 56">
              <a:extLst>
                <a:ext uri="{FF2B5EF4-FFF2-40B4-BE49-F238E27FC236}">
                  <a16:creationId xmlns:a16="http://schemas.microsoft.com/office/drawing/2014/main" id="{D69F8918-7C46-4402-BC19-88AA913BDA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88" y="1344"/>
              <a:ext cx="288" cy="336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07" name="Line 57">
              <a:extLst>
                <a:ext uri="{FF2B5EF4-FFF2-40B4-BE49-F238E27FC236}">
                  <a16:creationId xmlns:a16="http://schemas.microsoft.com/office/drawing/2014/main" id="{DA4C8754-0CE9-43A9-8F0A-44494C980F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1344"/>
              <a:ext cx="480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08" name="Line 58">
              <a:extLst>
                <a:ext uri="{FF2B5EF4-FFF2-40B4-BE49-F238E27FC236}">
                  <a16:creationId xmlns:a16="http://schemas.microsoft.com/office/drawing/2014/main" id="{5E2DEFD8-EB6E-4D85-A42D-75DFB52057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720"/>
              <a:ext cx="1248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09" name="Line 59">
              <a:extLst>
                <a:ext uri="{FF2B5EF4-FFF2-40B4-BE49-F238E27FC236}">
                  <a16:creationId xmlns:a16="http://schemas.microsoft.com/office/drawing/2014/main" id="{72E275A9-64CD-46E6-B3B3-0C4B88E8AA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1056"/>
              <a:ext cx="288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10" name="Line 60">
              <a:extLst>
                <a:ext uri="{FF2B5EF4-FFF2-40B4-BE49-F238E27FC236}">
                  <a16:creationId xmlns:a16="http://schemas.microsoft.com/office/drawing/2014/main" id="{FB7AEADC-78B6-4FE1-BA25-5F8BE47DA0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480"/>
              <a:ext cx="0" cy="576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grpSp>
          <p:nvGrpSpPr>
            <p:cNvPr id="20511" name="Group 61">
              <a:extLst>
                <a:ext uri="{FF2B5EF4-FFF2-40B4-BE49-F238E27FC236}">
                  <a16:creationId xmlns:a16="http://schemas.microsoft.com/office/drawing/2014/main" id="{DF4DB3A1-88E5-4D6E-9837-388161D6FF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6" y="1008"/>
              <a:ext cx="720" cy="1152"/>
              <a:chOff x="2496" y="1008"/>
              <a:chExt cx="720" cy="1152"/>
            </a:xfrm>
          </p:grpSpPr>
          <p:sp>
            <p:nvSpPr>
              <p:cNvPr id="20533" name="Line 62">
                <a:extLst>
                  <a:ext uri="{FF2B5EF4-FFF2-40B4-BE49-F238E27FC236}">
                    <a16:creationId xmlns:a16="http://schemas.microsoft.com/office/drawing/2014/main" id="{44B9E392-49FE-4235-90A1-D1FE744C6E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6" y="1344"/>
                <a:ext cx="0" cy="144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34" name="Line 63">
                <a:extLst>
                  <a:ext uri="{FF2B5EF4-FFF2-40B4-BE49-F238E27FC236}">
                    <a16:creationId xmlns:a16="http://schemas.microsoft.com/office/drawing/2014/main" id="{B29D8C18-1495-4037-AB84-D96B1BED99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2" y="1344"/>
                <a:ext cx="0" cy="144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35" name="Line 64">
                <a:extLst>
                  <a:ext uri="{FF2B5EF4-FFF2-40B4-BE49-F238E27FC236}">
                    <a16:creationId xmlns:a16="http://schemas.microsoft.com/office/drawing/2014/main" id="{E00A47B7-290D-4E99-9589-03C83B41F4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6" y="1488"/>
                <a:ext cx="336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36" name="Line 65">
                <a:extLst>
                  <a:ext uri="{FF2B5EF4-FFF2-40B4-BE49-F238E27FC236}">
                    <a16:creationId xmlns:a16="http://schemas.microsoft.com/office/drawing/2014/main" id="{48D211E6-0FE2-4BF1-8D0C-4D894686D0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1344"/>
                <a:ext cx="336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37" name="Line 66">
                <a:extLst>
                  <a:ext uri="{FF2B5EF4-FFF2-40B4-BE49-F238E27FC236}">
                    <a16:creationId xmlns:a16="http://schemas.microsoft.com/office/drawing/2014/main" id="{EA191E29-8E89-4A43-8224-343A2E4D0B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2" y="1536"/>
                <a:ext cx="14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38" name="Line 67">
                <a:extLst>
                  <a:ext uri="{FF2B5EF4-FFF2-40B4-BE49-F238E27FC236}">
                    <a16:creationId xmlns:a16="http://schemas.microsoft.com/office/drawing/2014/main" id="{99AC1442-83F9-4DF4-99E3-E0756942AE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8" y="1536"/>
                <a:ext cx="0" cy="624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39" name="Text Box 68">
                <a:extLst>
                  <a:ext uri="{FF2B5EF4-FFF2-40B4-BE49-F238E27FC236}">
                    <a16:creationId xmlns:a16="http://schemas.microsoft.com/office/drawing/2014/main" id="{E49A4C63-0154-4746-BB46-B96043A039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88" y="1008"/>
                <a:ext cx="528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miter lim="800000"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solidFill>
                      <a:srgbClr val="FF0000"/>
                    </a:solidFill>
                    <a:latin typeface="+mn-ea"/>
                    <a:ea typeface="+mn-ea"/>
                  </a:rPr>
                  <a:t>T5</a:t>
                </a:r>
              </a:p>
            </p:txBody>
          </p:sp>
        </p:grpSp>
        <p:grpSp>
          <p:nvGrpSpPr>
            <p:cNvPr id="20512" name="Group 69">
              <a:extLst>
                <a:ext uri="{FF2B5EF4-FFF2-40B4-BE49-F238E27FC236}">
                  <a16:creationId xmlns:a16="http://schemas.microsoft.com/office/drawing/2014/main" id="{7BD50546-1097-4750-9597-1C1BC11C78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1008"/>
              <a:ext cx="576" cy="1152"/>
              <a:chOff x="4992" y="1008"/>
              <a:chExt cx="576" cy="1152"/>
            </a:xfrm>
          </p:grpSpPr>
          <p:sp>
            <p:nvSpPr>
              <p:cNvPr id="20526" name="Line 70">
                <a:extLst>
                  <a:ext uri="{FF2B5EF4-FFF2-40B4-BE49-F238E27FC236}">
                    <a16:creationId xmlns:a16="http://schemas.microsoft.com/office/drawing/2014/main" id="{40FEE242-1B15-4D19-A4B8-3D2107E28C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32" y="1344"/>
                <a:ext cx="0" cy="144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27" name="Line 71">
                <a:extLst>
                  <a:ext uri="{FF2B5EF4-FFF2-40B4-BE49-F238E27FC236}">
                    <a16:creationId xmlns:a16="http://schemas.microsoft.com/office/drawing/2014/main" id="{D7110903-7D34-4418-8851-D4283553C2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88" y="1344"/>
                <a:ext cx="0" cy="144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28" name="Line 72">
                <a:extLst>
                  <a:ext uri="{FF2B5EF4-FFF2-40B4-BE49-F238E27FC236}">
                    <a16:creationId xmlns:a16="http://schemas.microsoft.com/office/drawing/2014/main" id="{41DF1244-5A92-4C70-A8BA-28C1C2479D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92" y="1488"/>
                <a:ext cx="336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29" name="Line 73">
                <a:extLst>
                  <a:ext uri="{FF2B5EF4-FFF2-40B4-BE49-F238E27FC236}">
                    <a16:creationId xmlns:a16="http://schemas.microsoft.com/office/drawing/2014/main" id="{9097502C-78A9-4D8C-B826-540D76E962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32" y="1344"/>
                <a:ext cx="336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30" name="Line 74">
                <a:extLst>
                  <a:ext uri="{FF2B5EF4-FFF2-40B4-BE49-F238E27FC236}">
                    <a16:creationId xmlns:a16="http://schemas.microsoft.com/office/drawing/2014/main" id="{822D578A-E1EF-4877-BC9E-11844C0EE9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88" y="1536"/>
                <a:ext cx="14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31" name="Line 75">
                <a:extLst>
                  <a:ext uri="{FF2B5EF4-FFF2-40B4-BE49-F238E27FC236}">
                    <a16:creationId xmlns:a16="http://schemas.microsoft.com/office/drawing/2014/main" id="{F0AC1F81-51D1-4E1C-835F-9ABF52A907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84" y="1536"/>
                <a:ext cx="0" cy="624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2400">
                  <a:latin typeface="+mn-ea"/>
                  <a:ea typeface="+mn-ea"/>
                </a:endParaRPr>
              </a:p>
            </p:txBody>
          </p:sp>
          <p:sp>
            <p:nvSpPr>
              <p:cNvPr id="20532" name="Text Box 76">
                <a:extLst>
                  <a:ext uri="{FF2B5EF4-FFF2-40B4-BE49-F238E27FC236}">
                    <a16:creationId xmlns:a16="http://schemas.microsoft.com/office/drawing/2014/main" id="{D2BF2009-A599-4C66-8A75-DF1713CDA9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92" y="1008"/>
                <a:ext cx="528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miter lim="800000"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solidFill>
                      <a:srgbClr val="FF0000"/>
                    </a:solidFill>
                    <a:latin typeface="+mn-ea"/>
                    <a:ea typeface="+mn-ea"/>
                  </a:rPr>
                  <a:t>T6</a:t>
                </a:r>
              </a:p>
            </p:txBody>
          </p:sp>
        </p:grpSp>
        <p:sp>
          <p:nvSpPr>
            <p:cNvPr id="20513" name="Line 77">
              <a:extLst>
                <a:ext uri="{FF2B5EF4-FFF2-40B4-BE49-F238E27FC236}">
                  <a16:creationId xmlns:a16="http://schemas.microsoft.com/office/drawing/2014/main" id="{BA7B7B43-91EE-40C0-86FA-90A1ED001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2160"/>
              <a:ext cx="2256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14" name="Line 78">
              <a:extLst>
                <a:ext uri="{FF2B5EF4-FFF2-40B4-BE49-F238E27FC236}">
                  <a16:creationId xmlns:a16="http://schemas.microsoft.com/office/drawing/2014/main" id="{2F3874C7-2DDC-4295-BBDD-AF443B9154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2160"/>
              <a:ext cx="0" cy="24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15" name="Line 79">
              <a:extLst>
                <a:ext uri="{FF2B5EF4-FFF2-40B4-BE49-F238E27FC236}">
                  <a16:creationId xmlns:a16="http://schemas.microsoft.com/office/drawing/2014/main" id="{C3A71DCF-56F7-40E0-9383-25BA382F1F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4" y="2400"/>
              <a:ext cx="2016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16" name="Text Box 80">
              <a:extLst>
                <a:ext uri="{FF2B5EF4-FFF2-40B4-BE49-F238E27FC236}">
                  <a16:creationId xmlns:a16="http://schemas.microsoft.com/office/drawing/2014/main" id="{2FBD605F-F0BA-4965-8F1D-B8F090098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6" y="2208"/>
              <a:ext cx="57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solidFill>
                    <a:srgbClr val="FF0000"/>
                  </a:solidFill>
                  <a:latin typeface="+mn-ea"/>
                  <a:ea typeface="+mn-ea"/>
                </a:rPr>
                <a:t>Z</a:t>
              </a:r>
            </a:p>
          </p:txBody>
        </p:sp>
        <p:sp>
          <p:nvSpPr>
            <p:cNvPr id="20517" name="Line 81">
              <a:extLst>
                <a:ext uri="{FF2B5EF4-FFF2-40B4-BE49-F238E27FC236}">
                  <a16:creationId xmlns:a16="http://schemas.microsoft.com/office/drawing/2014/main" id="{63E25A04-6FDF-422D-B411-04FD4534C4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720"/>
              <a:ext cx="0" cy="1488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18" name="Line 82">
              <a:extLst>
                <a:ext uri="{FF2B5EF4-FFF2-40B4-BE49-F238E27FC236}">
                  <a16:creationId xmlns:a16="http://schemas.microsoft.com/office/drawing/2014/main" id="{EDA50EBA-A5A4-4F44-AF90-D22883C14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8" y="720"/>
              <a:ext cx="0" cy="1488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  <p:grpSp>
          <p:nvGrpSpPr>
            <p:cNvPr id="20519" name="Group 83">
              <a:extLst>
                <a:ext uri="{FF2B5EF4-FFF2-40B4-BE49-F238E27FC236}">
                  <a16:creationId xmlns:a16="http://schemas.microsoft.com/office/drawing/2014/main" id="{9D6758DC-789C-41BA-9426-C11984DD11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44" y="432"/>
              <a:ext cx="576" cy="291"/>
              <a:chOff x="2544" y="432"/>
              <a:chExt cx="576" cy="291"/>
            </a:xfrm>
          </p:grpSpPr>
          <p:sp>
            <p:nvSpPr>
              <p:cNvPr id="20524" name="Text Box 84">
                <a:extLst>
                  <a:ext uri="{FF2B5EF4-FFF2-40B4-BE49-F238E27FC236}">
                    <a16:creationId xmlns:a16="http://schemas.microsoft.com/office/drawing/2014/main" id="{E2ABFFD6-09B7-4C50-9E90-9D7AC62281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4" y="432"/>
                <a:ext cx="576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miter lim="800000"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solidFill>
                      <a:srgbClr val="FF0000"/>
                    </a:solidFill>
                    <a:latin typeface="+mn-ea"/>
                    <a:ea typeface="+mn-ea"/>
                  </a:rPr>
                  <a:t>W</a:t>
                </a:r>
              </a:p>
            </p:txBody>
          </p:sp>
          <p:sp>
            <p:nvSpPr>
              <p:cNvPr id="22573" name="Line 85">
                <a:extLst>
                  <a:ext uri="{FF2B5EF4-FFF2-40B4-BE49-F238E27FC236}">
                    <a16:creationId xmlns:a16="http://schemas.microsoft.com/office/drawing/2014/main" id="{412ECAC5-C394-42C4-BEC3-9DDADC118D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4" y="480"/>
                <a:ext cx="192" cy="0"/>
              </a:xfrm>
              <a:prstGeom prst="line">
                <a:avLst/>
              </a:prstGeom>
              <a:ln>
                <a:solidFill>
                  <a:srgbClr val="FF0000"/>
                </a:solidFill>
                <a:headEnd type="none" w="sm" len="sm"/>
                <a:tailEnd type="none" w="sm" len="sm"/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eaLnBrk="1" hangingPunct="1">
                  <a:defRPr/>
                </a:pPr>
                <a:endParaRPr lang="zh-CN" altLang="en-US" sz="240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sp>
          <p:nvSpPr>
            <p:cNvPr id="20520" name="Text Box 86">
              <a:extLst>
                <a:ext uri="{FF2B5EF4-FFF2-40B4-BE49-F238E27FC236}">
                  <a16:creationId xmlns:a16="http://schemas.microsoft.com/office/drawing/2014/main" id="{90BEFDF9-9077-4E67-A37D-15447B22C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0" y="432"/>
              <a:ext cx="57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solidFill>
                    <a:srgbClr val="FF0000"/>
                  </a:solidFill>
                  <a:latin typeface="+mn-ea"/>
                  <a:ea typeface="+mn-ea"/>
                </a:rPr>
                <a:t>W</a:t>
              </a:r>
            </a:p>
          </p:txBody>
        </p:sp>
        <p:sp>
          <p:nvSpPr>
            <p:cNvPr id="20521" name="Oval 87">
              <a:extLst>
                <a:ext uri="{FF2B5EF4-FFF2-40B4-BE49-F238E27FC236}">
                  <a16:creationId xmlns:a16="http://schemas.microsoft.com/office/drawing/2014/main" id="{AEB8DDCB-FA61-4F86-89A2-116050944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672"/>
              <a:ext cx="96" cy="96"/>
            </a:xfrm>
            <a:prstGeom prst="ellipse">
              <a:avLst/>
            </a:prstGeom>
            <a:solidFill>
              <a:schemeClr val="tx1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22" name="Oval 88">
              <a:extLst>
                <a:ext uri="{FF2B5EF4-FFF2-40B4-BE49-F238E27FC236}">
                  <a16:creationId xmlns:a16="http://schemas.microsoft.com/office/drawing/2014/main" id="{11925E2A-F96F-4BE6-A5E0-E084BDC9C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1296"/>
              <a:ext cx="96" cy="96"/>
            </a:xfrm>
            <a:prstGeom prst="ellipse">
              <a:avLst/>
            </a:prstGeom>
            <a:solidFill>
              <a:schemeClr val="tx1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2400">
                <a:latin typeface="+mn-ea"/>
                <a:ea typeface="+mn-ea"/>
              </a:endParaRPr>
            </a:p>
          </p:txBody>
        </p:sp>
        <p:sp>
          <p:nvSpPr>
            <p:cNvPr id="20523" name="Oval 89">
              <a:extLst>
                <a:ext uri="{FF2B5EF4-FFF2-40B4-BE49-F238E27FC236}">
                  <a16:creationId xmlns:a16="http://schemas.microsoft.com/office/drawing/2014/main" id="{5761537B-C902-4074-B681-E9A197D99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1296"/>
              <a:ext cx="96" cy="96"/>
            </a:xfrm>
            <a:prstGeom prst="ellipse">
              <a:avLst/>
            </a:prstGeom>
            <a:solidFill>
              <a:schemeClr val="tx1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2400">
                <a:latin typeface="+mn-ea"/>
                <a:ea typeface="+mn-ea"/>
              </a:endParaRPr>
            </a:p>
          </p:txBody>
        </p:sp>
      </p:grpSp>
      <p:sp>
        <p:nvSpPr>
          <p:cNvPr id="119898" name="Text Box 90">
            <a:extLst>
              <a:ext uri="{FF2B5EF4-FFF2-40B4-BE49-F238E27FC236}">
                <a16:creationId xmlns:a16="http://schemas.microsoft.com/office/drawing/2014/main" id="{8A8F9706-B81E-415C-AB47-F470143F1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14402"/>
            <a:ext cx="3657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 dirty="0">
                <a:latin typeface="+mn-ea"/>
                <a:ea typeface="+mn-ea"/>
              </a:rPr>
              <a:t>导通，选中该单元。</a:t>
            </a:r>
          </a:p>
        </p:txBody>
      </p:sp>
      <p:grpSp>
        <p:nvGrpSpPr>
          <p:cNvPr id="14" name="Group 91">
            <a:extLst>
              <a:ext uri="{FF2B5EF4-FFF2-40B4-BE49-F238E27FC236}">
                <a16:creationId xmlns:a16="http://schemas.microsoft.com/office/drawing/2014/main" id="{82F33D7F-8B2D-4192-9F79-C1870A4A5AED}"/>
              </a:ext>
            </a:extLst>
          </p:cNvPr>
          <p:cNvGrpSpPr>
            <a:grpSpLocks/>
          </p:cNvGrpSpPr>
          <p:nvPr/>
        </p:nvGrpSpPr>
        <p:grpSpPr bwMode="auto">
          <a:xfrm>
            <a:off x="0" y="1371602"/>
            <a:ext cx="4191000" cy="461963"/>
            <a:chOff x="0" y="864"/>
            <a:chExt cx="2640" cy="291"/>
          </a:xfrm>
        </p:grpSpPr>
        <p:sp>
          <p:nvSpPr>
            <p:cNvPr id="20499" name="Text Box 92">
              <a:extLst>
                <a:ext uri="{FF2B5EF4-FFF2-40B4-BE49-F238E27FC236}">
                  <a16:creationId xmlns:a16="http://schemas.microsoft.com/office/drawing/2014/main" id="{F7CD5726-93BF-4078-ACD1-7104F8E80A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864"/>
              <a:ext cx="264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2400" b="1" dirty="0">
                  <a:solidFill>
                    <a:srgbClr val="FF0000"/>
                  </a:solidFill>
                  <a:latin typeface="+mn-ea"/>
                  <a:ea typeface="+mn-ea"/>
                </a:rPr>
                <a:t>写入：</a:t>
              </a:r>
              <a:r>
                <a:rPr kumimoji="1" lang="zh-CN" altLang="en-US" sz="2400" b="1" dirty="0">
                  <a:latin typeface="+mn-ea"/>
                  <a:ea typeface="+mn-ea"/>
                </a:rPr>
                <a:t>在</a:t>
              </a:r>
              <a:r>
                <a:rPr kumimoji="1" lang="en-US" altLang="zh-CN" sz="2400" b="1" dirty="0">
                  <a:solidFill>
                    <a:srgbClr val="FF0000"/>
                  </a:solidFill>
                  <a:latin typeface="+mn-ea"/>
                  <a:ea typeface="+mn-ea"/>
                </a:rPr>
                <a:t>W</a:t>
              </a:r>
              <a:r>
                <a:rPr kumimoji="1" lang="zh-CN" altLang="en-US" sz="2400" b="1" dirty="0">
                  <a:solidFill>
                    <a:srgbClr val="FF0000"/>
                  </a:solidFill>
                  <a:latin typeface="+mn-ea"/>
                  <a:ea typeface="+mn-ea"/>
                </a:rPr>
                <a:t>、</a:t>
              </a:r>
              <a:r>
                <a:rPr kumimoji="1" lang="en-US" altLang="zh-CN" sz="2400" b="1" dirty="0">
                  <a:solidFill>
                    <a:srgbClr val="FF0000"/>
                  </a:solidFill>
                  <a:latin typeface="+mn-ea"/>
                  <a:ea typeface="+mn-ea"/>
                </a:rPr>
                <a:t>W</a:t>
              </a:r>
              <a:r>
                <a:rPr kumimoji="1" lang="zh-CN" altLang="en-US" sz="2400" b="1" dirty="0">
                  <a:latin typeface="+mn-ea"/>
                  <a:ea typeface="+mn-ea"/>
                </a:rPr>
                <a:t>上分别加</a:t>
              </a:r>
            </a:p>
          </p:txBody>
        </p:sp>
        <p:sp>
          <p:nvSpPr>
            <p:cNvPr id="20500" name="Line 93">
              <a:extLst>
                <a:ext uri="{FF2B5EF4-FFF2-40B4-BE49-F238E27FC236}">
                  <a16:creationId xmlns:a16="http://schemas.microsoft.com/office/drawing/2014/main" id="{2AD67813-92DB-4A87-BD30-D71F95D9FD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8" y="933"/>
              <a:ext cx="144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</p:grpSp>
      <p:grpSp>
        <p:nvGrpSpPr>
          <p:cNvPr id="15" name="Group 94">
            <a:extLst>
              <a:ext uri="{FF2B5EF4-FFF2-40B4-BE49-F238E27FC236}">
                <a16:creationId xmlns:a16="http://schemas.microsoft.com/office/drawing/2014/main" id="{EA3C8CBA-8B89-4009-BF5B-AAF53E9A409B}"/>
              </a:ext>
            </a:extLst>
          </p:cNvPr>
          <p:cNvGrpSpPr>
            <a:grpSpLocks/>
          </p:cNvGrpSpPr>
          <p:nvPr/>
        </p:nvGrpSpPr>
        <p:grpSpPr bwMode="auto">
          <a:xfrm>
            <a:off x="-114300" y="2296494"/>
            <a:ext cx="3962400" cy="461963"/>
            <a:chOff x="0" y="1488"/>
            <a:chExt cx="2496" cy="291"/>
          </a:xfrm>
        </p:grpSpPr>
        <p:sp>
          <p:nvSpPr>
            <p:cNvPr id="20497" name="Text Box 95">
              <a:extLst>
                <a:ext uri="{FF2B5EF4-FFF2-40B4-BE49-F238E27FC236}">
                  <a16:creationId xmlns:a16="http://schemas.microsoft.com/office/drawing/2014/main" id="{A5990305-B4EF-4B1E-B5A6-E07135B8CF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488"/>
              <a:ext cx="249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2400" b="1">
                  <a:solidFill>
                    <a:srgbClr val="FF0000"/>
                  </a:solidFill>
                  <a:latin typeface="+mn-ea"/>
                  <a:ea typeface="+mn-ea"/>
                </a:rPr>
                <a:t>读出：</a:t>
              </a:r>
              <a:r>
                <a:rPr kumimoji="1" lang="zh-CN" altLang="en-US" sz="2400" b="1">
                  <a:latin typeface="+mn-ea"/>
                  <a:ea typeface="+mn-ea"/>
                </a:rPr>
                <a:t>根据</a:t>
              </a:r>
              <a:r>
                <a:rPr kumimoji="1" lang="en-US" altLang="zh-CN" sz="2400" b="1">
                  <a:solidFill>
                    <a:srgbClr val="FF0000"/>
                  </a:solidFill>
                  <a:latin typeface="+mn-ea"/>
                  <a:ea typeface="+mn-ea"/>
                </a:rPr>
                <a:t>W</a:t>
              </a:r>
              <a:r>
                <a:rPr kumimoji="1" lang="zh-CN" altLang="en-US" sz="2400" b="1">
                  <a:solidFill>
                    <a:srgbClr val="FF0000"/>
                  </a:solidFill>
                  <a:latin typeface="+mn-ea"/>
                  <a:ea typeface="+mn-ea"/>
                </a:rPr>
                <a:t>、</a:t>
              </a:r>
              <a:r>
                <a:rPr kumimoji="1" lang="en-US" altLang="zh-CN" sz="2400" b="1">
                  <a:solidFill>
                    <a:srgbClr val="FF0000"/>
                  </a:solidFill>
                  <a:latin typeface="+mn-ea"/>
                  <a:ea typeface="+mn-ea"/>
                </a:rPr>
                <a:t>W</a:t>
              </a:r>
              <a:r>
                <a:rPr kumimoji="1" lang="zh-CN" altLang="en-US" sz="2400" b="1">
                  <a:latin typeface="+mn-ea"/>
                  <a:ea typeface="+mn-ea"/>
                </a:rPr>
                <a:t>上有无</a:t>
              </a:r>
            </a:p>
          </p:txBody>
        </p:sp>
        <p:sp>
          <p:nvSpPr>
            <p:cNvPr id="20498" name="Line 96">
              <a:extLst>
                <a:ext uri="{FF2B5EF4-FFF2-40B4-BE49-F238E27FC236}">
                  <a16:creationId xmlns:a16="http://schemas.microsoft.com/office/drawing/2014/main" id="{E50035A2-A153-48D4-9631-3C7E53B54B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6" y="1545"/>
              <a:ext cx="144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2400">
                <a:latin typeface="+mn-ea"/>
                <a:ea typeface="+mn-ea"/>
              </a:endParaRPr>
            </a:p>
          </p:txBody>
        </p:sp>
      </p:grpSp>
      <p:sp>
        <p:nvSpPr>
          <p:cNvPr id="119905" name="Text Box 97">
            <a:extLst>
              <a:ext uri="{FF2B5EF4-FFF2-40B4-BE49-F238E27FC236}">
                <a16:creationId xmlns:a16="http://schemas.microsoft.com/office/drawing/2014/main" id="{96BBC9CE-9396-4DC5-809F-07ADE6A5D7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743202"/>
            <a:ext cx="35814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>
                <a:latin typeface="+mn-ea"/>
                <a:ea typeface="+mn-ea"/>
              </a:rPr>
              <a:t>电流，读</a:t>
            </a:r>
            <a:r>
              <a:rPr kumimoji="1" lang="en-US" altLang="zh-CN" sz="2400" b="1">
                <a:latin typeface="+mn-ea"/>
                <a:ea typeface="+mn-ea"/>
              </a:rPr>
              <a:t>1/0</a:t>
            </a:r>
            <a:r>
              <a:rPr kumimoji="1" lang="zh-CN" altLang="en-US" sz="2400" b="1">
                <a:latin typeface="+mn-ea"/>
                <a:ea typeface="+mn-ea"/>
              </a:rPr>
              <a:t>。</a:t>
            </a:r>
          </a:p>
        </p:txBody>
      </p:sp>
      <p:sp>
        <p:nvSpPr>
          <p:cNvPr id="119906" name="Text Box 98">
            <a:extLst>
              <a:ext uri="{FF2B5EF4-FFF2-40B4-BE49-F238E27FC236}">
                <a16:creationId xmlns:a16="http://schemas.microsoft.com/office/drawing/2014/main" id="{92C47594-FF15-440C-860A-6E1C35E9B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195466"/>
            <a:ext cx="2895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+mn-ea"/>
                <a:ea typeface="+mn-ea"/>
              </a:rPr>
              <a:t>Z</a:t>
            </a:r>
            <a:r>
              <a:rPr kumimoji="1" lang="zh-CN" altLang="en-US" sz="2400" b="1">
                <a:latin typeface="+mn-ea"/>
                <a:ea typeface="+mn-ea"/>
              </a:rPr>
              <a:t>：加低电平，</a:t>
            </a:r>
          </a:p>
        </p:txBody>
      </p:sp>
      <p:sp>
        <p:nvSpPr>
          <p:cNvPr id="119907" name="Text Box 99">
            <a:extLst>
              <a:ext uri="{FF2B5EF4-FFF2-40B4-BE49-F238E27FC236}">
                <a16:creationId xmlns:a16="http://schemas.microsoft.com/office/drawing/2014/main" id="{BBA0954B-50D0-4363-8BA8-534ECA9BED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0837" y="4201793"/>
            <a:ext cx="60363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 dirty="0">
                <a:latin typeface="+mn-ea"/>
                <a:ea typeface="+mn-ea"/>
              </a:rPr>
              <a:t>T5</a:t>
            </a:r>
            <a:r>
              <a:rPr kumimoji="1" lang="zh-CN" altLang="en-US" sz="2400" b="1" dirty="0">
                <a:latin typeface="+mn-ea"/>
                <a:ea typeface="+mn-ea"/>
              </a:rPr>
              <a:t>、</a:t>
            </a:r>
            <a:r>
              <a:rPr kumimoji="1" lang="en-US" altLang="zh-CN" sz="2400" b="1" dirty="0">
                <a:latin typeface="+mn-ea"/>
                <a:ea typeface="+mn-ea"/>
              </a:rPr>
              <a:t>T6</a:t>
            </a:r>
            <a:r>
              <a:rPr kumimoji="1" lang="zh-CN" altLang="en-US" sz="2400" b="1" dirty="0">
                <a:latin typeface="+mn-ea"/>
                <a:ea typeface="+mn-ea"/>
              </a:rPr>
              <a:t>截止，该单元未选中，</a:t>
            </a:r>
            <a:r>
              <a:rPr kumimoji="1" lang="zh-CN" altLang="en-US" sz="2400" b="1" dirty="0">
                <a:solidFill>
                  <a:srgbClr val="FF0000"/>
                </a:solidFill>
                <a:latin typeface="+mn-ea"/>
                <a:ea typeface="+mn-ea"/>
              </a:rPr>
              <a:t>保持</a:t>
            </a:r>
            <a:r>
              <a:rPr kumimoji="1" lang="zh-CN" altLang="en-US" sz="2400" b="1" dirty="0">
                <a:latin typeface="+mn-ea"/>
                <a:ea typeface="+mn-ea"/>
              </a:rPr>
              <a:t>原状态。</a:t>
            </a:r>
          </a:p>
        </p:txBody>
      </p:sp>
      <p:sp>
        <p:nvSpPr>
          <p:cNvPr id="119908" name="Text Box 100">
            <a:extLst>
              <a:ext uri="{FF2B5EF4-FFF2-40B4-BE49-F238E27FC236}">
                <a16:creationId xmlns:a16="http://schemas.microsoft.com/office/drawing/2014/main" id="{3825B328-9D1D-47C2-B1B8-EFF54E2FD8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6024266"/>
            <a:ext cx="5943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>
                <a:latin typeface="+mn-ea"/>
                <a:ea typeface="+mn-ea"/>
              </a:rPr>
              <a:t>例</a:t>
            </a:r>
            <a:r>
              <a:rPr kumimoji="1" lang="en-US" altLang="zh-CN" sz="2400" b="1">
                <a:latin typeface="+mn-ea"/>
                <a:ea typeface="+mn-ea"/>
              </a:rPr>
              <a:t>.SRAM</a:t>
            </a:r>
            <a:r>
              <a:rPr kumimoji="1" lang="zh-CN" altLang="zh-CN" sz="2400" b="1">
                <a:latin typeface="+mn-ea"/>
                <a:ea typeface="+mn-ea"/>
              </a:rPr>
              <a:t>芯片2114（1</a:t>
            </a:r>
            <a:r>
              <a:rPr kumimoji="1" lang="en-US" altLang="zh-CN" sz="2400" b="1">
                <a:latin typeface="+mn-ea"/>
                <a:ea typeface="+mn-ea"/>
              </a:rPr>
              <a:t>K×4</a:t>
            </a:r>
            <a:r>
              <a:rPr kumimoji="1" lang="zh-CN" altLang="en-US" sz="2400" b="1">
                <a:latin typeface="+mn-ea"/>
                <a:ea typeface="+mn-ea"/>
              </a:rPr>
              <a:t>位）</a:t>
            </a:r>
            <a:endParaRPr kumimoji="1" lang="zh-CN" altLang="en-US" sz="2400">
              <a:latin typeface="+mn-ea"/>
              <a:ea typeface="+mn-ea"/>
            </a:endParaRPr>
          </a:p>
        </p:txBody>
      </p:sp>
      <p:sp>
        <p:nvSpPr>
          <p:cNvPr id="119909" name="Text Box 101">
            <a:extLst>
              <a:ext uri="{FF2B5EF4-FFF2-40B4-BE49-F238E27FC236}">
                <a16:creationId xmlns:a16="http://schemas.microsoft.com/office/drawing/2014/main" id="{D6981C1E-98FE-4816-AF92-3CF37087E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" y="5500802"/>
            <a:ext cx="8229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 dirty="0">
                <a:latin typeface="+mn-ea"/>
                <a:ea typeface="+mn-ea"/>
              </a:rPr>
              <a:t>静态单元是非破坏性读出，读出后不需重写。</a:t>
            </a:r>
          </a:p>
        </p:txBody>
      </p:sp>
    </p:spTree>
  </p:cSld>
  <p:clrMapOvr>
    <a:masterClrMapping/>
  </p:clrMapOvr>
  <p:transition spd="slow">
    <p:blinds/>
    <p:sndAc>
      <p:stSnd>
        <p:snd r:embed="rId2" name="CHIMES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19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" dur="500"/>
                                        <p:tgtEl>
                                          <p:spTgt spid="119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119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1" dur="500"/>
                                        <p:tgtEl>
                                          <p:spTgt spid="119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0" dur="500"/>
                                        <p:tgtEl>
                                          <p:spTgt spid="119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7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9" dur="500"/>
                                        <p:tgtEl>
                                          <p:spTgt spid="119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4" dur="500"/>
                                        <p:tgtEl>
                                          <p:spTgt spid="119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9" dur="500"/>
                                        <p:tgtEl>
                                          <p:spTgt spid="119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4" dur="500"/>
                                        <p:tgtEl>
                                          <p:spTgt spid="119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9" dur="500"/>
                                        <p:tgtEl>
                                          <p:spTgt spid="119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64" dur="500"/>
                                        <p:tgtEl>
                                          <p:spTgt spid="119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69" dur="500"/>
                                        <p:tgtEl>
                                          <p:spTgt spid="119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810" grpId="0" autoUpdateAnimBg="0"/>
      <p:bldP spid="119811" grpId="0" autoUpdateAnimBg="0"/>
      <p:bldP spid="119812" grpId="0" autoUpdateAnimBg="0"/>
      <p:bldP spid="119813" grpId="0" autoUpdateAnimBg="0"/>
      <p:bldP spid="119814" grpId="0" autoUpdateAnimBg="0"/>
      <p:bldP spid="119815" grpId="0" autoUpdateAnimBg="0"/>
      <p:bldP spid="119898" grpId="0" autoUpdateAnimBg="0"/>
      <p:bldP spid="119905" grpId="0" autoUpdateAnimBg="0"/>
      <p:bldP spid="119906" grpId="0" autoUpdateAnimBg="0"/>
      <p:bldP spid="119907" grpId="0" autoUpdateAnimBg="0"/>
      <p:bldP spid="119908" grpId="0" autoUpdateAnimBg="0"/>
      <p:bldP spid="119909" grpId="0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6" name="Text Box 4">
            <a:extLst>
              <a:ext uri="{FF2B5EF4-FFF2-40B4-BE49-F238E27FC236}">
                <a16:creationId xmlns:a16="http://schemas.microsoft.com/office/drawing/2014/main" id="{AECD5276-E0F2-4651-8D81-EFAD38741B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32" y="975420"/>
            <a:ext cx="5105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 (2)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静态 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RAM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基本电路</a:t>
            </a:r>
          </a:p>
        </p:txBody>
      </p:sp>
      <p:sp>
        <p:nvSpPr>
          <p:cNvPr id="18437" name="Text Box 5">
            <a:extLst>
              <a:ext uri="{FF2B5EF4-FFF2-40B4-BE49-F238E27FC236}">
                <a16:creationId xmlns:a16="http://schemas.microsoft.com/office/drawing/2014/main" id="{DD37E5A5-63B7-4AA9-B817-9F01BF7D28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5626" y="5508847"/>
            <a:ext cx="21669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A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´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触发器非端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89506F09-BC11-4073-AD0F-E37822FB73F5}"/>
              </a:ext>
            </a:extLst>
          </p:cNvPr>
          <p:cNvGrpSpPr>
            <a:grpSpLocks/>
          </p:cNvGrpSpPr>
          <p:nvPr/>
        </p:nvGrpSpPr>
        <p:grpSpPr bwMode="auto">
          <a:xfrm>
            <a:off x="6249103" y="1632172"/>
            <a:ext cx="2301875" cy="481012"/>
            <a:chOff x="4070" y="1034"/>
            <a:chExt cx="1450" cy="303"/>
          </a:xfrm>
        </p:grpSpPr>
        <p:grpSp>
          <p:nvGrpSpPr>
            <p:cNvPr id="21602" name="Group 7">
              <a:extLst>
                <a:ext uri="{FF2B5EF4-FFF2-40B4-BE49-F238E27FC236}">
                  <a16:creationId xmlns:a16="http://schemas.microsoft.com/office/drawing/2014/main" id="{D8141062-E334-4E97-AD93-C9B1BDC5B2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0" y="1034"/>
              <a:ext cx="338" cy="297"/>
              <a:chOff x="4070" y="1034"/>
              <a:chExt cx="338" cy="297"/>
            </a:xfrm>
          </p:grpSpPr>
          <p:sp>
            <p:nvSpPr>
              <p:cNvPr id="21608" name="Rectangle 8">
                <a:extLst>
                  <a:ext uri="{FF2B5EF4-FFF2-40B4-BE49-F238E27FC236}">
                    <a16:creationId xmlns:a16="http://schemas.microsoft.com/office/drawing/2014/main" id="{3C6BD587-9276-4535-AF45-E623F0573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119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1600" b="1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21609" name="Text Box 9">
                <a:extLst>
                  <a:ext uri="{FF2B5EF4-FFF2-40B4-BE49-F238E27FC236}">
                    <a16:creationId xmlns:a16="http://schemas.microsoft.com/office/drawing/2014/main" id="{9170F941-39EA-498F-8627-8C08440A6E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70" y="1034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</a:p>
            </p:txBody>
          </p:sp>
        </p:grpSp>
        <p:grpSp>
          <p:nvGrpSpPr>
            <p:cNvPr id="21603" name="Group 10">
              <a:extLst>
                <a:ext uri="{FF2B5EF4-FFF2-40B4-BE49-F238E27FC236}">
                  <a16:creationId xmlns:a16="http://schemas.microsoft.com/office/drawing/2014/main" id="{78588183-F2FC-4310-B553-90E183D7AA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02" y="1040"/>
              <a:ext cx="338" cy="297"/>
              <a:chOff x="4070" y="1034"/>
              <a:chExt cx="338" cy="297"/>
            </a:xfrm>
          </p:grpSpPr>
          <p:sp>
            <p:nvSpPr>
              <p:cNvPr id="21606" name="Rectangle 11">
                <a:extLst>
                  <a:ext uri="{FF2B5EF4-FFF2-40B4-BE49-F238E27FC236}">
                    <a16:creationId xmlns:a16="http://schemas.microsoft.com/office/drawing/2014/main" id="{4683155A-7868-4B92-A1A9-B4FF42F63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119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1600" b="1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21607" name="Text Box 12">
                <a:extLst>
                  <a:ext uri="{FF2B5EF4-FFF2-40B4-BE49-F238E27FC236}">
                    <a16:creationId xmlns:a16="http://schemas.microsoft.com/office/drawing/2014/main" id="{77D7C764-D557-48AB-999D-2505D76FCA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70" y="1034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</a:p>
            </p:txBody>
          </p:sp>
        </p:grpSp>
        <p:sp>
          <p:nvSpPr>
            <p:cNvPr id="21604" name="Text Box 13">
              <a:extLst>
                <a:ext uri="{FF2B5EF4-FFF2-40B4-BE49-F238E27FC236}">
                  <a16:creationId xmlns:a16="http://schemas.microsoft.com/office/drawing/2014/main" id="{8BC719D5-867F-4151-8A13-2BD762D912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8" y="1034"/>
              <a:ext cx="22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>
                  <a:latin typeface="Times New Roman" panose="02020603050405020304" pitchFamily="18" charset="0"/>
                </a:rPr>
                <a:t>~</a:t>
              </a:r>
            </a:p>
          </p:txBody>
        </p:sp>
        <p:sp>
          <p:nvSpPr>
            <p:cNvPr id="21605" name="Text Box 14">
              <a:extLst>
                <a:ext uri="{FF2B5EF4-FFF2-40B4-BE49-F238E27FC236}">
                  <a16:creationId xmlns:a16="http://schemas.microsoft.com/office/drawing/2014/main" id="{A7534103-6274-4BE7-A386-CF535C88B9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25" y="1041"/>
              <a:ext cx="69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触发器</a:t>
              </a:r>
            </a:p>
          </p:txBody>
        </p:sp>
      </p:grpSp>
      <p:grpSp>
        <p:nvGrpSpPr>
          <p:cNvPr id="5" name="Group 15">
            <a:extLst>
              <a:ext uri="{FF2B5EF4-FFF2-40B4-BE49-F238E27FC236}">
                <a16:creationId xmlns:a16="http://schemas.microsoft.com/office/drawing/2014/main" id="{4DF32E56-3A8E-403F-AED4-8656BFBDB818}"/>
              </a:ext>
            </a:extLst>
          </p:cNvPr>
          <p:cNvGrpSpPr>
            <a:grpSpLocks/>
          </p:cNvGrpSpPr>
          <p:nvPr/>
        </p:nvGrpSpPr>
        <p:grpSpPr bwMode="auto">
          <a:xfrm>
            <a:off x="6249103" y="2376711"/>
            <a:ext cx="2322513" cy="474663"/>
            <a:chOff x="5881" y="1761"/>
            <a:chExt cx="1463" cy="299"/>
          </a:xfrm>
        </p:grpSpPr>
        <p:grpSp>
          <p:nvGrpSpPr>
            <p:cNvPr id="21594" name="Group 16">
              <a:extLst>
                <a:ext uri="{FF2B5EF4-FFF2-40B4-BE49-F238E27FC236}">
                  <a16:creationId xmlns:a16="http://schemas.microsoft.com/office/drawing/2014/main" id="{A129DF53-F409-478D-A488-FC181C5D53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81" y="1769"/>
              <a:ext cx="338" cy="288"/>
              <a:chOff x="4032" y="1337"/>
              <a:chExt cx="338" cy="288"/>
            </a:xfrm>
          </p:grpSpPr>
          <p:sp>
            <p:nvSpPr>
              <p:cNvPr id="21600" name="Rectangle 17">
                <a:extLst>
                  <a:ext uri="{FF2B5EF4-FFF2-40B4-BE49-F238E27FC236}">
                    <a16:creationId xmlns:a16="http://schemas.microsoft.com/office/drawing/2014/main" id="{D96E7576-9041-4562-9760-1D9088EC9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1413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1600" b="1">
                    <a:latin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21601" name="Text Box 18">
                <a:extLst>
                  <a:ext uri="{FF2B5EF4-FFF2-40B4-BE49-F238E27FC236}">
                    <a16:creationId xmlns:a16="http://schemas.microsoft.com/office/drawing/2014/main" id="{825A29C7-A2B5-4961-80CA-CCA40D019F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32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</a:p>
            </p:txBody>
          </p:sp>
        </p:grpSp>
        <p:grpSp>
          <p:nvGrpSpPr>
            <p:cNvPr id="21595" name="Group 19">
              <a:extLst>
                <a:ext uri="{FF2B5EF4-FFF2-40B4-BE49-F238E27FC236}">
                  <a16:creationId xmlns:a16="http://schemas.microsoft.com/office/drawing/2014/main" id="{A86EA0FA-A59F-42AE-B541-A60A51ED07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" y="1769"/>
              <a:ext cx="338" cy="291"/>
              <a:chOff x="4464" y="1337"/>
              <a:chExt cx="338" cy="291"/>
            </a:xfrm>
          </p:grpSpPr>
          <p:sp>
            <p:nvSpPr>
              <p:cNvPr id="21598" name="Text Box 20">
                <a:extLst>
                  <a:ext uri="{FF2B5EF4-FFF2-40B4-BE49-F238E27FC236}">
                    <a16:creationId xmlns:a16="http://schemas.microsoft.com/office/drawing/2014/main" id="{BC1FFE4B-CEDF-49E9-8DA9-133AAC1889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64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21599" name="Rectangle 21">
                <a:extLst>
                  <a:ext uri="{FF2B5EF4-FFF2-40B4-BE49-F238E27FC236}">
                    <a16:creationId xmlns:a16="http://schemas.microsoft.com/office/drawing/2014/main" id="{E7BEDF1F-87EF-4ACE-B5D9-920525756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1416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1600" b="1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21596" name="Text Box 22">
              <a:extLst>
                <a:ext uri="{FF2B5EF4-FFF2-40B4-BE49-F238E27FC236}">
                  <a16:creationId xmlns:a16="http://schemas.microsoft.com/office/drawing/2014/main" id="{BA43743B-C9BF-4884-894F-BF02F367F1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69" y="1770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>
                  <a:latin typeface="Times New Roman" panose="02020603050405020304" pitchFamily="18" charset="0"/>
                </a:rPr>
                <a:t>、</a:t>
              </a:r>
            </a:p>
          </p:txBody>
        </p:sp>
        <p:sp>
          <p:nvSpPr>
            <p:cNvPr id="21597" name="Text Box 23">
              <a:extLst>
                <a:ext uri="{FF2B5EF4-FFF2-40B4-BE49-F238E27FC236}">
                  <a16:creationId xmlns:a16="http://schemas.microsoft.com/office/drawing/2014/main" id="{F88C1A57-082F-4401-9BAE-1F8F47F541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9" y="1761"/>
              <a:ext cx="69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行开关</a:t>
              </a:r>
            </a:p>
          </p:txBody>
        </p:sp>
      </p:grpSp>
      <p:grpSp>
        <p:nvGrpSpPr>
          <p:cNvPr id="8" name="Group 24">
            <a:extLst>
              <a:ext uri="{FF2B5EF4-FFF2-40B4-BE49-F238E27FC236}">
                <a16:creationId xmlns:a16="http://schemas.microsoft.com/office/drawing/2014/main" id="{86C34455-59EB-45B2-A8FC-08F87D24040E}"/>
              </a:ext>
            </a:extLst>
          </p:cNvPr>
          <p:cNvGrpSpPr>
            <a:grpSpLocks/>
          </p:cNvGrpSpPr>
          <p:nvPr/>
        </p:nvGrpSpPr>
        <p:grpSpPr bwMode="auto">
          <a:xfrm>
            <a:off x="6249103" y="3091086"/>
            <a:ext cx="2322513" cy="474663"/>
            <a:chOff x="4201" y="1857"/>
            <a:chExt cx="1463" cy="299"/>
          </a:xfrm>
        </p:grpSpPr>
        <p:grpSp>
          <p:nvGrpSpPr>
            <p:cNvPr id="21586" name="Group 25">
              <a:extLst>
                <a:ext uri="{FF2B5EF4-FFF2-40B4-BE49-F238E27FC236}">
                  <a16:creationId xmlns:a16="http://schemas.microsoft.com/office/drawing/2014/main" id="{06268586-EE51-4CE2-8C5B-C213CB16C1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1" y="1865"/>
              <a:ext cx="338" cy="288"/>
              <a:chOff x="4032" y="1337"/>
              <a:chExt cx="338" cy="288"/>
            </a:xfrm>
          </p:grpSpPr>
          <p:sp>
            <p:nvSpPr>
              <p:cNvPr id="21592" name="Rectangle 26">
                <a:extLst>
                  <a:ext uri="{FF2B5EF4-FFF2-40B4-BE49-F238E27FC236}">
                    <a16:creationId xmlns:a16="http://schemas.microsoft.com/office/drawing/2014/main" id="{31F2773C-682E-4192-9A87-F87F9AD4E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1413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1600" b="1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21593" name="Text Box 27">
                <a:extLst>
                  <a:ext uri="{FF2B5EF4-FFF2-40B4-BE49-F238E27FC236}">
                    <a16:creationId xmlns:a16="http://schemas.microsoft.com/office/drawing/2014/main" id="{6EAE13C5-0775-4314-9416-69D1909A02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32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</a:p>
            </p:txBody>
          </p:sp>
        </p:grpSp>
        <p:grpSp>
          <p:nvGrpSpPr>
            <p:cNvPr id="21587" name="Group 28">
              <a:extLst>
                <a:ext uri="{FF2B5EF4-FFF2-40B4-BE49-F238E27FC236}">
                  <a16:creationId xmlns:a16="http://schemas.microsoft.com/office/drawing/2014/main" id="{4EDB3951-202F-402C-8CA3-A96B663AFD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43" y="1865"/>
              <a:ext cx="338" cy="291"/>
              <a:chOff x="4464" y="1337"/>
              <a:chExt cx="338" cy="291"/>
            </a:xfrm>
          </p:grpSpPr>
          <p:sp>
            <p:nvSpPr>
              <p:cNvPr id="21590" name="Text Box 29">
                <a:extLst>
                  <a:ext uri="{FF2B5EF4-FFF2-40B4-BE49-F238E27FC236}">
                    <a16:creationId xmlns:a16="http://schemas.microsoft.com/office/drawing/2014/main" id="{BD3E3E9B-BA11-4985-972B-13559E6008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64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21591" name="Rectangle 30">
                <a:extLst>
                  <a:ext uri="{FF2B5EF4-FFF2-40B4-BE49-F238E27FC236}">
                    <a16:creationId xmlns:a16="http://schemas.microsoft.com/office/drawing/2014/main" id="{9B2F9616-CFF1-4A60-816E-0FBEC3F3C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1416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1600" b="1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21588" name="Text Box 31">
              <a:extLst>
                <a:ext uri="{FF2B5EF4-FFF2-40B4-BE49-F238E27FC236}">
                  <a16:creationId xmlns:a16="http://schemas.microsoft.com/office/drawing/2014/main" id="{D9ED6994-B0F9-414F-8C2D-1582BF039D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9" y="1866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>
                  <a:latin typeface="Times New Roman" panose="02020603050405020304" pitchFamily="18" charset="0"/>
                </a:rPr>
                <a:t>、</a:t>
              </a:r>
            </a:p>
          </p:txBody>
        </p:sp>
        <p:sp>
          <p:nvSpPr>
            <p:cNvPr id="21589" name="Text Box 32">
              <a:extLst>
                <a:ext uri="{FF2B5EF4-FFF2-40B4-BE49-F238E27FC236}">
                  <a16:creationId xmlns:a16="http://schemas.microsoft.com/office/drawing/2014/main" id="{9CBE40CC-8851-4EED-AD22-8B680DA83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69" y="1857"/>
              <a:ext cx="69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列开关</a:t>
              </a:r>
            </a:p>
          </p:txBody>
        </p:sp>
      </p:grpSp>
      <p:grpSp>
        <p:nvGrpSpPr>
          <p:cNvPr id="11" name="Group 33">
            <a:extLst>
              <a:ext uri="{FF2B5EF4-FFF2-40B4-BE49-F238E27FC236}">
                <a16:creationId xmlns:a16="http://schemas.microsoft.com/office/drawing/2014/main" id="{32E6DA6A-D62B-4847-9C42-9F0633529877}"/>
              </a:ext>
            </a:extLst>
          </p:cNvPr>
          <p:cNvGrpSpPr>
            <a:grpSpLocks/>
          </p:cNvGrpSpPr>
          <p:nvPr/>
        </p:nvGrpSpPr>
        <p:grpSpPr bwMode="auto">
          <a:xfrm>
            <a:off x="6249101" y="3805461"/>
            <a:ext cx="2628900" cy="474663"/>
            <a:chOff x="4176" y="2193"/>
            <a:chExt cx="1656" cy="299"/>
          </a:xfrm>
        </p:grpSpPr>
        <p:grpSp>
          <p:nvGrpSpPr>
            <p:cNvPr id="21578" name="Group 34">
              <a:extLst>
                <a:ext uri="{FF2B5EF4-FFF2-40B4-BE49-F238E27FC236}">
                  <a16:creationId xmlns:a16="http://schemas.microsoft.com/office/drawing/2014/main" id="{39E0A350-7CDD-4A58-89C8-0F48628D3A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2201"/>
              <a:ext cx="338" cy="288"/>
              <a:chOff x="4032" y="1337"/>
              <a:chExt cx="338" cy="288"/>
            </a:xfrm>
          </p:grpSpPr>
          <p:sp>
            <p:nvSpPr>
              <p:cNvPr id="21584" name="Rectangle 35">
                <a:extLst>
                  <a:ext uri="{FF2B5EF4-FFF2-40B4-BE49-F238E27FC236}">
                    <a16:creationId xmlns:a16="http://schemas.microsoft.com/office/drawing/2014/main" id="{018FABB0-5CF2-46FA-AB4F-178DA3971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1413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1600" b="1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21585" name="Text Box 36">
                <a:extLst>
                  <a:ext uri="{FF2B5EF4-FFF2-40B4-BE49-F238E27FC236}">
                    <a16:creationId xmlns:a16="http://schemas.microsoft.com/office/drawing/2014/main" id="{7023F753-CB94-4F8D-83D1-66099DFF75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32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</a:p>
            </p:txBody>
          </p:sp>
        </p:grpSp>
        <p:grpSp>
          <p:nvGrpSpPr>
            <p:cNvPr id="21579" name="Group 37">
              <a:extLst>
                <a:ext uri="{FF2B5EF4-FFF2-40B4-BE49-F238E27FC236}">
                  <a16:creationId xmlns:a16="http://schemas.microsoft.com/office/drawing/2014/main" id="{33FA0C49-1251-4DA7-8269-D462EF48E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18" y="2201"/>
              <a:ext cx="338" cy="291"/>
              <a:chOff x="4464" y="1337"/>
              <a:chExt cx="338" cy="291"/>
            </a:xfrm>
          </p:grpSpPr>
          <p:sp>
            <p:nvSpPr>
              <p:cNvPr id="21582" name="Text Box 38">
                <a:extLst>
                  <a:ext uri="{FF2B5EF4-FFF2-40B4-BE49-F238E27FC236}">
                    <a16:creationId xmlns:a16="http://schemas.microsoft.com/office/drawing/2014/main" id="{D102CB51-F989-44B9-B5D4-95C73FF048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64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21583" name="Rectangle 39">
                <a:extLst>
                  <a:ext uri="{FF2B5EF4-FFF2-40B4-BE49-F238E27FC236}">
                    <a16:creationId xmlns:a16="http://schemas.microsoft.com/office/drawing/2014/main" id="{B6CF81F5-86E1-4CE6-BA4A-759371F92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1416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1600" b="1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21580" name="Text Box 40">
              <a:extLst>
                <a:ext uri="{FF2B5EF4-FFF2-40B4-BE49-F238E27FC236}">
                  <a16:creationId xmlns:a16="http://schemas.microsoft.com/office/drawing/2014/main" id="{D176E819-A232-4361-9C9D-5DAA10FF07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4" y="2202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>
                  <a:latin typeface="Times New Roman" panose="02020603050405020304" pitchFamily="18" charset="0"/>
                </a:rPr>
                <a:t>、</a:t>
              </a:r>
            </a:p>
          </p:txBody>
        </p:sp>
        <p:sp>
          <p:nvSpPr>
            <p:cNvPr id="21581" name="Text Box 41">
              <a:extLst>
                <a:ext uri="{FF2B5EF4-FFF2-40B4-BE49-F238E27FC236}">
                  <a16:creationId xmlns:a16="http://schemas.microsoft.com/office/drawing/2014/main" id="{8B97EF3A-6451-4EFD-B9B0-B1AE0DB34C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4" y="2193"/>
              <a:ext cx="8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一列共用</a:t>
              </a:r>
            </a:p>
          </p:txBody>
        </p:sp>
      </p:grpSp>
      <p:sp>
        <p:nvSpPr>
          <p:cNvPr id="18474" name="Text Box 42">
            <a:extLst>
              <a:ext uri="{FF2B5EF4-FFF2-40B4-BE49-F238E27FC236}">
                <a16:creationId xmlns:a16="http://schemas.microsoft.com/office/drawing/2014/main" id="{449C87D8-7C38-4D0C-8F5D-F7045048A1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5626" y="4761134"/>
            <a:ext cx="2089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A </a:t>
            </a:r>
            <a:r>
              <a:rPr kumimoji="1" lang="en-US" altLang="zh-CN" sz="2400">
                <a:latin typeface="Times New Roman" panose="02020603050405020304" pitchFamily="18" charset="0"/>
              </a:rPr>
              <a:t>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触发器原端</a:t>
            </a:r>
            <a:endParaRPr kumimoji="1"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14" name="Group 43">
            <a:extLst>
              <a:ext uri="{FF2B5EF4-FFF2-40B4-BE49-F238E27FC236}">
                <a16:creationId xmlns:a16="http://schemas.microsoft.com/office/drawing/2014/main" id="{EB3245FE-86CB-4E4F-863D-9D92C69C300E}"/>
              </a:ext>
            </a:extLst>
          </p:cNvPr>
          <p:cNvGrpSpPr>
            <a:grpSpLocks/>
          </p:cNvGrpSpPr>
          <p:nvPr/>
        </p:nvGrpSpPr>
        <p:grpSpPr bwMode="auto">
          <a:xfrm>
            <a:off x="-29461" y="1757584"/>
            <a:ext cx="6608762" cy="4281488"/>
            <a:chOff x="29" y="1548"/>
            <a:chExt cx="4163" cy="2697"/>
          </a:xfrm>
        </p:grpSpPr>
        <p:sp>
          <p:nvSpPr>
            <p:cNvPr id="21519" name="Rectangle 44">
              <a:extLst>
                <a:ext uri="{FF2B5EF4-FFF2-40B4-BE49-F238E27FC236}">
                  <a16:creationId xmlns:a16="http://schemas.microsoft.com/office/drawing/2014/main" id="{2CAA0800-4F26-493F-90DC-76EE47323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728"/>
              <a:ext cx="960" cy="38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1520" name="Text Box 45">
              <a:extLst>
                <a:ext uri="{FF2B5EF4-FFF2-40B4-BE49-F238E27FC236}">
                  <a16:creationId xmlns:a16="http://schemas.microsoft.com/office/drawing/2014/main" id="{795BBF7C-2ABB-4D24-BC7D-CA98F790D0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26" y="1776"/>
              <a:ext cx="787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400">
                  <a:latin typeface="Times New Roman" panose="02020603050405020304" pitchFamily="18" charset="0"/>
                </a:rPr>
                <a:t>   ~  </a:t>
              </a: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21521" name="Freeform 46">
              <a:extLst>
                <a:ext uri="{FF2B5EF4-FFF2-40B4-BE49-F238E27FC236}">
                  <a16:creationId xmlns:a16="http://schemas.microsoft.com/office/drawing/2014/main" id="{D850D0F6-DF0C-459C-9237-50F5A0D22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920"/>
              <a:ext cx="318" cy="141"/>
            </a:xfrm>
            <a:custGeom>
              <a:avLst/>
              <a:gdLst>
                <a:gd name="T0" fmla="*/ 0 w 318"/>
                <a:gd name="T1" fmla="*/ 0 h 141"/>
                <a:gd name="T2" fmla="*/ 315 w 318"/>
                <a:gd name="T3" fmla="*/ 0 h 141"/>
                <a:gd name="T4" fmla="*/ 318 w 318"/>
                <a:gd name="T5" fmla="*/ 141 h 141"/>
                <a:gd name="T6" fmla="*/ 0 60000 65536"/>
                <a:gd name="T7" fmla="*/ 0 60000 65536"/>
                <a:gd name="T8" fmla="*/ 0 60000 65536"/>
                <a:gd name="T9" fmla="*/ 0 w 318"/>
                <a:gd name="T10" fmla="*/ 0 h 141"/>
                <a:gd name="T11" fmla="*/ 318 w 318"/>
                <a:gd name="T12" fmla="*/ 141 h 1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8" h="141">
                  <a:moveTo>
                    <a:pt x="0" y="0"/>
                  </a:moveTo>
                  <a:lnTo>
                    <a:pt x="315" y="0"/>
                  </a:lnTo>
                  <a:lnTo>
                    <a:pt x="318" y="14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22" name="Freeform 47">
              <a:extLst>
                <a:ext uri="{FF2B5EF4-FFF2-40B4-BE49-F238E27FC236}">
                  <a16:creationId xmlns:a16="http://schemas.microsoft.com/office/drawing/2014/main" id="{9AC39252-9D44-499C-9C82-E56B46C09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920"/>
              <a:ext cx="327" cy="144"/>
            </a:xfrm>
            <a:custGeom>
              <a:avLst/>
              <a:gdLst>
                <a:gd name="T0" fmla="*/ 327 w 327"/>
                <a:gd name="T1" fmla="*/ 0 h 144"/>
                <a:gd name="T2" fmla="*/ 0 w 327"/>
                <a:gd name="T3" fmla="*/ 0 h 144"/>
                <a:gd name="T4" fmla="*/ 0 w 327"/>
                <a:gd name="T5" fmla="*/ 144 h 144"/>
                <a:gd name="T6" fmla="*/ 0 60000 65536"/>
                <a:gd name="T7" fmla="*/ 0 60000 65536"/>
                <a:gd name="T8" fmla="*/ 0 60000 65536"/>
                <a:gd name="T9" fmla="*/ 0 w 327"/>
                <a:gd name="T10" fmla="*/ 0 h 144"/>
                <a:gd name="T11" fmla="*/ 327 w 327"/>
                <a:gd name="T12" fmla="*/ 144 h 1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7" h="144">
                  <a:moveTo>
                    <a:pt x="327" y="0"/>
                  </a:moveTo>
                  <a:lnTo>
                    <a:pt x="0" y="0"/>
                  </a:lnTo>
                  <a:lnTo>
                    <a:pt x="0" y="14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1523" name="Group 48">
              <a:extLst>
                <a:ext uri="{FF2B5EF4-FFF2-40B4-BE49-F238E27FC236}">
                  <a16:creationId xmlns:a16="http://schemas.microsoft.com/office/drawing/2014/main" id="{CF502062-F36D-4663-A62F-5035D9DC50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4" y="2064"/>
              <a:ext cx="243" cy="48"/>
              <a:chOff x="3459" y="1296"/>
              <a:chExt cx="243" cy="48"/>
            </a:xfrm>
          </p:grpSpPr>
          <p:sp>
            <p:nvSpPr>
              <p:cNvPr id="21576" name="Line 49">
                <a:extLst>
                  <a:ext uri="{FF2B5EF4-FFF2-40B4-BE49-F238E27FC236}">
                    <a16:creationId xmlns:a16="http://schemas.microsoft.com/office/drawing/2014/main" id="{4BE20593-500A-47F5-AB47-4693BCF76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577" name="Line 50">
                <a:extLst>
                  <a:ext uri="{FF2B5EF4-FFF2-40B4-BE49-F238E27FC236}">
                    <a16:creationId xmlns:a16="http://schemas.microsoft.com/office/drawing/2014/main" id="{6D0D7298-62CC-4C1F-8FAD-CEA488B623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24" name="Group 51">
              <a:extLst>
                <a:ext uri="{FF2B5EF4-FFF2-40B4-BE49-F238E27FC236}">
                  <a16:creationId xmlns:a16="http://schemas.microsoft.com/office/drawing/2014/main" id="{ADC34060-6899-4127-A709-2290C17CBD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8" y="2064"/>
              <a:ext cx="243" cy="48"/>
              <a:chOff x="3459" y="1296"/>
              <a:chExt cx="243" cy="48"/>
            </a:xfrm>
          </p:grpSpPr>
          <p:sp>
            <p:nvSpPr>
              <p:cNvPr id="21574" name="Line 52">
                <a:extLst>
                  <a:ext uri="{FF2B5EF4-FFF2-40B4-BE49-F238E27FC236}">
                    <a16:creationId xmlns:a16="http://schemas.microsoft.com/office/drawing/2014/main" id="{CCBC1A9F-4805-438D-A5AF-93A788689C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575" name="Line 53">
                <a:extLst>
                  <a:ext uri="{FF2B5EF4-FFF2-40B4-BE49-F238E27FC236}">
                    <a16:creationId xmlns:a16="http://schemas.microsoft.com/office/drawing/2014/main" id="{2A33D562-9B7C-43FA-AE9F-C76A35461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25" name="Group 54">
              <a:extLst>
                <a:ext uri="{FF2B5EF4-FFF2-40B4-BE49-F238E27FC236}">
                  <a16:creationId xmlns:a16="http://schemas.microsoft.com/office/drawing/2014/main" id="{DF88D7AD-9BB9-4A68-B6C5-B9F8E47C859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917" y="2772"/>
              <a:ext cx="243" cy="48"/>
              <a:chOff x="3459" y="1296"/>
              <a:chExt cx="243" cy="48"/>
            </a:xfrm>
          </p:grpSpPr>
          <p:sp>
            <p:nvSpPr>
              <p:cNvPr id="21572" name="Line 55">
                <a:extLst>
                  <a:ext uri="{FF2B5EF4-FFF2-40B4-BE49-F238E27FC236}">
                    <a16:creationId xmlns:a16="http://schemas.microsoft.com/office/drawing/2014/main" id="{5C24C40D-A13E-4EDF-ABA0-FEB4A0FB8F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573" name="Line 56">
                <a:extLst>
                  <a:ext uri="{FF2B5EF4-FFF2-40B4-BE49-F238E27FC236}">
                    <a16:creationId xmlns:a16="http://schemas.microsoft.com/office/drawing/2014/main" id="{95F50C61-6A93-47DF-AF03-0684278B99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26" name="Group 57">
              <a:extLst>
                <a:ext uri="{FF2B5EF4-FFF2-40B4-BE49-F238E27FC236}">
                  <a16:creationId xmlns:a16="http://schemas.microsoft.com/office/drawing/2014/main" id="{A42A74AE-9B64-4A6E-833B-030E54AFD779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709" y="2772"/>
              <a:ext cx="243" cy="48"/>
              <a:chOff x="3459" y="1296"/>
              <a:chExt cx="243" cy="48"/>
            </a:xfrm>
          </p:grpSpPr>
          <p:sp>
            <p:nvSpPr>
              <p:cNvPr id="21570" name="Line 58">
                <a:extLst>
                  <a:ext uri="{FF2B5EF4-FFF2-40B4-BE49-F238E27FC236}">
                    <a16:creationId xmlns:a16="http://schemas.microsoft.com/office/drawing/2014/main" id="{12211371-D979-48AE-8C42-26145D2E5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571" name="Line 59">
                <a:extLst>
                  <a:ext uri="{FF2B5EF4-FFF2-40B4-BE49-F238E27FC236}">
                    <a16:creationId xmlns:a16="http://schemas.microsoft.com/office/drawing/2014/main" id="{AF6A3296-2FD1-40F2-A4E0-E7EA1EC38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1527" name="Line 60">
              <a:extLst>
                <a:ext uri="{FF2B5EF4-FFF2-40B4-BE49-F238E27FC236}">
                  <a16:creationId xmlns:a16="http://schemas.microsoft.com/office/drawing/2014/main" id="{C4BF7605-ED66-4B77-A672-65F483928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2784"/>
              <a:ext cx="2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28" name="Freeform 61">
              <a:extLst>
                <a:ext uri="{FF2B5EF4-FFF2-40B4-BE49-F238E27FC236}">
                  <a16:creationId xmlns:a16="http://schemas.microsoft.com/office/drawing/2014/main" id="{C6B2E864-0EC8-44E5-BA2B-ADFCA840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832"/>
              <a:ext cx="192" cy="672"/>
            </a:xfrm>
            <a:custGeom>
              <a:avLst/>
              <a:gdLst>
                <a:gd name="T0" fmla="*/ 0 w 192"/>
                <a:gd name="T1" fmla="*/ 0 h 672"/>
                <a:gd name="T2" fmla="*/ 192 w 192"/>
                <a:gd name="T3" fmla="*/ 0 h 672"/>
                <a:gd name="T4" fmla="*/ 192 w 192"/>
                <a:gd name="T5" fmla="*/ 672 h 672"/>
                <a:gd name="T6" fmla="*/ 0 60000 65536"/>
                <a:gd name="T7" fmla="*/ 0 60000 65536"/>
                <a:gd name="T8" fmla="*/ 0 60000 65536"/>
                <a:gd name="T9" fmla="*/ 0 w 192"/>
                <a:gd name="T10" fmla="*/ 0 h 672"/>
                <a:gd name="T11" fmla="*/ 192 w 192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29" name="AutoShape 62">
              <a:extLst>
                <a:ext uri="{FF2B5EF4-FFF2-40B4-BE49-F238E27FC236}">
                  <a16:creationId xmlns:a16="http://schemas.microsoft.com/office/drawing/2014/main" id="{3598222B-88BD-452D-AB9C-439374E356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055" y="3360"/>
              <a:ext cx="288" cy="288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grpSp>
          <p:nvGrpSpPr>
            <p:cNvPr id="21530" name="Group 63">
              <a:extLst>
                <a:ext uri="{FF2B5EF4-FFF2-40B4-BE49-F238E27FC236}">
                  <a16:creationId xmlns:a16="http://schemas.microsoft.com/office/drawing/2014/main" id="{CB850D8E-1559-42E2-BC00-7E86E213BB5D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1335" y="3360"/>
              <a:ext cx="384" cy="288"/>
              <a:chOff x="1248" y="3648"/>
              <a:chExt cx="384" cy="288"/>
            </a:xfrm>
          </p:grpSpPr>
          <p:sp>
            <p:nvSpPr>
              <p:cNvPr id="21568" name="AutoShape 64">
                <a:extLst>
                  <a:ext uri="{FF2B5EF4-FFF2-40B4-BE49-F238E27FC236}">
                    <a16:creationId xmlns:a16="http://schemas.microsoft.com/office/drawing/2014/main" id="{77FB00DD-DBD4-49ED-82D1-4D78D55A9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248" y="3648"/>
                <a:ext cx="288" cy="288"/>
              </a:xfrm>
              <a:prstGeom prst="triangle">
                <a:avLst>
                  <a:gd name="adj" fmla="val 50000"/>
                </a:avLst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21569" name="Oval 65">
                <a:extLst>
                  <a:ext uri="{FF2B5EF4-FFF2-40B4-BE49-F238E27FC236}">
                    <a16:creationId xmlns:a16="http://schemas.microsoft.com/office/drawing/2014/main" id="{645E4DE6-9DA2-4532-91C3-A0D73E597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3744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</p:grpSp>
        <p:sp>
          <p:nvSpPr>
            <p:cNvPr id="21531" name="Line 66">
              <a:extLst>
                <a:ext uri="{FF2B5EF4-FFF2-40B4-BE49-F238E27FC236}">
                  <a16:creationId xmlns:a16="http://schemas.microsoft.com/office/drawing/2014/main" id="{4EE931A2-B23A-480E-9271-0A0B377AD6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3" y="3504"/>
              <a:ext cx="1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32" name="AutoShape 67">
              <a:extLst>
                <a:ext uri="{FF2B5EF4-FFF2-40B4-BE49-F238E27FC236}">
                  <a16:creationId xmlns:a16="http://schemas.microsoft.com/office/drawing/2014/main" id="{D49B3C46-F715-4B37-92AD-59404CC3B9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47" y="3360"/>
              <a:ext cx="288" cy="288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1533" name="Line 68">
              <a:extLst>
                <a:ext uri="{FF2B5EF4-FFF2-40B4-BE49-F238E27FC236}">
                  <a16:creationId xmlns:a16="http://schemas.microsoft.com/office/drawing/2014/main" id="{24AAF494-AA10-4D71-AFEE-1BE3827B82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" y="350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34" name="Line 69">
              <a:extLst>
                <a:ext uri="{FF2B5EF4-FFF2-40B4-BE49-F238E27FC236}">
                  <a16:creationId xmlns:a16="http://schemas.microsoft.com/office/drawing/2014/main" id="{3F6CC6F9-D03E-4CDA-940D-232C83D698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9" y="350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35" name="Line 70">
              <a:extLst>
                <a:ext uri="{FF2B5EF4-FFF2-40B4-BE49-F238E27FC236}">
                  <a16:creationId xmlns:a16="http://schemas.microsoft.com/office/drawing/2014/main" id="{94B301EA-2C0A-4AB0-AA89-F9B1499B6D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8" y="3504"/>
              <a:ext cx="0" cy="5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36" name="Line 71">
              <a:extLst>
                <a:ext uri="{FF2B5EF4-FFF2-40B4-BE49-F238E27FC236}">
                  <a16:creationId xmlns:a16="http://schemas.microsoft.com/office/drawing/2014/main" id="{4ABF2C35-9C0F-42AD-B7DA-B818DB943B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9" y="3576"/>
              <a:ext cx="0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37" name="Freeform 72">
              <a:extLst>
                <a:ext uri="{FF2B5EF4-FFF2-40B4-BE49-F238E27FC236}">
                  <a16:creationId xmlns:a16="http://schemas.microsoft.com/office/drawing/2014/main" id="{1FC7B3CC-7431-46E8-9D04-8DEA4247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586"/>
              <a:ext cx="624" cy="314"/>
            </a:xfrm>
            <a:custGeom>
              <a:avLst/>
              <a:gdLst>
                <a:gd name="T0" fmla="*/ 2 w 576"/>
                <a:gd name="T1" fmla="*/ 0 h 314"/>
                <a:gd name="T2" fmla="*/ 0 w 576"/>
                <a:gd name="T3" fmla="*/ 314 h 314"/>
                <a:gd name="T4" fmla="*/ 1184 w 576"/>
                <a:gd name="T5" fmla="*/ 314 h 314"/>
                <a:gd name="T6" fmla="*/ 0 60000 65536"/>
                <a:gd name="T7" fmla="*/ 0 60000 65536"/>
                <a:gd name="T8" fmla="*/ 0 60000 65536"/>
                <a:gd name="T9" fmla="*/ 0 w 576"/>
                <a:gd name="T10" fmla="*/ 0 h 314"/>
                <a:gd name="T11" fmla="*/ 576 w 576"/>
                <a:gd name="T12" fmla="*/ 314 h 3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314">
                  <a:moveTo>
                    <a:pt x="2" y="0"/>
                  </a:moveTo>
                  <a:lnTo>
                    <a:pt x="0" y="314"/>
                  </a:lnTo>
                  <a:lnTo>
                    <a:pt x="576" y="31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stealth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38" name="Freeform 73">
              <a:extLst>
                <a:ext uri="{FF2B5EF4-FFF2-40B4-BE49-F238E27FC236}">
                  <a16:creationId xmlns:a16="http://schemas.microsoft.com/office/drawing/2014/main" id="{DD1EDA0F-5666-4393-AE35-510366079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832"/>
              <a:ext cx="768" cy="672"/>
            </a:xfrm>
            <a:custGeom>
              <a:avLst/>
              <a:gdLst>
                <a:gd name="T0" fmla="*/ 240 w 768"/>
                <a:gd name="T1" fmla="*/ 0 h 720"/>
                <a:gd name="T2" fmla="*/ 0 w 768"/>
                <a:gd name="T3" fmla="*/ 0 h 720"/>
                <a:gd name="T4" fmla="*/ 0 w 768"/>
                <a:gd name="T5" fmla="*/ 386 h 720"/>
                <a:gd name="T6" fmla="*/ 768 w 768"/>
                <a:gd name="T7" fmla="*/ 386 h 7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8"/>
                <a:gd name="T13" fmla="*/ 0 h 720"/>
                <a:gd name="T14" fmla="*/ 768 w 768"/>
                <a:gd name="T15" fmla="*/ 720 h 7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8" h="720">
                  <a:moveTo>
                    <a:pt x="240" y="0"/>
                  </a:moveTo>
                  <a:lnTo>
                    <a:pt x="0" y="0"/>
                  </a:lnTo>
                  <a:lnTo>
                    <a:pt x="0" y="720"/>
                  </a:lnTo>
                  <a:lnTo>
                    <a:pt x="768" y="72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39" name="Freeform 74">
              <a:extLst>
                <a:ext uri="{FF2B5EF4-FFF2-40B4-BE49-F238E27FC236}">
                  <a16:creationId xmlns:a16="http://schemas.microsoft.com/office/drawing/2014/main" id="{C92D87CF-872F-4CF5-8046-AA7A45D03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2112"/>
              <a:ext cx="2425" cy="384"/>
            </a:xfrm>
            <a:custGeom>
              <a:avLst/>
              <a:gdLst>
                <a:gd name="T0" fmla="*/ 923 w 2736"/>
                <a:gd name="T1" fmla="*/ 0 h 240"/>
                <a:gd name="T2" fmla="*/ 923 w 2736"/>
                <a:gd name="T3" fmla="*/ 16474 h 240"/>
                <a:gd name="T4" fmla="*/ 0 w 2736"/>
                <a:gd name="T5" fmla="*/ 16474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40" name="Freeform 75">
              <a:extLst>
                <a:ext uri="{FF2B5EF4-FFF2-40B4-BE49-F238E27FC236}">
                  <a16:creationId xmlns:a16="http://schemas.microsoft.com/office/drawing/2014/main" id="{8F9ED063-07C5-4572-BB00-A5F9BF6B6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112"/>
              <a:ext cx="2" cy="383"/>
            </a:xfrm>
            <a:custGeom>
              <a:avLst/>
              <a:gdLst>
                <a:gd name="T0" fmla="*/ 0 w 2"/>
                <a:gd name="T1" fmla="*/ 0 h 383"/>
                <a:gd name="T2" fmla="*/ 2 w 2"/>
                <a:gd name="T3" fmla="*/ 383 h 383"/>
                <a:gd name="T4" fmla="*/ 0 60000 65536"/>
                <a:gd name="T5" fmla="*/ 0 60000 65536"/>
                <a:gd name="T6" fmla="*/ 0 w 2"/>
                <a:gd name="T7" fmla="*/ 0 h 383"/>
                <a:gd name="T8" fmla="*/ 2 w 2"/>
                <a:gd name="T9" fmla="*/ 383 h 38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383">
                  <a:moveTo>
                    <a:pt x="0" y="0"/>
                  </a:moveTo>
                  <a:lnTo>
                    <a:pt x="2" y="38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41" name="Freeform 76">
              <a:extLst>
                <a:ext uri="{FF2B5EF4-FFF2-40B4-BE49-F238E27FC236}">
                  <a16:creationId xmlns:a16="http://schemas.microsoft.com/office/drawing/2014/main" id="{7AA3F3E3-0D02-47B6-AE4C-5BA95FBFD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" y="2784"/>
              <a:ext cx="1536" cy="384"/>
            </a:xfrm>
            <a:custGeom>
              <a:avLst/>
              <a:gdLst>
                <a:gd name="T0" fmla="*/ 316 w 1872"/>
                <a:gd name="T1" fmla="*/ 0 h 384"/>
                <a:gd name="T2" fmla="*/ 316 w 1872"/>
                <a:gd name="T3" fmla="*/ 384 h 384"/>
                <a:gd name="T4" fmla="*/ 0 w 1872"/>
                <a:gd name="T5" fmla="*/ 384 h 384"/>
                <a:gd name="T6" fmla="*/ 0 60000 65536"/>
                <a:gd name="T7" fmla="*/ 0 60000 65536"/>
                <a:gd name="T8" fmla="*/ 0 60000 65536"/>
                <a:gd name="T9" fmla="*/ 0 w 1872"/>
                <a:gd name="T10" fmla="*/ 0 h 384"/>
                <a:gd name="T11" fmla="*/ 1872 w 1872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42" name="Line 77">
              <a:extLst>
                <a:ext uri="{FF2B5EF4-FFF2-40B4-BE49-F238E27FC236}">
                  <a16:creationId xmlns:a16="http://schemas.microsoft.com/office/drawing/2014/main" id="{1955B6AA-110B-45C9-B81C-91A08FE9CA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91" y="3588"/>
              <a:ext cx="0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43" name="Freeform 78">
              <a:extLst>
                <a:ext uri="{FF2B5EF4-FFF2-40B4-BE49-F238E27FC236}">
                  <a16:creationId xmlns:a16="http://schemas.microsoft.com/office/drawing/2014/main" id="{6A32ADB5-12B9-41DA-8688-B8C330EB1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920"/>
              <a:ext cx="459" cy="816"/>
            </a:xfrm>
            <a:custGeom>
              <a:avLst/>
              <a:gdLst>
                <a:gd name="T0" fmla="*/ 459 w 459"/>
                <a:gd name="T1" fmla="*/ 144 h 816"/>
                <a:gd name="T2" fmla="*/ 459 w 459"/>
                <a:gd name="T3" fmla="*/ 0 h 816"/>
                <a:gd name="T4" fmla="*/ 0 w 459"/>
                <a:gd name="T5" fmla="*/ 0 h 816"/>
                <a:gd name="T6" fmla="*/ 0 w 459"/>
                <a:gd name="T7" fmla="*/ 816 h 816"/>
                <a:gd name="T8" fmla="*/ 240 w 459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"/>
                <a:gd name="T16" fmla="*/ 0 h 816"/>
                <a:gd name="T17" fmla="*/ 459 w 459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" h="816">
                  <a:moveTo>
                    <a:pt x="459" y="144"/>
                  </a:moveTo>
                  <a:lnTo>
                    <a:pt x="459" y="0"/>
                  </a:lnTo>
                  <a:lnTo>
                    <a:pt x="0" y="0"/>
                  </a:lnTo>
                  <a:lnTo>
                    <a:pt x="0" y="816"/>
                  </a:lnTo>
                  <a:lnTo>
                    <a:pt x="240" y="81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44" name="Freeform 79">
              <a:extLst>
                <a:ext uri="{FF2B5EF4-FFF2-40B4-BE49-F238E27FC236}">
                  <a16:creationId xmlns:a16="http://schemas.microsoft.com/office/drawing/2014/main" id="{A8F074DB-D4A1-4C2E-AA96-5702DE183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920"/>
              <a:ext cx="462" cy="818"/>
            </a:xfrm>
            <a:custGeom>
              <a:avLst/>
              <a:gdLst>
                <a:gd name="T0" fmla="*/ 3 w 462"/>
                <a:gd name="T1" fmla="*/ 144 h 818"/>
                <a:gd name="T2" fmla="*/ 0 w 462"/>
                <a:gd name="T3" fmla="*/ 0 h 818"/>
                <a:gd name="T4" fmla="*/ 462 w 462"/>
                <a:gd name="T5" fmla="*/ 0 h 818"/>
                <a:gd name="T6" fmla="*/ 462 w 462"/>
                <a:gd name="T7" fmla="*/ 816 h 818"/>
                <a:gd name="T8" fmla="*/ 272 w 462"/>
                <a:gd name="T9" fmla="*/ 818 h 8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2"/>
                <a:gd name="T16" fmla="*/ 0 h 818"/>
                <a:gd name="T17" fmla="*/ 462 w 462"/>
                <a:gd name="T18" fmla="*/ 818 h 8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2" h="818">
                  <a:moveTo>
                    <a:pt x="3" y="144"/>
                  </a:moveTo>
                  <a:lnTo>
                    <a:pt x="0" y="0"/>
                  </a:lnTo>
                  <a:lnTo>
                    <a:pt x="462" y="0"/>
                  </a:lnTo>
                  <a:lnTo>
                    <a:pt x="462" y="816"/>
                  </a:lnTo>
                  <a:lnTo>
                    <a:pt x="272" y="81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45" name="Text Box 80">
              <a:extLst>
                <a:ext uri="{FF2B5EF4-FFF2-40B4-BE49-F238E27FC236}">
                  <a16:creationId xmlns:a16="http://schemas.microsoft.com/office/drawing/2014/main" id="{856A615C-CAC0-4BC7-8521-0EBCD8715B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" y="1910"/>
              <a:ext cx="27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15000">
                  <a:latin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21546" name="Text Box 81">
              <a:extLst>
                <a:ext uri="{FF2B5EF4-FFF2-40B4-BE49-F238E27FC236}">
                  <a16:creationId xmlns:a16="http://schemas.microsoft.com/office/drawing/2014/main" id="{206E4508-A5E2-454D-B56F-FA9B536C8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5" y="1910"/>
              <a:ext cx="27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15000">
                  <a:latin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21547" name="Text Box 82">
              <a:extLst>
                <a:ext uri="{FF2B5EF4-FFF2-40B4-BE49-F238E27FC236}">
                  <a16:creationId xmlns:a16="http://schemas.microsoft.com/office/drawing/2014/main" id="{A96E6020-336E-42A9-B4F7-C2A614B7BA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" y="2544"/>
              <a:ext cx="22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1548" name="Text Box 83">
              <a:extLst>
                <a:ext uri="{FF2B5EF4-FFF2-40B4-BE49-F238E27FC236}">
                  <a16:creationId xmlns:a16="http://schemas.microsoft.com/office/drawing/2014/main" id="{32F1B742-43A7-44CE-839C-00A3413F14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2" y="2624"/>
              <a:ext cx="1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400" b="1"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21549" name="Text Box 84">
              <a:extLst>
                <a:ext uri="{FF2B5EF4-FFF2-40B4-BE49-F238E27FC236}">
                  <a16:creationId xmlns:a16="http://schemas.microsoft.com/office/drawing/2014/main" id="{140CB0A1-FA22-473D-BD55-A76A5F5D5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3" y="2544"/>
              <a:ext cx="22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1550" name="Text Box 85">
              <a:extLst>
                <a:ext uri="{FF2B5EF4-FFF2-40B4-BE49-F238E27FC236}">
                  <a16:creationId xmlns:a16="http://schemas.microsoft.com/office/drawing/2014/main" id="{2DE9CF3D-747D-4264-A661-4763D867A9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" y="2624"/>
              <a:ext cx="1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400" b="1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21551" name="Text Box 86">
              <a:extLst>
                <a:ext uri="{FF2B5EF4-FFF2-40B4-BE49-F238E27FC236}">
                  <a16:creationId xmlns:a16="http://schemas.microsoft.com/office/drawing/2014/main" id="{FB8CE572-7798-4BB8-85FF-ADDF5C6A4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0" y="1680"/>
              <a:ext cx="31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A</a:t>
              </a:r>
              <a:r>
                <a:rPr kumimoji="1" lang="en-US" altLang="zh-CN" sz="20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21552" name="Text Box 87">
              <a:extLst>
                <a:ext uri="{FF2B5EF4-FFF2-40B4-BE49-F238E27FC236}">
                  <a16:creationId xmlns:a16="http://schemas.microsoft.com/office/drawing/2014/main" id="{522547BF-5C33-4279-ACBD-0DFF7CF55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0" y="1680"/>
              <a:ext cx="23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1553" name="Text Box 88">
              <a:extLst>
                <a:ext uri="{FF2B5EF4-FFF2-40B4-BE49-F238E27FC236}">
                  <a16:creationId xmlns:a16="http://schemas.microsoft.com/office/drawing/2014/main" id="{8485ED67-B104-41D3-96D6-8983AC447C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" y="3225"/>
              <a:ext cx="70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21554" name="Text Box 89">
              <a:extLst>
                <a:ext uri="{FF2B5EF4-FFF2-40B4-BE49-F238E27FC236}">
                  <a16:creationId xmlns:a16="http://schemas.microsoft.com/office/drawing/2014/main" id="{C60E063B-B6BE-48A4-A9FB-4192DAFE59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1" y="3225"/>
              <a:ext cx="70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21555" name="Text Box 90">
              <a:extLst>
                <a:ext uri="{FF2B5EF4-FFF2-40B4-BE49-F238E27FC236}">
                  <a16:creationId xmlns:a16="http://schemas.microsoft.com/office/drawing/2014/main" id="{B8557C9D-C0EB-4BF1-9C77-4881E2BEC5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6" y="3993"/>
              <a:ext cx="3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1556" name="Text Box 91">
              <a:extLst>
                <a:ext uri="{FF2B5EF4-FFF2-40B4-BE49-F238E27FC236}">
                  <a16:creationId xmlns:a16="http://schemas.microsoft.com/office/drawing/2014/main" id="{FAEA2B33-7835-42D6-927D-0235457C36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6" y="3936"/>
              <a:ext cx="556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写选择</a:t>
              </a:r>
            </a:p>
          </p:txBody>
        </p:sp>
        <p:sp>
          <p:nvSpPr>
            <p:cNvPr id="21557" name="Text Box 92">
              <a:extLst>
                <a:ext uri="{FF2B5EF4-FFF2-40B4-BE49-F238E27FC236}">
                  <a16:creationId xmlns:a16="http://schemas.microsoft.com/office/drawing/2014/main" id="{08904AAC-0955-4F78-80FA-B136B3342C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" y="3945"/>
              <a:ext cx="556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读选择</a:t>
              </a:r>
            </a:p>
          </p:txBody>
        </p:sp>
        <p:sp>
          <p:nvSpPr>
            <p:cNvPr id="21558" name="Text Box 93">
              <a:extLst>
                <a:ext uri="{FF2B5EF4-FFF2-40B4-BE49-F238E27FC236}">
                  <a16:creationId xmlns:a16="http://schemas.microsoft.com/office/drawing/2014/main" id="{3550090E-82F1-430A-8A48-A7D3432D76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5" y="3177"/>
              <a:ext cx="467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1559" name="Text Box 94">
              <a:extLst>
                <a:ext uri="{FF2B5EF4-FFF2-40B4-BE49-F238E27FC236}">
                  <a16:creationId xmlns:a16="http://schemas.microsoft.com/office/drawing/2014/main" id="{39617253-83F4-4291-AB96-F17DD5B22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7" y="3129"/>
              <a:ext cx="40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读放</a:t>
              </a:r>
            </a:p>
          </p:txBody>
        </p:sp>
        <p:sp>
          <p:nvSpPr>
            <p:cNvPr id="21560" name="Text Box 95">
              <a:extLst>
                <a:ext uri="{FF2B5EF4-FFF2-40B4-BE49-F238E27FC236}">
                  <a16:creationId xmlns:a16="http://schemas.microsoft.com/office/drawing/2014/main" id="{0581E69A-2701-400B-8A2D-E7E278EDF8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1" y="1680"/>
              <a:ext cx="51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位线</a:t>
              </a:r>
              <a:r>
                <a:rPr kumimoji="1" lang="en-US" altLang="zh-CN" sz="18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1561" name="Freeform 96">
              <a:extLst>
                <a:ext uri="{FF2B5EF4-FFF2-40B4-BE49-F238E27FC236}">
                  <a16:creationId xmlns:a16="http://schemas.microsoft.com/office/drawing/2014/main" id="{286D4188-EFE4-4581-917F-41166AC06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900"/>
              <a:ext cx="259" cy="233"/>
            </a:xfrm>
            <a:custGeom>
              <a:avLst/>
              <a:gdLst>
                <a:gd name="T0" fmla="*/ 259 w 259"/>
                <a:gd name="T1" fmla="*/ 0 h 260"/>
                <a:gd name="T2" fmla="*/ 0 w 259"/>
                <a:gd name="T3" fmla="*/ 260 h 260"/>
                <a:gd name="T4" fmla="*/ 0 60000 65536"/>
                <a:gd name="T5" fmla="*/ 0 60000 65536"/>
                <a:gd name="T6" fmla="*/ 0 w 259"/>
                <a:gd name="T7" fmla="*/ 0 h 260"/>
                <a:gd name="T8" fmla="*/ 259 w 259"/>
                <a:gd name="T9" fmla="*/ 260 h 26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9" h="260">
                  <a:moveTo>
                    <a:pt x="259" y="0"/>
                  </a:moveTo>
                  <a:lnTo>
                    <a:pt x="0" y="26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562" name="Text Box 97">
              <a:extLst>
                <a:ext uri="{FF2B5EF4-FFF2-40B4-BE49-F238E27FC236}">
                  <a16:creationId xmlns:a16="http://schemas.microsoft.com/office/drawing/2014/main" id="{5E3E892C-4FF3-42F2-8FB1-CCC8CC4CC7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" y="1680"/>
              <a:ext cx="51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位线</a:t>
              </a:r>
              <a:r>
                <a:rPr kumimoji="1" lang="en-US" altLang="zh-CN" sz="18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1563" name="Text Box 98">
              <a:extLst>
                <a:ext uri="{FF2B5EF4-FFF2-40B4-BE49-F238E27FC236}">
                  <a16:creationId xmlns:a16="http://schemas.microsoft.com/office/drawing/2014/main" id="{56A75551-45D7-4B23-8885-E2EC7946D2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603"/>
              <a:ext cx="247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21564" name="Line 99">
              <a:extLst>
                <a:ext uri="{FF2B5EF4-FFF2-40B4-BE49-F238E27FC236}">
                  <a16:creationId xmlns:a16="http://schemas.microsoft.com/office/drawing/2014/main" id="{D1ECBD2C-D1E8-4DA6-B881-5288730207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" y="1920"/>
              <a:ext cx="24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565" name="Text Box 100">
              <a:extLst>
                <a:ext uri="{FF2B5EF4-FFF2-40B4-BE49-F238E27FC236}">
                  <a16:creationId xmlns:a16="http://schemas.microsoft.com/office/drawing/2014/main" id="{2B5DC75D-A87A-4703-AF6C-31FB908173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4" y="2937"/>
              <a:ext cx="84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列地址选择</a:t>
              </a:r>
            </a:p>
          </p:txBody>
        </p:sp>
        <p:sp>
          <p:nvSpPr>
            <p:cNvPr id="21566" name="Text Box 101">
              <a:extLst>
                <a:ext uri="{FF2B5EF4-FFF2-40B4-BE49-F238E27FC236}">
                  <a16:creationId xmlns:a16="http://schemas.microsoft.com/office/drawing/2014/main" id="{E22171F5-186C-4A90-8D6F-25F1FADF73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5" y="2256"/>
              <a:ext cx="84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行地址选择</a:t>
              </a:r>
            </a:p>
          </p:txBody>
        </p:sp>
        <p:sp>
          <p:nvSpPr>
            <p:cNvPr id="21567" name="Rectangle 102">
              <a:extLst>
                <a:ext uri="{FF2B5EF4-FFF2-40B4-BE49-F238E27FC236}">
                  <a16:creationId xmlns:a16="http://schemas.microsoft.com/office/drawing/2014/main" id="{DAC916D4-E42D-4734-8444-33B1B553F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1548"/>
              <a:ext cx="2400" cy="72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lg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18536" name="Text Box 104">
            <a:extLst>
              <a:ext uri="{FF2B5EF4-FFF2-40B4-BE49-F238E27FC236}">
                <a16:creationId xmlns:a16="http://schemas.microsoft.com/office/drawing/2014/main" id="{D14BFD7F-3801-4AF2-8394-9BC50A0663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7026" y="2119536"/>
            <a:ext cx="12490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T</a:t>
            </a:r>
            <a:r>
              <a:rPr kumimoji="1" lang="en-US" altLang="zh-CN" sz="20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kumimoji="1"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   ~  </a:t>
            </a:r>
            <a:r>
              <a:rPr kumimoji="1" lang="en-US" altLang="zh-CN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T</a:t>
            </a:r>
            <a:r>
              <a:rPr kumimoji="1" lang="en-US" altLang="zh-CN" sz="20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</a:p>
        </p:txBody>
      </p:sp>
      <p:sp>
        <p:nvSpPr>
          <p:cNvPr id="106" name="Text Box 102">
            <a:extLst>
              <a:ext uri="{FF2B5EF4-FFF2-40B4-BE49-F238E27FC236}">
                <a16:creationId xmlns:a16="http://schemas.microsoft.com/office/drawing/2014/main" id="{7FDAF75F-2B13-4F7B-97FD-981CEAD3D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4735" y="2"/>
            <a:ext cx="6165470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4400" kern="0" dirty="0">
                <a:solidFill>
                  <a:srgbClr val="FF0000"/>
                </a:solidFill>
                <a:latin typeface="Arial"/>
                <a:ea typeface="宋体"/>
                <a:cs typeface="+mj-cs"/>
              </a:rPr>
              <a:t>3.3.1 SRAM</a:t>
            </a:r>
            <a:r>
              <a:rPr lang="zh-CN" altLang="en-US" sz="4400" kern="0" dirty="0">
                <a:solidFill>
                  <a:srgbClr val="FF0000"/>
                </a:solidFill>
                <a:latin typeface="Arial"/>
                <a:ea typeface="宋体"/>
                <a:cs typeface="+mj-cs"/>
              </a:rPr>
              <a:t>的工作原理</a:t>
            </a:r>
            <a:endParaRPr kumimoji="1" lang="en-US" altLang="zh-CN" sz="3600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8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8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8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8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6" grpId="0" autoUpdateAnimBg="0"/>
      <p:bldP spid="18437" grpId="0" autoUpdateAnimBg="0"/>
      <p:bldP spid="18474" grpId="0" autoUpdateAnimBg="0"/>
      <p:bldP spid="18536" grpId="0" autoUpdateAnimBg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3ECCCC6F-1EDA-4092-8E1F-3717B7473428}"/>
              </a:ext>
            </a:extLst>
          </p:cNvPr>
          <p:cNvGrpSpPr>
            <a:grpSpLocks/>
          </p:cNvGrpSpPr>
          <p:nvPr/>
        </p:nvGrpSpPr>
        <p:grpSpPr bwMode="auto">
          <a:xfrm>
            <a:off x="-19878" y="874442"/>
            <a:ext cx="7388225" cy="5872163"/>
            <a:chOff x="0" y="672"/>
            <a:chExt cx="4654" cy="3699"/>
          </a:xfrm>
        </p:grpSpPr>
        <p:sp>
          <p:nvSpPr>
            <p:cNvPr id="22583" name="Text Box 3">
              <a:extLst>
                <a:ext uri="{FF2B5EF4-FFF2-40B4-BE49-F238E27FC236}">
                  <a16:creationId xmlns:a16="http://schemas.microsoft.com/office/drawing/2014/main" id="{95140504-B6B3-4FA7-A58D-F8788ED71B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8" y="739"/>
              <a:ext cx="387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A</a:t>
              </a:r>
              <a:r>
                <a:rPr kumimoji="1" lang="en-US" altLang="zh-CN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22584" name="Rectangle 4">
              <a:extLst>
                <a:ext uri="{FF2B5EF4-FFF2-40B4-BE49-F238E27FC236}">
                  <a16:creationId xmlns:a16="http://schemas.microsoft.com/office/drawing/2014/main" id="{481A11B7-13A7-45CB-8C8F-4977DB402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866"/>
              <a:ext cx="1046" cy="43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2585" name="Text Box 5">
              <a:extLst>
                <a:ext uri="{FF2B5EF4-FFF2-40B4-BE49-F238E27FC236}">
                  <a16:creationId xmlns:a16="http://schemas.microsoft.com/office/drawing/2014/main" id="{0BDEBA84-6580-498C-8770-B8C460EA65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906"/>
              <a:ext cx="114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aseline="-25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>
                  <a:latin typeface="Times New Roman" panose="02020603050405020304" pitchFamily="18" charset="0"/>
                </a:rPr>
                <a:t>  ~ 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22586" name="Freeform 6">
              <a:extLst>
                <a:ext uri="{FF2B5EF4-FFF2-40B4-BE49-F238E27FC236}">
                  <a16:creationId xmlns:a16="http://schemas.microsoft.com/office/drawing/2014/main" id="{4A9B343C-AE5C-4BFE-89FB-7B9F7DE5B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109"/>
              <a:ext cx="343" cy="213"/>
            </a:xfrm>
            <a:custGeom>
              <a:avLst/>
              <a:gdLst>
                <a:gd name="T0" fmla="*/ 0 w 336"/>
                <a:gd name="T1" fmla="*/ 0 h 144"/>
                <a:gd name="T2" fmla="*/ 404 w 336"/>
                <a:gd name="T3" fmla="*/ 0 h 144"/>
                <a:gd name="T4" fmla="*/ 404 w 336"/>
                <a:gd name="T5" fmla="*/ 4877 h 144"/>
                <a:gd name="T6" fmla="*/ 0 60000 65536"/>
                <a:gd name="T7" fmla="*/ 0 60000 65536"/>
                <a:gd name="T8" fmla="*/ 0 60000 65536"/>
                <a:gd name="T9" fmla="*/ 0 w 336"/>
                <a:gd name="T10" fmla="*/ 0 h 144"/>
                <a:gd name="T11" fmla="*/ 336 w 336"/>
                <a:gd name="T12" fmla="*/ 144 h 1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144">
                  <a:moveTo>
                    <a:pt x="0" y="0"/>
                  </a:moveTo>
                  <a:lnTo>
                    <a:pt x="336" y="0"/>
                  </a:lnTo>
                  <a:lnTo>
                    <a:pt x="336" y="14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587" name="Freeform 7">
              <a:extLst>
                <a:ext uri="{FF2B5EF4-FFF2-40B4-BE49-F238E27FC236}">
                  <a16:creationId xmlns:a16="http://schemas.microsoft.com/office/drawing/2014/main" id="{BA0D1FCA-1CA7-4688-97F5-09015AC5C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102"/>
              <a:ext cx="331" cy="226"/>
            </a:xfrm>
            <a:custGeom>
              <a:avLst/>
              <a:gdLst>
                <a:gd name="T0" fmla="*/ 443 w 319"/>
                <a:gd name="T1" fmla="*/ 0 h 184"/>
                <a:gd name="T2" fmla="*/ 0 w 319"/>
                <a:gd name="T3" fmla="*/ 0 h 184"/>
                <a:gd name="T4" fmla="*/ 0 w 319"/>
                <a:gd name="T5" fmla="*/ 1172 h 184"/>
                <a:gd name="T6" fmla="*/ 0 60000 65536"/>
                <a:gd name="T7" fmla="*/ 0 60000 65536"/>
                <a:gd name="T8" fmla="*/ 0 60000 65536"/>
                <a:gd name="T9" fmla="*/ 0 w 319"/>
                <a:gd name="T10" fmla="*/ 0 h 184"/>
                <a:gd name="T11" fmla="*/ 319 w 319"/>
                <a:gd name="T12" fmla="*/ 184 h 1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9" h="184">
                  <a:moveTo>
                    <a:pt x="319" y="0"/>
                  </a:move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2588" name="Group 8">
              <a:extLst>
                <a:ext uri="{FF2B5EF4-FFF2-40B4-BE49-F238E27FC236}">
                  <a16:creationId xmlns:a16="http://schemas.microsoft.com/office/drawing/2014/main" id="{EA26878F-D921-4FD6-BA1F-9ED2FED0D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70" y="1328"/>
              <a:ext cx="265" cy="74"/>
              <a:chOff x="3459" y="1296"/>
              <a:chExt cx="243" cy="48"/>
            </a:xfrm>
          </p:grpSpPr>
          <p:sp>
            <p:nvSpPr>
              <p:cNvPr id="22637" name="Line 9">
                <a:extLst>
                  <a:ext uri="{FF2B5EF4-FFF2-40B4-BE49-F238E27FC236}">
                    <a16:creationId xmlns:a16="http://schemas.microsoft.com/office/drawing/2014/main" id="{78785DB5-A44B-43C1-81D3-06CAA65EF9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638" name="Line 10">
                <a:extLst>
                  <a:ext uri="{FF2B5EF4-FFF2-40B4-BE49-F238E27FC236}">
                    <a16:creationId xmlns:a16="http://schemas.microsoft.com/office/drawing/2014/main" id="{74A652DF-9DF5-4934-BA86-B45BF85CDC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2589" name="Group 11">
              <a:extLst>
                <a:ext uri="{FF2B5EF4-FFF2-40B4-BE49-F238E27FC236}">
                  <a16:creationId xmlns:a16="http://schemas.microsoft.com/office/drawing/2014/main" id="{1D30A31B-74D7-4942-998C-71D5EF0D53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" y="1328"/>
              <a:ext cx="264" cy="74"/>
              <a:chOff x="3459" y="1296"/>
              <a:chExt cx="243" cy="48"/>
            </a:xfrm>
          </p:grpSpPr>
          <p:sp>
            <p:nvSpPr>
              <p:cNvPr id="22635" name="Line 12">
                <a:extLst>
                  <a:ext uri="{FF2B5EF4-FFF2-40B4-BE49-F238E27FC236}">
                    <a16:creationId xmlns:a16="http://schemas.microsoft.com/office/drawing/2014/main" id="{EFCE3ACF-0887-4C60-B5AA-A5E05809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636" name="Line 13">
                <a:extLst>
                  <a:ext uri="{FF2B5EF4-FFF2-40B4-BE49-F238E27FC236}">
                    <a16:creationId xmlns:a16="http://schemas.microsoft.com/office/drawing/2014/main" id="{0D0777FA-D7C2-4A7A-8B0D-D4B1BCA087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2590" name="Group 14">
              <a:extLst>
                <a:ext uri="{FF2B5EF4-FFF2-40B4-BE49-F238E27FC236}">
                  <a16:creationId xmlns:a16="http://schemas.microsoft.com/office/drawing/2014/main" id="{F98DC414-EEA1-4086-B4EC-5752E794A2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3" y="2256"/>
              <a:ext cx="76" cy="369"/>
              <a:chOff x="3143" y="2256"/>
              <a:chExt cx="76" cy="369"/>
            </a:xfrm>
          </p:grpSpPr>
          <p:sp>
            <p:nvSpPr>
              <p:cNvPr id="22633" name="Line 15">
                <a:extLst>
                  <a:ext uri="{FF2B5EF4-FFF2-40B4-BE49-F238E27FC236}">
                    <a16:creationId xmlns:a16="http://schemas.microsoft.com/office/drawing/2014/main" id="{EE9837D1-9EAF-4D1D-86F5-30D578098B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34" y="2441"/>
                <a:ext cx="3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634" name="Line 16">
                <a:extLst>
                  <a:ext uri="{FF2B5EF4-FFF2-40B4-BE49-F238E27FC236}">
                    <a16:creationId xmlns:a16="http://schemas.microsoft.com/office/drawing/2014/main" id="{5940595C-779C-40B3-B296-DE41D402EE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31" y="2436"/>
                <a:ext cx="2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2591" name="Group 17">
              <a:extLst>
                <a:ext uri="{FF2B5EF4-FFF2-40B4-BE49-F238E27FC236}">
                  <a16:creationId xmlns:a16="http://schemas.microsoft.com/office/drawing/2014/main" id="{323404B1-3DE2-41AB-BE2B-7918A1AA0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" y="2256"/>
              <a:ext cx="76" cy="369"/>
              <a:chOff x="771" y="2256"/>
              <a:chExt cx="76" cy="369"/>
            </a:xfrm>
          </p:grpSpPr>
          <p:sp>
            <p:nvSpPr>
              <p:cNvPr id="22631" name="Line 18">
                <a:extLst>
                  <a:ext uri="{FF2B5EF4-FFF2-40B4-BE49-F238E27FC236}">
                    <a16:creationId xmlns:a16="http://schemas.microsoft.com/office/drawing/2014/main" id="{98EDCF89-CB56-4C4A-94F0-2CF5472DAC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586" y="2441"/>
                <a:ext cx="3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632" name="Line 19">
                <a:extLst>
                  <a:ext uri="{FF2B5EF4-FFF2-40B4-BE49-F238E27FC236}">
                    <a16:creationId xmlns:a16="http://schemas.microsoft.com/office/drawing/2014/main" id="{85D051FB-8234-4896-BED6-528ED1778E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735" y="2446"/>
                <a:ext cx="2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2592" name="Freeform 20">
              <a:extLst>
                <a:ext uri="{FF2B5EF4-FFF2-40B4-BE49-F238E27FC236}">
                  <a16:creationId xmlns:a16="http://schemas.microsoft.com/office/drawing/2014/main" id="{D797E074-8285-4427-920D-242C0993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423"/>
              <a:ext cx="2272" cy="1"/>
            </a:xfrm>
            <a:custGeom>
              <a:avLst/>
              <a:gdLst>
                <a:gd name="T0" fmla="*/ 0 w 2272"/>
                <a:gd name="T1" fmla="*/ 0 h 1"/>
                <a:gd name="T2" fmla="*/ 2272 w 2272"/>
                <a:gd name="T3" fmla="*/ 1 h 1"/>
                <a:gd name="T4" fmla="*/ 0 60000 65536"/>
                <a:gd name="T5" fmla="*/ 0 60000 65536"/>
                <a:gd name="T6" fmla="*/ 0 w 2272"/>
                <a:gd name="T7" fmla="*/ 0 h 1"/>
                <a:gd name="T8" fmla="*/ 2272 w 227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72" h="1">
                  <a:moveTo>
                    <a:pt x="0" y="0"/>
                  </a:moveTo>
                  <a:lnTo>
                    <a:pt x="2272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593" name="Freeform 21">
              <a:extLst>
                <a:ext uri="{FF2B5EF4-FFF2-40B4-BE49-F238E27FC236}">
                  <a16:creationId xmlns:a16="http://schemas.microsoft.com/office/drawing/2014/main" id="{D999FE78-3F28-488F-97FF-1A658981C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495"/>
              <a:ext cx="210" cy="1023"/>
            </a:xfrm>
            <a:custGeom>
              <a:avLst/>
              <a:gdLst>
                <a:gd name="T0" fmla="*/ 0 w 192"/>
                <a:gd name="T1" fmla="*/ 0 h 672"/>
                <a:gd name="T2" fmla="*/ 432 w 192"/>
                <a:gd name="T3" fmla="*/ 0 h 672"/>
                <a:gd name="T4" fmla="*/ 432 w 192"/>
                <a:gd name="T5" fmla="*/ 29501 h 672"/>
                <a:gd name="T6" fmla="*/ 0 60000 65536"/>
                <a:gd name="T7" fmla="*/ 0 60000 65536"/>
                <a:gd name="T8" fmla="*/ 0 60000 65536"/>
                <a:gd name="T9" fmla="*/ 0 w 192"/>
                <a:gd name="T10" fmla="*/ 0 h 672"/>
                <a:gd name="T11" fmla="*/ 192 w 192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594" name="AutoShape 22">
              <a:extLst>
                <a:ext uri="{FF2B5EF4-FFF2-40B4-BE49-F238E27FC236}">
                  <a16:creationId xmlns:a16="http://schemas.microsoft.com/office/drawing/2014/main" id="{F4DDE1BA-24D1-4F7F-8E2E-D17F6B07AC2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070" y="3361"/>
              <a:ext cx="437" cy="314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2595" name="AutoShape 23">
              <a:extLst>
                <a:ext uri="{FF2B5EF4-FFF2-40B4-BE49-F238E27FC236}">
                  <a16:creationId xmlns:a16="http://schemas.microsoft.com/office/drawing/2014/main" id="{3D025868-B32D-4B75-9A69-7B90510DFA7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1389" y="3360"/>
              <a:ext cx="437" cy="314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2596" name="Oval 24">
              <a:extLst>
                <a:ext uri="{FF2B5EF4-FFF2-40B4-BE49-F238E27FC236}">
                  <a16:creationId xmlns:a16="http://schemas.microsoft.com/office/drawing/2014/main" id="{759FE44F-8AB0-4437-AA17-2ED2B900E24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380" y="3484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2597" name="Line 25">
              <a:extLst>
                <a:ext uri="{FF2B5EF4-FFF2-40B4-BE49-F238E27FC236}">
                  <a16:creationId xmlns:a16="http://schemas.microsoft.com/office/drawing/2014/main" id="{A5BD8A0C-B637-4FDA-89F0-99550C2293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6" y="3518"/>
              <a:ext cx="120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598" name="AutoShape 26">
              <a:extLst>
                <a:ext uri="{FF2B5EF4-FFF2-40B4-BE49-F238E27FC236}">
                  <a16:creationId xmlns:a16="http://schemas.microsoft.com/office/drawing/2014/main" id="{20283750-ACCD-4A40-BB6C-3089770A8F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587" y="3361"/>
              <a:ext cx="437" cy="314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2599" name="Line 27">
              <a:extLst>
                <a:ext uri="{FF2B5EF4-FFF2-40B4-BE49-F238E27FC236}">
                  <a16:creationId xmlns:a16="http://schemas.microsoft.com/office/drawing/2014/main" id="{D6E0A286-6D15-4089-8986-0C79D705A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3518"/>
              <a:ext cx="36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00" name="Line 28">
              <a:extLst>
                <a:ext uri="{FF2B5EF4-FFF2-40B4-BE49-F238E27FC236}">
                  <a16:creationId xmlns:a16="http://schemas.microsoft.com/office/drawing/2014/main" id="{EDA764FB-2992-40AC-B68E-8609877213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6" y="3518"/>
              <a:ext cx="36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01" name="Freeform 29">
              <a:extLst>
                <a:ext uri="{FF2B5EF4-FFF2-40B4-BE49-F238E27FC236}">
                  <a16:creationId xmlns:a16="http://schemas.microsoft.com/office/drawing/2014/main" id="{39F099A3-2008-47DA-A18C-825C74B2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3518"/>
              <a:ext cx="1" cy="622"/>
            </a:xfrm>
            <a:custGeom>
              <a:avLst/>
              <a:gdLst>
                <a:gd name="T0" fmla="*/ 0 w 1"/>
                <a:gd name="T1" fmla="*/ 0 h 622"/>
                <a:gd name="T2" fmla="*/ 1 w 1"/>
                <a:gd name="T3" fmla="*/ 622 h 622"/>
                <a:gd name="T4" fmla="*/ 0 60000 65536"/>
                <a:gd name="T5" fmla="*/ 0 60000 65536"/>
                <a:gd name="T6" fmla="*/ 0 w 1"/>
                <a:gd name="T7" fmla="*/ 0 h 622"/>
                <a:gd name="T8" fmla="*/ 1 w 1"/>
                <a:gd name="T9" fmla="*/ 622 h 6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622">
                  <a:moveTo>
                    <a:pt x="0" y="0"/>
                  </a:moveTo>
                  <a:lnTo>
                    <a:pt x="1" y="62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02" name="Freeform 30">
              <a:extLst>
                <a:ext uri="{FF2B5EF4-FFF2-40B4-BE49-F238E27FC236}">
                  <a16:creationId xmlns:a16="http://schemas.microsoft.com/office/drawing/2014/main" id="{15577FE8-9AF1-461C-B5D7-3508D045B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3639"/>
              <a:ext cx="6" cy="498"/>
            </a:xfrm>
            <a:custGeom>
              <a:avLst/>
              <a:gdLst>
                <a:gd name="T0" fmla="*/ 4 w 6"/>
                <a:gd name="T1" fmla="*/ 498 h 498"/>
                <a:gd name="T2" fmla="*/ 0 w 6"/>
                <a:gd name="T3" fmla="*/ 9 h 498"/>
                <a:gd name="T4" fmla="*/ 6 w 6"/>
                <a:gd name="T5" fmla="*/ 0 h 498"/>
                <a:gd name="T6" fmla="*/ 6 w 6"/>
                <a:gd name="T7" fmla="*/ 2 h 49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498"/>
                <a:gd name="T14" fmla="*/ 6 w 6"/>
                <a:gd name="T15" fmla="*/ 498 h 49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498">
                  <a:moveTo>
                    <a:pt x="4" y="498"/>
                  </a:moveTo>
                  <a:lnTo>
                    <a:pt x="0" y="9"/>
                  </a:lnTo>
                  <a:lnTo>
                    <a:pt x="6" y="0"/>
                  </a:lnTo>
                  <a:lnTo>
                    <a:pt x="6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03" name="Freeform 31">
              <a:extLst>
                <a:ext uri="{FF2B5EF4-FFF2-40B4-BE49-F238E27FC236}">
                  <a16:creationId xmlns:a16="http://schemas.microsoft.com/office/drawing/2014/main" id="{946FF808-26D8-4A8E-AAD5-93B7E3A7F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624"/>
              <a:ext cx="677" cy="312"/>
            </a:xfrm>
            <a:custGeom>
              <a:avLst/>
              <a:gdLst>
                <a:gd name="T0" fmla="*/ 0 w 677"/>
                <a:gd name="T1" fmla="*/ 0 h 312"/>
                <a:gd name="T2" fmla="*/ 0 w 677"/>
                <a:gd name="T3" fmla="*/ 306 h 312"/>
                <a:gd name="T4" fmla="*/ 677 w 677"/>
                <a:gd name="T5" fmla="*/ 312 h 312"/>
                <a:gd name="T6" fmla="*/ 0 60000 65536"/>
                <a:gd name="T7" fmla="*/ 0 60000 65536"/>
                <a:gd name="T8" fmla="*/ 0 60000 65536"/>
                <a:gd name="T9" fmla="*/ 0 w 677"/>
                <a:gd name="T10" fmla="*/ 0 h 312"/>
                <a:gd name="T11" fmla="*/ 677 w 677"/>
                <a:gd name="T12" fmla="*/ 312 h 3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77" h="312">
                  <a:moveTo>
                    <a:pt x="0" y="0"/>
                  </a:moveTo>
                  <a:lnTo>
                    <a:pt x="0" y="306"/>
                  </a:lnTo>
                  <a:lnTo>
                    <a:pt x="677" y="31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stealth" w="med" len="lg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04" name="Freeform 32">
              <a:extLst>
                <a:ext uri="{FF2B5EF4-FFF2-40B4-BE49-F238E27FC236}">
                  <a16:creationId xmlns:a16="http://schemas.microsoft.com/office/drawing/2014/main" id="{D8088196-6499-461A-A819-A779F9FD7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495"/>
              <a:ext cx="862" cy="1023"/>
            </a:xfrm>
            <a:custGeom>
              <a:avLst/>
              <a:gdLst>
                <a:gd name="T0" fmla="*/ 262 w 862"/>
                <a:gd name="T1" fmla="*/ 0 h 1023"/>
                <a:gd name="T2" fmla="*/ 0 w 862"/>
                <a:gd name="T3" fmla="*/ 0 h 1023"/>
                <a:gd name="T4" fmla="*/ 0 w 862"/>
                <a:gd name="T5" fmla="*/ 1023 h 1023"/>
                <a:gd name="T6" fmla="*/ 862 w 862"/>
                <a:gd name="T7" fmla="*/ 1023 h 1023"/>
                <a:gd name="T8" fmla="*/ 838 w 862"/>
                <a:gd name="T9" fmla="*/ 1023 h 10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2"/>
                <a:gd name="T16" fmla="*/ 0 h 1023"/>
                <a:gd name="T17" fmla="*/ 862 w 862"/>
                <a:gd name="T18" fmla="*/ 1023 h 10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2" h="1023">
                  <a:moveTo>
                    <a:pt x="262" y="0"/>
                  </a:moveTo>
                  <a:lnTo>
                    <a:pt x="0" y="0"/>
                  </a:lnTo>
                  <a:lnTo>
                    <a:pt x="0" y="1023"/>
                  </a:lnTo>
                  <a:lnTo>
                    <a:pt x="862" y="1023"/>
                  </a:lnTo>
                  <a:lnTo>
                    <a:pt x="838" y="102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05" name="Freeform 33">
              <a:extLst>
                <a:ext uri="{FF2B5EF4-FFF2-40B4-BE49-F238E27FC236}">
                  <a16:creationId xmlns:a16="http://schemas.microsoft.com/office/drawing/2014/main" id="{1A1A6461-E780-41D4-A436-D0D771F3F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" y="2423"/>
              <a:ext cx="1674" cy="583"/>
            </a:xfrm>
            <a:custGeom>
              <a:avLst/>
              <a:gdLst>
                <a:gd name="T0" fmla="*/ 684 w 1872"/>
                <a:gd name="T1" fmla="*/ 0 h 384"/>
                <a:gd name="T2" fmla="*/ 684 w 1872"/>
                <a:gd name="T3" fmla="*/ 16465 h 384"/>
                <a:gd name="T4" fmla="*/ 0 w 1872"/>
                <a:gd name="T5" fmla="*/ 16465 h 384"/>
                <a:gd name="T6" fmla="*/ 0 60000 65536"/>
                <a:gd name="T7" fmla="*/ 0 60000 65536"/>
                <a:gd name="T8" fmla="*/ 0 60000 65536"/>
                <a:gd name="T9" fmla="*/ 0 w 1872"/>
                <a:gd name="T10" fmla="*/ 0 h 384"/>
                <a:gd name="T11" fmla="*/ 1872 w 1872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06" name="Line 34">
              <a:extLst>
                <a:ext uri="{FF2B5EF4-FFF2-40B4-BE49-F238E27FC236}">
                  <a16:creationId xmlns:a16="http://schemas.microsoft.com/office/drawing/2014/main" id="{1BFBA769-708D-4FB5-9FA0-2717923535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6" y="3641"/>
              <a:ext cx="0" cy="7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07" name="Freeform 35">
              <a:extLst>
                <a:ext uri="{FF2B5EF4-FFF2-40B4-BE49-F238E27FC236}">
                  <a16:creationId xmlns:a16="http://schemas.microsoft.com/office/drawing/2014/main" id="{440301B6-412C-46BA-9E88-770D59EC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091"/>
              <a:ext cx="492" cy="1259"/>
            </a:xfrm>
            <a:custGeom>
              <a:avLst/>
              <a:gdLst>
                <a:gd name="T0" fmla="*/ 492 w 492"/>
                <a:gd name="T1" fmla="*/ 233 h 1259"/>
                <a:gd name="T2" fmla="*/ 492 w 492"/>
                <a:gd name="T3" fmla="*/ 0 h 1259"/>
                <a:gd name="T4" fmla="*/ 1 w 492"/>
                <a:gd name="T5" fmla="*/ 0 h 1259"/>
                <a:gd name="T6" fmla="*/ 0 w 492"/>
                <a:gd name="T7" fmla="*/ 1259 h 1259"/>
                <a:gd name="T8" fmla="*/ 262 w 492"/>
                <a:gd name="T9" fmla="*/ 1259 h 1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1259"/>
                <a:gd name="T17" fmla="*/ 492 w 492"/>
                <a:gd name="T18" fmla="*/ 1259 h 12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1259">
                  <a:moveTo>
                    <a:pt x="492" y="233"/>
                  </a:moveTo>
                  <a:lnTo>
                    <a:pt x="492" y="0"/>
                  </a:lnTo>
                  <a:lnTo>
                    <a:pt x="1" y="0"/>
                  </a:lnTo>
                  <a:lnTo>
                    <a:pt x="0" y="1259"/>
                  </a:lnTo>
                  <a:lnTo>
                    <a:pt x="262" y="125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08" name="Freeform 36">
              <a:extLst>
                <a:ext uri="{FF2B5EF4-FFF2-40B4-BE49-F238E27FC236}">
                  <a16:creationId xmlns:a16="http://schemas.microsoft.com/office/drawing/2014/main" id="{AAE44B0E-2431-44F1-9982-69D39E5F9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109"/>
              <a:ext cx="523" cy="1244"/>
            </a:xfrm>
            <a:custGeom>
              <a:avLst/>
              <a:gdLst>
                <a:gd name="T0" fmla="*/ 0 w 523"/>
                <a:gd name="T1" fmla="*/ 219 h 1244"/>
                <a:gd name="T2" fmla="*/ 0 w 523"/>
                <a:gd name="T3" fmla="*/ 0 h 1244"/>
                <a:gd name="T4" fmla="*/ 523 w 523"/>
                <a:gd name="T5" fmla="*/ 0 h 1244"/>
                <a:gd name="T6" fmla="*/ 523 w 523"/>
                <a:gd name="T7" fmla="*/ 1244 h 1244"/>
                <a:gd name="T8" fmla="*/ 278 w 523"/>
                <a:gd name="T9" fmla="*/ 1244 h 1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3"/>
                <a:gd name="T16" fmla="*/ 0 h 1244"/>
                <a:gd name="T17" fmla="*/ 523 w 523"/>
                <a:gd name="T18" fmla="*/ 1244 h 12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3" h="1244">
                  <a:moveTo>
                    <a:pt x="0" y="219"/>
                  </a:moveTo>
                  <a:lnTo>
                    <a:pt x="0" y="0"/>
                  </a:lnTo>
                  <a:lnTo>
                    <a:pt x="523" y="0"/>
                  </a:lnTo>
                  <a:lnTo>
                    <a:pt x="523" y="1244"/>
                  </a:lnTo>
                  <a:lnTo>
                    <a:pt x="278" y="124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09" name="Text Box 37">
              <a:extLst>
                <a:ext uri="{FF2B5EF4-FFF2-40B4-BE49-F238E27FC236}">
                  <a16:creationId xmlns:a16="http://schemas.microsoft.com/office/drawing/2014/main" id="{D2FCAE00-420E-44F3-816C-5953BDCEC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5" y="1231"/>
              <a:ext cx="27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22610" name="Text Box 38">
              <a:extLst>
                <a:ext uri="{FF2B5EF4-FFF2-40B4-BE49-F238E27FC236}">
                  <a16:creationId xmlns:a16="http://schemas.microsoft.com/office/drawing/2014/main" id="{2306F2BF-9411-485C-AEBD-6DA3BA44E6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7" y="1231"/>
              <a:ext cx="27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22611" name="Text Box 39">
              <a:extLst>
                <a:ext uri="{FF2B5EF4-FFF2-40B4-BE49-F238E27FC236}">
                  <a16:creationId xmlns:a16="http://schemas.microsoft.com/office/drawing/2014/main" id="{0F94644E-33E2-4C6D-9D1E-C3DF0B083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4" y="2150"/>
              <a:ext cx="27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22612" name="Text Box 40">
              <a:extLst>
                <a:ext uri="{FF2B5EF4-FFF2-40B4-BE49-F238E27FC236}">
                  <a16:creationId xmlns:a16="http://schemas.microsoft.com/office/drawing/2014/main" id="{F12E1EAC-7FF1-4324-ACD7-BA007D0A9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4" y="2150"/>
              <a:ext cx="27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22613" name="Text Box 41">
              <a:extLst>
                <a:ext uri="{FF2B5EF4-FFF2-40B4-BE49-F238E27FC236}">
                  <a16:creationId xmlns:a16="http://schemas.microsoft.com/office/drawing/2014/main" id="{00A5E452-EA76-4B31-BEFB-1182825FA6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0" y="816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2614" name="Freeform 42">
              <a:extLst>
                <a:ext uri="{FF2B5EF4-FFF2-40B4-BE49-F238E27FC236}">
                  <a16:creationId xmlns:a16="http://schemas.microsoft.com/office/drawing/2014/main" id="{56886375-3F41-4FF5-8D04-5B0F5394C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" y="1402"/>
              <a:ext cx="2642" cy="365"/>
            </a:xfrm>
            <a:custGeom>
              <a:avLst/>
              <a:gdLst>
                <a:gd name="T0" fmla="*/ 1996 w 2736"/>
                <a:gd name="T1" fmla="*/ 0 h 240"/>
                <a:gd name="T2" fmla="*/ 1996 w 2736"/>
                <a:gd name="T3" fmla="*/ 10448 h 240"/>
                <a:gd name="T4" fmla="*/ 0 w 2736"/>
                <a:gd name="T5" fmla="*/ 10448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15" name="Line 43">
              <a:extLst>
                <a:ext uri="{FF2B5EF4-FFF2-40B4-BE49-F238E27FC236}">
                  <a16:creationId xmlns:a16="http://schemas.microsoft.com/office/drawing/2014/main" id="{0680C4C6-59C8-4114-8995-55386207BE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5" y="1402"/>
              <a:ext cx="0" cy="3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616" name="Text Box 44">
              <a:extLst>
                <a:ext uri="{FF2B5EF4-FFF2-40B4-BE49-F238E27FC236}">
                  <a16:creationId xmlns:a16="http://schemas.microsoft.com/office/drawing/2014/main" id="{65E648C2-1BEF-4E3F-A46E-6AB70A72E6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7" y="3230"/>
              <a:ext cx="70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22617" name="Text Box 45">
              <a:extLst>
                <a:ext uri="{FF2B5EF4-FFF2-40B4-BE49-F238E27FC236}">
                  <a16:creationId xmlns:a16="http://schemas.microsoft.com/office/drawing/2014/main" id="{B0002225-170F-4A5E-9C52-141A496A77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9" y="3225"/>
              <a:ext cx="70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22618" name="Text Box 46">
              <a:extLst>
                <a:ext uri="{FF2B5EF4-FFF2-40B4-BE49-F238E27FC236}">
                  <a16:creationId xmlns:a16="http://schemas.microsoft.com/office/drawing/2014/main" id="{A2BFA623-CC4C-4209-8B92-D06E610DB7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9" y="3993"/>
              <a:ext cx="3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2619" name="Text Box 47">
              <a:extLst>
                <a:ext uri="{FF2B5EF4-FFF2-40B4-BE49-F238E27FC236}">
                  <a16:creationId xmlns:a16="http://schemas.microsoft.com/office/drawing/2014/main" id="{C3AAEEAA-C498-41C9-891C-3A95D0208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" y="3984"/>
              <a:ext cx="556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写选择</a:t>
              </a:r>
            </a:p>
          </p:txBody>
        </p:sp>
        <p:sp>
          <p:nvSpPr>
            <p:cNvPr id="22620" name="Text Box 48">
              <a:extLst>
                <a:ext uri="{FF2B5EF4-FFF2-40B4-BE49-F238E27FC236}">
                  <a16:creationId xmlns:a16="http://schemas.microsoft.com/office/drawing/2014/main" id="{577C4770-7C90-43DE-A7FC-EC37FBF0A1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2" y="3993"/>
              <a:ext cx="556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读选择</a:t>
              </a:r>
            </a:p>
          </p:txBody>
        </p:sp>
        <p:sp>
          <p:nvSpPr>
            <p:cNvPr id="22621" name="Text Box 49">
              <a:extLst>
                <a:ext uri="{FF2B5EF4-FFF2-40B4-BE49-F238E27FC236}">
                  <a16:creationId xmlns:a16="http://schemas.microsoft.com/office/drawing/2014/main" id="{B547701A-39D2-4F27-80A3-0A30059A1C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9" y="2976"/>
              <a:ext cx="40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读放</a:t>
              </a:r>
            </a:p>
          </p:txBody>
        </p:sp>
        <p:sp>
          <p:nvSpPr>
            <p:cNvPr id="22622" name="Text Box 50">
              <a:extLst>
                <a:ext uri="{FF2B5EF4-FFF2-40B4-BE49-F238E27FC236}">
                  <a16:creationId xmlns:a16="http://schemas.microsoft.com/office/drawing/2014/main" id="{B8C9517B-6246-4E38-BAA4-4C7BAE850A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" y="729"/>
              <a:ext cx="51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位线</a:t>
              </a:r>
              <a:r>
                <a:rPr kumimoji="1" lang="en-US" altLang="zh-CN" sz="18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2623" name="Line 51">
              <a:extLst>
                <a:ext uri="{FF2B5EF4-FFF2-40B4-BE49-F238E27FC236}">
                  <a16:creationId xmlns:a16="http://schemas.microsoft.com/office/drawing/2014/main" id="{8C7CFDFA-AF9C-40FA-8966-D0A54AFA3E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13" y="912"/>
              <a:ext cx="288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22624" name="Group 52">
              <a:extLst>
                <a:ext uri="{FF2B5EF4-FFF2-40B4-BE49-F238E27FC236}">
                  <a16:creationId xmlns:a16="http://schemas.microsoft.com/office/drawing/2014/main" id="{3881B3B4-BB73-414B-9436-01340E2521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672"/>
              <a:ext cx="631" cy="368"/>
              <a:chOff x="-58" y="1603"/>
              <a:chExt cx="631" cy="368"/>
            </a:xfrm>
          </p:grpSpPr>
          <p:sp>
            <p:nvSpPr>
              <p:cNvPr id="22629" name="Text Box 53">
                <a:extLst>
                  <a:ext uri="{FF2B5EF4-FFF2-40B4-BE49-F238E27FC236}">
                    <a16:creationId xmlns:a16="http://schemas.microsoft.com/office/drawing/2014/main" id="{05DC71D5-15B7-491E-A959-6EC7FE36F7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58" y="1680"/>
                <a:ext cx="514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zh-CN" altLang="en-US" sz="1800" b="1">
                    <a:latin typeface="Times New Roman" panose="02020603050405020304" pitchFamily="18" charset="0"/>
                  </a:rPr>
                  <a:t>位线</a:t>
                </a:r>
                <a:r>
                  <a:rPr kumimoji="1" lang="en-US" altLang="zh-CN" sz="1800" b="1">
                    <a:latin typeface="Times New Roman" panose="02020603050405020304" pitchFamily="18" charset="0"/>
                  </a:rPr>
                  <a:t>A</a:t>
                </a:r>
              </a:p>
            </p:txBody>
          </p:sp>
          <p:sp>
            <p:nvSpPr>
              <p:cNvPr id="22630" name="Text Box 54">
                <a:extLst>
                  <a:ext uri="{FF2B5EF4-FFF2-40B4-BE49-F238E27FC236}">
                    <a16:creationId xmlns:a16="http://schemas.microsoft.com/office/drawing/2014/main" id="{AD5892E3-554E-49D1-823E-97DD72AD81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" y="1603"/>
                <a:ext cx="247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´</a:t>
                </a:r>
              </a:p>
            </p:txBody>
          </p:sp>
        </p:grpSp>
        <p:sp>
          <p:nvSpPr>
            <p:cNvPr id="22625" name="Line 55">
              <a:extLst>
                <a:ext uri="{FF2B5EF4-FFF2-40B4-BE49-F238E27FC236}">
                  <a16:creationId xmlns:a16="http://schemas.microsoft.com/office/drawing/2014/main" id="{D787F160-AC20-4C0D-815E-6507320A18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" y="960"/>
              <a:ext cx="24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626" name="Text Box 56">
              <a:extLst>
                <a:ext uri="{FF2B5EF4-FFF2-40B4-BE49-F238E27FC236}">
                  <a16:creationId xmlns:a16="http://schemas.microsoft.com/office/drawing/2014/main" id="{049B6C54-FBA3-4A6B-849C-5756A2ECB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5" y="2736"/>
              <a:ext cx="84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列地址选择</a:t>
              </a:r>
            </a:p>
          </p:txBody>
        </p:sp>
        <p:sp>
          <p:nvSpPr>
            <p:cNvPr id="22627" name="Text Box 57">
              <a:extLst>
                <a:ext uri="{FF2B5EF4-FFF2-40B4-BE49-F238E27FC236}">
                  <a16:creationId xmlns:a16="http://schemas.microsoft.com/office/drawing/2014/main" id="{3B5A017E-9A39-41EF-84B6-F8808A681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7" y="1488"/>
              <a:ext cx="84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行地址选择</a:t>
              </a:r>
            </a:p>
          </p:txBody>
        </p:sp>
        <p:sp>
          <p:nvSpPr>
            <p:cNvPr id="22628" name="Text Box 58">
              <a:extLst>
                <a:ext uri="{FF2B5EF4-FFF2-40B4-BE49-F238E27FC236}">
                  <a16:creationId xmlns:a16="http://schemas.microsoft.com/office/drawing/2014/main" id="{149762C9-ED3A-43F7-AF73-494879CC8A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2" y="3216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OUT</a:t>
              </a:r>
            </a:p>
          </p:txBody>
        </p:sp>
      </p:grpSp>
      <p:sp>
        <p:nvSpPr>
          <p:cNvPr id="22531" name="Text Box 59">
            <a:extLst>
              <a:ext uri="{FF2B5EF4-FFF2-40B4-BE49-F238E27FC236}">
                <a16:creationId xmlns:a16="http://schemas.microsoft.com/office/drawing/2014/main" id="{5F48D7E6-50EB-4CDA-99C6-B41CCED5A2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2222" y="208486"/>
            <a:ext cx="7010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b="1" dirty="0">
                <a:latin typeface="Times New Roman" panose="02020603050405020304" pitchFamily="18" charset="0"/>
              </a:rPr>
              <a:t>静态 </a:t>
            </a:r>
            <a:r>
              <a:rPr kumimoji="1" lang="en-US" altLang="zh-CN" b="1" dirty="0">
                <a:latin typeface="Times New Roman" panose="02020603050405020304" pitchFamily="18" charset="0"/>
              </a:rPr>
              <a:t>RAM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基本电路的 </a:t>
            </a:r>
            <a:r>
              <a:rPr kumimoji="1" lang="zh-CN" altLang="en-US" sz="36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r>
              <a:rPr kumimoji="1" lang="zh-CN" altLang="en-US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操作  </a:t>
            </a:r>
          </a:p>
        </p:txBody>
      </p:sp>
      <p:sp>
        <p:nvSpPr>
          <p:cNvPr id="19516" name="Freeform 60">
            <a:extLst>
              <a:ext uri="{FF2B5EF4-FFF2-40B4-BE49-F238E27FC236}">
                <a16:creationId xmlns:a16="http://schemas.microsoft.com/office/drawing/2014/main" id="{05C964D3-CB54-4265-A68A-8B495D940E0F}"/>
              </a:ext>
            </a:extLst>
          </p:cNvPr>
          <p:cNvSpPr>
            <a:spLocks/>
          </p:cNvSpPr>
          <p:nvPr/>
        </p:nvSpPr>
        <p:spPr bwMode="auto">
          <a:xfrm>
            <a:off x="454785" y="3670028"/>
            <a:ext cx="2657475" cy="925512"/>
          </a:xfrm>
          <a:custGeom>
            <a:avLst/>
            <a:gdLst>
              <a:gd name="T0" fmla="*/ 2147483646 w 1872"/>
              <a:gd name="T1" fmla="*/ 0 h 384"/>
              <a:gd name="T2" fmla="*/ 2147483646 w 1872"/>
              <a:gd name="T3" fmla="*/ 2147483646 h 384"/>
              <a:gd name="T4" fmla="*/ 0 w 1872"/>
              <a:gd name="T5" fmla="*/ 2147483646 h 384"/>
              <a:gd name="T6" fmla="*/ 0 60000 65536"/>
              <a:gd name="T7" fmla="*/ 0 60000 65536"/>
              <a:gd name="T8" fmla="*/ 0 60000 65536"/>
              <a:gd name="T9" fmla="*/ 0 w 1872"/>
              <a:gd name="T10" fmla="*/ 0 h 384"/>
              <a:gd name="T11" fmla="*/ 1872 w 1872"/>
              <a:gd name="T12" fmla="*/ 384 h 38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72" h="384">
                <a:moveTo>
                  <a:pt x="1872" y="0"/>
                </a:moveTo>
                <a:lnTo>
                  <a:pt x="1872" y="384"/>
                </a:lnTo>
                <a:lnTo>
                  <a:pt x="0" y="384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517" name="Freeform 61">
            <a:extLst>
              <a:ext uri="{FF2B5EF4-FFF2-40B4-BE49-F238E27FC236}">
                <a16:creationId xmlns:a16="http://schemas.microsoft.com/office/drawing/2014/main" id="{B0EF6FC2-8E70-4105-B62C-2E94B165D509}"/>
              </a:ext>
            </a:extLst>
          </p:cNvPr>
          <p:cNvSpPr>
            <a:spLocks/>
          </p:cNvSpPr>
          <p:nvPr/>
        </p:nvSpPr>
        <p:spPr bwMode="auto">
          <a:xfrm>
            <a:off x="1312035" y="3674792"/>
            <a:ext cx="3640137" cy="3175"/>
          </a:xfrm>
          <a:custGeom>
            <a:avLst/>
            <a:gdLst>
              <a:gd name="T0" fmla="*/ 0 w 2293"/>
              <a:gd name="T1" fmla="*/ 2147483646 h 2"/>
              <a:gd name="T2" fmla="*/ 2147483646 w 2293"/>
              <a:gd name="T3" fmla="*/ 0 h 2"/>
              <a:gd name="T4" fmla="*/ 0 60000 65536"/>
              <a:gd name="T5" fmla="*/ 0 60000 65536"/>
              <a:gd name="T6" fmla="*/ 0 w 2293"/>
              <a:gd name="T7" fmla="*/ 0 h 2"/>
              <a:gd name="T8" fmla="*/ 2293 w 2293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293" h="2">
                <a:moveTo>
                  <a:pt x="0" y="2"/>
                </a:moveTo>
                <a:lnTo>
                  <a:pt x="2293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518" name="Freeform 62">
            <a:extLst>
              <a:ext uri="{FF2B5EF4-FFF2-40B4-BE49-F238E27FC236}">
                <a16:creationId xmlns:a16="http://schemas.microsoft.com/office/drawing/2014/main" id="{7ABFDEE4-2B36-4A5E-B1C5-83B03EC5FB51}"/>
              </a:ext>
            </a:extLst>
          </p:cNvPr>
          <p:cNvSpPr>
            <a:spLocks/>
          </p:cNvSpPr>
          <p:nvPr/>
        </p:nvSpPr>
        <p:spPr bwMode="auto">
          <a:xfrm>
            <a:off x="3932997" y="1560242"/>
            <a:ext cx="542925" cy="347663"/>
          </a:xfrm>
          <a:custGeom>
            <a:avLst/>
            <a:gdLst>
              <a:gd name="T0" fmla="*/ 0 w 342"/>
              <a:gd name="T1" fmla="*/ 0 h 219"/>
              <a:gd name="T2" fmla="*/ 2147483646 w 342"/>
              <a:gd name="T3" fmla="*/ 0 h 219"/>
              <a:gd name="T4" fmla="*/ 2147483646 w 342"/>
              <a:gd name="T5" fmla="*/ 2147483646 h 219"/>
              <a:gd name="T6" fmla="*/ 0 60000 65536"/>
              <a:gd name="T7" fmla="*/ 0 60000 65536"/>
              <a:gd name="T8" fmla="*/ 0 60000 65536"/>
              <a:gd name="T9" fmla="*/ 0 w 342"/>
              <a:gd name="T10" fmla="*/ 0 h 219"/>
              <a:gd name="T11" fmla="*/ 342 w 342"/>
              <a:gd name="T12" fmla="*/ 219 h 21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2" h="219">
                <a:moveTo>
                  <a:pt x="0" y="0"/>
                </a:moveTo>
                <a:lnTo>
                  <a:pt x="342" y="0"/>
                </a:lnTo>
                <a:lnTo>
                  <a:pt x="342" y="219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8" name="Group 63">
            <a:extLst>
              <a:ext uri="{FF2B5EF4-FFF2-40B4-BE49-F238E27FC236}">
                <a16:creationId xmlns:a16="http://schemas.microsoft.com/office/drawing/2014/main" id="{75DD7CD2-7252-441C-8766-C34D58310655}"/>
              </a:ext>
            </a:extLst>
          </p:cNvPr>
          <p:cNvGrpSpPr>
            <a:grpSpLocks/>
          </p:cNvGrpSpPr>
          <p:nvPr/>
        </p:nvGrpSpPr>
        <p:grpSpPr bwMode="auto">
          <a:xfrm>
            <a:off x="1199320" y="3389040"/>
            <a:ext cx="3886200" cy="585788"/>
            <a:chOff x="768" y="2256"/>
            <a:chExt cx="2448" cy="369"/>
          </a:xfrm>
        </p:grpSpPr>
        <p:grpSp>
          <p:nvGrpSpPr>
            <p:cNvPr id="22577" name="Group 64">
              <a:extLst>
                <a:ext uri="{FF2B5EF4-FFF2-40B4-BE49-F238E27FC236}">
                  <a16:creationId xmlns:a16="http://schemas.microsoft.com/office/drawing/2014/main" id="{424817A4-291D-4CAB-8CB6-E82860D3BC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" y="2256"/>
              <a:ext cx="76" cy="369"/>
              <a:chOff x="768" y="2256"/>
              <a:chExt cx="76" cy="369"/>
            </a:xfrm>
          </p:grpSpPr>
          <p:sp>
            <p:nvSpPr>
              <p:cNvPr id="22581" name="Line 65">
                <a:extLst>
                  <a:ext uri="{FF2B5EF4-FFF2-40B4-BE49-F238E27FC236}">
                    <a16:creationId xmlns:a16="http://schemas.microsoft.com/office/drawing/2014/main" id="{AFEC6FD5-BA08-4A77-9BA4-529983CB4A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583" y="2441"/>
                <a:ext cx="369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82" name="Line 66">
                <a:extLst>
                  <a:ext uri="{FF2B5EF4-FFF2-40B4-BE49-F238E27FC236}">
                    <a16:creationId xmlns:a16="http://schemas.microsoft.com/office/drawing/2014/main" id="{DFEB2BF9-555F-4032-972E-6F23FC3DCA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732" y="2446"/>
                <a:ext cx="224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2578" name="Group 67">
              <a:extLst>
                <a:ext uri="{FF2B5EF4-FFF2-40B4-BE49-F238E27FC236}">
                  <a16:creationId xmlns:a16="http://schemas.microsoft.com/office/drawing/2014/main" id="{DD6AB60D-72AA-44B8-8E77-92F8974EAA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0" y="2256"/>
              <a:ext cx="76" cy="369"/>
              <a:chOff x="3140" y="2256"/>
              <a:chExt cx="76" cy="369"/>
            </a:xfrm>
          </p:grpSpPr>
          <p:sp>
            <p:nvSpPr>
              <p:cNvPr id="22579" name="Line 68">
                <a:extLst>
                  <a:ext uri="{FF2B5EF4-FFF2-40B4-BE49-F238E27FC236}">
                    <a16:creationId xmlns:a16="http://schemas.microsoft.com/office/drawing/2014/main" id="{75FB064F-B8E6-4EEF-86E6-0DC3765CB7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31" y="2441"/>
                <a:ext cx="369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80" name="Line 69">
                <a:extLst>
                  <a:ext uri="{FF2B5EF4-FFF2-40B4-BE49-F238E27FC236}">
                    <a16:creationId xmlns:a16="http://schemas.microsoft.com/office/drawing/2014/main" id="{8B9ADE50-F92F-4C3B-A0C6-35AB91FB84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28" y="2436"/>
                <a:ext cx="224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19526" name="Freeform 70">
            <a:extLst>
              <a:ext uri="{FF2B5EF4-FFF2-40B4-BE49-F238E27FC236}">
                <a16:creationId xmlns:a16="http://schemas.microsoft.com/office/drawing/2014/main" id="{F71D4911-5D2D-4018-8605-C449A4D8DC66}"/>
              </a:ext>
            </a:extLst>
          </p:cNvPr>
          <p:cNvSpPr>
            <a:spLocks/>
          </p:cNvSpPr>
          <p:nvPr/>
        </p:nvSpPr>
        <p:spPr bwMode="auto">
          <a:xfrm>
            <a:off x="5085522" y="3763692"/>
            <a:ext cx="333375" cy="1622425"/>
          </a:xfrm>
          <a:custGeom>
            <a:avLst/>
            <a:gdLst>
              <a:gd name="T0" fmla="*/ 0 w 192"/>
              <a:gd name="T1" fmla="*/ 0 h 672"/>
              <a:gd name="T2" fmla="*/ 2147483646 w 192"/>
              <a:gd name="T3" fmla="*/ 0 h 672"/>
              <a:gd name="T4" fmla="*/ 2147483646 w 192"/>
              <a:gd name="T5" fmla="*/ 2147483646 h 672"/>
              <a:gd name="T6" fmla="*/ 0 60000 65536"/>
              <a:gd name="T7" fmla="*/ 0 60000 65536"/>
              <a:gd name="T8" fmla="*/ 0 60000 65536"/>
              <a:gd name="T9" fmla="*/ 0 w 192"/>
              <a:gd name="T10" fmla="*/ 0 h 672"/>
              <a:gd name="T11" fmla="*/ 192 w 192"/>
              <a:gd name="T12" fmla="*/ 672 h 6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92" h="672">
                <a:moveTo>
                  <a:pt x="0" y="0"/>
                </a:moveTo>
                <a:lnTo>
                  <a:pt x="192" y="0"/>
                </a:lnTo>
                <a:lnTo>
                  <a:pt x="192" y="672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527" name="Line 71">
            <a:extLst>
              <a:ext uri="{FF2B5EF4-FFF2-40B4-BE49-F238E27FC236}">
                <a16:creationId xmlns:a16="http://schemas.microsoft.com/office/drawing/2014/main" id="{26026DB5-6DD4-42A2-99EE-A6B64A7258B7}"/>
              </a:ext>
            </a:extLst>
          </p:cNvPr>
          <p:cNvSpPr>
            <a:spLocks noChangeShapeType="1"/>
          </p:cNvSpPr>
          <p:nvPr/>
        </p:nvSpPr>
        <p:spPr bwMode="auto">
          <a:xfrm>
            <a:off x="5430008" y="5370240"/>
            <a:ext cx="354012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528" name="Freeform 72">
            <a:extLst>
              <a:ext uri="{FF2B5EF4-FFF2-40B4-BE49-F238E27FC236}">
                <a16:creationId xmlns:a16="http://schemas.microsoft.com/office/drawing/2014/main" id="{1F6B017D-770C-4AC2-8641-B590459B881A}"/>
              </a:ext>
            </a:extLst>
          </p:cNvPr>
          <p:cNvSpPr>
            <a:spLocks/>
          </p:cNvSpPr>
          <p:nvPr/>
        </p:nvSpPr>
        <p:spPr bwMode="auto">
          <a:xfrm>
            <a:off x="6022147" y="5546455"/>
            <a:ext cx="3175" cy="1138237"/>
          </a:xfrm>
          <a:custGeom>
            <a:avLst/>
            <a:gdLst>
              <a:gd name="T0" fmla="*/ 2147483646 w 2"/>
              <a:gd name="T1" fmla="*/ 2147483646 h 717"/>
              <a:gd name="T2" fmla="*/ 0 w 2"/>
              <a:gd name="T3" fmla="*/ 0 h 717"/>
              <a:gd name="T4" fmla="*/ 0 60000 65536"/>
              <a:gd name="T5" fmla="*/ 0 60000 65536"/>
              <a:gd name="T6" fmla="*/ 0 w 2"/>
              <a:gd name="T7" fmla="*/ 0 h 717"/>
              <a:gd name="T8" fmla="*/ 2 w 2"/>
              <a:gd name="T9" fmla="*/ 717 h 71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" h="717">
                <a:moveTo>
                  <a:pt x="2" y="717"/>
                </a:moveTo>
                <a:lnTo>
                  <a:pt x="0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529" name="AutoShape 73">
            <a:extLst>
              <a:ext uri="{FF2B5EF4-FFF2-40B4-BE49-F238E27FC236}">
                <a16:creationId xmlns:a16="http://schemas.microsoft.com/office/drawing/2014/main" id="{0A88FC8B-3809-470A-B6A0-3D3852B0D9E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657020" y="5179740"/>
            <a:ext cx="685800" cy="457200"/>
          </a:xfrm>
          <a:prstGeom prst="triangle">
            <a:avLst>
              <a:gd name="adj" fmla="val 47912"/>
            </a:avLst>
          </a:prstGeom>
          <a:noFill/>
          <a:ln w="76200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19530" name="Freeform 74">
            <a:extLst>
              <a:ext uri="{FF2B5EF4-FFF2-40B4-BE49-F238E27FC236}">
                <a16:creationId xmlns:a16="http://schemas.microsoft.com/office/drawing/2014/main" id="{765F0870-1EC2-4AF1-B1A9-5430994B05F6}"/>
              </a:ext>
            </a:extLst>
          </p:cNvPr>
          <p:cNvSpPr>
            <a:spLocks/>
          </p:cNvSpPr>
          <p:nvPr/>
        </p:nvSpPr>
        <p:spPr bwMode="auto">
          <a:xfrm>
            <a:off x="4628322" y="1550717"/>
            <a:ext cx="830263" cy="1984375"/>
          </a:xfrm>
          <a:custGeom>
            <a:avLst/>
            <a:gdLst>
              <a:gd name="T0" fmla="*/ 2147483646 w 523"/>
              <a:gd name="T1" fmla="*/ 0 h 1250"/>
              <a:gd name="T2" fmla="*/ 0 w 523"/>
              <a:gd name="T3" fmla="*/ 2147483646 h 1250"/>
              <a:gd name="T4" fmla="*/ 2147483646 w 523"/>
              <a:gd name="T5" fmla="*/ 2147483646 h 1250"/>
              <a:gd name="T6" fmla="*/ 2147483646 w 523"/>
              <a:gd name="T7" fmla="*/ 2147483646 h 1250"/>
              <a:gd name="T8" fmla="*/ 2147483646 w 523"/>
              <a:gd name="T9" fmla="*/ 2147483646 h 12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23"/>
              <a:gd name="T16" fmla="*/ 0 h 1250"/>
              <a:gd name="T17" fmla="*/ 523 w 523"/>
              <a:gd name="T18" fmla="*/ 1250 h 12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23" h="1250">
                <a:moveTo>
                  <a:pt x="3" y="0"/>
                </a:moveTo>
                <a:lnTo>
                  <a:pt x="0" y="6"/>
                </a:lnTo>
                <a:lnTo>
                  <a:pt x="523" y="6"/>
                </a:lnTo>
                <a:lnTo>
                  <a:pt x="523" y="1250"/>
                </a:lnTo>
                <a:lnTo>
                  <a:pt x="278" y="125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1" name="Group 75">
            <a:extLst>
              <a:ext uri="{FF2B5EF4-FFF2-40B4-BE49-F238E27FC236}">
                <a16:creationId xmlns:a16="http://schemas.microsoft.com/office/drawing/2014/main" id="{E04E97EE-7841-4FA3-881E-D7F3D4804180}"/>
              </a:ext>
            </a:extLst>
          </p:cNvPr>
          <p:cNvGrpSpPr>
            <a:grpSpLocks/>
          </p:cNvGrpSpPr>
          <p:nvPr/>
        </p:nvGrpSpPr>
        <p:grpSpPr bwMode="auto">
          <a:xfrm>
            <a:off x="5649083" y="1868215"/>
            <a:ext cx="3155950" cy="579438"/>
            <a:chOff x="3552" y="1344"/>
            <a:chExt cx="1988" cy="365"/>
          </a:xfrm>
        </p:grpSpPr>
        <p:sp>
          <p:nvSpPr>
            <p:cNvPr id="22574" name="Text Box 76">
              <a:extLst>
                <a:ext uri="{FF2B5EF4-FFF2-40B4-BE49-F238E27FC236}">
                  <a16:creationId xmlns:a16="http://schemas.microsoft.com/office/drawing/2014/main" id="{82FE3B02-649C-45F2-A94B-5830ECD21E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1344"/>
              <a:ext cx="1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54000" rIns="54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行选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    </a:t>
              </a:r>
            </a:p>
          </p:txBody>
        </p:sp>
        <p:sp>
          <p:nvSpPr>
            <p:cNvPr id="22575" name="Text Box 77">
              <a:extLst>
                <a:ext uri="{FF2B5EF4-FFF2-40B4-BE49-F238E27FC236}">
                  <a16:creationId xmlns:a16="http://schemas.microsoft.com/office/drawing/2014/main" id="{CFDC86D9-7E4C-40A6-A0AE-631EAD96A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7" y="1382"/>
              <a:ext cx="11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5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6 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开</a:t>
              </a:r>
            </a:p>
          </p:txBody>
        </p:sp>
        <p:sp>
          <p:nvSpPr>
            <p:cNvPr id="22576" name="Line 78">
              <a:extLst>
                <a:ext uri="{FF2B5EF4-FFF2-40B4-BE49-F238E27FC236}">
                  <a16:creationId xmlns:a16="http://schemas.microsoft.com/office/drawing/2014/main" id="{13814781-3AD5-40B1-AE91-23A6AD000E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1536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9535" name="Freeform 79">
            <a:extLst>
              <a:ext uri="{FF2B5EF4-FFF2-40B4-BE49-F238E27FC236}">
                <a16:creationId xmlns:a16="http://schemas.microsoft.com/office/drawing/2014/main" id="{E11A5998-5706-4702-B728-08FA965FC190}"/>
              </a:ext>
            </a:extLst>
          </p:cNvPr>
          <p:cNvSpPr>
            <a:spLocks/>
          </p:cNvSpPr>
          <p:nvPr/>
        </p:nvSpPr>
        <p:spPr bwMode="auto">
          <a:xfrm>
            <a:off x="4623560" y="1522140"/>
            <a:ext cx="1587" cy="376238"/>
          </a:xfrm>
          <a:custGeom>
            <a:avLst/>
            <a:gdLst>
              <a:gd name="T0" fmla="*/ 0 w 1"/>
              <a:gd name="T1" fmla="*/ 2147483646 h 237"/>
              <a:gd name="T2" fmla="*/ 0 w 1"/>
              <a:gd name="T3" fmla="*/ 0 h 237"/>
              <a:gd name="T4" fmla="*/ 0 60000 65536"/>
              <a:gd name="T5" fmla="*/ 0 60000 65536"/>
              <a:gd name="T6" fmla="*/ 0 w 1"/>
              <a:gd name="T7" fmla="*/ 0 h 237"/>
              <a:gd name="T8" fmla="*/ 1 w 1"/>
              <a:gd name="T9" fmla="*/ 237 h 2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37">
                <a:moveTo>
                  <a:pt x="0" y="237"/>
                </a:moveTo>
                <a:lnTo>
                  <a:pt x="0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2" name="Group 81">
            <a:extLst>
              <a:ext uri="{FF2B5EF4-FFF2-40B4-BE49-F238E27FC236}">
                <a16:creationId xmlns:a16="http://schemas.microsoft.com/office/drawing/2014/main" id="{14277D46-2692-422B-BCFB-6F331FEE3048}"/>
              </a:ext>
            </a:extLst>
          </p:cNvPr>
          <p:cNvGrpSpPr>
            <a:grpSpLocks/>
          </p:cNvGrpSpPr>
          <p:nvPr/>
        </p:nvGrpSpPr>
        <p:grpSpPr bwMode="auto">
          <a:xfrm>
            <a:off x="375410" y="2033315"/>
            <a:ext cx="4194175" cy="579438"/>
            <a:chOff x="249" y="1402"/>
            <a:chExt cx="2642" cy="365"/>
          </a:xfrm>
        </p:grpSpPr>
        <p:sp>
          <p:nvSpPr>
            <p:cNvPr id="22572" name="Freeform 82">
              <a:extLst>
                <a:ext uri="{FF2B5EF4-FFF2-40B4-BE49-F238E27FC236}">
                  <a16:creationId xmlns:a16="http://schemas.microsoft.com/office/drawing/2014/main" id="{486129C5-3518-4C7A-A0EA-4B21C3942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" y="1402"/>
              <a:ext cx="2642" cy="365"/>
            </a:xfrm>
            <a:custGeom>
              <a:avLst/>
              <a:gdLst>
                <a:gd name="T0" fmla="*/ 1996 w 2736"/>
                <a:gd name="T1" fmla="*/ 0 h 240"/>
                <a:gd name="T2" fmla="*/ 1996 w 2736"/>
                <a:gd name="T3" fmla="*/ 10448 h 240"/>
                <a:gd name="T4" fmla="*/ 0 w 2736"/>
                <a:gd name="T5" fmla="*/ 10448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573" name="Line 83">
              <a:extLst>
                <a:ext uri="{FF2B5EF4-FFF2-40B4-BE49-F238E27FC236}">
                  <a16:creationId xmlns:a16="http://schemas.microsoft.com/office/drawing/2014/main" id="{EF695C31-6929-4BDA-BF79-9314D1CE10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1402"/>
              <a:ext cx="0" cy="365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" name="Group 84">
            <a:extLst>
              <a:ext uri="{FF2B5EF4-FFF2-40B4-BE49-F238E27FC236}">
                <a16:creationId xmlns:a16="http://schemas.microsoft.com/office/drawing/2014/main" id="{58151124-6751-4F14-AF6E-CA05C175ED05}"/>
              </a:ext>
            </a:extLst>
          </p:cNvPr>
          <p:cNvGrpSpPr>
            <a:grpSpLocks/>
          </p:cNvGrpSpPr>
          <p:nvPr/>
        </p:nvGrpSpPr>
        <p:grpSpPr bwMode="auto">
          <a:xfrm>
            <a:off x="1461260" y="1915842"/>
            <a:ext cx="3336925" cy="117475"/>
            <a:chOff x="933" y="1328"/>
            <a:chExt cx="2102" cy="74"/>
          </a:xfrm>
        </p:grpSpPr>
        <p:grpSp>
          <p:nvGrpSpPr>
            <p:cNvPr id="22566" name="Group 85">
              <a:extLst>
                <a:ext uri="{FF2B5EF4-FFF2-40B4-BE49-F238E27FC236}">
                  <a16:creationId xmlns:a16="http://schemas.microsoft.com/office/drawing/2014/main" id="{2C377826-BC21-4CCC-ACBE-FBE5A10622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" y="1328"/>
              <a:ext cx="264" cy="74"/>
              <a:chOff x="3459" y="1296"/>
              <a:chExt cx="243" cy="48"/>
            </a:xfrm>
          </p:grpSpPr>
          <p:sp>
            <p:nvSpPr>
              <p:cNvPr id="22570" name="Line 86">
                <a:extLst>
                  <a:ext uri="{FF2B5EF4-FFF2-40B4-BE49-F238E27FC236}">
                    <a16:creationId xmlns:a16="http://schemas.microsoft.com/office/drawing/2014/main" id="{0FD13F17-7CA0-4E09-9335-3E52B0B57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71" name="Line 87">
                <a:extLst>
                  <a:ext uri="{FF2B5EF4-FFF2-40B4-BE49-F238E27FC236}">
                    <a16:creationId xmlns:a16="http://schemas.microsoft.com/office/drawing/2014/main" id="{FD4F2D3C-4230-453B-9448-1DE616A33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2567" name="Group 88">
              <a:extLst>
                <a:ext uri="{FF2B5EF4-FFF2-40B4-BE49-F238E27FC236}">
                  <a16:creationId xmlns:a16="http://schemas.microsoft.com/office/drawing/2014/main" id="{1E803A3A-9B44-4CA7-B1D1-6C1C29CC3F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70" y="1328"/>
              <a:ext cx="265" cy="74"/>
              <a:chOff x="3459" y="1296"/>
              <a:chExt cx="243" cy="48"/>
            </a:xfrm>
          </p:grpSpPr>
          <p:sp>
            <p:nvSpPr>
              <p:cNvPr id="22568" name="Line 89">
                <a:extLst>
                  <a:ext uri="{FF2B5EF4-FFF2-40B4-BE49-F238E27FC236}">
                    <a16:creationId xmlns:a16="http://schemas.microsoft.com/office/drawing/2014/main" id="{428BB8B8-E5E2-443F-9BFF-2FD0CB1FF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69" name="Line 90">
                <a:extLst>
                  <a:ext uri="{FF2B5EF4-FFF2-40B4-BE49-F238E27FC236}">
                    <a16:creationId xmlns:a16="http://schemas.microsoft.com/office/drawing/2014/main" id="{E839ED73-C724-4F99-8FA6-3F83272F5E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16" name="Group 91">
            <a:extLst>
              <a:ext uri="{FF2B5EF4-FFF2-40B4-BE49-F238E27FC236}">
                <a16:creationId xmlns:a16="http://schemas.microsoft.com/office/drawing/2014/main" id="{0C29AA9D-5FA0-4DD1-A7B4-3789EE08B25E}"/>
              </a:ext>
            </a:extLst>
          </p:cNvPr>
          <p:cNvGrpSpPr>
            <a:grpSpLocks/>
          </p:cNvGrpSpPr>
          <p:nvPr/>
        </p:nvGrpSpPr>
        <p:grpSpPr bwMode="auto">
          <a:xfrm>
            <a:off x="5725283" y="2554015"/>
            <a:ext cx="3079750" cy="457200"/>
            <a:chOff x="3600" y="1776"/>
            <a:chExt cx="1940" cy="288"/>
          </a:xfrm>
        </p:grpSpPr>
        <p:sp>
          <p:nvSpPr>
            <p:cNvPr id="22563" name="Text Box 92">
              <a:extLst>
                <a:ext uri="{FF2B5EF4-FFF2-40B4-BE49-F238E27FC236}">
                  <a16:creationId xmlns:a16="http://schemas.microsoft.com/office/drawing/2014/main" id="{EFDB756F-048D-4DC8-99F2-8399DE15A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7" y="1776"/>
              <a:ext cx="11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7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8 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开</a:t>
              </a:r>
            </a:p>
          </p:txBody>
        </p:sp>
        <p:sp>
          <p:nvSpPr>
            <p:cNvPr id="22564" name="Text Box 93">
              <a:extLst>
                <a:ext uri="{FF2B5EF4-FFF2-40B4-BE49-F238E27FC236}">
                  <a16:creationId xmlns:a16="http://schemas.microsoft.com/office/drawing/2014/main" id="{F9D7BBD7-A322-4C52-9D8F-0B76A8CE89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0" y="1776"/>
              <a:ext cx="48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列选</a:t>
              </a:r>
            </a:p>
          </p:txBody>
        </p:sp>
        <p:sp>
          <p:nvSpPr>
            <p:cNvPr id="22565" name="Line 94">
              <a:extLst>
                <a:ext uri="{FF2B5EF4-FFF2-40B4-BE49-F238E27FC236}">
                  <a16:creationId xmlns:a16="http://schemas.microsoft.com/office/drawing/2014/main" id="{1322641E-EAC8-44FF-AF7F-DF2510005D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1929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7" name="Group 95">
            <a:extLst>
              <a:ext uri="{FF2B5EF4-FFF2-40B4-BE49-F238E27FC236}">
                <a16:creationId xmlns:a16="http://schemas.microsoft.com/office/drawing/2014/main" id="{5B2B172B-EFA1-4080-8233-92CBF0ECB01D}"/>
              </a:ext>
            </a:extLst>
          </p:cNvPr>
          <p:cNvGrpSpPr>
            <a:grpSpLocks/>
          </p:cNvGrpSpPr>
          <p:nvPr/>
        </p:nvGrpSpPr>
        <p:grpSpPr bwMode="auto">
          <a:xfrm>
            <a:off x="5714172" y="3679553"/>
            <a:ext cx="4132263" cy="1084262"/>
            <a:chOff x="3612" y="2149"/>
            <a:chExt cx="2603" cy="683"/>
          </a:xfrm>
        </p:grpSpPr>
        <p:sp>
          <p:nvSpPr>
            <p:cNvPr id="22553" name="Text Box 96">
              <a:extLst>
                <a:ext uri="{FF2B5EF4-FFF2-40B4-BE49-F238E27FC236}">
                  <a16:creationId xmlns:a16="http://schemas.microsoft.com/office/drawing/2014/main" id="{B9E9106C-81AA-4DE1-B8AF-9D22BC681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6" y="2544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读放</a:t>
              </a:r>
            </a:p>
          </p:txBody>
        </p:sp>
        <p:sp>
          <p:nvSpPr>
            <p:cNvPr id="22554" name="Text Box 97">
              <a:extLst>
                <a:ext uri="{FF2B5EF4-FFF2-40B4-BE49-F238E27FC236}">
                  <a16:creationId xmlns:a16="http://schemas.microsoft.com/office/drawing/2014/main" id="{37D09468-6594-4B9F-B945-8D8C33BEE5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6" y="2544"/>
              <a:ext cx="107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2555" name="Line 98">
              <a:extLst>
                <a:ext uri="{FF2B5EF4-FFF2-40B4-BE49-F238E27FC236}">
                  <a16:creationId xmlns:a16="http://schemas.microsoft.com/office/drawing/2014/main" id="{71EB69D5-4AF5-4A66-ABCD-78293441CA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1" y="2688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556" name="Line 99">
              <a:extLst>
                <a:ext uri="{FF2B5EF4-FFF2-40B4-BE49-F238E27FC236}">
                  <a16:creationId xmlns:a16="http://schemas.microsoft.com/office/drawing/2014/main" id="{2A91393F-1EE1-4153-9AF0-BBCAB11273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0" y="2688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2557" name="Group 100">
              <a:extLst>
                <a:ext uri="{FF2B5EF4-FFF2-40B4-BE49-F238E27FC236}">
                  <a16:creationId xmlns:a16="http://schemas.microsoft.com/office/drawing/2014/main" id="{E9289349-FADD-4DFB-BA7F-004EDC1295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2" y="2149"/>
              <a:ext cx="1832" cy="288"/>
              <a:chOff x="3612" y="2149"/>
              <a:chExt cx="1832" cy="288"/>
            </a:xfrm>
          </p:grpSpPr>
          <p:sp>
            <p:nvSpPr>
              <p:cNvPr id="22558" name="Text Box 101">
                <a:extLst>
                  <a:ext uri="{FF2B5EF4-FFF2-40B4-BE49-F238E27FC236}">
                    <a16:creationId xmlns:a16="http://schemas.microsoft.com/office/drawing/2014/main" id="{38734D69-2DC5-49C6-8E16-207D09122B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12" y="2149"/>
                <a:ext cx="87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V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A</a:t>
                </a:r>
              </a:p>
            </p:txBody>
          </p:sp>
          <p:sp>
            <p:nvSpPr>
              <p:cNvPr id="22559" name="Line 102">
                <a:extLst>
                  <a:ext uri="{FF2B5EF4-FFF2-40B4-BE49-F238E27FC236}">
                    <a16:creationId xmlns:a16="http://schemas.microsoft.com/office/drawing/2014/main" id="{63BA14C3-688C-422D-9925-BE5FF3E24E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51" y="2304"/>
                <a:ext cx="30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60" name="Line 103">
                <a:extLst>
                  <a:ext uri="{FF2B5EF4-FFF2-40B4-BE49-F238E27FC236}">
                    <a16:creationId xmlns:a16="http://schemas.microsoft.com/office/drawing/2014/main" id="{E149EE8C-C52A-4379-9301-350583DB66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50" y="2304"/>
                <a:ext cx="30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61" name="Rectangle 104">
                <a:extLst>
                  <a:ext uri="{FF2B5EF4-FFF2-40B4-BE49-F238E27FC236}">
                    <a16:creationId xmlns:a16="http://schemas.microsoft.com/office/drawing/2014/main" id="{555BB2A4-60EC-48F8-BC01-D48165E2C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149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22562" name="Rectangle 105">
                <a:extLst>
                  <a:ext uri="{FF2B5EF4-FFF2-40B4-BE49-F238E27FC236}">
                    <a16:creationId xmlns:a16="http://schemas.microsoft.com/office/drawing/2014/main" id="{5D638572-0917-49E0-A025-6F04EF950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6" y="2149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</p:grpSp>
      <p:grpSp>
        <p:nvGrpSpPr>
          <p:cNvPr id="19" name="Group 106">
            <a:extLst>
              <a:ext uri="{FF2B5EF4-FFF2-40B4-BE49-F238E27FC236}">
                <a16:creationId xmlns:a16="http://schemas.microsoft.com/office/drawing/2014/main" id="{2226FC99-8ED2-46F5-809B-99DD485F2DF8}"/>
              </a:ext>
            </a:extLst>
          </p:cNvPr>
          <p:cNvGrpSpPr>
            <a:grpSpLocks/>
          </p:cNvGrpSpPr>
          <p:nvPr/>
        </p:nvGrpSpPr>
        <p:grpSpPr bwMode="auto">
          <a:xfrm>
            <a:off x="6209472" y="4913040"/>
            <a:ext cx="1158875" cy="482600"/>
            <a:chOff x="3924" y="3216"/>
            <a:chExt cx="730" cy="304"/>
          </a:xfrm>
        </p:grpSpPr>
        <p:sp>
          <p:nvSpPr>
            <p:cNvPr id="22551" name="Freeform 107">
              <a:extLst>
                <a:ext uri="{FF2B5EF4-FFF2-40B4-BE49-F238E27FC236}">
                  <a16:creationId xmlns:a16="http://schemas.microsoft.com/office/drawing/2014/main" id="{C56DC608-6C02-40B7-954B-385FC82E3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519"/>
              <a:ext cx="398" cy="1"/>
            </a:xfrm>
            <a:custGeom>
              <a:avLst/>
              <a:gdLst>
                <a:gd name="T0" fmla="*/ 0 w 398"/>
                <a:gd name="T1" fmla="*/ 0 h 1"/>
                <a:gd name="T2" fmla="*/ 398 w 398"/>
                <a:gd name="T3" fmla="*/ 0 h 1"/>
                <a:gd name="T4" fmla="*/ 0 60000 65536"/>
                <a:gd name="T5" fmla="*/ 0 60000 65536"/>
                <a:gd name="T6" fmla="*/ 0 w 398"/>
                <a:gd name="T7" fmla="*/ 0 h 1"/>
                <a:gd name="T8" fmla="*/ 398 w 39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8" h="1">
                  <a:moveTo>
                    <a:pt x="0" y="0"/>
                  </a:moveTo>
                  <a:lnTo>
                    <a:pt x="398" y="0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552" name="Text Box 108">
              <a:extLst>
                <a:ext uri="{FF2B5EF4-FFF2-40B4-BE49-F238E27FC236}">
                  <a16:creationId xmlns:a16="http://schemas.microsoft.com/office/drawing/2014/main" id="{5B89A714-A58C-436A-AC1B-7D46FD282B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2" y="3216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OUT</a:t>
              </a:r>
            </a:p>
          </p:txBody>
        </p:sp>
      </p:grpSp>
      <p:sp>
        <p:nvSpPr>
          <p:cNvPr id="19565" name="Text Box 109">
            <a:extLst>
              <a:ext uri="{FF2B5EF4-FFF2-40B4-BE49-F238E27FC236}">
                <a16:creationId xmlns:a16="http://schemas.microsoft.com/office/drawing/2014/main" id="{CB0D2712-C365-45F8-883E-10B5F8CF1F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7022" y="3130278"/>
            <a:ext cx="26654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读选择有效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1" dur="500"/>
                                        <p:tgtEl>
                                          <p:spTgt spid="19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19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19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49" dur="500"/>
                                        <p:tgtEl>
                                          <p:spTgt spid="19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9" dur="500"/>
                                        <p:tgtEl>
                                          <p:spTgt spid="19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4" dur="500"/>
                                        <p:tgtEl>
                                          <p:spTgt spid="19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6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8" dur="500"/>
                                        <p:tgtEl>
                                          <p:spTgt spid="19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19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7" dur="500"/>
                                        <p:tgtEl>
                                          <p:spTgt spid="19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9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19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29" grpId="0" animBg="1"/>
      <p:bldP spid="19565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CA1F2A37-86E9-48DB-9C10-E6F61CAF8EB5}"/>
              </a:ext>
            </a:extLst>
          </p:cNvPr>
          <p:cNvGrpSpPr>
            <a:grpSpLocks/>
          </p:cNvGrpSpPr>
          <p:nvPr/>
        </p:nvGrpSpPr>
        <p:grpSpPr bwMode="auto">
          <a:xfrm>
            <a:off x="212727" y="1020765"/>
            <a:ext cx="7218363" cy="5260975"/>
            <a:chOff x="134" y="643"/>
            <a:chExt cx="4547" cy="3314"/>
          </a:xfrm>
        </p:grpSpPr>
        <p:sp>
          <p:nvSpPr>
            <p:cNvPr id="23638" name="Rectangle 3">
              <a:extLst>
                <a:ext uri="{FF2B5EF4-FFF2-40B4-BE49-F238E27FC236}">
                  <a16:creationId xmlns:a16="http://schemas.microsoft.com/office/drawing/2014/main" id="{FCA9F392-6946-4B31-AECD-C5B839F07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798"/>
              <a:ext cx="1009" cy="40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3639" name="Text Box 4">
              <a:extLst>
                <a:ext uri="{FF2B5EF4-FFF2-40B4-BE49-F238E27FC236}">
                  <a16:creationId xmlns:a16="http://schemas.microsoft.com/office/drawing/2014/main" id="{9E5ABEF1-62FE-4495-9145-6B55D1F2F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1" y="801"/>
              <a:ext cx="90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>
                  <a:latin typeface="Times New Roman" panose="02020603050405020304" pitchFamily="18" charset="0"/>
                </a:rPr>
                <a:t>   ~ 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23640" name="Freeform 5">
              <a:extLst>
                <a:ext uri="{FF2B5EF4-FFF2-40B4-BE49-F238E27FC236}">
                  <a16:creationId xmlns:a16="http://schemas.microsoft.com/office/drawing/2014/main" id="{978ADD52-FE48-42F9-8AC9-918A6C16C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034"/>
              <a:ext cx="310" cy="171"/>
            </a:xfrm>
            <a:custGeom>
              <a:avLst/>
              <a:gdLst>
                <a:gd name="T0" fmla="*/ 0 w 310"/>
                <a:gd name="T1" fmla="*/ 1 h 171"/>
                <a:gd name="T2" fmla="*/ 308 w 310"/>
                <a:gd name="T3" fmla="*/ 0 h 171"/>
                <a:gd name="T4" fmla="*/ 310 w 310"/>
                <a:gd name="T5" fmla="*/ 171 h 171"/>
                <a:gd name="T6" fmla="*/ 0 60000 65536"/>
                <a:gd name="T7" fmla="*/ 0 60000 65536"/>
                <a:gd name="T8" fmla="*/ 0 60000 65536"/>
                <a:gd name="T9" fmla="*/ 0 w 310"/>
                <a:gd name="T10" fmla="*/ 0 h 171"/>
                <a:gd name="T11" fmla="*/ 310 w 310"/>
                <a:gd name="T12" fmla="*/ 171 h 17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0" h="171">
                  <a:moveTo>
                    <a:pt x="0" y="1"/>
                  </a:moveTo>
                  <a:lnTo>
                    <a:pt x="308" y="0"/>
                  </a:lnTo>
                  <a:lnTo>
                    <a:pt x="310" y="17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41" name="Freeform 6">
              <a:extLst>
                <a:ext uri="{FF2B5EF4-FFF2-40B4-BE49-F238E27FC236}">
                  <a16:creationId xmlns:a16="http://schemas.microsoft.com/office/drawing/2014/main" id="{3C51986B-AE13-48B0-A4FE-D613C2E28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029"/>
              <a:ext cx="291" cy="179"/>
            </a:xfrm>
            <a:custGeom>
              <a:avLst/>
              <a:gdLst>
                <a:gd name="T0" fmla="*/ 291 w 291"/>
                <a:gd name="T1" fmla="*/ 0 h 179"/>
                <a:gd name="T2" fmla="*/ 0 w 291"/>
                <a:gd name="T3" fmla="*/ 2 h 179"/>
                <a:gd name="T4" fmla="*/ 0 w 291"/>
                <a:gd name="T5" fmla="*/ 179 h 179"/>
                <a:gd name="T6" fmla="*/ 0 60000 65536"/>
                <a:gd name="T7" fmla="*/ 0 60000 65536"/>
                <a:gd name="T8" fmla="*/ 0 60000 65536"/>
                <a:gd name="T9" fmla="*/ 0 w 291"/>
                <a:gd name="T10" fmla="*/ 0 h 179"/>
                <a:gd name="T11" fmla="*/ 291 w 291"/>
                <a:gd name="T12" fmla="*/ 179 h 17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1" h="179">
                  <a:moveTo>
                    <a:pt x="291" y="0"/>
                  </a:moveTo>
                  <a:lnTo>
                    <a:pt x="0" y="2"/>
                  </a:lnTo>
                  <a:lnTo>
                    <a:pt x="0" y="17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3642" name="Group 7">
              <a:extLst>
                <a:ext uri="{FF2B5EF4-FFF2-40B4-BE49-F238E27FC236}">
                  <a16:creationId xmlns:a16="http://schemas.microsoft.com/office/drawing/2014/main" id="{C7A8AC64-F8BE-423E-925F-CAF74F7FBF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3" y="1213"/>
              <a:ext cx="256" cy="60"/>
              <a:chOff x="2673" y="1213"/>
              <a:chExt cx="256" cy="60"/>
            </a:xfrm>
          </p:grpSpPr>
          <p:sp>
            <p:nvSpPr>
              <p:cNvPr id="23690" name="Line 8">
                <a:extLst>
                  <a:ext uri="{FF2B5EF4-FFF2-40B4-BE49-F238E27FC236}">
                    <a16:creationId xmlns:a16="http://schemas.microsoft.com/office/drawing/2014/main" id="{9750F9BB-1423-487E-B02C-3767CF96F6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73" y="1213"/>
                <a:ext cx="25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691" name="Line 9">
                <a:extLst>
                  <a:ext uri="{FF2B5EF4-FFF2-40B4-BE49-F238E27FC236}">
                    <a16:creationId xmlns:a16="http://schemas.microsoft.com/office/drawing/2014/main" id="{95E533EA-C0C7-4B2C-BB27-177EFA5C41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20" y="1273"/>
                <a:ext cx="15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3643" name="Group 10">
              <a:extLst>
                <a:ext uri="{FF2B5EF4-FFF2-40B4-BE49-F238E27FC236}">
                  <a16:creationId xmlns:a16="http://schemas.microsoft.com/office/drawing/2014/main" id="{637351A1-DDD9-47FA-9B3E-6415F1EC2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1" y="1212"/>
              <a:ext cx="244" cy="62"/>
              <a:chOff x="941" y="1212"/>
              <a:chExt cx="244" cy="62"/>
            </a:xfrm>
          </p:grpSpPr>
          <p:sp>
            <p:nvSpPr>
              <p:cNvPr id="23688" name="Freeform 11">
                <a:extLst>
                  <a:ext uri="{FF2B5EF4-FFF2-40B4-BE49-F238E27FC236}">
                    <a16:creationId xmlns:a16="http://schemas.microsoft.com/office/drawing/2014/main" id="{AA5D123B-5EE8-4D4E-9610-0661FB81C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212"/>
                <a:ext cx="244" cy="1"/>
              </a:xfrm>
              <a:custGeom>
                <a:avLst/>
                <a:gdLst>
                  <a:gd name="T0" fmla="*/ 0 w 244"/>
                  <a:gd name="T1" fmla="*/ 1 h 1"/>
                  <a:gd name="T2" fmla="*/ 244 w 244"/>
                  <a:gd name="T3" fmla="*/ 0 h 1"/>
                  <a:gd name="T4" fmla="*/ 0 60000 65536"/>
                  <a:gd name="T5" fmla="*/ 0 60000 65536"/>
                  <a:gd name="T6" fmla="*/ 0 w 244"/>
                  <a:gd name="T7" fmla="*/ 0 h 1"/>
                  <a:gd name="T8" fmla="*/ 244 w 24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4" h="1">
                    <a:moveTo>
                      <a:pt x="0" y="1"/>
                    </a:moveTo>
                    <a:lnTo>
                      <a:pt x="244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689" name="Freeform 12">
                <a:extLst>
                  <a:ext uri="{FF2B5EF4-FFF2-40B4-BE49-F238E27FC236}">
                    <a16:creationId xmlns:a16="http://schemas.microsoft.com/office/drawing/2014/main" id="{17CB5596-74D2-43EA-B309-B6AD93BE2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273"/>
                <a:ext cx="149" cy="1"/>
              </a:xfrm>
              <a:custGeom>
                <a:avLst/>
                <a:gdLst>
                  <a:gd name="T0" fmla="*/ 0 w 149"/>
                  <a:gd name="T1" fmla="*/ 0 h 1"/>
                  <a:gd name="T2" fmla="*/ 149 w 149"/>
                  <a:gd name="T3" fmla="*/ 1 h 1"/>
                  <a:gd name="T4" fmla="*/ 0 60000 65536"/>
                  <a:gd name="T5" fmla="*/ 0 60000 65536"/>
                  <a:gd name="T6" fmla="*/ 0 w 149"/>
                  <a:gd name="T7" fmla="*/ 0 h 1"/>
                  <a:gd name="T8" fmla="*/ 149 w 14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9" h="1">
                    <a:moveTo>
                      <a:pt x="0" y="0"/>
                    </a:moveTo>
                    <a:lnTo>
                      <a:pt x="149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3644" name="Group 13">
              <a:extLst>
                <a:ext uri="{FF2B5EF4-FFF2-40B4-BE49-F238E27FC236}">
                  <a16:creationId xmlns:a16="http://schemas.microsoft.com/office/drawing/2014/main" id="{EEA36054-A533-4BCE-9B39-26BEF0ECC2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5" y="1965"/>
              <a:ext cx="75" cy="303"/>
              <a:chOff x="3045" y="1965"/>
              <a:chExt cx="75" cy="303"/>
            </a:xfrm>
          </p:grpSpPr>
          <p:sp>
            <p:nvSpPr>
              <p:cNvPr id="23686" name="Freeform 14">
                <a:extLst>
                  <a:ext uri="{FF2B5EF4-FFF2-40B4-BE49-F238E27FC236}">
                    <a16:creationId xmlns:a16="http://schemas.microsoft.com/office/drawing/2014/main" id="{BCE1741E-9D6D-4E11-A2CC-D1B1C37E2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965"/>
                <a:ext cx="1" cy="303"/>
              </a:xfrm>
              <a:custGeom>
                <a:avLst/>
                <a:gdLst>
                  <a:gd name="T0" fmla="*/ 0 w 1"/>
                  <a:gd name="T1" fmla="*/ 0 h 303"/>
                  <a:gd name="T2" fmla="*/ 0 w 1"/>
                  <a:gd name="T3" fmla="*/ 303 h 303"/>
                  <a:gd name="T4" fmla="*/ 0 60000 65536"/>
                  <a:gd name="T5" fmla="*/ 0 60000 65536"/>
                  <a:gd name="T6" fmla="*/ 0 w 1"/>
                  <a:gd name="T7" fmla="*/ 0 h 303"/>
                  <a:gd name="T8" fmla="*/ 1 w 1"/>
                  <a:gd name="T9" fmla="*/ 303 h 30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03">
                    <a:moveTo>
                      <a:pt x="0" y="0"/>
                    </a:moveTo>
                    <a:lnTo>
                      <a:pt x="0" y="30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687" name="Freeform 15">
                <a:extLst>
                  <a:ext uri="{FF2B5EF4-FFF2-40B4-BE49-F238E27FC236}">
                    <a16:creationId xmlns:a16="http://schemas.microsoft.com/office/drawing/2014/main" id="{07F8EEE5-208A-42DD-A1B1-959F3D590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025"/>
                <a:ext cx="1" cy="179"/>
              </a:xfrm>
              <a:custGeom>
                <a:avLst/>
                <a:gdLst>
                  <a:gd name="T0" fmla="*/ 0 w 1"/>
                  <a:gd name="T1" fmla="*/ 0 h 179"/>
                  <a:gd name="T2" fmla="*/ 0 w 1"/>
                  <a:gd name="T3" fmla="*/ 179 h 179"/>
                  <a:gd name="T4" fmla="*/ 0 60000 65536"/>
                  <a:gd name="T5" fmla="*/ 0 60000 65536"/>
                  <a:gd name="T6" fmla="*/ 0 w 1"/>
                  <a:gd name="T7" fmla="*/ 0 h 179"/>
                  <a:gd name="T8" fmla="*/ 1 w 1"/>
                  <a:gd name="T9" fmla="*/ 179 h 17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9">
                    <a:moveTo>
                      <a:pt x="0" y="0"/>
                    </a:moveTo>
                    <a:lnTo>
                      <a:pt x="0" y="17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3645" name="Group 16">
              <a:extLst>
                <a:ext uri="{FF2B5EF4-FFF2-40B4-BE49-F238E27FC236}">
                  <a16:creationId xmlns:a16="http://schemas.microsoft.com/office/drawing/2014/main" id="{6B5DE965-2849-4B38-985D-3997749E68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7" y="1968"/>
              <a:ext cx="75" cy="297"/>
              <a:chOff x="747" y="1968"/>
              <a:chExt cx="75" cy="297"/>
            </a:xfrm>
          </p:grpSpPr>
          <p:sp>
            <p:nvSpPr>
              <p:cNvPr id="23684" name="Freeform 17">
                <a:extLst>
                  <a:ext uri="{FF2B5EF4-FFF2-40B4-BE49-F238E27FC236}">
                    <a16:creationId xmlns:a16="http://schemas.microsoft.com/office/drawing/2014/main" id="{D7C7B1C6-B7BE-4F00-9F03-3E94D3BF3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968"/>
                <a:ext cx="1" cy="297"/>
              </a:xfrm>
              <a:custGeom>
                <a:avLst/>
                <a:gdLst>
                  <a:gd name="T0" fmla="*/ 0 w 1"/>
                  <a:gd name="T1" fmla="*/ 297 h 297"/>
                  <a:gd name="T2" fmla="*/ 0 w 1"/>
                  <a:gd name="T3" fmla="*/ 0 h 297"/>
                  <a:gd name="T4" fmla="*/ 0 60000 65536"/>
                  <a:gd name="T5" fmla="*/ 0 60000 65536"/>
                  <a:gd name="T6" fmla="*/ 0 w 1"/>
                  <a:gd name="T7" fmla="*/ 0 h 297"/>
                  <a:gd name="T8" fmla="*/ 1 w 1"/>
                  <a:gd name="T9" fmla="*/ 297 h 29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7">
                    <a:moveTo>
                      <a:pt x="0" y="297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685" name="Freeform 18">
                <a:extLst>
                  <a:ext uri="{FF2B5EF4-FFF2-40B4-BE49-F238E27FC236}">
                    <a16:creationId xmlns:a16="http://schemas.microsoft.com/office/drawing/2014/main" id="{6F0D1482-4B30-4306-97DF-F844D8679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2033"/>
                <a:ext cx="1" cy="180"/>
              </a:xfrm>
              <a:custGeom>
                <a:avLst/>
                <a:gdLst>
                  <a:gd name="T0" fmla="*/ 0 w 1"/>
                  <a:gd name="T1" fmla="*/ 180 h 180"/>
                  <a:gd name="T2" fmla="*/ 1 w 1"/>
                  <a:gd name="T3" fmla="*/ 0 h 180"/>
                  <a:gd name="T4" fmla="*/ 0 60000 65536"/>
                  <a:gd name="T5" fmla="*/ 0 60000 65536"/>
                  <a:gd name="T6" fmla="*/ 0 w 1"/>
                  <a:gd name="T7" fmla="*/ 0 h 180"/>
                  <a:gd name="T8" fmla="*/ 1 w 1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80">
                    <a:moveTo>
                      <a:pt x="0" y="180"/>
                    </a:move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3646" name="Freeform 19">
              <a:extLst>
                <a:ext uri="{FF2B5EF4-FFF2-40B4-BE49-F238E27FC236}">
                  <a16:creationId xmlns:a16="http://schemas.microsoft.com/office/drawing/2014/main" id="{BF9C3BBE-5254-4837-BDC8-CCD280E13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2112"/>
              <a:ext cx="2217" cy="3"/>
            </a:xfrm>
            <a:custGeom>
              <a:avLst/>
              <a:gdLst>
                <a:gd name="T0" fmla="*/ 0 w 2225"/>
                <a:gd name="T1" fmla="*/ 0 h 3"/>
                <a:gd name="T2" fmla="*/ 2153 w 2225"/>
                <a:gd name="T3" fmla="*/ 3 h 3"/>
                <a:gd name="T4" fmla="*/ 0 60000 65536"/>
                <a:gd name="T5" fmla="*/ 0 60000 65536"/>
                <a:gd name="T6" fmla="*/ 0 w 2225"/>
                <a:gd name="T7" fmla="*/ 0 h 3"/>
                <a:gd name="T8" fmla="*/ 2225 w 2225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5" h="3">
                  <a:moveTo>
                    <a:pt x="0" y="0"/>
                  </a:moveTo>
                  <a:lnTo>
                    <a:pt x="2225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47" name="Freeform 20">
              <a:extLst>
                <a:ext uri="{FF2B5EF4-FFF2-40B4-BE49-F238E27FC236}">
                  <a16:creationId xmlns:a16="http://schemas.microsoft.com/office/drawing/2014/main" id="{E53BDCC5-7FB7-4F68-A9D4-76E98397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163"/>
              <a:ext cx="202" cy="832"/>
            </a:xfrm>
            <a:custGeom>
              <a:avLst/>
              <a:gdLst>
                <a:gd name="T0" fmla="*/ 0 w 192"/>
                <a:gd name="T1" fmla="*/ 0 h 672"/>
                <a:gd name="T2" fmla="*/ 304 w 192"/>
                <a:gd name="T3" fmla="*/ 0 h 672"/>
                <a:gd name="T4" fmla="*/ 304 w 192"/>
                <a:gd name="T5" fmla="*/ 4592 h 672"/>
                <a:gd name="T6" fmla="*/ 0 60000 65536"/>
                <a:gd name="T7" fmla="*/ 0 60000 65536"/>
                <a:gd name="T8" fmla="*/ 0 60000 65536"/>
                <a:gd name="T9" fmla="*/ 0 w 192"/>
                <a:gd name="T10" fmla="*/ 0 h 672"/>
                <a:gd name="T11" fmla="*/ 192 w 192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48" name="AutoShape 21">
              <a:extLst>
                <a:ext uri="{FF2B5EF4-FFF2-40B4-BE49-F238E27FC236}">
                  <a16:creationId xmlns:a16="http://schemas.microsoft.com/office/drawing/2014/main" id="{2C4BF464-A8F9-4B3E-8E55-2EB88F93E3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024" y="2840"/>
              <a:ext cx="356" cy="302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3649" name="AutoShape 22">
              <a:extLst>
                <a:ext uri="{FF2B5EF4-FFF2-40B4-BE49-F238E27FC236}">
                  <a16:creationId xmlns:a16="http://schemas.microsoft.com/office/drawing/2014/main" id="{D2C3A83D-F8B7-41B0-B545-23F103B5B3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1404" y="2837"/>
              <a:ext cx="356" cy="302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3650" name="Oval 23">
              <a:extLst>
                <a:ext uri="{FF2B5EF4-FFF2-40B4-BE49-F238E27FC236}">
                  <a16:creationId xmlns:a16="http://schemas.microsoft.com/office/drawing/2014/main" id="{FFBA3ADC-5E00-48AB-A029-DE9805B728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343" y="2956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3651" name="Freeform 24">
              <a:extLst>
                <a:ext uri="{FF2B5EF4-FFF2-40B4-BE49-F238E27FC236}">
                  <a16:creationId xmlns:a16="http://schemas.microsoft.com/office/drawing/2014/main" id="{DBD4071A-32BD-4D97-A163-83C983CB0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987"/>
              <a:ext cx="1181" cy="1"/>
            </a:xfrm>
            <a:custGeom>
              <a:avLst/>
              <a:gdLst>
                <a:gd name="T0" fmla="*/ 0 w 1181"/>
                <a:gd name="T1" fmla="*/ 0 h 1"/>
                <a:gd name="T2" fmla="*/ 1181 w 1181"/>
                <a:gd name="T3" fmla="*/ 1 h 1"/>
                <a:gd name="T4" fmla="*/ 0 60000 65536"/>
                <a:gd name="T5" fmla="*/ 0 60000 65536"/>
                <a:gd name="T6" fmla="*/ 0 w 1181"/>
                <a:gd name="T7" fmla="*/ 0 h 1"/>
                <a:gd name="T8" fmla="*/ 1181 w 118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1" h="1">
                  <a:moveTo>
                    <a:pt x="0" y="0"/>
                  </a:moveTo>
                  <a:lnTo>
                    <a:pt x="1181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52" name="AutoShape 25">
              <a:extLst>
                <a:ext uri="{FF2B5EF4-FFF2-40B4-BE49-F238E27FC236}">
                  <a16:creationId xmlns:a16="http://schemas.microsoft.com/office/drawing/2014/main" id="{F04759E5-E8F5-44CC-8F2A-925A9397C2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506" y="2843"/>
              <a:ext cx="356" cy="303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3653" name="Line 26">
              <a:extLst>
                <a:ext uri="{FF2B5EF4-FFF2-40B4-BE49-F238E27FC236}">
                  <a16:creationId xmlns:a16="http://schemas.microsoft.com/office/drawing/2014/main" id="{49DE34B6-6198-44C0-BE8E-4A0511BEAD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5" y="2995"/>
              <a:ext cx="35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54" name="Freeform 27">
              <a:extLst>
                <a:ext uri="{FF2B5EF4-FFF2-40B4-BE49-F238E27FC236}">
                  <a16:creationId xmlns:a16="http://schemas.microsoft.com/office/drawing/2014/main" id="{B5E4F2D5-3A28-47FF-8D04-0B31C0454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994"/>
              <a:ext cx="320" cy="2"/>
            </a:xfrm>
            <a:custGeom>
              <a:avLst/>
              <a:gdLst>
                <a:gd name="T0" fmla="*/ 0 w 320"/>
                <a:gd name="T1" fmla="*/ 0 h 2"/>
                <a:gd name="T2" fmla="*/ 320 w 320"/>
                <a:gd name="T3" fmla="*/ 2 h 2"/>
                <a:gd name="T4" fmla="*/ 0 60000 65536"/>
                <a:gd name="T5" fmla="*/ 0 60000 65536"/>
                <a:gd name="T6" fmla="*/ 0 w 320"/>
                <a:gd name="T7" fmla="*/ 0 h 2"/>
                <a:gd name="T8" fmla="*/ 320 w 32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20" h="2">
                  <a:moveTo>
                    <a:pt x="0" y="0"/>
                  </a:moveTo>
                  <a:lnTo>
                    <a:pt x="320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55" name="Freeform 28">
              <a:extLst>
                <a:ext uri="{FF2B5EF4-FFF2-40B4-BE49-F238E27FC236}">
                  <a16:creationId xmlns:a16="http://schemas.microsoft.com/office/drawing/2014/main" id="{E20DCD74-7891-42C6-B785-7D0FE70EC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996"/>
              <a:ext cx="1" cy="649"/>
            </a:xfrm>
            <a:custGeom>
              <a:avLst/>
              <a:gdLst>
                <a:gd name="T0" fmla="*/ 0 w 1"/>
                <a:gd name="T1" fmla="*/ 0 h 649"/>
                <a:gd name="T2" fmla="*/ 0 w 1"/>
                <a:gd name="T3" fmla="*/ 649 h 649"/>
                <a:gd name="T4" fmla="*/ 0 60000 65536"/>
                <a:gd name="T5" fmla="*/ 0 60000 65536"/>
                <a:gd name="T6" fmla="*/ 0 w 1"/>
                <a:gd name="T7" fmla="*/ 0 h 649"/>
                <a:gd name="T8" fmla="*/ 1 w 1"/>
                <a:gd name="T9" fmla="*/ 649 h 64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649">
                  <a:moveTo>
                    <a:pt x="0" y="0"/>
                  </a:moveTo>
                  <a:lnTo>
                    <a:pt x="0" y="64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56" name="Freeform 29">
              <a:extLst>
                <a:ext uri="{FF2B5EF4-FFF2-40B4-BE49-F238E27FC236}">
                  <a16:creationId xmlns:a16="http://schemas.microsoft.com/office/drawing/2014/main" id="{A29416AF-2F0B-43E2-A6D4-04161DBD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074"/>
              <a:ext cx="2" cy="571"/>
            </a:xfrm>
            <a:custGeom>
              <a:avLst/>
              <a:gdLst>
                <a:gd name="T0" fmla="*/ 0 w 2"/>
                <a:gd name="T1" fmla="*/ 571 h 571"/>
                <a:gd name="T2" fmla="*/ 2 w 2"/>
                <a:gd name="T3" fmla="*/ 0 h 571"/>
                <a:gd name="T4" fmla="*/ 0 60000 65536"/>
                <a:gd name="T5" fmla="*/ 0 60000 65536"/>
                <a:gd name="T6" fmla="*/ 0 w 2"/>
                <a:gd name="T7" fmla="*/ 0 h 571"/>
                <a:gd name="T8" fmla="*/ 2 w 2"/>
                <a:gd name="T9" fmla="*/ 571 h 57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571">
                  <a:moveTo>
                    <a:pt x="0" y="571"/>
                  </a:move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57" name="Freeform 30">
              <a:extLst>
                <a:ext uri="{FF2B5EF4-FFF2-40B4-BE49-F238E27FC236}">
                  <a16:creationId xmlns:a16="http://schemas.microsoft.com/office/drawing/2014/main" id="{F4FC9780-1D0A-4174-9B93-F885909D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043"/>
              <a:ext cx="652" cy="377"/>
            </a:xfrm>
            <a:custGeom>
              <a:avLst/>
              <a:gdLst>
                <a:gd name="T0" fmla="*/ 0 w 652"/>
                <a:gd name="T1" fmla="*/ 0 h 377"/>
                <a:gd name="T2" fmla="*/ 1 w 652"/>
                <a:gd name="T3" fmla="*/ 377 h 377"/>
                <a:gd name="T4" fmla="*/ 652 w 652"/>
                <a:gd name="T5" fmla="*/ 374 h 377"/>
                <a:gd name="T6" fmla="*/ 0 60000 65536"/>
                <a:gd name="T7" fmla="*/ 0 60000 65536"/>
                <a:gd name="T8" fmla="*/ 0 60000 65536"/>
                <a:gd name="T9" fmla="*/ 0 w 652"/>
                <a:gd name="T10" fmla="*/ 0 h 377"/>
                <a:gd name="T11" fmla="*/ 652 w 652"/>
                <a:gd name="T12" fmla="*/ 377 h 3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52" h="377">
                  <a:moveTo>
                    <a:pt x="0" y="0"/>
                  </a:moveTo>
                  <a:lnTo>
                    <a:pt x="1" y="377"/>
                  </a:lnTo>
                  <a:lnTo>
                    <a:pt x="652" y="37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stealth" w="med" len="lg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58" name="Freeform 31">
              <a:extLst>
                <a:ext uri="{FF2B5EF4-FFF2-40B4-BE49-F238E27FC236}">
                  <a16:creationId xmlns:a16="http://schemas.microsoft.com/office/drawing/2014/main" id="{DAA05C8A-87E6-4C15-8E81-7BD6F7797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2159"/>
              <a:ext cx="858" cy="829"/>
            </a:xfrm>
            <a:custGeom>
              <a:avLst/>
              <a:gdLst>
                <a:gd name="T0" fmla="*/ 266 w 858"/>
                <a:gd name="T1" fmla="*/ 0 h 829"/>
                <a:gd name="T2" fmla="*/ 0 w 858"/>
                <a:gd name="T3" fmla="*/ 0 h 829"/>
                <a:gd name="T4" fmla="*/ 0 w 858"/>
                <a:gd name="T5" fmla="*/ 828 h 829"/>
                <a:gd name="T6" fmla="*/ 858 w 858"/>
                <a:gd name="T7" fmla="*/ 829 h 8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58"/>
                <a:gd name="T13" fmla="*/ 0 h 829"/>
                <a:gd name="T14" fmla="*/ 858 w 858"/>
                <a:gd name="T15" fmla="*/ 829 h 8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58" h="829">
                  <a:moveTo>
                    <a:pt x="266" y="0"/>
                  </a:moveTo>
                  <a:lnTo>
                    <a:pt x="0" y="0"/>
                  </a:lnTo>
                  <a:lnTo>
                    <a:pt x="0" y="828"/>
                  </a:lnTo>
                  <a:lnTo>
                    <a:pt x="858" y="82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59" name="Freeform 32">
              <a:extLst>
                <a:ext uri="{FF2B5EF4-FFF2-40B4-BE49-F238E27FC236}">
                  <a16:creationId xmlns:a16="http://schemas.microsoft.com/office/drawing/2014/main" id="{DAE5F0ED-5432-4350-9227-825928353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" y="2104"/>
              <a:ext cx="1615" cy="475"/>
            </a:xfrm>
            <a:custGeom>
              <a:avLst/>
              <a:gdLst>
                <a:gd name="T0" fmla="*/ 496 w 1872"/>
                <a:gd name="T1" fmla="*/ 0 h 384"/>
                <a:gd name="T2" fmla="*/ 496 w 1872"/>
                <a:gd name="T3" fmla="*/ 2604 h 384"/>
                <a:gd name="T4" fmla="*/ 0 w 1872"/>
                <a:gd name="T5" fmla="*/ 2604 h 384"/>
                <a:gd name="T6" fmla="*/ 0 60000 65536"/>
                <a:gd name="T7" fmla="*/ 0 60000 65536"/>
                <a:gd name="T8" fmla="*/ 0 60000 65536"/>
                <a:gd name="T9" fmla="*/ 0 w 1872"/>
                <a:gd name="T10" fmla="*/ 0 h 384"/>
                <a:gd name="T11" fmla="*/ 1872 w 1872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60" name="Freeform 33">
              <a:extLst>
                <a:ext uri="{FF2B5EF4-FFF2-40B4-BE49-F238E27FC236}">
                  <a16:creationId xmlns:a16="http://schemas.microsoft.com/office/drawing/2014/main" id="{7F6611AF-90BE-4F0B-BBBD-162FFC786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072"/>
              <a:ext cx="1" cy="456"/>
            </a:xfrm>
            <a:custGeom>
              <a:avLst/>
              <a:gdLst>
                <a:gd name="T0" fmla="*/ 0 w 1"/>
                <a:gd name="T1" fmla="*/ 456 h 456"/>
                <a:gd name="T2" fmla="*/ 0 w 1"/>
                <a:gd name="T3" fmla="*/ 0 h 456"/>
                <a:gd name="T4" fmla="*/ 0 60000 65536"/>
                <a:gd name="T5" fmla="*/ 0 60000 65536"/>
                <a:gd name="T6" fmla="*/ 0 w 1"/>
                <a:gd name="T7" fmla="*/ 0 h 456"/>
                <a:gd name="T8" fmla="*/ 1 w 1"/>
                <a:gd name="T9" fmla="*/ 456 h 45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56">
                  <a:moveTo>
                    <a:pt x="0" y="456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61" name="Freeform 34">
              <a:extLst>
                <a:ext uri="{FF2B5EF4-FFF2-40B4-BE49-F238E27FC236}">
                  <a16:creationId xmlns:a16="http://schemas.microsoft.com/office/drawing/2014/main" id="{47FD43C9-B3D6-442E-AE08-44EBA5218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40"/>
              <a:ext cx="526" cy="1017"/>
            </a:xfrm>
            <a:custGeom>
              <a:avLst/>
              <a:gdLst>
                <a:gd name="T0" fmla="*/ 526 w 526"/>
                <a:gd name="T1" fmla="*/ 173 h 1017"/>
                <a:gd name="T2" fmla="*/ 526 w 526"/>
                <a:gd name="T3" fmla="*/ 0 h 1017"/>
                <a:gd name="T4" fmla="*/ 1 w 526"/>
                <a:gd name="T5" fmla="*/ 0 h 1017"/>
                <a:gd name="T6" fmla="*/ 0 w 526"/>
                <a:gd name="T7" fmla="*/ 1017 h 1017"/>
                <a:gd name="T8" fmla="*/ 264 w 526"/>
                <a:gd name="T9" fmla="*/ 1017 h 10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6"/>
                <a:gd name="T16" fmla="*/ 0 h 1017"/>
                <a:gd name="T17" fmla="*/ 526 w 526"/>
                <a:gd name="T18" fmla="*/ 1017 h 10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6" h="1017">
                  <a:moveTo>
                    <a:pt x="526" y="173"/>
                  </a:moveTo>
                  <a:lnTo>
                    <a:pt x="526" y="0"/>
                  </a:lnTo>
                  <a:lnTo>
                    <a:pt x="1" y="0"/>
                  </a:lnTo>
                  <a:lnTo>
                    <a:pt x="0" y="1017"/>
                  </a:lnTo>
                  <a:lnTo>
                    <a:pt x="264" y="101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62" name="Text Box 35">
              <a:extLst>
                <a:ext uri="{FF2B5EF4-FFF2-40B4-BE49-F238E27FC236}">
                  <a16:creationId xmlns:a16="http://schemas.microsoft.com/office/drawing/2014/main" id="{32C32145-EAF5-41E1-AFA8-8AE5B1D493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5" y="1094"/>
              <a:ext cx="27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23663" name="Text Box 36">
              <a:extLst>
                <a:ext uri="{FF2B5EF4-FFF2-40B4-BE49-F238E27FC236}">
                  <a16:creationId xmlns:a16="http://schemas.microsoft.com/office/drawing/2014/main" id="{7329920A-C570-435C-9790-CD86040F80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094"/>
              <a:ext cx="27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23664" name="Text Box 37">
              <a:extLst>
                <a:ext uri="{FF2B5EF4-FFF2-40B4-BE49-F238E27FC236}">
                  <a16:creationId xmlns:a16="http://schemas.microsoft.com/office/drawing/2014/main" id="{18847840-8E9D-4CBE-B51D-00BEFEB25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" y="1838"/>
              <a:ext cx="27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23665" name="Text Box 38">
              <a:extLst>
                <a:ext uri="{FF2B5EF4-FFF2-40B4-BE49-F238E27FC236}">
                  <a16:creationId xmlns:a16="http://schemas.microsoft.com/office/drawing/2014/main" id="{09C2984E-3B8A-4321-9D3A-698F6DB29D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5" y="1838"/>
              <a:ext cx="27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23666" name="Text Box 39">
              <a:extLst>
                <a:ext uri="{FF2B5EF4-FFF2-40B4-BE49-F238E27FC236}">
                  <a16:creationId xmlns:a16="http://schemas.microsoft.com/office/drawing/2014/main" id="{0DF146EF-6FF2-4A12-AE2F-E131BAC486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4" y="643"/>
              <a:ext cx="387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A</a:t>
              </a:r>
              <a:r>
                <a:rPr kumimoji="1" lang="en-US" altLang="zh-CN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23667" name="Text Box 40">
              <a:extLst>
                <a:ext uri="{FF2B5EF4-FFF2-40B4-BE49-F238E27FC236}">
                  <a16:creationId xmlns:a16="http://schemas.microsoft.com/office/drawing/2014/main" id="{C0D34A87-C083-4CFD-8E0B-2C0305934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2" y="711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3668" name="Freeform 41">
              <a:extLst>
                <a:ext uri="{FF2B5EF4-FFF2-40B4-BE49-F238E27FC236}">
                  <a16:creationId xmlns:a16="http://schemas.microsoft.com/office/drawing/2014/main" id="{D8BB3D56-F483-41DD-AD07-D7306A6D5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1273"/>
              <a:ext cx="2549" cy="297"/>
            </a:xfrm>
            <a:custGeom>
              <a:avLst/>
              <a:gdLst>
                <a:gd name="T0" fmla="*/ 1448 w 2736"/>
                <a:gd name="T1" fmla="*/ 0 h 240"/>
                <a:gd name="T2" fmla="*/ 1448 w 2736"/>
                <a:gd name="T3" fmla="*/ 1636 h 240"/>
                <a:gd name="T4" fmla="*/ 0 w 2736"/>
                <a:gd name="T5" fmla="*/ 1636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69" name="Line 42">
              <a:extLst>
                <a:ext uri="{FF2B5EF4-FFF2-40B4-BE49-F238E27FC236}">
                  <a16:creationId xmlns:a16="http://schemas.microsoft.com/office/drawing/2014/main" id="{EF3695BA-7205-4212-8532-1D6A2F3B92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" y="1285"/>
              <a:ext cx="0" cy="2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70" name="Freeform 43">
              <a:extLst>
                <a:ext uri="{FF2B5EF4-FFF2-40B4-BE49-F238E27FC236}">
                  <a16:creationId xmlns:a16="http://schemas.microsoft.com/office/drawing/2014/main" id="{A8550B16-EB72-450C-A8D7-BDE5A14C2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031"/>
              <a:ext cx="480" cy="233"/>
            </a:xfrm>
            <a:custGeom>
              <a:avLst/>
              <a:gdLst>
                <a:gd name="T0" fmla="*/ 0 w 480"/>
                <a:gd name="T1" fmla="*/ 192 h 1008"/>
                <a:gd name="T2" fmla="*/ 0 w 480"/>
                <a:gd name="T3" fmla="*/ 0 h 1008"/>
                <a:gd name="T4" fmla="*/ 480 w 480"/>
                <a:gd name="T5" fmla="*/ 0 h 1008"/>
                <a:gd name="T6" fmla="*/ 480 w 480"/>
                <a:gd name="T7" fmla="*/ 1008 h 1008"/>
                <a:gd name="T8" fmla="*/ 288 w 480"/>
                <a:gd name="T9" fmla="*/ 1008 h 10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1008"/>
                <a:gd name="T17" fmla="*/ 480 w 480"/>
                <a:gd name="T18" fmla="*/ 1008 h 10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1008">
                  <a:moveTo>
                    <a:pt x="0" y="192"/>
                  </a:moveTo>
                  <a:lnTo>
                    <a:pt x="0" y="0"/>
                  </a:lnTo>
                  <a:lnTo>
                    <a:pt x="480" y="0"/>
                  </a:lnTo>
                  <a:lnTo>
                    <a:pt x="480" y="1008"/>
                  </a:lnTo>
                  <a:lnTo>
                    <a:pt x="288" y="100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671" name="Text Box 44">
              <a:extLst>
                <a:ext uri="{FF2B5EF4-FFF2-40B4-BE49-F238E27FC236}">
                  <a16:creationId xmlns:a16="http://schemas.microsoft.com/office/drawing/2014/main" id="{5B0E0B8E-9D9F-4D5A-9031-F770D32B8A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0" y="3705"/>
              <a:ext cx="3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3672" name="Text Box 45">
              <a:extLst>
                <a:ext uri="{FF2B5EF4-FFF2-40B4-BE49-F238E27FC236}">
                  <a16:creationId xmlns:a16="http://schemas.microsoft.com/office/drawing/2014/main" id="{AD6B7181-A867-4863-BD81-B5644FD46E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2" y="681"/>
              <a:ext cx="51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位线</a:t>
              </a:r>
              <a:r>
                <a:rPr kumimoji="1" lang="en-US" altLang="zh-CN" sz="18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3673" name="Freeform 46">
              <a:extLst>
                <a:ext uri="{FF2B5EF4-FFF2-40B4-BE49-F238E27FC236}">
                  <a16:creationId xmlns:a16="http://schemas.microsoft.com/office/drawing/2014/main" id="{10D67F34-2700-4146-9C34-ECBE0B45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927"/>
              <a:ext cx="221" cy="233"/>
            </a:xfrm>
            <a:custGeom>
              <a:avLst/>
              <a:gdLst>
                <a:gd name="T0" fmla="*/ 221 w 221"/>
                <a:gd name="T1" fmla="*/ 0 h 321"/>
                <a:gd name="T2" fmla="*/ 0 w 221"/>
                <a:gd name="T3" fmla="*/ 321 h 321"/>
                <a:gd name="T4" fmla="*/ 0 60000 65536"/>
                <a:gd name="T5" fmla="*/ 0 60000 65536"/>
                <a:gd name="T6" fmla="*/ 0 w 221"/>
                <a:gd name="T7" fmla="*/ 0 h 321"/>
                <a:gd name="T8" fmla="*/ 221 w 221"/>
                <a:gd name="T9" fmla="*/ 321 h 3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1" h="321">
                  <a:moveTo>
                    <a:pt x="221" y="0"/>
                  </a:moveTo>
                  <a:lnTo>
                    <a:pt x="0" y="32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674" name="Text Box 47">
              <a:extLst>
                <a:ext uri="{FF2B5EF4-FFF2-40B4-BE49-F238E27FC236}">
                  <a16:creationId xmlns:a16="http://schemas.microsoft.com/office/drawing/2014/main" id="{26D055D5-8E38-461D-9625-248CB4FFF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" y="666"/>
              <a:ext cx="64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位线</a:t>
              </a:r>
              <a:r>
                <a:rPr kumimoji="1" lang="en-US" altLang="zh-CN" sz="2000" b="1">
                  <a:latin typeface="Times New Roman" panose="02020603050405020304" pitchFamily="18" charset="0"/>
                </a:rPr>
                <a:t>A </a:t>
              </a:r>
              <a:r>
                <a:rPr kumimoji="1" lang="en-US" altLang="zh-CN" sz="20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23675" name="Freeform 48">
              <a:extLst>
                <a:ext uri="{FF2B5EF4-FFF2-40B4-BE49-F238E27FC236}">
                  <a16:creationId xmlns:a16="http://schemas.microsoft.com/office/drawing/2014/main" id="{F0E20C24-49DB-469C-AB48-B9ACEE27E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" y="900"/>
              <a:ext cx="176" cy="233"/>
            </a:xfrm>
            <a:custGeom>
              <a:avLst/>
              <a:gdLst>
                <a:gd name="T0" fmla="*/ 0 w 176"/>
                <a:gd name="T1" fmla="*/ 0 h 299"/>
                <a:gd name="T2" fmla="*/ 176 w 176"/>
                <a:gd name="T3" fmla="*/ 299 h 299"/>
                <a:gd name="T4" fmla="*/ 0 60000 65536"/>
                <a:gd name="T5" fmla="*/ 0 60000 65536"/>
                <a:gd name="T6" fmla="*/ 0 w 176"/>
                <a:gd name="T7" fmla="*/ 0 h 299"/>
                <a:gd name="T8" fmla="*/ 176 w 176"/>
                <a:gd name="T9" fmla="*/ 299 h 29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6" h="299">
                  <a:moveTo>
                    <a:pt x="0" y="0"/>
                  </a:moveTo>
                  <a:lnTo>
                    <a:pt x="176" y="29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676" name="Text Box 49">
              <a:extLst>
                <a:ext uri="{FF2B5EF4-FFF2-40B4-BE49-F238E27FC236}">
                  <a16:creationId xmlns:a16="http://schemas.microsoft.com/office/drawing/2014/main" id="{CDA02DA4-D12D-4D08-A26B-C83D7F6EE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" y="2361"/>
              <a:ext cx="84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列地址选择</a:t>
              </a:r>
            </a:p>
          </p:txBody>
        </p:sp>
        <p:sp>
          <p:nvSpPr>
            <p:cNvPr id="23677" name="Text Box 50">
              <a:extLst>
                <a:ext uri="{FF2B5EF4-FFF2-40B4-BE49-F238E27FC236}">
                  <a16:creationId xmlns:a16="http://schemas.microsoft.com/office/drawing/2014/main" id="{3BCACE3A-3946-48CD-837C-E15C5AECED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4" y="1353"/>
              <a:ext cx="84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行地址选择</a:t>
              </a:r>
            </a:p>
          </p:txBody>
        </p:sp>
        <p:sp>
          <p:nvSpPr>
            <p:cNvPr id="23678" name="Text Box 51">
              <a:extLst>
                <a:ext uri="{FF2B5EF4-FFF2-40B4-BE49-F238E27FC236}">
                  <a16:creationId xmlns:a16="http://schemas.microsoft.com/office/drawing/2014/main" id="{D8B21985-3C29-4B02-AF2C-59FC60079E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0" y="2697"/>
              <a:ext cx="40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写放</a:t>
              </a:r>
            </a:p>
          </p:txBody>
        </p:sp>
        <p:sp>
          <p:nvSpPr>
            <p:cNvPr id="23679" name="Text Box 52">
              <a:extLst>
                <a:ext uri="{FF2B5EF4-FFF2-40B4-BE49-F238E27FC236}">
                  <a16:creationId xmlns:a16="http://schemas.microsoft.com/office/drawing/2014/main" id="{4F70996D-C70E-4090-B492-9AA36745FF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" y="2697"/>
              <a:ext cx="40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写放</a:t>
              </a:r>
            </a:p>
          </p:txBody>
        </p:sp>
        <p:sp>
          <p:nvSpPr>
            <p:cNvPr id="23680" name="Text Box 53">
              <a:extLst>
                <a:ext uri="{FF2B5EF4-FFF2-40B4-BE49-F238E27FC236}">
                  <a16:creationId xmlns:a16="http://schemas.microsoft.com/office/drawing/2014/main" id="{A89F92BF-0B7A-4805-B2AF-27D6894E3B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8" y="2649"/>
              <a:ext cx="40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读放</a:t>
              </a:r>
            </a:p>
          </p:txBody>
        </p:sp>
        <p:sp>
          <p:nvSpPr>
            <p:cNvPr id="23681" name="Text Box 54">
              <a:extLst>
                <a:ext uri="{FF2B5EF4-FFF2-40B4-BE49-F238E27FC236}">
                  <a16:creationId xmlns:a16="http://schemas.microsoft.com/office/drawing/2014/main" id="{03E89595-40CB-4C75-A5D1-F345072CAC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" y="3033"/>
              <a:ext cx="467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2000" b="1" baseline="-25000">
                  <a:latin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3682" name="Text Box 55">
              <a:extLst>
                <a:ext uri="{FF2B5EF4-FFF2-40B4-BE49-F238E27FC236}">
                  <a16:creationId xmlns:a16="http://schemas.microsoft.com/office/drawing/2014/main" id="{ECCBD26F-E751-43F7-93C0-F2D9D11C01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3312"/>
              <a:ext cx="556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写选择</a:t>
              </a:r>
            </a:p>
          </p:txBody>
        </p:sp>
        <p:sp>
          <p:nvSpPr>
            <p:cNvPr id="23683" name="Text Box 56">
              <a:extLst>
                <a:ext uri="{FF2B5EF4-FFF2-40B4-BE49-F238E27FC236}">
                  <a16:creationId xmlns:a16="http://schemas.microsoft.com/office/drawing/2014/main" id="{8D23F1CC-3A7A-459D-80AE-613312EF4E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6" y="3326"/>
              <a:ext cx="556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800" b="1">
                  <a:latin typeface="Times New Roman" panose="02020603050405020304" pitchFamily="18" charset="0"/>
                </a:rPr>
                <a:t>读选择</a:t>
              </a:r>
            </a:p>
          </p:txBody>
        </p:sp>
      </p:grpSp>
      <p:sp>
        <p:nvSpPr>
          <p:cNvPr id="23555" name="Text Box 57">
            <a:extLst>
              <a:ext uri="{FF2B5EF4-FFF2-40B4-BE49-F238E27FC236}">
                <a16:creationId xmlns:a16="http://schemas.microsoft.com/office/drawing/2014/main" id="{D62D5C3E-434F-47FB-99D4-3044A0F91D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381000"/>
            <a:ext cx="7010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 </a:t>
            </a:r>
            <a:r>
              <a:rPr kumimoji="1" lang="zh-CN" altLang="en-US" b="1">
                <a:latin typeface="Times New Roman" panose="02020603050405020304" pitchFamily="18" charset="0"/>
              </a:rPr>
              <a:t>静态 </a:t>
            </a:r>
            <a:r>
              <a:rPr kumimoji="1" lang="en-US" altLang="zh-CN" b="1">
                <a:latin typeface="Times New Roman" panose="02020603050405020304" pitchFamily="18" charset="0"/>
              </a:rPr>
              <a:t>RAM </a:t>
            </a:r>
            <a:r>
              <a:rPr kumimoji="1" lang="zh-CN" altLang="en-US" b="1">
                <a:latin typeface="Times New Roman" panose="02020603050405020304" pitchFamily="18" charset="0"/>
              </a:rPr>
              <a:t>基本电路的 </a:t>
            </a:r>
            <a:r>
              <a:rPr kumimoji="1" lang="zh-CN" altLang="en-US" sz="3600" b="1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b="1">
                <a:latin typeface="Times New Roman" panose="02020603050405020304" pitchFamily="18" charset="0"/>
              </a:rPr>
              <a:t>操作  </a:t>
            </a:r>
          </a:p>
        </p:txBody>
      </p:sp>
      <p:grpSp>
        <p:nvGrpSpPr>
          <p:cNvPr id="7" name="Group 58">
            <a:extLst>
              <a:ext uri="{FF2B5EF4-FFF2-40B4-BE49-F238E27FC236}">
                <a16:creationId xmlns:a16="http://schemas.microsoft.com/office/drawing/2014/main" id="{9024BCEE-7631-4F8F-9F67-3E9AAC076769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2039938"/>
            <a:ext cx="4046538" cy="474662"/>
            <a:chOff x="240" y="1285"/>
            <a:chExt cx="2549" cy="299"/>
          </a:xfrm>
        </p:grpSpPr>
        <p:sp>
          <p:nvSpPr>
            <p:cNvPr id="23636" name="Freeform 59">
              <a:extLst>
                <a:ext uri="{FF2B5EF4-FFF2-40B4-BE49-F238E27FC236}">
                  <a16:creationId xmlns:a16="http://schemas.microsoft.com/office/drawing/2014/main" id="{C10AFCFD-83AE-4164-8F87-F14111543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1287"/>
              <a:ext cx="2549" cy="297"/>
            </a:xfrm>
            <a:custGeom>
              <a:avLst/>
              <a:gdLst>
                <a:gd name="T0" fmla="*/ 1448 w 2736"/>
                <a:gd name="T1" fmla="*/ 0 h 240"/>
                <a:gd name="T2" fmla="*/ 1448 w 2736"/>
                <a:gd name="T3" fmla="*/ 1636 h 240"/>
                <a:gd name="T4" fmla="*/ 0 w 2736"/>
                <a:gd name="T5" fmla="*/ 1636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37" name="Line 60">
              <a:extLst>
                <a:ext uri="{FF2B5EF4-FFF2-40B4-BE49-F238E27FC236}">
                  <a16:creationId xmlns:a16="http://schemas.microsoft.com/office/drawing/2014/main" id="{43237BA2-859A-4AD6-9B4F-7217EFB6C0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1285"/>
              <a:ext cx="0" cy="286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0541" name="Freeform 61">
            <a:extLst>
              <a:ext uri="{FF2B5EF4-FFF2-40B4-BE49-F238E27FC236}">
                <a16:creationId xmlns:a16="http://schemas.microsoft.com/office/drawing/2014/main" id="{2E131644-4FAB-45E9-8D52-429FC5EE786A}"/>
              </a:ext>
            </a:extLst>
          </p:cNvPr>
          <p:cNvSpPr>
            <a:spLocks/>
          </p:cNvSpPr>
          <p:nvPr/>
        </p:nvSpPr>
        <p:spPr bwMode="auto">
          <a:xfrm>
            <a:off x="484188" y="3352802"/>
            <a:ext cx="2563812" cy="754063"/>
          </a:xfrm>
          <a:custGeom>
            <a:avLst/>
            <a:gdLst>
              <a:gd name="T0" fmla="*/ 2147483646 w 1872"/>
              <a:gd name="T1" fmla="*/ 0 h 384"/>
              <a:gd name="T2" fmla="*/ 2147483646 w 1872"/>
              <a:gd name="T3" fmla="*/ 2147483646 h 384"/>
              <a:gd name="T4" fmla="*/ 0 w 1872"/>
              <a:gd name="T5" fmla="*/ 2147483646 h 384"/>
              <a:gd name="T6" fmla="*/ 0 60000 65536"/>
              <a:gd name="T7" fmla="*/ 0 60000 65536"/>
              <a:gd name="T8" fmla="*/ 0 60000 65536"/>
              <a:gd name="T9" fmla="*/ 0 w 1872"/>
              <a:gd name="T10" fmla="*/ 0 h 384"/>
              <a:gd name="T11" fmla="*/ 1872 w 1872"/>
              <a:gd name="T12" fmla="*/ 384 h 38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72" h="384">
                <a:moveTo>
                  <a:pt x="1872" y="0"/>
                </a:moveTo>
                <a:lnTo>
                  <a:pt x="1872" y="384"/>
                </a:lnTo>
                <a:lnTo>
                  <a:pt x="0" y="384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542" name="Freeform 62">
            <a:extLst>
              <a:ext uri="{FF2B5EF4-FFF2-40B4-BE49-F238E27FC236}">
                <a16:creationId xmlns:a16="http://schemas.microsoft.com/office/drawing/2014/main" id="{1E41F9A3-4935-4B03-A947-0E456A4C9EC5}"/>
              </a:ext>
            </a:extLst>
          </p:cNvPr>
          <p:cNvSpPr>
            <a:spLocks/>
          </p:cNvSpPr>
          <p:nvPr/>
        </p:nvSpPr>
        <p:spPr bwMode="auto">
          <a:xfrm>
            <a:off x="1314450" y="3371850"/>
            <a:ext cx="3524250" cy="1588"/>
          </a:xfrm>
          <a:custGeom>
            <a:avLst/>
            <a:gdLst>
              <a:gd name="T0" fmla="*/ 0 w 2220"/>
              <a:gd name="T1" fmla="*/ 0 h 1"/>
              <a:gd name="T2" fmla="*/ 2147483646 w 2220"/>
              <a:gd name="T3" fmla="*/ 0 h 1"/>
              <a:gd name="T4" fmla="*/ 0 60000 65536"/>
              <a:gd name="T5" fmla="*/ 0 60000 65536"/>
              <a:gd name="T6" fmla="*/ 0 w 2220"/>
              <a:gd name="T7" fmla="*/ 0 h 1"/>
              <a:gd name="T8" fmla="*/ 2220 w 222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220" h="1">
                <a:moveTo>
                  <a:pt x="0" y="0"/>
                </a:moveTo>
                <a:lnTo>
                  <a:pt x="2220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543" name="Line 63">
            <a:extLst>
              <a:ext uri="{FF2B5EF4-FFF2-40B4-BE49-F238E27FC236}">
                <a16:creationId xmlns:a16="http://schemas.microsoft.com/office/drawing/2014/main" id="{66EA0B76-D669-44DA-87BD-372BCBC840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84500" y="4752975"/>
            <a:ext cx="0" cy="1036638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8" name="Group 64">
            <a:extLst>
              <a:ext uri="{FF2B5EF4-FFF2-40B4-BE49-F238E27FC236}">
                <a16:creationId xmlns:a16="http://schemas.microsoft.com/office/drawing/2014/main" id="{A95E4C08-A900-4810-944E-7AA77194BB43}"/>
              </a:ext>
            </a:extLst>
          </p:cNvPr>
          <p:cNvGrpSpPr>
            <a:grpSpLocks/>
          </p:cNvGrpSpPr>
          <p:nvPr/>
        </p:nvGrpSpPr>
        <p:grpSpPr bwMode="auto">
          <a:xfrm>
            <a:off x="2114550" y="4462465"/>
            <a:ext cx="1619250" cy="566737"/>
            <a:chOff x="1332" y="2811"/>
            <a:chExt cx="1020" cy="357"/>
          </a:xfrm>
        </p:grpSpPr>
        <p:grpSp>
          <p:nvGrpSpPr>
            <p:cNvPr id="23632" name="Group 65">
              <a:extLst>
                <a:ext uri="{FF2B5EF4-FFF2-40B4-BE49-F238E27FC236}">
                  <a16:creationId xmlns:a16="http://schemas.microsoft.com/office/drawing/2014/main" id="{1525ADB8-C00C-483D-89F0-112078BDC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2" y="2811"/>
              <a:ext cx="396" cy="356"/>
              <a:chOff x="1332" y="2811"/>
              <a:chExt cx="396" cy="356"/>
            </a:xfrm>
          </p:grpSpPr>
          <p:sp>
            <p:nvSpPr>
              <p:cNvPr id="23634" name="AutoShape 66">
                <a:extLst>
                  <a:ext uri="{FF2B5EF4-FFF2-40B4-BE49-F238E27FC236}">
                    <a16:creationId xmlns:a16="http://schemas.microsoft.com/office/drawing/2014/main" id="{2B46046A-BA8E-457F-8AA4-CDF732FB6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5400000">
                <a:off x="1399" y="2838"/>
                <a:ext cx="356" cy="302"/>
              </a:xfrm>
              <a:prstGeom prst="triangle">
                <a:avLst>
                  <a:gd name="adj" fmla="val 50000"/>
                </a:avLst>
              </a:prstGeom>
              <a:noFill/>
              <a:ln w="76200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23635" name="Oval 67">
                <a:extLst>
                  <a:ext uri="{FF2B5EF4-FFF2-40B4-BE49-F238E27FC236}">
                    <a16:creationId xmlns:a16="http://schemas.microsoft.com/office/drawing/2014/main" id="{0C7FBDB1-8FA6-48EF-B04E-F0C5828C0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1332" y="2958"/>
                <a:ext cx="79" cy="79"/>
              </a:xfrm>
              <a:prstGeom prst="ellipse">
                <a:avLst/>
              </a:prstGeom>
              <a:noFill/>
              <a:ln w="762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</p:grpSp>
        <p:sp>
          <p:nvSpPr>
            <p:cNvPr id="23633" name="AutoShape 68">
              <a:extLst>
                <a:ext uri="{FF2B5EF4-FFF2-40B4-BE49-F238E27FC236}">
                  <a16:creationId xmlns:a16="http://schemas.microsoft.com/office/drawing/2014/main" id="{8645B92A-05F6-4F10-8123-47C1189B81B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023" y="2839"/>
              <a:ext cx="356" cy="302"/>
            </a:xfrm>
            <a:prstGeom prst="triangle">
              <a:avLst>
                <a:gd name="adj" fmla="val 50000"/>
              </a:avLst>
            </a:prstGeom>
            <a:noFill/>
            <a:ln w="762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10" name="Group 69">
            <a:extLst>
              <a:ext uri="{FF2B5EF4-FFF2-40B4-BE49-F238E27FC236}">
                <a16:creationId xmlns:a16="http://schemas.microsoft.com/office/drawing/2014/main" id="{14DA3C3B-200A-44F0-9B6D-9437D24D1EFE}"/>
              </a:ext>
            </a:extLst>
          </p:cNvPr>
          <p:cNvGrpSpPr>
            <a:grpSpLocks/>
          </p:cNvGrpSpPr>
          <p:nvPr/>
        </p:nvGrpSpPr>
        <p:grpSpPr bwMode="auto">
          <a:xfrm>
            <a:off x="742950" y="4741865"/>
            <a:ext cx="4522788" cy="369771"/>
            <a:chOff x="462" y="2987"/>
            <a:chExt cx="2849" cy="233"/>
          </a:xfrm>
        </p:grpSpPr>
        <p:sp>
          <p:nvSpPr>
            <p:cNvPr id="23630" name="Line 70">
              <a:extLst>
                <a:ext uri="{FF2B5EF4-FFF2-40B4-BE49-F238E27FC236}">
                  <a16:creationId xmlns:a16="http://schemas.microsoft.com/office/drawing/2014/main" id="{6BF533FD-E1D7-4E23-9A53-0A2B5EFEFC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1" y="2987"/>
              <a:ext cx="960" cy="0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631" name="Freeform 71">
              <a:extLst>
                <a:ext uri="{FF2B5EF4-FFF2-40B4-BE49-F238E27FC236}">
                  <a16:creationId xmlns:a16="http://schemas.microsoft.com/office/drawing/2014/main" id="{FAF3512C-91E1-45BB-AD28-BDA739E85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2987"/>
              <a:ext cx="845" cy="233"/>
            </a:xfrm>
            <a:custGeom>
              <a:avLst/>
              <a:gdLst>
                <a:gd name="T0" fmla="*/ 833 w 845"/>
                <a:gd name="T1" fmla="*/ 0 h 1"/>
                <a:gd name="T2" fmla="*/ 845 w 845"/>
                <a:gd name="T3" fmla="*/ 1 h 1"/>
                <a:gd name="T4" fmla="*/ 0 w 845"/>
                <a:gd name="T5" fmla="*/ 1 h 1"/>
                <a:gd name="T6" fmla="*/ 0 60000 65536"/>
                <a:gd name="T7" fmla="*/ 0 60000 65536"/>
                <a:gd name="T8" fmla="*/ 0 60000 65536"/>
                <a:gd name="T9" fmla="*/ 0 w 845"/>
                <a:gd name="T10" fmla="*/ 0 h 1"/>
                <a:gd name="T11" fmla="*/ 845 w 84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45" h="1">
                  <a:moveTo>
                    <a:pt x="833" y="0"/>
                  </a:moveTo>
                  <a:lnTo>
                    <a:pt x="845" y="1"/>
                  </a:lnTo>
                  <a:lnTo>
                    <a:pt x="0" y="1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1" name="Group 72">
            <a:extLst>
              <a:ext uri="{FF2B5EF4-FFF2-40B4-BE49-F238E27FC236}">
                <a16:creationId xmlns:a16="http://schemas.microsoft.com/office/drawing/2014/main" id="{C37BF7A2-2891-4121-B732-A484FFA0561D}"/>
              </a:ext>
            </a:extLst>
          </p:cNvPr>
          <p:cNvGrpSpPr>
            <a:grpSpLocks/>
          </p:cNvGrpSpPr>
          <p:nvPr/>
        </p:nvGrpSpPr>
        <p:grpSpPr bwMode="auto">
          <a:xfrm>
            <a:off x="784227" y="1619251"/>
            <a:ext cx="4481513" cy="406400"/>
            <a:chOff x="494" y="1020"/>
            <a:chExt cx="2823" cy="256"/>
          </a:xfrm>
        </p:grpSpPr>
        <p:sp>
          <p:nvSpPr>
            <p:cNvPr id="23628" name="Freeform 73">
              <a:extLst>
                <a:ext uri="{FF2B5EF4-FFF2-40B4-BE49-F238E27FC236}">
                  <a16:creationId xmlns:a16="http://schemas.microsoft.com/office/drawing/2014/main" id="{641D9163-FB6D-4E7A-8C86-F5C84D61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043"/>
              <a:ext cx="515" cy="233"/>
            </a:xfrm>
            <a:custGeom>
              <a:avLst/>
              <a:gdLst>
                <a:gd name="T0" fmla="*/ 1 w 515"/>
                <a:gd name="T1" fmla="*/ 1039 h 1039"/>
                <a:gd name="T2" fmla="*/ 0 w 515"/>
                <a:gd name="T3" fmla="*/ 0 h 1039"/>
                <a:gd name="T4" fmla="*/ 515 w 515"/>
                <a:gd name="T5" fmla="*/ 0 h 1039"/>
                <a:gd name="T6" fmla="*/ 515 w 515"/>
                <a:gd name="T7" fmla="*/ 164 h 10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15"/>
                <a:gd name="T13" fmla="*/ 0 h 1039"/>
                <a:gd name="T14" fmla="*/ 515 w 515"/>
                <a:gd name="T15" fmla="*/ 1039 h 10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15" h="1039">
                  <a:moveTo>
                    <a:pt x="1" y="1039"/>
                  </a:moveTo>
                  <a:lnTo>
                    <a:pt x="0" y="0"/>
                  </a:lnTo>
                  <a:lnTo>
                    <a:pt x="515" y="0"/>
                  </a:lnTo>
                  <a:lnTo>
                    <a:pt x="515" y="164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629" name="Freeform 74">
              <a:extLst>
                <a:ext uri="{FF2B5EF4-FFF2-40B4-BE49-F238E27FC236}">
                  <a16:creationId xmlns:a16="http://schemas.microsoft.com/office/drawing/2014/main" id="{51CB2447-DA6A-4811-8511-F8F1F492B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020"/>
              <a:ext cx="482" cy="233"/>
            </a:xfrm>
            <a:custGeom>
              <a:avLst/>
              <a:gdLst>
                <a:gd name="T0" fmla="*/ 482 w 482"/>
                <a:gd name="T1" fmla="*/ 1043 h 1043"/>
                <a:gd name="T2" fmla="*/ 482 w 482"/>
                <a:gd name="T3" fmla="*/ 0 h 1043"/>
                <a:gd name="T4" fmla="*/ 0 w 482"/>
                <a:gd name="T5" fmla="*/ 0 h 1043"/>
                <a:gd name="T6" fmla="*/ 0 w 482"/>
                <a:gd name="T7" fmla="*/ 198 h 10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1043"/>
                <a:gd name="T14" fmla="*/ 482 w 482"/>
                <a:gd name="T15" fmla="*/ 1043 h 10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1043">
                  <a:moveTo>
                    <a:pt x="482" y="1043"/>
                  </a:moveTo>
                  <a:lnTo>
                    <a:pt x="482" y="0"/>
                  </a:lnTo>
                  <a:lnTo>
                    <a:pt x="0" y="0"/>
                  </a:lnTo>
                  <a:lnTo>
                    <a:pt x="0" y="198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2" name="Group 75">
            <a:extLst>
              <a:ext uri="{FF2B5EF4-FFF2-40B4-BE49-F238E27FC236}">
                <a16:creationId xmlns:a16="http://schemas.microsoft.com/office/drawing/2014/main" id="{4ABCC29A-53C4-43D5-B171-6140451FEF1D}"/>
              </a:ext>
            </a:extLst>
          </p:cNvPr>
          <p:cNvGrpSpPr>
            <a:grpSpLocks/>
          </p:cNvGrpSpPr>
          <p:nvPr/>
        </p:nvGrpSpPr>
        <p:grpSpPr bwMode="auto">
          <a:xfrm>
            <a:off x="1752600" y="1633538"/>
            <a:ext cx="2590800" cy="273050"/>
            <a:chOff x="924" y="1029"/>
            <a:chExt cx="1632" cy="172"/>
          </a:xfrm>
        </p:grpSpPr>
        <p:sp>
          <p:nvSpPr>
            <p:cNvPr id="23626" name="Freeform 76">
              <a:extLst>
                <a:ext uri="{FF2B5EF4-FFF2-40B4-BE49-F238E27FC236}">
                  <a16:creationId xmlns:a16="http://schemas.microsoft.com/office/drawing/2014/main" id="{C6A4C52C-EFEB-49F0-866F-CC182FF0B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029"/>
              <a:ext cx="281" cy="171"/>
            </a:xfrm>
            <a:custGeom>
              <a:avLst/>
              <a:gdLst>
                <a:gd name="T0" fmla="*/ 101 w 319"/>
                <a:gd name="T1" fmla="*/ 0 h 184"/>
                <a:gd name="T2" fmla="*/ 0 w 319"/>
                <a:gd name="T3" fmla="*/ 0 h 184"/>
                <a:gd name="T4" fmla="*/ 0 w 319"/>
                <a:gd name="T5" fmla="*/ 96 h 184"/>
                <a:gd name="T6" fmla="*/ 0 60000 65536"/>
                <a:gd name="T7" fmla="*/ 0 60000 65536"/>
                <a:gd name="T8" fmla="*/ 0 60000 65536"/>
                <a:gd name="T9" fmla="*/ 0 w 319"/>
                <a:gd name="T10" fmla="*/ 0 h 184"/>
                <a:gd name="T11" fmla="*/ 319 w 319"/>
                <a:gd name="T12" fmla="*/ 184 h 1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9" h="184">
                  <a:moveTo>
                    <a:pt x="319" y="0"/>
                  </a:move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27" name="Freeform 77">
              <a:extLst>
                <a:ext uri="{FF2B5EF4-FFF2-40B4-BE49-F238E27FC236}">
                  <a16:creationId xmlns:a16="http://schemas.microsoft.com/office/drawing/2014/main" id="{AD08F07D-FD44-4A2D-AE14-5F618295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036"/>
              <a:ext cx="326" cy="165"/>
            </a:xfrm>
            <a:custGeom>
              <a:avLst/>
              <a:gdLst>
                <a:gd name="T0" fmla="*/ 0 w 336"/>
                <a:gd name="T1" fmla="*/ 0 h 144"/>
                <a:gd name="T2" fmla="*/ 256 w 336"/>
                <a:gd name="T3" fmla="*/ 0 h 144"/>
                <a:gd name="T4" fmla="*/ 256 w 336"/>
                <a:gd name="T5" fmla="*/ 493 h 144"/>
                <a:gd name="T6" fmla="*/ 0 60000 65536"/>
                <a:gd name="T7" fmla="*/ 0 60000 65536"/>
                <a:gd name="T8" fmla="*/ 0 60000 65536"/>
                <a:gd name="T9" fmla="*/ 0 w 336"/>
                <a:gd name="T10" fmla="*/ 0 h 144"/>
                <a:gd name="T11" fmla="*/ 336 w 336"/>
                <a:gd name="T12" fmla="*/ 144 h 1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144">
                  <a:moveTo>
                    <a:pt x="0" y="0"/>
                  </a:moveTo>
                  <a:lnTo>
                    <a:pt x="336" y="0"/>
                  </a:lnTo>
                  <a:lnTo>
                    <a:pt x="336" y="144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0558" name="Line 78">
            <a:extLst>
              <a:ext uri="{FF2B5EF4-FFF2-40B4-BE49-F238E27FC236}">
                <a16:creationId xmlns:a16="http://schemas.microsoft.com/office/drawing/2014/main" id="{C45F9A43-9928-415C-B469-A7C1DBAC45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94088" y="4879977"/>
            <a:ext cx="0" cy="942975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  <a:headEnd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559" name="Freeform 79">
            <a:extLst>
              <a:ext uri="{FF2B5EF4-FFF2-40B4-BE49-F238E27FC236}">
                <a16:creationId xmlns:a16="http://schemas.microsoft.com/office/drawing/2014/main" id="{C71E1202-E891-433D-82F8-2C8805063538}"/>
              </a:ext>
            </a:extLst>
          </p:cNvPr>
          <p:cNvSpPr>
            <a:spLocks/>
          </p:cNvSpPr>
          <p:nvPr/>
        </p:nvSpPr>
        <p:spPr bwMode="auto">
          <a:xfrm>
            <a:off x="2747965" y="4748213"/>
            <a:ext cx="528637" cy="6350"/>
          </a:xfrm>
          <a:custGeom>
            <a:avLst/>
            <a:gdLst>
              <a:gd name="T0" fmla="*/ 0 w 333"/>
              <a:gd name="T1" fmla="*/ 0 h 4"/>
              <a:gd name="T2" fmla="*/ 2147483646 w 333"/>
              <a:gd name="T3" fmla="*/ 2147483646 h 4"/>
              <a:gd name="T4" fmla="*/ 0 60000 65536"/>
              <a:gd name="T5" fmla="*/ 0 60000 65536"/>
              <a:gd name="T6" fmla="*/ 0 w 333"/>
              <a:gd name="T7" fmla="*/ 0 h 4"/>
              <a:gd name="T8" fmla="*/ 333 w 333"/>
              <a:gd name="T9" fmla="*/ 4 h 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33" h="4">
                <a:moveTo>
                  <a:pt x="0" y="0"/>
                </a:moveTo>
                <a:lnTo>
                  <a:pt x="333" y="4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3" name="Group 80">
            <a:extLst>
              <a:ext uri="{FF2B5EF4-FFF2-40B4-BE49-F238E27FC236}">
                <a16:creationId xmlns:a16="http://schemas.microsoft.com/office/drawing/2014/main" id="{3587FFF6-B3C5-423E-B6D6-F5F29A4BB92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3236913"/>
            <a:ext cx="4514850" cy="400050"/>
            <a:chOff x="288" y="2039"/>
            <a:chExt cx="2844" cy="252"/>
          </a:xfrm>
        </p:grpSpPr>
        <p:sp>
          <p:nvSpPr>
            <p:cNvPr id="23624" name="Freeform 81">
              <a:extLst>
                <a:ext uri="{FF2B5EF4-FFF2-40B4-BE49-F238E27FC236}">
                  <a16:creationId xmlns:a16="http://schemas.microsoft.com/office/drawing/2014/main" id="{3D62A831-25AA-4C61-AFE5-70E5CA013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" y="2058"/>
              <a:ext cx="276" cy="233"/>
            </a:xfrm>
            <a:custGeom>
              <a:avLst/>
              <a:gdLst>
                <a:gd name="T0" fmla="*/ 276 w 276"/>
                <a:gd name="T1" fmla="*/ 0 h 1"/>
                <a:gd name="T2" fmla="*/ 0 w 276"/>
                <a:gd name="T3" fmla="*/ 0 h 1"/>
                <a:gd name="T4" fmla="*/ 0 60000 65536"/>
                <a:gd name="T5" fmla="*/ 0 60000 65536"/>
                <a:gd name="T6" fmla="*/ 0 w 276"/>
                <a:gd name="T7" fmla="*/ 0 h 1"/>
                <a:gd name="T8" fmla="*/ 276 w 27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1">
                  <a:moveTo>
                    <a:pt x="276" y="0"/>
                  </a:moveTo>
                  <a:lnTo>
                    <a:pt x="0" y="0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625" name="Line 82">
              <a:extLst>
                <a:ext uri="{FF2B5EF4-FFF2-40B4-BE49-F238E27FC236}">
                  <a16:creationId xmlns:a16="http://schemas.microsoft.com/office/drawing/2014/main" id="{1C4077A5-F364-4149-AC68-A2963D26D3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0" y="2039"/>
              <a:ext cx="192" cy="0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4" name="Group 83">
            <a:extLst>
              <a:ext uri="{FF2B5EF4-FFF2-40B4-BE49-F238E27FC236}">
                <a16:creationId xmlns:a16="http://schemas.microsoft.com/office/drawing/2014/main" id="{8938C025-5C64-49B9-B56B-B8A1011BA11E}"/>
              </a:ext>
            </a:extLst>
          </p:cNvPr>
          <p:cNvGrpSpPr>
            <a:grpSpLocks/>
          </p:cNvGrpSpPr>
          <p:nvPr/>
        </p:nvGrpSpPr>
        <p:grpSpPr bwMode="auto">
          <a:xfrm>
            <a:off x="1190627" y="3124200"/>
            <a:ext cx="3762375" cy="477838"/>
            <a:chOff x="750" y="1968"/>
            <a:chExt cx="2370" cy="301"/>
          </a:xfrm>
        </p:grpSpPr>
        <p:grpSp>
          <p:nvGrpSpPr>
            <p:cNvPr id="23618" name="Group 84">
              <a:extLst>
                <a:ext uri="{FF2B5EF4-FFF2-40B4-BE49-F238E27FC236}">
                  <a16:creationId xmlns:a16="http://schemas.microsoft.com/office/drawing/2014/main" id="{6602219C-F3C1-4F58-8316-FDBBB7C533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0" y="1968"/>
              <a:ext cx="74" cy="301"/>
              <a:chOff x="750" y="1968"/>
              <a:chExt cx="74" cy="301"/>
            </a:xfrm>
          </p:grpSpPr>
          <p:sp>
            <p:nvSpPr>
              <p:cNvPr id="23622" name="Line 85">
                <a:extLst>
                  <a:ext uri="{FF2B5EF4-FFF2-40B4-BE49-F238E27FC236}">
                    <a16:creationId xmlns:a16="http://schemas.microsoft.com/office/drawing/2014/main" id="{C9278D94-5B3A-4D96-B4BE-C3026E7870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599" y="2119"/>
                <a:ext cx="301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623" name="Line 86">
                <a:extLst>
                  <a:ext uri="{FF2B5EF4-FFF2-40B4-BE49-F238E27FC236}">
                    <a16:creationId xmlns:a16="http://schemas.microsoft.com/office/drawing/2014/main" id="{7F2F7892-B7F7-4A29-A73A-A887F57220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733" y="2123"/>
                <a:ext cx="182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3619" name="Group 87">
              <a:extLst>
                <a:ext uri="{FF2B5EF4-FFF2-40B4-BE49-F238E27FC236}">
                  <a16:creationId xmlns:a16="http://schemas.microsoft.com/office/drawing/2014/main" id="{A15FBEFE-8998-4290-A679-5EBE69F96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" y="1968"/>
              <a:ext cx="74" cy="301"/>
              <a:chOff x="3046" y="1968"/>
              <a:chExt cx="74" cy="301"/>
            </a:xfrm>
          </p:grpSpPr>
          <p:sp>
            <p:nvSpPr>
              <p:cNvPr id="23620" name="Line 88">
                <a:extLst>
                  <a:ext uri="{FF2B5EF4-FFF2-40B4-BE49-F238E27FC236}">
                    <a16:creationId xmlns:a16="http://schemas.microsoft.com/office/drawing/2014/main" id="{D41ACF5C-19CF-4A7E-A315-FE6846216A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969" y="2119"/>
                <a:ext cx="301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621" name="Line 89">
                <a:extLst>
                  <a:ext uri="{FF2B5EF4-FFF2-40B4-BE49-F238E27FC236}">
                    <a16:creationId xmlns:a16="http://schemas.microsoft.com/office/drawing/2014/main" id="{45CDF112-B33D-4DFD-BB1B-8A1F0D7179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955" y="2115"/>
                <a:ext cx="182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17" name="Group 90">
            <a:extLst>
              <a:ext uri="{FF2B5EF4-FFF2-40B4-BE49-F238E27FC236}">
                <a16:creationId xmlns:a16="http://schemas.microsoft.com/office/drawing/2014/main" id="{1B8481AA-B996-4128-9F4B-9118E0806CC1}"/>
              </a:ext>
            </a:extLst>
          </p:cNvPr>
          <p:cNvGrpSpPr>
            <a:grpSpLocks/>
          </p:cNvGrpSpPr>
          <p:nvPr/>
        </p:nvGrpSpPr>
        <p:grpSpPr bwMode="auto">
          <a:xfrm>
            <a:off x="1489077" y="1920875"/>
            <a:ext cx="3159125" cy="95250"/>
            <a:chOff x="929" y="1212"/>
            <a:chExt cx="1988" cy="60"/>
          </a:xfrm>
        </p:grpSpPr>
        <p:grpSp>
          <p:nvGrpSpPr>
            <p:cNvPr id="23612" name="Group 91">
              <a:extLst>
                <a:ext uri="{FF2B5EF4-FFF2-40B4-BE49-F238E27FC236}">
                  <a16:creationId xmlns:a16="http://schemas.microsoft.com/office/drawing/2014/main" id="{EA1E32C6-596B-4D1B-B9EB-3723693CDB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" y="1212"/>
              <a:ext cx="255" cy="60"/>
              <a:chOff x="3459" y="1296"/>
              <a:chExt cx="243" cy="48"/>
            </a:xfrm>
          </p:grpSpPr>
          <p:sp>
            <p:nvSpPr>
              <p:cNvPr id="23616" name="Line 92">
                <a:extLst>
                  <a:ext uri="{FF2B5EF4-FFF2-40B4-BE49-F238E27FC236}">
                    <a16:creationId xmlns:a16="http://schemas.microsoft.com/office/drawing/2014/main" id="{ED169922-43B1-4BC8-B918-487B6FBF79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617" name="Line 93">
                <a:extLst>
                  <a:ext uri="{FF2B5EF4-FFF2-40B4-BE49-F238E27FC236}">
                    <a16:creationId xmlns:a16="http://schemas.microsoft.com/office/drawing/2014/main" id="{B9D5FCE8-C796-4B55-8A04-8A5BFD1715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3613" name="Group 94">
              <a:extLst>
                <a:ext uri="{FF2B5EF4-FFF2-40B4-BE49-F238E27FC236}">
                  <a16:creationId xmlns:a16="http://schemas.microsoft.com/office/drawing/2014/main" id="{24C20052-7D2A-4824-8CB7-166C4BBD0F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1" y="1212"/>
              <a:ext cx="256" cy="60"/>
              <a:chOff x="3459" y="1296"/>
              <a:chExt cx="243" cy="48"/>
            </a:xfrm>
          </p:grpSpPr>
          <p:sp>
            <p:nvSpPr>
              <p:cNvPr id="23614" name="Line 95">
                <a:extLst>
                  <a:ext uri="{FF2B5EF4-FFF2-40B4-BE49-F238E27FC236}">
                    <a16:creationId xmlns:a16="http://schemas.microsoft.com/office/drawing/2014/main" id="{7E234AE6-9F24-4798-80B6-7ECE9C8C85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615" name="Line 96">
                <a:extLst>
                  <a:ext uri="{FF2B5EF4-FFF2-40B4-BE49-F238E27FC236}">
                    <a16:creationId xmlns:a16="http://schemas.microsoft.com/office/drawing/2014/main" id="{C87E9CF1-4201-4028-A9F5-4778103CF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0" name="Group 97">
            <a:extLst>
              <a:ext uri="{FF2B5EF4-FFF2-40B4-BE49-F238E27FC236}">
                <a16:creationId xmlns:a16="http://schemas.microsoft.com/office/drawing/2014/main" id="{BDA5820C-A624-4598-A62F-E64DA129BE64}"/>
              </a:ext>
            </a:extLst>
          </p:cNvPr>
          <p:cNvGrpSpPr>
            <a:grpSpLocks/>
          </p:cNvGrpSpPr>
          <p:nvPr/>
        </p:nvGrpSpPr>
        <p:grpSpPr bwMode="auto">
          <a:xfrm>
            <a:off x="781052" y="3424239"/>
            <a:ext cx="4492625" cy="1325562"/>
            <a:chOff x="492" y="2157"/>
            <a:chExt cx="2830" cy="835"/>
          </a:xfrm>
        </p:grpSpPr>
        <p:sp>
          <p:nvSpPr>
            <p:cNvPr id="23610" name="Freeform 98">
              <a:extLst>
                <a:ext uri="{FF2B5EF4-FFF2-40B4-BE49-F238E27FC236}">
                  <a16:creationId xmlns:a16="http://schemas.microsoft.com/office/drawing/2014/main" id="{7FBA0681-4549-4F1E-B9E3-97CBA8F54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2157"/>
              <a:ext cx="251" cy="233"/>
            </a:xfrm>
            <a:custGeom>
              <a:avLst/>
              <a:gdLst>
                <a:gd name="T0" fmla="*/ 251 w 251"/>
                <a:gd name="T1" fmla="*/ 0 h 845"/>
                <a:gd name="T2" fmla="*/ 0 w 251"/>
                <a:gd name="T3" fmla="*/ 0 h 845"/>
                <a:gd name="T4" fmla="*/ 0 w 251"/>
                <a:gd name="T5" fmla="*/ 845 h 845"/>
                <a:gd name="T6" fmla="*/ 0 60000 65536"/>
                <a:gd name="T7" fmla="*/ 0 60000 65536"/>
                <a:gd name="T8" fmla="*/ 0 60000 65536"/>
                <a:gd name="T9" fmla="*/ 0 w 251"/>
                <a:gd name="T10" fmla="*/ 0 h 845"/>
                <a:gd name="T11" fmla="*/ 251 w 251"/>
                <a:gd name="T12" fmla="*/ 845 h 84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1" h="845">
                  <a:moveTo>
                    <a:pt x="251" y="0"/>
                  </a:moveTo>
                  <a:lnTo>
                    <a:pt x="0" y="0"/>
                  </a:lnTo>
                  <a:lnTo>
                    <a:pt x="0" y="845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611" name="Freeform 99">
              <a:extLst>
                <a:ext uri="{FF2B5EF4-FFF2-40B4-BE49-F238E27FC236}">
                  <a16:creationId xmlns:a16="http://schemas.microsoft.com/office/drawing/2014/main" id="{870CFA16-6274-4093-909C-84A89A3BD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160"/>
              <a:ext cx="202" cy="832"/>
            </a:xfrm>
            <a:custGeom>
              <a:avLst/>
              <a:gdLst>
                <a:gd name="T0" fmla="*/ 0 w 192"/>
                <a:gd name="T1" fmla="*/ 0 h 672"/>
                <a:gd name="T2" fmla="*/ 304 w 192"/>
                <a:gd name="T3" fmla="*/ 0 h 672"/>
                <a:gd name="T4" fmla="*/ 304 w 192"/>
                <a:gd name="T5" fmla="*/ 4592 h 672"/>
                <a:gd name="T6" fmla="*/ 0 60000 65536"/>
                <a:gd name="T7" fmla="*/ 0 60000 65536"/>
                <a:gd name="T8" fmla="*/ 0 60000 65536"/>
                <a:gd name="T9" fmla="*/ 0 w 192"/>
                <a:gd name="T10" fmla="*/ 0 h 672"/>
                <a:gd name="T11" fmla="*/ 192 w 192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1" name="Group 100">
            <a:extLst>
              <a:ext uri="{FF2B5EF4-FFF2-40B4-BE49-F238E27FC236}">
                <a16:creationId xmlns:a16="http://schemas.microsoft.com/office/drawing/2014/main" id="{60F107A3-F604-49DF-8026-FEF2E987577B}"/>
              </a:ext>
            </a:extLst>
          </p:cNvPr>
          <p:cNvGrpSpPr>
            <a:grpSpLocks/>
          </p:cNvGrpSpPr>
          <p:nvPr/>
        </p:nvGrpSpPr>
        <p:grpSpPr bwMode="auto">
          <a:xfrm>
            <a:off x="5775327" y="1949450"/>
            <a:ext cx="3368675" cy="457200"/>
            <a:chOff x="3638" y="1228"/>
            <a:chExt cx="2122" cy="288"/>
          </a:xfrm>
        </p:grpSpPr>
        <p:sp>
          <p:nvSpPr>
            <p:cNvPr id="23607" name="Text Box 101">
              <a:extLst>
                <a:ext uri="{FF2B5EF4-FFF2-40B4-BE49-F238E27FC236}">
                  <a16:creationId xmlns:a16="http://schemas.microsoft.com/office/drawing/2014/main" id="{31A20B7F-B32F-422B-82E4-4848A921B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38" y="1228"/>
              <a:ext cx="57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54000" rIns="54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行选</a:t>
              </a:r>
            </a:p>
          </p:txBody>
        </p:sp>
        <p:sp>
          <p:nvSpPr>
            <p:cNvPr id="23608" name="Text Box 102">
              <a:extLst>
                <a:ext uri="{FF2B5EF4-FFF2-40B4-BE49-F238E27FC236}">
                  <a16:creationId xmlns:a16="http://schemas.microsoft.com/office/drawing/2014/main" id="{E0263CF9-7A0F-46D5-A90F-F939B8970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6" y="1228"/>
              <a:ext cx="13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5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6  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开</a:t>
              </a:r>
            </a:p>
          </p:txBody>
        </p:sp>
        <p:sp>
          <p:nvSpPr>
            <p:cNvPr id="23609" name="Line 103">
              <a:extLst>
                <a:ext uri="{FF2B5EF4-FFF2-40B4-BE49-F238E27FC236}">
                  <a16:creationId xmlns:a16="http://schemas.microsoft.com/office/drawing/2014/main" id="{3C8CB604-3168-47C9-A771-F90A5F86E6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8" y="1373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2" name="Group 104">
            <a:extLst>
              <a:ext uri="{FF2B5EF4-FFF2-40B4-BE49-F238E27FC236}">
                <a16:creationId xmlns:a16="http://schemas.microsoft.com/office/drawing/2014/main" id="{60CDA4FC-D191-43E5-A239-7149A4C42410}"/>
              </a:ext>
            </a:extLst>
          </p:cNvPr>
          <p:cNvGrpSpPr>
            <a:grpSpLocks/>
          </p:cNvGrpSpPr>
          <p:nvPr/>
        </p:nvGrpSpPr>
        <p:grpSpPr bwMode="auto">
          <a:xfrm>
            <a:off x="5775327" y="3692525"/>
            <a:ext cx="2759075" cy="457200"/>
            <a:chOff x="3638" y="2038"/>
            <a:chExt cx="1738" cy="288"/>
          </a:xfrm>
        </p:grpSpPr>
        <p:sp>
          <p:nvSpPr>
            <p:cNvPr id="23604" name="Text Box 105">
              <a:extLst>
                <a:ext uri="{FF2B5EF4-FFF2-40B4-BE49-F238E27FC236}">
                  <a16:creationId xmlns:a16="http://schemas.microsoft.com/office/drawing/2014/main" id="{8AFE985E-7831-41EC-965D-CA1082E650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8" y="2038"/>
              <a:ext cx="10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两个写放 </a:t>
              </a:r>
            </a:p>
          </p:txBody>
        </p:sp>
        <p:sp>
          <p:nvSpPr>
            <p:cNvPr id="23605" name="Line 106">
              <a:extLst>
                <a:ext uri="{FF2B5EF4-FFF2-40B4-BE49-F238E27FC236}">
                  <a16:creationId xmlns:a16="http://schemas.microsoft.com/office/drawing/2014/main" id="{5A4A4409-08D1-45DD-A15B-7740FDAAB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8" y="2208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606" name="Text Box 107">
              <a:extLst>
                <a:ext uri="{FF2B5EF4-FFF2-40B4-BE49-F238E27FC236}">
                  <a16:creationId xmlns:a16="http://schemas.microsoft.com/office/drawing/2014/main" id="{E7A2E785-5F65-4445-8BFF-D1AAB7C58B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38" y="2038"/>
              <a:ext cx="39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IN</a:t>
              </a:r>
            </a:p>
          </p:txBody>
        </p:sp>
      </p:grpSp>
      <p:sp>
        <p:nvSpPr>
          <p:cNvPr id="20589" name="Freeform 109">
            <a:extLst>
              <a:ext uri="{FF2B5EF4-FFF2-40B4-BE49-F238E27FC236}">
                <a16:creationId xmlns:a16="http://schemas.microsoft.com/office/drawing/2014/main" id="{DA309C1D-2661-4C42-8BB8-B012331C6D83}"/>
              </a:ext>
            </a:extLst>
          </p:cNvPr>
          <p:cNvSpPr>
            <a:spLocks/>
          </p:cNvSpPr>
          <p:nvPr/>
        </p:nvSpPr>
        <p:spPr bwMode="auto">
          <a:xfrm>
            <a:off x="2465388" y="4830765"/>
            <a:ext cx="1035050" cy="598487"/>
          </a:xfrm>
          <a:custGeom>
            <a:avLst/>
            <a:gdLst>
              <a:gd name="T0" fmla="*/ 0 w 652"/>
              <a:gd name="T1" fmla="*/ 0 h 377"/>
              <a:gd name="T2" fmla="*/ 2147483646 w 652"/>
              <a:gd name="T3" fmla="*/ 2147483646 h 377"/>
              <a:gd name="T4" fmla="*/ 2147483646 w 652"/>
              <a:gd name="T5" fmla="*/ 2147483646 h 377"/>
              <a:gd name="T6" fmla="*/ 0 60000 65536"/>
              <a:gd name="T7" fmla="*/ 0 60000 65536"/>
              <a:gd name="T8" fmla="*/ 0 60000 65536"/>
              <a:gd name="T9" fmla="*/ 0 w 652"/>
              <a:gd name="T10" fmla="*/ 0 h 377"/>
              <a:gd name="T11" fmla="*/ 652 w 652"/>
              <a:gd name="T12" fmla="*/ 377 h 37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52" h="377">
                <a:moveTo>
                  <a:pt x="0" y="0"/>
                </a:moveTo>
                <a:lnTo>
                  <a:pt x="1" y="377"/>
                </a:lnTo>
                <a:lnTo>
                  <a:pt x="652" y="374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headEnd type="stealth" w="med" len="lg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" name="Group 110">
            <a:extLst>
              <a:ext uri="{FF2B5EF4-FFF2-40B4-BE49-F238E27FC236}">
                <a16:creationId xmlns:a16="http://schemas.microsoft.com/office/drawing/2014/main" id="{22911866-C43F-4EA8-BB27-518A52A32EA1}"/>
              </a:ext>
            </a:extLst>
          </p:cNvPr>
          <p:cNvGrpSpPr>
            <a:grpSpLocks/>
          </p:cNvGrpSpPr>
          <p:nvPr/>
        </p:nvGrpSpPr>
        <p:grpSpPr bwMode="auto">
          <a:xfrm>
            <a:off x="5775327" y="2571750"/>
            <a:ext cx="3368675" cy="457200"/>
            <a:chOff x="3638" y="1620"/>
            <a:chExt cx="2122" cy="288"/>
          </a:xfrm>
        </p:grpSpPr>
        <p:grpSp>
          <p:nvGrpSpPr>
            <p:cNvPr id="23600" name="Group 111">
              <a:extLst>
                <a:ext uri="{FF2B5EF4-FFF2-40B4-BE49-F238E27FC236}">
                  <a16:creationId xmlns:a16="http://schemas.microsoft.com/office/drawing/2014/main" id="{03569061-0990-4605-B0B5-6322885A90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38" y="1620"/>
              <a:ext cx="720" cy="288"/>
              <a:chOff x="3638" y="1620"/>
              <a:chExt cx="720" cy="288"/>
            </a:xfrm>
          </p:grpSpPr>
          <p:sp>
            <p:nvSpPr>
              <p:cNvPr id="23602" name="Text Box 112">
                <a:extLst>
                  <a:ext uri="{FF2B5EF4-FFF2-40B4-BE49-F238E27FC236}">
                    <a16:creationId xmlns:a16="http://schemas.microsoft.com/office/drawing/2014/main" id="{06BDECA3-B578-4624-B5E6-567AFD0C15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38" y="1620"/>
                <a:ext cx="48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18000" rIns="1800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zh-CN" altLang="en-US" sz="2400" b="1">
                    <a:latin typeface="Times New Roman" panose="02020603050405020304" pitchFamily="18" charset="0"/>
                  </a:rPr>
                  <a:t>列选</a:t>
                </a:r>
              </a:p>
            </p:txBody>
          </p:sp>
          <p:sp>
            <p:nvSpPr>
              <p:cNvPr id="23603" name="Line 113">
                <a:extLst>
                  <a:ext uri="{FF2B5EF4-FFF2-40B4-BE49-F238E27FC236}">
                    <a16:creationId xmlns:a16="http://schemas.microsoft.com/office/drawing/2014/main" id="{C5166252-125D-402A-9C95-C4DA4F1DF5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18" y="1764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3601" name="Text Box 114">
              <a:extLst>
                <a:ext uri="{FF2B5EF4-FFF2-40B4-BE49-F238E27FC236}">
                  <a16:creationId xmlns:a16="http://schemas.microsoft.com/office/drawing/2014/main" id="{EE52AD00-C268-4652-9428-A8D06DE26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6" y="1620"/>
              <a:ext cx="13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7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8  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开</a:t>
              </a:r>
            </a:p>
          </p:txBody>
        </p:sp>
      </p:grpSp>
      <p:grpSp>
        <p:nvGrpSpPr>
          <p:cNvPr id="25" name="Group 115">
            <a:extLst>
              <a:ext uri="{FF2B5EF4-FFF2-40B4-BE49-F238E27FC236}">
                <a16:creationId xmlns:a16="http://schemas.microsoft.com/office/drawing/2014/main" id="{2A635F67-48CC-4FA0-9A67-DE0169CC5333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5646740"/>
            <a:ext cx="5638800" cy="1038225"/>
            <a:chOff x="2112" y="3609"/>
            <a:chExt cx="3552" cy="654"/>
          </a:xfrm>
        </p:grpSpPr>
        <p:grpSp>
          <p:nvGrpSpPr>
            <p:cNvPr id="23581" name="Group 116">
              <a:extLst>
                <a:ext uri="{FF2B5EF4-FFF2-40B4-BE49-F238E27FC236}">
                  <a16:creationId xmlns:a16="http://schemas.microsoft.com/office/drawing/2014/main" id="{47E56688-F27E-48AF-8D2E-A5D2EC06F2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12" y="3609"/>
              <a:ext cx="3552" cy="654"/>
              <a:chOff x="2112" y="3609"/>
              <a:chExt cx="3552" cy="654"/>
            </a:xfrm>
          </p:grpSpPr>
          <p:sp>
            <p:nvSpPr>
              <p:cNvPr id="23583" name="Text Box 117">
                <a:extLst>
                  <a:ext uri="{FF2B5EF4-FFF2-40B4-BE49-F238E27FC236}">
                    <a16:creationId xmlns:a16="http://schemas.microsoft.com/office/drawing/2014/main" id="{236B08E4-41D9-4B28-A1D4-C0D47CCC92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12" y="3609"/>
                <a:ext cx="91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zh-CN" altLang="en-US" sz="2400" b="1">
                    <a:latin typeface="Times New Roman" panose="02020603050405020304" pitchFamily="18" charset="0"/>
                  </a:rPr>
                  <a:t>（左）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 </a:t>
                </a:r>
              </a:p>
            </p:txBody>
          </p:sp>
          <p:sp>
            <p:nvSpPr>
              <p:cNvPr id="23584" name="Text Box 118">
                <a:extLst>
                  <a:ext uri="{FF2B5EF4-FFF2-40B4-BE49-F238E27FC236}">
                    <a16:creationId xmlns:a16="http://schemas.microsoft.com/office/drawing/2014/main" id="{CC997ED6-AAC3-4DA7-8A27-58DDAE5BB4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60" y="3628"/>
                <a:ext cx="62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zh-CN" altLang="en-US" sz="2400" b="1">
                    <a:latin typeface="Times New Roman" panose="02020603050405020304" pitchFamily="18" charset="0"/>
                  </a:rPr>
                  <a:t>反相</a:t>
                </a:r>
              </a:p>
            </p:txBody>
          </p:sp>
          <p:sp>
            <p:nvSpPr>
              <p:cNvPr id="23585" name="Line 119">
                <a:extLst>
                  <a:ext uri="{FF2B5EF4-FFF2-40B4-BE49-F238E27FC236}">
                    <a16:creationId xmlns:a16="http://schemas.microsoft.com/office/drawing/2014/main" id="{5F79B35F-15BF-4D5A-9BBB-CF2F6DCFEF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0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586" name="Line 120">
                <a:extLst>
                  <a:ext uri="{FF2B5EF4-FFF2-40B4-BE49-F238E27FC236}">
                    <a16:creationId xmlns:a16="http://schemas.microsoft.com/office/drawing/2014/main" id="{A0BBF33B-38BC-4DF5-8C9F-98E569FA73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587" name="Line 121">
                <a:extLst>
                  <a:ext uri="{FF2B5EF4-FFF2-40B4-BE49-F238E27FC236}">
                    <a16:creationId xmlns:a16="http://schemas.microsoft.com/office/drawing/2014/main" id="{47940787-4353-4354-AC78-D5D03D2F3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64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588" name="Rectangle 122">
                <a:extLst>
                  <a:ext uri="{FF2B5EF4-FFF2-40B4-BE49-F238E27FC236}">
                    <a16:creationId xmlns:a16="http://schemas.microsoft.com/office/drawing/2014/main" id="{B304F040-36BC-4AB7-B296-47016CA67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3641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23589" name="Line 123">
                <a:extLst>
                  <a:ext uri="{FF2B5EF4-FFF2-40B4-BE49-F238E27FC236}">
                    <a16:creationId xmlns:a16="http://schemas.microsoft.com/office/drawing/2014/main" id="{26C1051C-8937-494E-B262-437A3556C3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36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590" name="Text Box 124">
                <a:extLst>
                  <a:ext uri="{FF2B5EF4-FFF2-40B4-BE49-F238E27FC236}">
                    <a16:creationId xmlns:a16="http://schemas.microsoft.com/office/drawing/2014/main" id="{F9EC5EF4-CEDB-463A-B40B-124B1C4760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4" y="3609"/>
                <a:ext cx="33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18000" rIns="1800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A</a:t>
                </a:r>
                <a:r>
                  <a:rPr kumimoji="1" lang="en-US" altLang="zh-CN" sz="28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´</a:t>
                </a:r>
                <a:endParaRPr kumimoji="1" lang="en-US" altLang="zh-CN" sz="28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591" name="Text Box 125">
                <a:extLst>
                  <a:ext uri="{FF2B5EF4-FFF2-40B4-BE49-F238E27FC236}">
                    <a16:creationId xmlns:a16="http://schemas.microsoft.com/office/drawing/2014/main" id="{726567C9-F9FC-42A5-990B-8D9D17676D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12" y="3936"/>
                <a:ext cx="8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zh-CN" altLang="en-US" sz="2400" b="1">
                    <a:latin typeface="Times New Roman" panose="02020603050405020304" pitchFamily="18" charset="0"/>
                  </a:rPr>
                  <a:t>（右）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 </a:t>
                </a:r>
              </a:p>
            </p:txBody>
          </p:sp>
          <p:sp>
            <p:nvSpPr>
              <p:cNvPr id="23592" name="Freeform 126">
                <a:extLst>
                  <a:ext uri="{FF2B5EF4-FFF2-40B4-BE49-F238E27FC236}">
                    <a16:creationId xmlns:a16="http://schemas.microsoft.com/office/drawing/2014/main" id="{36361B89-82EA-4344-A1D6-F7D6018F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4101"/>
                <a:ext cx="1014" cy="1"/>
              </a:xfrm>
              <a:custGeom>
                <a:avLst/>
                <a:gdLst>
                  <a:gd name="T0" fmla="*/ 0 w 1014"/>
                  <a:gd name="T1" fmla="*/ 0 h 1"/>
                  <a:gd name="T2" fmla="*/ 1014 w 1014"/>
                  <a:gd name="T3" fmla="*/ 0 h 1"/>
                  <a:gd name="T4" fmla="*/ 0 60000 65536"/>
                  <a:gd name="T5" fmla="*/ 0 60000 65536"/>
                  <a:gd name="T6" fmla="*/ 0 w 1014"/>
                  <a:gd name="T7" fmla="*/ 0 h 1"/>
                  <a:gd name="T8" fmla="*/ 1014 w 101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4" h="1">
                    <a:moveTo>
                      <a:pt x="0" y="0"/>
                    </a:moveTo>
                    <a:lnTo>
                      <a:pt x="1014" y="0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593" name="Rectangle 127">
                <a:extLst>
                  <a:ext uri="{FF2B5EF4-FFF2-40B4-BE49-F238E27FC236}">
                    <a16:creationId xmlns:a16="http://schemas.microsoft.com/office/drawing/2014/main" id="{686633C5-CA02-46C0-92F0-ECD80E419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393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sp>
            <p:nvSpPr>
              <p:cNvPr id="23594" name="Line 128">
                <a:extLst>
                  <a:ext uri="{FF2B5EF4-FFF2-40B4-BE49-F238E27FC236}">
                    <a16:creationId xmlns:a16="http://schemas.microsoft.com/office/drawing/2014/main" id="{E3BCC842-9360-4BED-B499-FEA5101D3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68" y="4108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595" name="Rectangle 129">
                <a:extLst>
                  <a:ext uri="{FF2B5EF4-FFF2-40B4-BE49-F238E27FC236}">
                    <a16:creationId xmlns:a16="http://schemas.microsoft.com/office/drawing/2014/main" id="{7842C3F8-2985-4085-9B41-9ACC0415F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393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T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23596" name="Line 130">
                <a:extLst>
                  <a:ext uri="{FF2B5EF4-FFF2-40B4-BE49-F238E27FC236}">
                    <a16:creationId xmlns:a16="http://schemas.microsoft.com/office/drawing/2014/main" id="{F5EE7666-27FE-4F7F-9F84-23B9679A33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40" y="4108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597" name="Text Box 131">
                <a:extLst>
                  <a:ext uri="{FF2B5EF4-FFF2-40B4-BE49-F238E27FC236}">
                    <a16:creationId xmlns:a16="http://schemas.microsoft.com/office/drawing/2014/main" id="{540B5CA0-9546-4C60-863C-864BF7271A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8" y="3936"/>
                <a:ext cx="33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18000" rIns="1800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A</a:t>
                </a:r>
              </a:p>
            </p:txBody>
          </p:sp>
          <p:sp>
            <p:nvSpPr>
              <p:cNvPr id="23598" name="Text Box 132">
                <a:extLst>
                  <a:ext uri="{FF2B5EF4-FFF2-40B4-BE49-F238E27FC236}">
                    <a16:creationId xmlns:a16="http://schemas.microsoft.com/office/drawing/2014/main" id="{E2DCD294-AF87-4B1F-BD37-B32DBACAF8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6" y="3629"/>
                <a:ext cx="39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D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IN</a:t>
                </a:r>
              </a:p>
            </p:txBody>
          </p:sp>
          <p:sp>
            <p:nvSpPr>
              <p:cNvPr id="23599" name="Text Box 133">
                <a:extLst>
                  <a:ext uri="{FF2B5EF4-FFF2-40B4-BE49-F238E27FC236}">
                    <a16:creationId xmlns:a16="http://schemas.microsoft.com/office/drawing/2014/main" id="{D7BE451A-95B9-4FFB-B6FC-552955B6AC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6" y="3964"/>
                <a:ext cx="39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D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IN</a:t>
                </a:r>
              </a:p>
            </p:txBody>
          </p:sp>
        </p:grpSp>
        <p:sp>
          <p:nvSpPr>
            <p:cNvPr id="23582" name="Rectangle 134">
              <a:extLst>
                <a:ext uri="{FF2B5EF4-FFF2-40B4-BE49-F238E27FC236}">
                  <a16:creationId xmlns:a16="http://schemas.microsoft.com/office/drawing/2014/main" id="{3B10856D-B9A5-4E43-8F3E-7AF57EEC8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3641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7</a:t>
              </a:r>
            </a:p>
          </p:txBody>
        </p:sp>
      </p:grpSp>
      <p:sp>
        <p:nvSpPr>
          <p:cNvPr id="20615" name="Text Box 135">
            <a:extLst>
              <a:ext uri="{FF2B5EF4-FFF2-40B4-BE49-F238E27FC236}">
                <a16:creationId xmlns:a16="http://schemas.microsoft.com/office/drawing/2014/main" id="{11C24F22-47D8-4C7D-9A12-F06719D595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6902" y="3141663"/>
            <a:ext cx="26654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写选择有效</a:t>
            </a:r>
          </a:p>
        </p:txBody>
      </p:sp>
      <p:grpSp>
        <p:nvGrpSpPr>
          <p:cNvPr id="27" name="Group 136">
            <a:extLst>
              <a:ext uri="{FF2B5EF4-FFF2-40B4-BE49-F238E27FC236}">
                <a16:creationId xmlns:a16="http://schemas.microsoft.com/office/drawing/2014/main" id="{7BC0B287-964B-4602-9117-1F0BE35CB0C1}"/>
              </a:ext>
            </a:extLst>
          </p:cNvPr>
          <p:cNvGrpSpPr>
            <a:grpSpLocks/>
          </p:cNvGrpSpPr>
          <p:nvPr/>
        </p:nvGrpSpPr>
        <p:grpSpPr bwMode="auto">
          <a:xfrm>
            <a:off x="2243140" y="1266827"/>
            <a:ext cx="1601787" cy="638175"/>
            <a:chOff x="1413" y="798"/>
            <a:chExt cx="1009" cy="402"/>
          </a:xfrm>
        </p:grpSpPr>
        <p:sp>
          <p:nvSpPr>
            <p:cNvPr id="23579" name="Rectangle 137">
              <a:extLst>
                <a:ext uri="{FF2B5EF4-FFF2-40B4-BE49-F238E27FC236}">
                  <a16:creationId xmlns:a16="http://schemas.microsoft.com/office/drawing/2014/main" id="{BCD2EA44-250C-4C4E-AD96-45509B6E7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798"/>
              <a:ext cx="1009" cy="402"/>
            </a:xfrm>
            <a:prstGeom prst="rect">
              <a:avLst/>
            </a:prstGeom>
            <a:noFill/>
            <a:ln w="762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580" name="Text Box 138">
              <a:extLst>
                <a:ext uri="{FF2B5EF4-FFF2-40B4-BE49-F238E27FC236}">
                  <a16:creationId xmlns:a16="http://schemas.microsoft.com/office/drawing/2014/main" id="{7679A13B-9D03-493C-8665-754200E377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1" y="801"/>
              <a:ext cx="90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~  </a:t>
              </a: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4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1" dur="500"/>
                                        <p:tgtEl>
                                          <p:spTgt spid="20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20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20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9" dur="500"/>
                                        <p:tgtEl>
                                          <p:spTgt spid="20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53" dur="500"/>
                                        <p:tgtEl>
                                          <p:spTgt spid="20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3" dur="500"/>
                                        <p:tgtEl>
                                          <p:spTgt spid="20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20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83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15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Text Box 2">
            <a:extLst>
              <a:ext uri="{FF2B5EF4-FFF2-40B4-BE49-F238E27FC236}">
                <a16:creationId xmlns:a16="http://schemas.microsoft.com/office/drawing/2014/main" id="{5DECDDAC-5C62-46B9-AFCA-FD199BA16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2" y="304802"/>
            <a:ext cx="6165470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 </a:t>
            </a:r>
            <a:r>
              <a:rPr lang="en-US" altLang="zh-CN" sz="4400" kern="0" dirty="0">
                <a:solidFill>
                  <a:srgbClr val="FF0000"/>
                </a:solidFill>
                <a:latin typeface="Arial"/>
                <a:ea typeface="宋体"/>
              </a:rPr>
              <a:t>3.3.1 SRAM</a:t>
            </a:r>
            <a:r>
              <a:rPr lang="zh-CN" altLang="en-US" sz="4400" kern="0" dirty="0">
                <a:solidFill>
                  <a:srgbClr val="FF0000"/>
                </a:solidFill>
                <a:latin typeface="Arial"/>
                <a:ea typeface="宋体"/>
              </a:rPr>
              <a:t>的工作原理</a:t>
            </a:r>
            <a:endParaRPr kumimoji="1" lang="en-US" altLang="zh-CN" sz="3600" b="1" dirty="0">
              <a:latin typeface="Times New Roman" panose="02020603050405020304" pitchFamily="18" charset="0"/>
            </a:endParaRPr>
          </a:p>
        </p:txBody>
      </p:sp>
      <p:sp>
        <p:nvSpPr>
          <p:cNvPr id="18435" name="Text Box 3">
            <a:extLst>
              <a:ext uri="{FF2B5EF4-FFF2-40B4-BE49-F238E27FC236}">
                <a16:creationId xmlns:a16="http://schemas.microsoft.com/office/drawing/2014/main" id="{7A196D80-D886-46A4-8B7D-D9555B2B39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" y="1066800"/>
            <a:ext cx="66738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</a:rPr>
              <a:t>存储元之间的连接</a:t>
            </a:r>
            <a:endParaRPr kumimoji="1" lang="en-US" altLang="zh-CN" b="1" dirty="0">
              <a:latin typeface="Times New Roman" panose="02020603050405020304" pitchFamily="18" charset="0"/>
            </a:endParaRPr>
          </a:p>
        </p:txBody>
      </p:sp>
      <p:grpSp>
        <p:nvGrpSpPr>
          <p:cNvPr id="2" name="Group 43">
            <a:extLst>
              <a:ext uri="{FF2B5EF4-FFF2-40B4-BE49-F238E27FC236}">
                <a16:creationId xmlns:a16="http://schemas.microsoft.com/office/drawing/2014/main" id="{307AF08D-B6D6-4EB7-96CC-66851E579B09}"/>
              </a:ext>
            </a:extLst>
          </p:cNvPr>
          <p:cNvGrpSpPr>
            <a:grpSpLocks/>
          </p:cNvGrpSpPr>
          <p:nvPr/>
        </p:nvGrpSpPr>
        <p:grpSpPr bwMode="auto">
          <a:xfrm>
            <a:off x="4500565" y="3079750"/>
            <a:ext cx="3794741" cy="2426182"/>
            <a:chOff x="29" y="1548"/>
            <a:chExt cx="4210" cy="2721"/>
          </a:xfrm>
        </p:grpSpPr>
        <p:sp>
          <p:nvSpPr>
            <p:cNvPr id="24646" name="Rectangle 44">
              <a:extLst>
                <a:ext uri="{FF2B5EF4-FFF2-40B4-BE49-F238E27FC236}">
                  <a16:creationId xmlns:a16="http://schemas.microsoft.com/office/drawing/2014/main" id="{25BB8B0E-4C4A-4D2B-A4FA-21B6C026A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728"/>
              <a:ext cx="960" cy="38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000"/>
            </a:p>
          </p:txBody>
        </p:sp>
        <p:sp>
          <p:nvSpPr>
            <p:cNvPr id="24647" name="Text Box 45">
              <a:extLst>
                <a:ext uri="{FF2B5EF4-FFF2-40B4-BE49-F238E27FC236}">
                  <a16:creationId xmlns:a16="http://schemas.microsoft.com/office/drawing/2014/main" id="{CC7AFE08-1E20-4CED-87C2-9088FB674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26" y="1776"/>
              <a:ext cx="744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10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1000">
                  <a:latin typeface="Times New Roman" panose="02020603050405020304" pitchFamily="18" charset="0"/>
                </a:rPr>
                <a:t>   ~ 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1000" b="1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24648" name="Freeform 46">
              <a:extLst>
                <a:ext uri="{FF2B5EF4-FFF2-40B4-BE49-F238E27FC236}">
                  <a16:creationId xmlns:a16="http://schemas.microsoft.com/office/drawing/2014/main" id="{7B0481B5-7655-4B87-8208-4BB959FE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920"/>
              <a:ext cx="318" cy="141"/>
            </a:xfrm>
            <a:custGeom>
              <a:avLst/>
              <a:gdLst>
                <a:gd name="T0" fmla="*/ 0 w 318"/>
                <a:gd name="T1" fmla="*/ 0 h 141"/>
                <a:gd name="T2" fmla="*/ 315 w 318"/>
                <a:gd name="T3" fmla="*/ 0 h 141"/>
                <a:gd name="T4" fmla="*/ 318 w 318"/>
                <a:gd name="T5" fmla="*/ 141 h 141"/>
                <a:gd name="T6" fmla="*/ 0 60000 65536"/>
                <a:gd name="T7" fmla="*/ 0 60000 65536"/>
                <a:gd name="T8" fmla="*/ 0 60000 65536"/>
                <a:gd name="T9" fmla="*/ 0 w 318"/>
                <a:gd name="T10" fmla="*/ 0 h 141"/>
                <a:gd name="T11" fmla="*/ 318 w 318"/>
                <a:gd name="T12" fmla="*/ 141 h 1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8" h="141">
                  <a:moveTo>
                    <a:pt x="0" y="0"/>
                  </a:moveTo>
                  <a:lnTo>
                    <a:pt x="315" y="0"/>
                  </a:lnTo>
                  <a:lnTo>
                    <a:pt x="318" y="14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49" name="Freeform 47">
              <a:extLst>
                <a:ext uri="{FF2B5EF4-FFF2-40B4-BE49-F238E27FC236}">
                  <a16:creationId xmlns:a16="http://schemas.microsoft.com/office/drawing/2014/main" id="{5C907652-5F4F-4D3D-8893-E3C901552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920"/>
              <a:ext cx="327" cy="144"/>
            </a:xfrm>
            <a:custGeom>
              <a:avLst/>
              <a:gdLst>
                <a:gd name="T0" fmla="*/ 327 w 327"/>
                <a:gd name="T1" fmla="*/ 0 h 144"/>
                <a:gd name="T2" fmla="*/ 0 w 327"/>
                <a:gd name="T3" fmla="*/ 0 h 144"/>
                <a:gd name="T4" fmla="*/ 0 w 327"/>
                <a:gd name="T5" fmla="*/ 144 h 144"/>
                <a:gd name="T6" fmla="*/ 0 60000 65536"/>
                <a:gd name="T7" fmla="*/ 0 60000 65536"/>
                <a:gd name="T8" fmla="*/ 0 60000 65536"/>
                <a:gd name="T9" fmla="*/ 0 w 327"/>
                <a:gd name="T10" fmla="*/ 0 h 144"/>
                <a:gd name="T11" fmla="*/ 327 w 327"/>
                <a:gd name="T12" fmla="*/ 144 h 1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7" h="144">
                  <a:moveTo>
                    <a:pt x="327" y="0"/>
                  </a:moveTo>
                  <a:lnTo>
                    <a:pt x="0" y="0"/>
                  </a:lnTo>
                  <a:lnTo>
                    <a:pt x="0" y="14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4650" name="Group 48">
              <a:extLst>
                <a:ext uri="{FF2B5EF4-FFF2-40B4-BE49-F238E27FC236}">
                  <a16:creationId xmlns:a16="http://schemas.microsoft.com/office/drawing/2014/main" id="{88FF720A-CE15-40DA-8774-C6BA2F146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4" y="2064"/>
              <a:ext cx="243" cy="48"/>
              <a:chOff x="3459" y="1296"/>
              <a:chExt cx="243" cy="48"/>
            </a:xfrm>
          </p:grpSpPr>
          <p:sp>
            <p:nvSpPr>
              <p:cNvPr id="24703" name="Line 49">
                <a:extLst>
                  <a:ext uri="{FF2B5EF4-FFF2-40B4-BE49-F238E27FC236}">
                    <a16:creationId xmlns:a16="http://schemas.microsoft.com/office/drawing/2014/main" id="{B284DF8E-3D9C-42E3-85F2-1C0CA49D84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4704" name="Line 50">
                <a:extLst>
                  <a:ext uri="{FF2B5EF4-FFF2-40B4-BE49-F238E27FC236}">
                    <a16:creationId xmlns:a16="http://schemas.microsoft.com/office/drawing/2014/main" id="{6E2C25F4-80EE-414A-B797-BBC906156D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4651" name="Group 51">
              <a:extLst>
                <a:ext uri="{FF2B5EF4-FFF2-40B4-BE49-F238E27FC236}">
                  <a16:creationId xmlns:a16="http://schemas.microsoft.com/office/drawing/2014/main" id="{2FB21A78-2BB3-49FC-89AC-59FA765A40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8" y="2064"/>
              <a:ext cx="243" cy="48"/>
              <a:chOff x="3459" y="1296"/>
              <a:chExt cx="243" cy="48"/>
            </a:xfrm>
          </p:grpSpPr>
          <p:sp>
            <p:nvSpPr>
              <p:cNvPr id="24701" name="Line 52">
                <a:extLst>
                  <a:ext uri="{FF2B5EF4-FFF2-40B4-BE49-F238E27FC236}">
                    <a16:creationId xmlns:a16="http://schemas.microsoft.com/office/drawing/2014/main" id="{34E2076B-46BE-4C62-A569-CFC07002C4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4702" name="Line 53">
                <a:extLst>
                  <a:ext uri="{FF2B5EF4-FFF2-40B4-BE49-F238E27FC236}">
                    <a16:creationId xmlns:a16="http://schemas.microsoft.com/office/drawing/2014/main" id="{AF96C251-15E6-430C-9C50-3A632C9022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4652" name="Group 54">
              <a:extLst>
                <a:ext uri="{FF2B5EF4-FFF2-40B4-BE49-F238E27FC236}">
                  <a16:creationId xmlns:a16="http://schemas.microsoft.com/office/drawing/2014/main" id="{28445648-415B-4BA9-9B02-34D6C399F9A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917" y="2772"/>
              <a:ext cx="243" cy="48"/>
              <a:chOff x="3459" y="1296"/>
              <a:chExt cx="243" cy="48"/>
            </a:xfrm>
          </p:grpSpPr>
          <p:sp>
            <p:nvSpPr>
              <p:cNvPr id="24699" name="Line 55">
                <a:extLst>
                  <a:ext uri="{FF2B5EF4-FFF2-40B4-BE49-F238E27FC236}">
                    <a16:creationId xmlns:a16="http://schemas.microsoft.com/office/drawing/2014/main" id="{103EFF1E-99D5-4E92-A857-550663928B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4700" name="Line 56">
                <a:extLst>
                  <a:ext uri="{FF2B5EF4-FFF2-40B4-BE49-F238E27FC236}">
                    <a16:creationId xmlns:a16="http://schemas.microsoft.com/office/drawing/2014/main" id="{649B87E1-281B-419A-B78A-E5A0ADEAE8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4653" name="Group 57">
              <a:extLst>
                <a:ext uri="{FF2B5EF4-FFF2-40B4-BE49-F238E27FC236}">
                  <a16:creationId xmlns:a16="http://schemas.microsoft.com/office/drawing/2014/main" id="{70E8D68A-14D1-426F-820D-989D719191FA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709" y="2772"/>
              <a:ext cx="243" cy="48"/>
              <a:chOff x="3459" y="1296"/>
              <a:chExt cx="243" cy="48"/>
            </a:xfrm>
          </p:grpSpPr>
          <p:sp>
            <p:nvSpPr>
              <p:cNvPr id="24697" name="Line 58">
                <a:extLst>
                  <a:ext uri="{FF2B5EF4-FFF2-40B4-BE49-F238E27FC236}">
                    <a16:creationId xmlns:a16="http://schemas.microsoft.com/office/drawing/2014/main" id="{529CCEB6-D01A-4319-83D5-CB8D24E33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4698" name="Line 59">
                <a:extLst>
                  <a:ext uri="{FF2B5EF4-FFF2-40B4-BE49-F238E27FC236}">
                    <a16:creationId xmlns:a16="http://schemas.microsoft.com/office/drawing/2014/main" id="{53711020-1F6C-4FFF-8EED-AA52D1FC2E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4654" name="Line 60">
              <a:extLst>
                <a:ext uri="{FF2B5EF4-FFF2-40B4-BE49-F238E27FC236}">
                  <a16:creationId xmlns:a16="http://schemas.microsoft.com/office/drawing/2014/main" id="{0BE54A61-79CE-4D8D-9A9B-4DB0D91F6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2784"/>
              <a:ext cx="2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55" name="Freeform 61">
              <a:extLst>
                <a:ext uri="{FF2B5EF4-FFF2-40B4-BE49-F238E27FC236}">
                  <a16:creationId xmlns:a16="http://schemas.microsoft.com/office/drawing/2014/main" id="{FE31B4CC-3EFC-4E4C-8650-1CB99B593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832"/>
              <a:ext cx="192" cy="672"/>
            </a:xfrm>
            <a:custGeom>
              <a:avLst/>
              <a:gdLst>
                <a:gd name="T0" fmla="*/ 0 w 192"/>
                <a:gd name="T1" fmla="*/ 0 h 672"/>
                <a:gd name="T2" fmla="*/ 192 w 192"/>
                <a:gd name="T3" fmla="*/ 0 h 672"/>
                <a:gd name="T4" fmla="*/ 192 w 192"/>
                <a:gd name="T5" fmla="*/ 672 h 672"/>
                <a:gd name="T6" fmla="*/ 0 60000 65536"/>
                <a:gd name="T7" fmla="*/ 0 60000 65536"/>
                <a:gd name="T8" fmla="*/ 0 60000 65536"/>
                <a:gd name="T9" fmla="*/ 0 w 192"/>
                <a:gd name="T10" fmla="*/ 0 h 672"/>
                <a:gd name="T11" fmla="*/ 192 w 192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56" name="AutoShape 62">
              <a:extLst>
                <a:ext uri="{FF2B5EF4-FFF2-40B4-BE49-F238E27FC236}">
                  <a16:creationId xmlns:a16="http://schemas.microsoft.com/office/drawing/2014/main" id="{AAAC5289-1D7C-45E5-BED6-CB2755A975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055" y="3360"/>
              <a:ext cx="288" cy="288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000"/>
            </a:p>
          </p:txBody>
        </p:sp>
        <p:grpSp>
          <p:nvGrpSpPr>
            <p:cNvPr id="24657" name="Group 63">
              <a:extLst>
                <a:ext uri="{FF2B5EF4-FFF2-40B4-BE49-F238E27FC236}">
                  <a16:creationId xmlns:a16="http://schemas.microsoft.com/office/drawing/2014/main" id="{51B341B4-E25D-4E33-AC98-0AD5F92593EB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1335" y="3360"/>
              <a:ext cx="384" cy="288"/>
              <a:chOff x="1248" y="3648"/>
              <a:chExt cx="384" cy="288"/>
            </a:xfrm>
          </p:grpSpPr>
          <p:sp>
            <p:nvSpPr>
              <p:cNvPr id="24695" name="AutoShape 64">
                <a:extLst>
                  <a:ext uri="{FF2B5EF4-FFF2-40B4-BE49-F238E27FC236}">
                    <a16:creationId xmlns:a16="http://schemas.microsoft.com/office/drawing/2014/main" id="{EEE06FF9-7F5B-40D0-BA2F-5D719C7D8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248" y="3648"/>
                <a:ext cx="288" cy="288"/>
              </a:xfrm>
              <a:prstGeom prst="triangle">
                <a:avLst>
                  <a:gd name="adj" fmla="val 50000"/>
                </a:avLst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000"/>
              </a:p>
            </p:txBody>
          </p:sp>
          <p:sp>
            <p:nvSpPr>
              <p:cNvPr id="24696" name="Oval 65">
                <a:extLst>
                  <a:ext uri="{FF2B5EF4-FFF2-40B4-BE49-F238E27FC236}">
                    <a16:creationId xmlns:a16="http://schemas.microsoft.com/office/drawing/2014/main" id="{7D8D4C7A-6CFC-418F-A485-CC8F78C5F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3744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000"/>
              </a:p>
            </p:txBody>
          </p:sp>
        </p:grpSp>
        <p:sp>
          <p:nvSpPr>
            <p:cNvPr id="24658" name="Line 66">
              <a:extLst>
                <a:ext uri="{FF2B5EF4-FFF2-40B4-BE49-F238E27FC236}">
                  <a16:creationId xmlns:a16="http://schemas.microsoft.com/office/drawing/2014/main" id="{618A42EF-E0F0-438C-8AAF-BDECA342B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3" y="3504"/>
              <a:ext cx="1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59" name="AutoShape 67">
              <a:extLst>
                <a:ext uri="{FF2B5EF4-FFF2-40B4-BE49-F238E27FC236}">
                  <a16:creationId xmlns:a16="http://schemas.microsoft.com/office/drawing/2014/main" id="{6B508CF5-8502-451A-9EC2-2E4BF53FD2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47" y="3360"/>
              <a:ext cx="288" cy="288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000"/>
            </a:p>
          </p:txBody>
        </p:sp>
        <p:sp>
          <p:nvSpPr>
            <p:cNvPr id="24660" name="Line 68">
              <a:extLst>
                <a:ext uri="{FF2B5EF4-FFF2-40B4-BE49-F238E27FC236}">
                  <a16:creationId xmlns:a16="http://schemas.microsoft.com/office/drawing/2014/main" id="{A830B9C1-A114-4FAE-A972-CBBD7B5B4E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" y="350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61" name="Line 69">
              <a:extLst>
                <a:ext uri="{FF2B5EF4-FFF2-40B4-BE49-F238E27FC236}">
                  <a16:creationId xmlns:a16="http://schemas.microsoft.com/office/drawing/2014/main" id="{BD3AD818-C691-42B5-8E38-F5C453CC02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9" y="350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62" name="Line 70">
              <a:extLst>
                <a:ext uri="{FF2B5EF4-FFF2-40B4-BE49-F238E27FC236}">
                  <a16:creationId xmlns:a16="http://schemas.microsoft.com/office/drawing/2014/main" id="{132E7DB7-210E-44DE-8DC5-58E3BF9746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8" y="3504"/>
              <a:ext cx="0" cy="5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63" name="Line 71">
              <a:extLst>
                <a:ext uri="{FF2B5EF4-FFF2-40B4-BE49-F238E27FC236}">
                  <a16:creationId xmlns:a16="http://schemas.microsoft.com/office/drawing/2014/main" id="{72994B21-32EC-4D18-9CC7-C5A977BC5F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9" y="3576"/>
              <a:ext cx="0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64" name="Freeform 72">
              <a:extLst>
                <a:ext uri="{FF2B5EF4-FFF2-40B4-BE49-F238E27FC236}">
                  <a16:creationId xmlns:a16="http://schemas.microsoft.com/office/drawing/2014/main" id="{B657ADD8-0FD1-4BE7-A603-785C2A041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586"/>
              <a:ext cx="624" cy="314"/>
            </a:xfrm>
            <a:custGeom>
              <a:avLst/>
              <a:gdLst>
                <a:gd name="T0" fmla="*/ 2 w 576"/>
                <a:gd name="T1" fmla="*/ 0 h 314"/>
                <a:gd name="T2" fmla="*/ 0 w 576"/>
                <a:gd name="T3" fmla="*/ 314 h 314"/>
                <a:gd name="T4" fmla="*/ 1184 w 576"/>
                <a:gd name="T5" fmla="*/ 314 h 314"/>
                <a:gd name="T6" fmla="*/ 0 60000 65536"/>
                <a:gd name="T7" fmla="*/ 0 60000 65536"/>
                <a:gd name="T8" fmla="*/ 0 60000 65536"/>
                <a:gd name="T9" fmla="*/ 0 w 576"/>
                <a:gd name="T10" fmla="*/ 0 h 314"/>
                <a:gd name="T11" fmla="*/ 576 w 576"/>
                <a:gd name="T12" fmla="*/ 314 h 3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314">
                  <a:moveTo>
                    <a:pt x="2" y="0"/>
                  </a:moveTo>
                  <a:lnTo>
                    <a:pt x="0" y="314"/>
                  </a:lnTo>
                  <a:lnTo>
                    <a:pt x="576" y="31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stealth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65" name="Freeform 73">
              <a:extLst>
                <a:ext uri="{FF2B5EF4-FFF2-40B4-BE49-F238E27FC236}">
                  <a16:creationId xmlns:a16="http://schemas.microsoft.com/office/drawing/2014/main" id="{DE342BA9-5A6B-4A7D-999A-B7130F13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832"/>
              <a:ext cx="768" cy="672"/>
            </a:xfrm>
            <a:custGeom>
              <a:avLst/>
              <a:gdLst>
                <a:gd name="T0" fmla="*/ 240 w 768"/>
                <a:gd name="T1" fmla="*/ 0 h 720"/>
                <a:gd name="T2" fmla="*/ 0 w 768"/>
                <a:gd name="T3" fmla="*/ 0 h 720"/>
                <a:gd name="T4" fmla="*/ 0 w 768"/>
                <a:gd name="T5" fmla="*/ 386 h 720"/>
                <a:gd name="T6" fmla="*/ 768 w 768"/>
                <a:gd name="T7" fmla="*/ 386 h 7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8"/>
                <a:gd name="T13" fmla="*/ 0 h 720"/>
                <a:gd name="T14" fmla="*/ 768 w 768"/>
                <a:gd name="T15" fmla="*/ 720 h 7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8" h="720">
                  <a:moveTo>
                    <a:pt x="240" y="0"/>
                  </a:moveTo>
                  <a:lnTo>
                    <a:pt x="0" y="0"/>
                  </a:lnTo>
                  <a:lnTo>
                    <a:pt x="0" y="720"/>
                  </a:lnTo>
                  <a:lnTo>
                    <a:pt x="768" y="72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66" name="Freeform 74">
              <a:extLst>
                <a:ext uri="{FF2B5EF4-FFF2-40B4-BE49-F238E27FC236}">
                  <a16:creationId xmlns:a16="http://schemas.microsoft.com/office/drawing/2014/main" id="{023125E8-6C60-4908-9BD8-022CF51FC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2112"/>
              <a:ext cx="2425" cy="384"/>
            </a:xfrm>
            <a:custGeom>
              <a:avLst/>
              <a:gdLst>
                <a:gd name="T0" fmla="*/ 923 w 2736"/>
                <a:gd name="T1" fmla="*/ 0 h 240"/>
                <a:gd name="T2" fmla="*/ 923 w 2736"/>
                <a:gd name="T3" fmla="*/ 16474 h 240"/>
                <a:gd name="T4" fmla="*/ 0 w 2736"/>
                <a:gd name="T5" fmla="*/ 16474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67" name="Freeform 75">
              <a:extLst>
                <a:ext uri="{FF2B5EF4-FFF2-40B4-BE49-F238E27FC236}">
                  <a16:creationId xmlns:a16="http://schemas.microsoft.com/office/drawing/2014/main" id="{AB26637A-B590-4A76-8103-A84B04BC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112"/>
              <a:ext cx="2" cy="383"/>
            </a:xfrm>
            <a:custGeom>
              <a:avLst/>
              <a:gdLst>
                <a:gd name="T0" fmla="*/ 0 w 2"/>
                <a:gd name="T1" fmla="*/ 0 h 383"/>
                <a:gd name="T2" fmla="*/ 2 w 2"/>
                <a:gd name="T3" fmla="*/ 383 h 383"/>
                <a:gd name="T4" fmla="*/ 0 60000 65536"/>
                <a:gd name="T5" fmla="*/ 0 60000 65536"/>
                <a:gd name="T6" fmla="*/ 0 w 2"/>
                <a:gd name="T7" fmla="*/ 0 h 383"/>
                <a:gd name="T8" fmla="*/ 2 w 2"/>
                <a:gd name="T9" fmla="*/ 383 h 38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383">
                  <a:moveTo>
                    <a:pt x="0" y="0"/>
                  </a:moveTo>
                  <a:lnTo>
                    <a:pt x="2" y="38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68" name="Freeform 76">
              <a:extLst>
                <a:ext uri="{FF2B5EF4-FFF2-40B4-BE49-F238E27FC236}">
                  <a16:creationId xmlns:a16="http://schemas.microsoft.com/office/drawing/2014/main" id="{EB597CE9-A34A-4D6D-A220-0168B1F4F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" y="2784"/>
              <a:ext cx="1536" cy="384"/>
            </a:xfrm>
            <a:custGeom>
              <a:avLst/>
              <a:gdLst>
                <a:gd name="T0" fmla="*/ 316 w 1872"/>
                <a:gd name="T1" fmla="*/ 0 h 384"/>
                <a:gd name="T2" fmla="*/ 316 w 1872"/>
                <a:gd name="T3" fmla="*/ 384 h 384"/>
                <a:gd name="T4" fmla="*/ 0 w 1872"/>
                <a:gd name="T5" fmla="*/ 384 h 384"/>
                <a:gd name="T6" fmla="*/ 0 60000 65536"/>
                <a:gd name="T7" fmla="*/ 0 60000 65536"/>
                <a:gd name="T8" fmla="*/ 0 60000 65536"/>
                <a:gd name="T9" fmla="*/ 0 w 1872"/>
                <a:gd name="T10" fmla="*/ 0 h 384"/>
                <a:gd name="T11" fmla="*/ 1872 w 1872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69" name="Line 77">
              <a:extLst>
                <a:ext uri="{FF2B5EF4-FFF2-40B4-BE49-F238E27FC236}">
                  <a16:creationId xmlns:a16="http://schemas.microsoft.com/office/drawing/2014/main" id="{A03F8CA4-118F-426B-B80A-96E08B04A8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91" y="3588"/>
              <a:ext cx="0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70" name="Freeform 78">
              <a:extLst>
                <a:ext uri="{FF2B5EF4-FFF2-40B4-BE49-F238E27FC236}">
                  <a16:creationId xmlns:a16="http://schemas.microsoft.com/office/drawing/2014/main" id="{F3BDCFA3-570B-4860-ADF7-ED637418F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920"/>
              <a:ext cx="459" cy="816"/>
            </a:xfrm>
            <a:custGeom>
              <a:avLst/>
              <a:gdLst>
                <a:gd name="T0" fmla="*/ 459 w 459"/>
                <a:gd name="T1" fmla="*/ 144 h 816"/>
                <a:gd name="T2" fmla="*/ 459 w 459"/>
                <a:gd name="T3" fmla="*/ 0 h 816"/>
                <a:gd name="T4" fmla="*/ 0 w 459"/>
                <a:gd name="T5" fmla="*/ 0 h 816"/>
                <a:gd name="T6" fmla="*/ 0 w 459"/>
                <a:gd name="T7" fmla="*/ 816 h 816"/>
                <a:gd name="T8" fmla="*/ 240 w 459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"/>
                <a:gd name="T16" fmla="*/ 0 h 816"/>
                <a:gd name="T17" fmla="*/ 459 w 459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" h="816">
                  <a:moveTo>
                    <a:pt x="459" y="144"/>
                  </a:moveTo>
                  <a:lnTo>
                    <a:pt x="459" y="0"/>
                  </a:lnTo>
                  <a:lnTo>
                    <a:pt x="0" y="0"/>
                  </a:lnTo>
                  <a:lnTo>
                    <a:pt x="0" y="816"/>
                  </a:lnTo>
                  <a:lnTo>
                    <a:pt x="240" y="81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71" name="Freeform 79">
              <a:extLst>
                <a:ext uri="{FF2B5EF4-FFF2-40B4-BE49-F238E27FC236}">
                  <a16:creationId xmlns:a16="http://schemas.microsoft.com/office/drawing/2014/main" id="{D38CC504-77BF-4F0C-8502-0FC31A98A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920"/>
              <a:ext cx="462" cy="818"/>
            </a:xfrm>
            <a:custGeom>
              <a:avLst/>
              <a:gdLst>
                <a:gd name="T0" fmla="*/ 3 w 462"/>
                <a:gd name="T1" fmla="*/ 144 h 818"/>
                <a:gd name="T2" fmla="*/ 0 w 462"/>
                <a:gd name="T3" fmla="*/ 0 h 818"/>
                <a:gd name="T4" fmla="*/ 462 w 462"/>
                <a:gd name="T5" fmla="*/ 0 h 818"/>
                <a:gd name="T6" fmla="*/ 462 w 462"/>
                <a:gd name="T7" fmla="*/ 816 h 818"/>
                <a:gd name="T8" fmla="*/ 272 w 462"/>
                <a:gd name="T9" fmla="*/ 818 h 8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2"/>
                <a:gd name="T16" fmla="*/ 0 h 818"/>
                <a:gd name="T17" fmla="*/ 462 w 462"/>
                <a:gd name="T18" fmla="*/ 818 h 8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2" h="818">
                  <a:moveTo>
                    <a:pt x="3" y="144"/>
                  </a:moveTo>
                  <a:lnTo>
                    <a:pt x="0" y="0"/>
                  </a:lnTo>
                  <a:lnTo>
                    <a:pt x="462" y="0"/>
                  </a:lnTo>
                  <a:lnTo>
                    <a:pt x="462" y="816"/>
                  </a:lnTo>
                  <a:lnTo>
                    <a:pt x="272" y="81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72" name="Text Box 80">
              <a:extLst>
                <a:ext uri="{FF2B5EF4-FFF2-40B4-BE49-F238E27FC236}">
                  <a16:creationId xmlns:a16="http://schemas.microsoft.com/office/drawing/2014/main" id="{3A0E9DED-3A28-42C6-A1B1-731AEFD751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" y="1910"/>
              <a:ext cx="347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1000" b="1" baseline="-15000">
                  <a:latin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24673" name="Text Box 81">
              <a:extLst>
                <a:ext uri="{FF2B5EF4-FFF2-40B4-BE49-F238E27FC236}">
                  <a16:creationId xmlns:a16="http://schemas.microsoft.com/office/drawing/2014/main" id="{F49B5159-A014-4B4E-AA73-179522845E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5" y="1910"/>
              <a:ext cx="347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1000" b="1" baseline="-15000">
                  <a:latin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24674" name="Text Box 82">
              <a:extLst>
                <a:ext uri="{FF2B5EF4-FFF2-40B4-BE49-F238E27FC236}">
                  <a16:creationId xmlns:a16="http://schemas.microsoft.com/office/drawing/2014/main" id="{F6FAE154-56A5-4CF0-9593-C477C105E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" y="2544"/>
              <a:ext cx="299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4675" name="Text Box 83">
              <a:extLst>
                <a:ext uri="{FF2B5EF4-FFF2-40B4-BE49-F238E27FC236}">
                  <a16:creationId xmlns:a16="http://schemas.microsoft.com/office/drawing/2014/main" id="{D22CE808-9D1A-4599-A5CE-5B28152C54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2" y="2624"/>
              <a:ext cx="27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24676" name="Text Box 84">
              <a:extLst>
                <a:ext uri="{FF2B5EF4-FFF2-40B4-BE49-F238E27FC236}">
                  <a16:creationId xmlns:a16="http://schemas.microsoft.com/office/drawing/2014/main" id="{36006800-1A81-4294-90B4-E429211451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3" y="2544"/>
              <a:ext cx="299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4677" name="Text Box 85">
              <a:extLst>
                <a:ext uri="{FF2B5EF4-FFF2-40B4-BE49-F238E27FC236}">
                  <a16:creationId xmlns:a16="http://schemas.microsoft.com/office/drawing/2014/main" id="{D8427422-0CE3-4046-AA7E-5BEB96F9BE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" y="2624"/>
              <a:ext cx="27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24678" name="Text Box 86">
              <a:extLst>
                <a:ext uri="{FF2B5EF4-FFF2-40B4-BE49-F238E27FC236}">
                  <a16:creationId xmlns:a16="http://schemas.microsoft.com/office/drawing/2014/main" id="{C5EAB296-8125-4077-BA3D-0DC9721A15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0" y="1680"/>
              <a:ext cx="379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A</a:t>
              </a:r>
              <a:r>
                <a:rPr kumimoji="1" lang="en-US" altLang="zh-CN" sz="10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24679" name="Text Box 87">
              <a:extLst>
                <a:ext uri="{FF2B5EF4-FFF2-40B4-BE49-F238E27FC236}">
                  <a16:creationId xmlns:a16="http://schemas.microsoft.com/office/drawing/2014/main" id="{7C12FAD9-B39C-4B90-BB40-99E358CB9F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0" y="1680"/>
              <a:ext cx="308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4680" name="Text Box 88">
              <a:extLst>
                <a:ext uri="{FF2B5EF4-FFF2-40B4-BE49-F238E27FC236}">
                  <a16:creationId xmlns:a16="http://schemas.microsoft.com/office/drawing/2014/main" id="{F3756AC3-B3B7-4FF8-9B7D-BFA201EB3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" y="3225"/>
              <a:ext cx="774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24681" name="Text Box 89">
              <a:extLst>
                <a:ext uri="{FF2B5EF4-FFF2-40B4-BE49-F238E27FC236}">
                  <a16:creationId xmlns:a16="http://schemas.microsoft.com/office/drawing/2014/main" id="{C22D0846-FE42-45D6-88F3-C6555A8CF4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1" y="3225"/>
              <a:ext cx="774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24682" name="Text Box 90">
              <a:extLst>
                <a:ext uri="{FF2B5EF4-FFF2-40B4-BE49-F238E27FC236}">
                  <a16:creationId xmlns:a16="http://schemas.microsoft.com/office/drawing/2014/main" id="{CBE14D77-C630-4BE4-8B8F-698F3496C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6" y="3993"/>
              <a:ext cx="415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1000" b="1" baseline="-25000">
                  <a:latin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4683" name="Text Box 91">
              <a:extLst>
                <a:ext uri="{FF2B5EF4-FFF2-40B4-BE49-F238E27FC236}">
                  <a16:creationId xmlns:a16="http://schemas.microsoft.com/office/drawing/2014/main" id="{3231AC39-51CD-4581-A8F0-0559C24E9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6" y="3936"/>
              <a:ext cx="632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写选择</a:t>
              </a:r>
            </a:p>
          </p:txBody>
        </p:sp>
        <p:sp>
          <p:nvSpPr>
            <p:cNvPr id="24684" name="Text Box 92">
              <a:extLst>
                <a:ext uri="{FF2B5EF4-FFF2-40B4-BE49-F238E27FC236}">
                  <a16:creationId xmlns:a16="http://schemas.microsoft.com/office/drawing/2014/main" id="{7B7A1C30-26A0-4FB0-B6F8-85BAFC2840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" y="3945"/>
              <a:ext cx="632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读选择</a:t>
              </a:r>
            </a:p>
          </p:txBody>
        </p:sp>
        <p:sp>
          <p:nvSpPr>
            <p:cNvPr id="24685" name="Text Box 93">
              <a:extLst>
                <a:ext uri="{FF2B5EF4-FFF2-40B4-BE49-F238E27FC236}">
                  <a16:creationId xmlns:a16="http://schemas.microsoft.com/office/drawing/2014/main" id="{31AE875A-F644-47BA-8828-4ABF1933DC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5" y="3177"/>
              <a:ext cx="514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1000" b="1" baseline="-25000">
                  <a:latin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4686" name="Text Box 94">
              <a:extLst>
                <a:ext uri="{FF2B5EF4-FFF2-40B4-BE49-F238E27FC236}">
                  <a16:creationId xmlns:a16="http://schemas.microsoft.com/office/drawing/2014/main" id="{F5B77A3B-55B2-400C-9634-E6DFA45D5F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7" y="3129"/>
              <a:ext cx="489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读放</a:t>
              </a:r>
            </a:p>
          </p:txBody>
        </p:sp>
        <p:sp>
          <p:nvSpPr>
            <p:cNvPr id="24687" name="Text Box 95">
              <a:extLst>
                <a:ext uri="{FF2B5EF4-FFF2-40B4-BE49-F238E27FC236}">
                  <a16:creationId xmlns:a16="http://schemas.microsoft.com/office/drawing/2014/main" id="{E509AFA6-1545-431F-953D-4E83F342BD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1" y="1680"/>
              <a:ext cx="593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位线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4688" name="Freeform 96">
              <a:extLst>
                <a:ext uri="{FF2B5EF4-FFF2-40B4-BE49-F238E27FC236}">
                  <a16:creationId xmlns:a16="http://schemas.microsoft.com/office/drawing/2014/main" id="{8A4AB3C2-512C-4FB7-A75C-711B3CC2C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900"/>
              <a:ext cx="259" cy="414"/>
            </a:xfrm>
            <a:custGeom>
              <a:avLst/>
              <a:gdLst>
                <a:gd name="T0" fmla="*/ 259 w 259"/>
                <a:gd name="T1" fmla="*/ 0 h 260"/>
                <a:gd name="T2" fmla="*/ 0 w 259"/>
                <a:gd name="T3" fmla="*/ 15 h 260"/>
                <a:gd name="T4" fmla="*/ 0 60000 65536"/>
                <a:gd name="T5" fmla="*/ 0 60000 65536"/>
                <a:gd name="T6" fmla="*/ 0 w 259"/>
                <a:gd name="T7" fmla="*/ 0 h 260"/>
                <a:gd name="T8" fmla="*/ 259 w 259"/>
                <a:gd name="T9" fmla="*/ 260 h 26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9" h="260">
                  <a:moveTo>
                    <a:pt x="259" y="0"/>
                  </a:moveTo>
                  <a:lnTo>
                    <a:pt x="0" y="26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4689" name="Text Box 97">
              <a:extLst>
                <a:ext uri="{FF2B5EF4-FFF2-40B4-BE49-F238E27FC236}">
                  <a16:creationId xmlns:a16="http://schemas.microsoft.com/office/drawing/2014/main" id="{BBBF7A47-D202-4EED-8A4C-FF5FFDFCEE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" y="1680"/>
              <a:ext cx="593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位线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4690" name="Text Box 98">
              <a:extLst>
                <a:ext uri="{FF2B5EF4-FFF2-40B4-BE49-F238E27FC236}">
                  <a16:creationId xmlns:a16="http://schemas.microsoft.com/office/drawing/2014/main" id="{4C2B6079-080B-4523-9120-35CE65712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603"/>
              <a:ext cx="27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24691" name="Line 99">
              <a:extLst>
                <a:ext uri="{FF2B5EF4-FFF2-40B4-BE49-F238E27FC236}">
                  <a16:creationId xmlns:a16="http://schemas.microsoft.com/office/drawing/2014/main" id="{905A58F1-5E5A-4474-B696-F1781E0D3F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" y="1920"/>
              <a:ext cx="24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4692" name="Text Box 100">
              <a:extLst>
                <a:ext uri="{FF2B5EF4-FFF2-40B4-BE49-F238E27FC236}">
                  <a16:creationId xmlns:a16="http://schemas.microsoft.com/office/drawing/2014/main" id="{5B2F6D03-231C-4155-AD84-A46A5FE023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4" y="2937"/>
              <a:ext cx="91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列地址选择</a:t>
              </a:r>
            </a:p>
          </p:txBody>
        </p:sp>
        <p:sp>
          <p:nvSpPr>
            <p:cNvPr id="24693" name="Text Box 101">
              <a:extLst>
                <a:ext uri="{FF2B5EF4-FFF2-40B4-BE49-F238E27FC236}">
                  <a16:creationId xmlns:a16="http://schemas.microsoft.com/office/drawing/2014/main" id="{5DA738C7-54A4-4C65-8CD1-89C97D2F0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5" y="2256"/>
              <a:ext cx="91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行地址选择</a:t>
              </a:r>
            </a:p>
          </p:txBody>
        </p:sp>
        <p:sp>
          <p:nvSpPr>
            <p:cNvPr id="24694" name="Rectangle 102">
              <a:extLst>
                <a:ext uri="{FF2B5EF4-FFF2-40B4-BE49-F238E27FC236}">
                  <a16:creationId xmlns:a16="http://schemas.microsoft.com/office/drawing/2014/main" id="{37E33C86-7CEE-4F40-8279-247F036DF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1548"/>
              <a:ext cx="2400" cy="72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lg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000"/>
            </a:p>
          </p:txBody>
        </p:sp>
      </p:grpSp>
      <p:grpSp>
        <p:nvGrpSpPr>
          <p:cNvPr id="8" name="Group 43">
            <a:extLst>
              <a:ext uri="{FF2B5EF4-FFF2-40B4-BE49-F238E27FC236}">
                <a16:creationId xmlns:a16="http://schemas.microsoft.com/office/drawing/2014/main" id="{445E7719-F09C-433C-8953-CA9C1EE905DF}"/>
              </a:ext>
            </a:extLst>
          </p:cNvPr>
          <p:cNvGrpSpPr>
            <a:grpSpLocks/>
          </p:cNvGrpSpPr>
          <p:nvPr/>
        </p:nvGrpSpPr>
        <p:grpSpPr bwMode="auto">
          <a:xfrm>
            <a:off x="866775" y="3081338"/>
            <a:ext cx="3794742" cy="2426182"/>
            <a:chOff x="29" y="1548"/>
            <a:chExt cx="4210" cy="2721"/>
          </a:xfrm>
        </p:grpSpPr>
        <p:sp>
          <p:nvSpPr>
            <p:cNvPr id="24587" name="Rectangle 44">
              <a:extLst>
                <a:ext uri="{FF2B5EF4-FFF2-40B4-BE49-F238E27FC236}">
                  <a16:creationId xmlns:a16="http://schemas.microsoft.com/office/drawing/2014/main" id="{0A259057-2732-4F61-8970-71DDE67F0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728"/>
              <a:ext cx="960" cy="38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000"/>
            </a:p>
          </p:txBody>
        </p:sp>
        <p:sp>
          <p:nvSpPr>
            <p:cNvPr id="24588" name="Text Box 45">
              <a:extLst>
                <a:ext uri="{FF2B5EF4-FFF2-40B4-BE49-F238E27FC236}">
                  <a16:creationId xmlns:a16="http://schemas.microsoft.com/office/drawing/2014/main" id="{E5043C26-E17C-46F6-8737-51D872F8F4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26" y="1776"/>
              <a:ext cx="744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10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1000">
                  <a:latin typeface="Times New Roman" panose="02020603050405020304" pitchFamily="18" charset="0"/>
                </a:rPr>
                <a:t>   ~ 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1000" b="1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24589" name="Freeform 46">
              <a:extLst>
                <a:ext uri="{FF2B5EF4-FFF2-40B4-BE49-F238E27FC236}">
                  <a16:creationId xmlns:a16="http://schemas.microsoft.com/office/drawing/2014/main" id="{4921DB60-DB19-401A-806A-640FECCBF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920"/>
              <a:ext cx="318" cy="141"/>
            </a:xfrm>
            <a:custGeom>
              <a:avLst/>
              <a:gdLst>
                <a:gd name="T0" fmla="*/ 0 w 318"/>
                <a:gd name="T1" fmla="*/ 0 h 141"/>
                <a:gd name="T2" fmla="*/ 315 w 318"/>
                <a:gd name="T3" fmla="*/ 0 h 141"/>
                <a:gd name="T4" fmla="*/ 318 w 318"/>
                <a:gd name="T5" fmla="*/ 141 h 141"/>
                <a:gd name="T6" fmla="*/ 0 60000 65536"/>
                <a:gd name="T7" fmla="*/ 0 60000 65536"/>
                <a:gd name="T8" fmla="*/ 0 60000 65536"/>
                <a:gd name="T9" fmla="*/ 0 w 318"/>
                <a:gd name="T10" fmla="*/ 0 h 141"/>
                <a:gd name="T11" fmla="*/ 318 w 318"/>
                <a:gd name="T12" fmla="*/ 141 h 1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8" h="141">
                  <a:moveTo>
                    <a:pt x="0" y="0"/>
                  </a:moveTo>
                  <a:lnTo>
                    <a:pt x="315" y="0"/>
                  </a:lnTo>
                  <a:lnTo>
                    <a:pt x="318" y="14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590" name="Freeform 47">
              <a:extLst>
                <a:ext uri="{FF2B5EF4-FFF2-40B4-BE49-F238E27FC236}">
                  <a16:creationId xmlns:a16="http://schemas.microsoft.com/office/drawing/2014/main" id="{8E51C886-B3A5-41C2-94A8-AE3F60628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920"/>
              <a:ext cx="327" cy="144"/>
            </a:xfrm>
            <a:custGeom>
              <a:avLst/>
              <a:gdLst>
                <a:gd name="T0" fmla="*/ 327 w 327"/>
                <a:gd name="T1" fmla="*/ 0 h 144"/>
                <a:gd name="T2" fmla="*/ 0 w 327"/>
                <a:gd name="T3" fmla="*/ 0 h 144"/>
                <a:gd name="T4" fmla="*/ 0 w 327"/>
                <a:gd name="T5" fmla="*/ 144 h 144"/>
                <a:gd name="T6" fmla="*/ 0 60000 65536"/>
                <a:gd name="T7" fmla="*/ 0 60000 65536"/>
                <a:gd name="T8" fmla="*/ 0 60000 65536"/>
                <a:gd name="T9" fmla="*/ 0 w 327"/>
                <a:gd name="T10" fmla="*/ 0 h 144"/>
                <a:gd name="T11" fmla="*/ 327 w 327"/>
                <a:gd name="T12" fmla="*/ 144 h 1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7" h="144">
                  <a:moveTo>
                    <a:pt x="327" y="0"/>
                  </a:moveTo>
                  <a:lnTo>
                    <a:pt x="0" y="0"/>
                  </a:lnTo>
                  <a:lnTo>
                    <a:pt x="0" y="14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4591" name="Group 48">
              <a:extLst>
                <a:ext uri="{FF2B5EF4-FFF2-40B4-BE49-F238E27FC236}">
                  <a16:creationId xmlns:a16="http://schemas.microsoft.com/office/drawing/2014/main" id="{C979998A-4DDF-4F45-A008-4FCE4C815E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4" y="2064"/>
              <a:ext cx="243" cy="48"/>
              <a:chOff x="3459" y="1296"/>
              <a:chExt cx="243" cy="48"/>
            </a:xfrm>
          </p:grpSpPr>
          <p:sp>
            <p:nvSpPr>
              <p:cNvPr id="24644" name="Line 49">
                <a:extLst>
                  <a:ext uri="{FF2B5EF4-FFF2-40B4-BE49-F238E27FC236}">
                    <a16:creationId xmlns:a16="http://schemas.microsoft.com/office/drawing/2014/main" id="{8BB77D78-02EE-485E-8B2A-80E941627C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4645" name="Line 50">
                <a:extLst>
                  <a:ext uri="{FF2B5EF4-FFF2-40B4-BE49-F238E27FC236}">
                    <a16:creationId xmlns:a16="http://schemas.microsoft.com/office/drawing/2014/main" id="{3DDDD9CA-0210-4B06-8ED6-CA172B8EA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4592" name="Group 51">
              <a:extLst>
                <a:ext uri="{FF2B5EF4-FFF2-40B4-BE49-F238E27FC236}">
                  <a16:creationId xmlns:a16="http://schemas.microsoft.com/office/drawing/2014/main" id="{51A8E058-5BC6-4C95-BBFF-F9F937619A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8" y="2064"/>
              <a:ext cx="243" cy="48"/>
              <a:chOff x="3459" y="1296"/>
              <a:chExt cx="243" cy="48"/>
            </a:xfrm>
          </p:grpSpPr>
          <p:sp>
            <p:nvSpPr>
              <p:cNvPr id="24642" name="Line 52">
                <a:extLst>
                  <a:ext uri="{FF2B5EF4-FFF2-40B4-BE49-F238E27FC236}">
                    <a16:creationId xmlns:a16="http://schemas.microsoft.com/office/drawing/2014/main" id="{763F273E-64E7-46EB-95DA-F13A85D8E3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4643" name="Line 53">
                <a:extLst>
                  <a:ext uri="{FF2B5EF4-FFF2-40B4-BE49-F238E27FC236}">
                    <a16:creationId xmlns:a16="http://schemas.microsoft.com/office/drawing/2014/main" id="{D4C64E7B-29F5-46D5-AA81-85D0564D26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4593" name="Group 54">
              <a:extLst>
                <a:ext uri="{FF2B5EF4-FFF2-40B4-BE49-F238E27FC236}">
                  <a16:creationId xmlns:a16="http://schemas.microsoft.com/office/drawing/2014/main" id="{947809B8-9C73-412B-BCED-A8E4738BDB3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917" y="2772"/>
              <a:ext cx="243" cy="48"/>
              <a:chOff x="3459" y="1296"/>
              <a:chExt cx="243" cy="48"/>
            </a:xfrm>
          </p:grpSpPr>
          <p:sp>
            <p:nvSpPr>
              <p:cNvPr id="24640" name="Line 55">
                <a:extLst>
                  <a:ext uri="{FF2B5EF4-FFF2-40B4-BE49-F238E27FC236}">
                    <a16:creationId xmlns:a16="http://schemas.microsoft.com/office/drawing/2014/main" id="{DF71E920-4CDE-4C34-A8C7-B542B971A1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4641" name="Line 56">
                <a:extLst>
                  <a:ext uri="{FF2B5EF4-FFF2-40B4-BE49-F238E27FC236}">
                    <a16:creationId xmlns:a16="http://schemas.microsoft.com/office/drawing/2014/main" id="{9E2ACCAB-4713-4C38-A8F0-0B9A385D5E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4594" name="Group 57">
              <a:extLst>
                <a:ext uri="{FF2B5EF4-FFF2-40B4-BE49-F238E27FC236}">
                  <a16:creationId xmlns:a16="http://schemas.microsoft.com/office/drawing/2014/main" id="{D17B4D10-846A-4232-9DEC-B3E225B6B182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709" y="2772"/>
              <a:ext cx="243" cy="48"/>
              <a:chOff x="3459" y="1296"/>
              <a:chExt cx="243" cy="48"/>
            </a:xfrm>
          </p:grpSpPr>
          <p:sp>
            <p:nvSpPr>
              <p:cNvPr id="24638" name="Line 58">
                <a:extLst>
                  <a:ext uri="{FF2B5EF4-FFF2-40B4-BE49-F238E27FC236}">
                    <a16:creationId xmlns:a16="http://schemas.microsoft.com/office/drawing/2014/main" id="{0A841112-C3AD-48C6-88FD-81164C5EF0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4639" name="Line 59">
                <a:extLst>
                  <a:ext uri="{FF2B5EF4-FFF2-40B4-BE49-F238E27FC236}">
                    <a16:creationId xmlns:a16="http://schemas.microsoft.com/office/drawing/2014/main" id="{4C211A9D-C62C-473E-B236-86E2F6DB0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4595" name="Line 60">
              <a:extLst>
                <a:ext uri="{FF2B5EF4-FFF2-40B4-BE49-F238E27FC236}">
                  <a16:creationId xmlns:a16="http://schemas.microsoft.com/office/drawing/2014/main" id="{68956D07-1DC9-4120-B08C-ABC46912A6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2784"/>
              <a:ext cx="2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596" name="Freeform 61">
              <a:extLst>
                <a:ext uri="{FF2B5EF4-FFF2-40B4-BE49-F238E27FC236}">
                  <a16:creationId xmlns:a16="http://schemas.microsoft.com/office/drawing/2014/main" id="{091C73B8-941F-4478-BA38-5B79D42E9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832"/>
              <a:ext cx="192" cy="672"/>
            </a:xfrm>
            <a:custGeom>
              <a:avLst/>
              <a:gdLst>
                <a:gd name="T0" fmla="*/ 0 w 192"/>
                <a:gd name="T1" fmla="*/ 0 h 672"/>
                <a:gd name="T2" fmla="*/ 192 w 192"/>
                <a:gd name="T3" fmla="*/ 0 h 672"/>
                <a:gd name="T4" fmla="*/ 192 w 192"/>
                <a:gd name="T5" fmla="*/ 672 h 672"/>
                <a:gd name="T6" fmla="*/ 0 60000 65536"/>
                <a:gd name="T7" fmla="*/ 0 60000 65536"/>
                <a:gd name="T8" fmla="*/ 0 60000 65536"/>
                <a:gd name="T9" fmla="*/ 0 w 192"/>
                <a:gd name="T10" fmla="*/ 0 h 672"/>
                <a:gd name="T11" fmla="*/ 192 w 192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597" name="AutoShape 62">
              <a:extLst>
                <a:ext uri="{FF2B5EF4-FFF2-40B4-BE49-F238E27FC236}">
                  <a16:creationId xmlns:a16="http://schemas.microsoft.com/office/drawing/2014/main" id="{4ABEB630-139F-4807-87E0-54AF8528EFE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055" y="3360"/>
              <a:ext cx="288" cy="288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000"/>
            </a:p>
          </p:txBody>
        </p:sp>
        <p:grpSp>
          <p:nvGrpSpPr>
            <p:cNvPr id="24598" name="Group 63">
              <a:extLst>
                <a:ext uri="{FF2B5EF4-FFF2-40B4-BE49-F238E27FC236}">
                  <a16:creationId xmlns:a16="http://schemas.microsoft.com/office/drawing/2014/main" id="{1C38695A-9A81-4419-BD33-3C7142611724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1335" y="3360"/>
              <a:ext cx="384" cy="288"/>
              <a:chOff x="1248" y="3648"/>
              <a:chExt cx="384" cy="288"/>
            </a:xfrm>
          </p:grpSpPr>
          <p:sp>
            <p:nvSpPr>
              <p:cNvPr id="24636" name="AutoShape 64">
                <a:extLst>
                  <a:ext uri="{FF2B5EF4-FFF2-40B4-BE49-F238E27FC236}">
                    <a16:creationId xmlns:a16="http://schemas.microsoft.com/office/drawing/2014/main" id="{A6266617-5C12-42D8-A5C2-CAFC8EC69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248" y="3648"/>
                <a:ext cx="288" cy="288"/>
              </a:xfrm>
              <a:prstGeom prst="triangle">
                <a:avLst>
                  <a:gd name="adj" fmla="val 50000"/>
                </a:avLst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000"/>
              </a:p>
            </p:txBody>
          </p:sp>
          <p:sp>
            <p:nvSpPr>
              <p:cNvPr id="24637" name="Oval 65">
                <a:extLst>
                  <a:ext uri="{FF2B5EF4-FFF2-40B4-BE49-F238E27FC236}">
                    <a16:creationId xmlns:a16="http://schemas.microsoft.com/office/drawing/2014/main" id="{B868A9F7-738E-4757-BE34-C14D2A37B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3744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000"/>
              </a:p>
            </p:txBody>
          </p:sp>
        </p:grpSp>
        <p:sp>
          <p:nvSpPr>
            <p:cNvPr id="24599" name="Line 66">
              <a:extLst>
                <a:ext uri="{FF2B5EF4-FFF2-40B4-BE49-F238E27FC236}">
                  <a16:creationId xmlns:a16="http://schemas.microsoft.com/office/drawing/2014/main" id="{32308CCA-8F89-4CC6-A9C8-B6A5748137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3" y="3504"/>
              <a:ext cx="1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0" name="AutoShape 67">
              <a:extLst>
                <a:ext uri="{FF2B5EF4-FFF2-40B4-BE49-F238E27FC236}">
                  <a16:creationId xmlns:a16="http://schemas.microsoft.com/office/drawing/2014/main" id="{3A294213-1787-45E2-90B8-3491DEC8F4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47" y="3360"/>
              <a:ext cx="288" cy="288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000"/>
            </a:p>
          </p:txBody>
        </p:sp>
        <p:sp>
          <p:nvSpPr>
            <p:cNvPr id="24601" name="Line 68">
              <a:extLst>
                <a:ext uri="{FF2B5EF4-FFF2-40B4-BE49-F238E27FC236}">
                  <a16:creationId xmlns:a16="http://schemas.microsoft.com/office/drawing/2014/main" id="{0BC664D3-A019-4AF2-9A62-5C79567FD0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" y="350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2" name="Line 69">
              <a:extLst>
                <a:ext uri="{FF2B5EF4-FFF2-40B4-BE49-F238E27FC236}">
                  <a16:creationId xmlns:a16="http://schemas.microsoft.com/office/drawing/2014/main" id="{F2D3C5E0-3AC6-408C-AD4A-988081E7A3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9" y="350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3" name="Line 70">
              <a:extLst>
                <a:ext uri="{FF2B5EF4-FFF2-40B4-BE49-F238E27FC236}">
                  <a16:creationId xmlns:a16="http://schemas.microsoft.com/office/drawing/2014/main" id="{5551DCD7-B221-44D7-82D2-0017012463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8" y="3504"/>
              <a:ext cx="0" cy="5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4" name="Line 71">
              <a:extLst>
                <a:ext uri="{FF2B5EF4-FFF2-40B4-BE49-F238E27FC236}">
                  <a16:creationId xmlns:a16="http://schemas.microsoft.com/office/drawing/2014/main" id="{1D48D7AE-0721-48BB-91F5-573373785A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9" y="3576"/>
              <a:ext cx="0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5" name="Freeform 72">
              <a:extLst>
                <a:ext uri="{FF2B5EF4-FFF2-40B4-BE49-F238E27FC236}">
                  <a16:creationId xmlns:a16="http://schemas.microsoft.com/office/drawing/2014/main" id="{B671A2E6-2629-47C2-9697-04F40CBD8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586"/>
              <a:ext cx="624" cy="314"/>
            </a:xfrm>
            <a:custGeom>
              <a:avLst/>
              <a:gdLst>
                <a:gd name="T0" fmla="*/ 2 w 576"/>
                <a:gd name="T1" fmla="*/ 0 h 314"/>
                <a:gd name="T2" fmla="*/ 0 w 576"/>
                <a:gd name="T3" fmla="*/ 314 h 314"/>
                <a:gd name="T4" fmla="*/ 1184 w 576"/>
                <a:gd name="T5" fmla="*/ 314 h 314"/>
                <a:gd name="T6" fmla="*/ 0 60000 65536"/>
                <a:gd name="T7" fmla="*/ 0 60000 65536"/>
                <a:gd name="T8" fmla="*/ 0 60000 65536"/>
                <a:gd name="T9" fmla="*/ 0 w 576"/>
                <a:gd name="T10" fmla="*/ 0 h 314"/>
                <a:gd name="T11" fmla="*/ 576 w 576"/>
                <a:gd name="T12" fmla="*/ 314 h 3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314">
                  <a:moveTo>
                    <a:pt x="2" y="0"/>
                  </a:moveTo>
                  <a:lnTo>
                    <a:pt x="0" y="314"/>
                  </a:lnTo>
                  <a:lnTo>
                    <a:pt x="576" y="31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stealth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6" name="Freeform 73">
              <a:extLst>
                <a:ext uri="{FF2B5EF4-FFF2-40B4-BE49-F238E27FC236}">
                  <a16:creationId xmlns:a16="http://schemas.microsoft.com/office/drawing/2014/main" id="{B2E09826-9262-412A-8281-397A7362E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832"/>
              <a:ext cx="768" cy="672"/>
            </a:xfrm>
            <a:custGeom>
              <a:avLst/>
              <a:gdLst>
                <a:gd name="T0" fmla="*/ 240 w 768"/>
                <a:gd name="T1" fmla="*/ 0 h 720"/>
                <a:gd name="T2" fmla="*/ 0 w 768"/>
                <a:gd name="T3" fmla="*/ 0 h 720"/>
                <a:gd name="T4" fmla="*/ 0 w 768"/>
                <a:gd name="T5" fmla="*/ 386 h 720"/>
                <a:gd name="T6" fmla="*/ 768 w 768"/>
                <a:gd name="T7" fmla="*/ 386 h 7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8"/>
                <a:gd name="T13" fmla="*/ 0 h 720"/>
                <a:gd name="T14" fmla="*/ 768 w 768"/>
                <a:gd name="T15" fmla="*/ 720 h 7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8" h="720">
                  <a:moveTo>
                    <a:pt x="240" y="0"/>
                  </a:moveTo>
                  <a:lnTo>
                    <a:pt x="0" y="0"/>
                  </a:lnTo>
                  <a:lnTo>
                    <a:pt x="0" y="720"/>
                  </a:lnTo>
                  <a:lnTo>
                    <a:pt x="768" y="72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7" name="Freeform 74">
              <a:extLst>
                <a:ext uri="{FF2B5EF4-FFF2-40B4-BE49-F238E27FC236}">
                  <a16:creationId xmlns:a16="http://schemas.microsoft.com/office/drawing/2014/main" id="{993650E2-2627-4FE0-919C-2D89B8E29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2112"/>
              <a:ext cx="2425" cy="384"/>
            </a:xfrm>
            <a:custGeom>
              <a:avLst/>
              <a:gdLst>
                <a:gd name="T0" fmla="*/ 923 w 2736"/>
                <a:gd name="T1" fmla="*/ 0 h 240"/>
                <a:gd name="T2" fmla="*/ 923 w 2736"/>
                <a:gd name="T3" fmla="*/ 16474 h 240"/>
                <a:gd name="T4" fmla="*/ 0 w 2736"/>
                <a:gd name="T5" fmla="*/ 16474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8" name="Freeform 75">
              <a:extLst>
                <a:ext uri="{FF2B5EF4-FFF2-40B4-BE49-F238E27FC236}">
                  <a16:creationId xmlns:a16="http://schemas.microsoft.com/office/drawing/2014/main" id="{D6BFAD4E-C5DA-4B50-83D0-13E35C9B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112"/>
              <a:ext cx="2" cy="383"/>
            </a:xfrm>
            <a:custGeom>
              <a:avLst/>
              <a:gdLst>
                <a:gd name="T0" fmla="*/ 0 w 2"/>
                <a:gd name="T1" fmla="*/ 0 h 383"/>
                <a:gd name="T2" fmla="*/ 2 w 2"/>
                <a:gd name="T3" fmla="*/ 383 h 383"/>
                <a:gd name="T4" fmla="*/ 0 60000 65536"/>
                <a:gd name="T5" fmla="*/ 0 60000 65536"/>
                <a:gd name="T6" fmla="*/ 0 w 2"/>
                <a:gd name="T7" fmla="*/ 0 h 383"/>
                <a:gd name="T8" fmla="*/ 2 w 2"/>
                <a:gd name="T9" fmla="*/ 383 h 38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383">
                  <a:moveTo>
                    <a:pt x="0" y="0"/>
                  </a:moveTo>
                  <a:lnTo>
                    <a:pt x="2" y="38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9" name="Freeform 76">
              <a:extLst>
                <a:ext uri="{FF2B5EF4-FFF2-40B4-BE49-F238E27FC236}">
                  <a16:creationId xmlns:a16="http://schemas.microsoft.com/office/drawing/2014/main" id="{317BCEE8-96E8-4AE0-959C-8A3F9532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" y="2784"/>
              <a:ext cx="1536" cy="384"/>
            </a:xfrm>
            <a:custGeom>
              <a:avLst/>
              <a:gdLst>
                <a:gd name="T0" fmla="*/ 316 w 1872"/>
                <a:gd name="T1" fmla="*/ 0 h 384"/>
                <a:gd name="T2" fmla="*/ 316 w 1872"/>
                <a:gd name="T3" fmla="*/ 384 h 384"/>
                <a:gd name="T4" fmla="*/ 0 w 1872"/>
                <a:gd name="T5" fmla="*/ 384 h 384"/>
                <a:gd name="T6" fmla="*/ 0 60000 65536"/>
                <a:gd name="T7" fmla="*/ 0 60000 65536"/>
                <a:gd name="T8" fmla="*/ 0 60000 65536"/>
                <a:gd name="T9" fmla="*/ 0 w 1872"/>
                <a:gd name="T10" fmla="*/ 0 h 384"/>
                <a:gd name="T11" fmla="*/ 1872 w 1872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10" name="Line 77">
              <a:extLst>
                <a:ext uri="{FF2B5EF4-FFF2-40B4-BE49-F238E27FC236}">
                  <a16:creationId xmlns:a16="http://schemas.microsoft.com/office/drawing/2014/main" id="{3BB42F07-E33B-4AE7-9971-17C0A8133D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91" y="3588"/>
              <a:ext cx="0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11" name="Freeform 78">
              <a:extLst>
                <a:ext uri="{FF2B5EF4-FFF2-40B4-BE49-F238E27FC236}">
                  <a16:creationId xmlns:a16="http://schemas.microsoft.com/office/drawing/2014/main" id="{153DD419-64BA-4465-B9A3-DD892B49D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920"/>
              <a:ext cx="459" cy="816"/>
            </a:xfrm>
            <a:custGeom>
              <a:avLst/>
              <a:gdLst>
                <a:gd name="T0" fmla="*/ 459 w 459"/>
                <a:gd name="T1" fmla="*/ 144 h 816"/>
                <a:gd name="T2" fmla="*/ 459 w 459"/>
                <a:gd name="T3" fmla="*/ 0 h 816"/>
                <a:gd name="T4" fmla="*/ 0 w 459"/>
                <a:gd name="T5" fmla="*/ 0 h 816"/>
                <a:gd name="T6" fmla="*/ 0 w 459"/>
                <a:gd name="T7" fmla="*/ 816 h 816"/>
                <a:gd name="T8" fmla="*/ 240 w 459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"/>
                <a:gd name="T16" fmla="*/ 0 h 816"/>
                <a:gd name="T17" fmla="*/ 459 w 459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" h="816">
                  <a:moveTo>
                    <a:pt x="459" y="144"/>
                  </a:moveTo>
                  <a:lnTo>
                    <a:pt x="459" y="0"/>
                  </a:lnTo>
                  <a:lnTo>
                    <a:pt x="0" y="0"/>
                  </a:lnTo>
                  <a:lnTo>
                    <a:pt x="0" y="816"/>
                  </a:lnTo>
                  <a:lnTo>
                    <a:pt x="240" y="81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12" name="Freeform 79">
              <a:extLst>
                <a:ext uri="{FF2B5EF4-FFF2-40B4-BE49-F238E27FC236}">
                  <a16:creationId xmlns:a16="http://schemas.microsoft.com/office/drawing/2014/main" id="{F12E32FB-184F-4F86-B993-14815AEDB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920"/>
              <a:ext cx="462" cy="818"/>
            </a:xfrm>
            <a:custGeom>
              <a:avLst/>
              <a:gdLst>
                <a:gd name="T0" fmla="*/ 3 w 462"/>
                <a:gd name="T1" fmla="*/ 144 h 818"/>
                <a:gd name="T2" fmla="*/ 0 w 462"/>
                <a:gd name="T3" fmla="*/ 0 h 818"/>
                <a:gd name="T4" fmla="*/ 462 w 462"/>
                <a:gd name="T5" fmla="*/ 0 h 818"/>
                <a:gd name="T6" fmla="*/ 462 w 462"/>
                <a:gd name="T7" fmla="*/ 816 h 818"/>
                <a:gd name="T8" fmla="*/ 272 w 462"/>
                <a:gd name="T9" fmla="*/ 818 h 8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2"/>
                <a:gd name="T16" fmla="*/ 0 h 818"/>
                <a:gd name="T17" fmla="*/ 462 w 462"/>
                <a:gd name="T18" fmla="*/ 818 h 8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2" h="818">
                  <a:moveTo>
                    <a:pt x="3" y="144"/>
                  </a:moveTo>
                  <a:lnTo>
                    <a:pt x="0" y="0"/>
                  </a:lnTo>
                  <a:lnTo>
                    <a:pt x="462" y="0"/>
                  </a:lnTo>
                  <a:lnTo>
                    <a:pt x="462" y="816"/>
                  </a:lnTo>
                  <a:lnTo>
                    <a:pt x="272" y="81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13" name="Text Box 80">
              <a:extLst>
                <a:ext uri="{FF2B5EF4-FFF2-40B4-BE49-F238E27FC236}">
                  <a16:creationId xmlns:a16="http://schemas.microsoft.com/office/drawing/2014/main" id="{3EB38F6A-0F00-4143-B2E7-186571ABF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" y="1910"/>
              <a:ext cx="347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1000" b="1" baseline="-15000">
                  <a:latin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24614" name="Text Box 81">
              <a:extLst>
                <a:ext uri="{FF2B5EF4-FFF2-40B4-BE49-F238E27FC236}">
                  <a16:creationId xmlns:a16="http://schemas.microsoft.com/office/drawing/2014/main" id="{DCC7BA2A-F3C6-4BB6-BCE1-30552E9A5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5" y="1910"/>
              <a:ext cx="347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1000" b="1" baseline="-15000">
                  <a:latin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24615" name="Text Box 82">
              <a:extLst>
                <a:ext uri="{FF2B5EF4-FFF2-40B4-BE49-F238E27FC236}">
                  <a16:creationId xmlns:a16="http://schemas.microsoft.com/office/drawing/2014/main" id="{E67930E0-9516-4C19-B3AC-DB6C4C2AA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" y="2544"/>
              <a:ext cx="299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4616" name="Text Box 83">
              <a:extLst>
                <a:ext uri="{FF2B5EF4-FFF2-40B4-BE49-F238E27FC236}">
                  <a16:creationId xmlns:a16="http://schemas.microsoft.com/office/drawing/2014/main" id="{53D86893-88B4-4D03-8564-F960398686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2" y="2624"/>
              <a:ext cx="27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24617" name="Text Box 84">
              <a:extLst>
                <a:ext uri="{FF2B5EF4-FFF2-40B4-BE49-F238E27FC236}">
                  <a16:creationId xmlns:a16="http://schemas.microsoft.com/office/drawing/2014/main" id="{D2CC50B9-70A9-4151-8BF3-CE3EA7F895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3" y="2544"/>
              <a:ext cx="299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4618" name="Text Box 85">
              <a:extLst>
                <a:ext uri="{FF2B5EF4-FFF2-40B4-BE49-F238E27FC236}">
                  <a16:creationId xmlns:a16="http://schemas.microsoft.com/office/drawing/2014/main" id="{C6C0B895-8B46-46AB-8257-BF77D80362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" y="2624"/>
              <a:ext cx="27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24619" name="Text Box 86">
              <a:extLst>
                <a:ext uri="{FF2B5EF4-FFF2-40B4-BE49-F238E27FC236}">
                  <a16:creationId xmlns:a16="http://schemas.microsoft.com/office/drawing/2014/main" id="{52D8FB04-D5D6-4F7F-BA40-76E2A56A5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0" y="1680"/>
              <a:ext cx="379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A</a:t>
              </a:r>
              <a:r>
                <a:rPr kumimoji="1" lang="en-US" altLang="zh-CN" sz="10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24620" name="Text Box 87">
              <a:extLst>
                <a:ext uri="{FF2B5EF4-FFF2-40B4-BE49-F238E27FC236}">
                  <a16:creationId xmlns:a16="http://schemas.microsoft.com/office/drawing/2014/main" id="{A618B860-978F-4911-BAB8-C506DAE23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0" y="1680"/>
              <a:ext cx="308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4621" name="Text Box 88">
              <a:extLst>
                <a:ext uri="{FF2B5EF4-FFF2-40B4-BE49-F238E27FC236}">
                  <a16:creationId xmlns:a16="http://schemas.microsoft.com/office/drawing/2014/main" id="{89BAA786-B1B9-4A3B-AC32-DF2EF2FCF4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" y="3225"/>
              <a:ext cx="774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24622" name="Text Box 89">
              <a:extLst>
                <a:ext uri="{FF2B5EF4-FFF2-40B4-BE49-F238E27FC236}">
                  <a16:creationId xmlns:a16="http://schemas.microsoft.com/office/drawing/2014/main" id="{39175F62-77F5-4006-AD73-1DD06EEE6F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1" y="3225"/>
              <a:ext cx="774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24623" name="Text Box 90">
              <a:extLst>
                <a:ext uri="{FF2B5EF4-FFF2-40B4-BE49-F238E27FC236}">
                  <a16:creationId xmlns:a16="http://schemas.microsoft.com/office/drawing/2014/main" id="{65F5B95C-2D6C-425E-A6B3-67F18D5DA7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6" y="3993"/>
              <a:ext cx="415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1000" b="1" baseline="-25000">
                  <a:latin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4624" name="Text Box 91">
              <a:extLst>
                <a:ext uri="{FF2B5EF4-FFF2-40B4-BE49-F238E27FC236}">
                  <a16:creationId xmlns:a16="http://schemas.microsoft.com/office/drawing/2014/main" id="{E28C7A48-3E4B-468B-A6EF-4A30B7CE10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6" y="3936"/>
              <a:ext cx="632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写选择</a:t>
              </a:r>
            </a:p>
          </p:txBody>
        </p:sp>
        <p:sp>
          <p:nvSpPr>
            <p:cNvPr id="24625" name="Text Box 92">
              <a:extLst>
                <a:ext uri="{FF2B5EF4-FFF2-40B4-BE49-F238E27FC236}">
                  <a16:creationId xmlns:a16="http://schemas.microsoft.com/office/drawing/2014/main" id="{EB756BAB-F7A6-4B48-BB3F-9347B97C41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" y="3945"/>
              <a:ext cx="632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读选择</a:t>
              </a:r>
            </a:p>
          </p:txBody>
        </p:sp>
        <p:sp>
          <p:nvSpPr>
            <p:cNvPr id="24626" name="Text Box 93">
              <a:extLst>
                <a:ext uri="{FF2B5EF4-FFF2-40B4-BE49-F238E27FC236}">
                  <a16:creationId xmlns:a16="http://schemas.microsoft.com/office/drawing/2014/main" id="{8C74BB25-06EB-4B6A-9C36-44C9D012B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5" y="3177"/>
              <a:ext cx="514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1000" b="1" baseline="-25000">
                  <a:latin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4627" name="Text Box 94">
              <a:extLst>
                <a:ext uri="{FF2B5EF4-FFF2-40B4-BE49-F238E27FC236}">
                  <a16:creationId xmlns:a16="http://schemas.microsoft.com/office/drawing/2014/main" id="{356E6CAA-A7BF-4E40-9CA7-E926D09BD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7" y="3129"/>
              <a:ext cx="489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读放</a:t>
              </a:r>
            </a:p>
          </p:txBody>
        </p:sp>
        <p:sp>
          <p:nvSpPr>
            <p:cNvPr id="24628" name="Text Box 95">
              <a:extLst>
                <a:ext uri="{FF2B5EF4-FFF2-40B4-BE49-F238E27FC236}">
                  <a16:creationId xmlns:a16="http://schemas.microsoft.com/office/drawing/2014/main" id="{5231ABA1-F38F-4BE7-A17B-A679CAAF6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1" y="1680"/>
              <a:ext cx="593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位线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4629" name="Freeform 96">
              <a:extLst>
                <a:ext uri="{FF2B5EF4-FFF2-40B4-BE49-F238E27FC236}">
                  <a16:creationId xmlns:a16="http://schemas.microsoft.com/office/drawing/2014/main" id="{389B1F7E-C9C9-4D3E-AB25-C3E1F682F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900"/>
              <a:ext cx="259" cy="414"/>
            </a:xfrm>
            <a:custGeom>
              <a:avLst/>
              <a:gdLst>
                <a:gd name="T0" fmla="*/ 259 w 259"/>
                <a:gd name="T1" fmla="*/ 0 h 260"/>
                <a:gd name="T2" fmla="*/ 0 w 259"/>
                <a:gd name="T3" fmla="*/ 15 h 260"/>
                <a:gd name="T4" fmla="*/ 0 60000 65536"/>
                <a:gd name="T5" fmla="*/ 0 60000 65536"/>
                <a:gd name="T6" fmla="*/ 0 w 259"/>
                <a:gd name="T7" fmla="*/ 0 h 260"/>
                <a:gd name="T8" fmla="*/ 259 w 259"/>
                <a:gd name="T9" fmla="*/ 260 h 26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9" h="260">
                  <a:moveTo>
                    <a:pt x="259" y="0"/>
                  </a:moveTo>
                  <a:lnTo>
                    <a:pt x="0" y="26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4630" name="Text Box 97">
              <a:extLst>
                <a:ext uri="{FF2B5EF4-FFF2-40B4-BE49-F238E27FC236}">
                  <a16:creationId xmlns:a16="http://schemas.microsoft.com/office/drawing/2014/main" id="{42A7F234-A217-4306-A1E7-B262AA8F16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" y="1680"/>
              <a:ext cx="593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位线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4631" name="Text Box 98">
              <a:extLst>
                <a:ext uri="{FF2B5EF4-FFF2-40B4-BE49-F238E27FC236}">
                  <a16:creationId xmlns:a16="http://schemas.microsoft.com/office/drawing/2014/main" id="{85852C9B-A048-49C1-A890-C5FB0C493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603"/>
              <a:ext cx="27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24632" name="Line 99">
              <a:extLst>
                <a:ext uri="{FF2B5EF4-FFF2-40B4-BE49-F238E27FC236}">
                  <a16:creationId xmlns:a16="http://schemas.microsoft.com/office/drawing/2014/main" id="{0A652C99-D294-4C75-A4B6-9918F669BD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" y="1920"/>
              <a:ext cx="24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4633" name="Text Box 100">
              <a:extLst>
                <a:ext uri="{FF2B5EF4-FFF2-40B4-BE49-F238E27FC236}">
                  <a16:creationId xmlns:a16="http://schemas.microsoft.com/office/drawing/2014/main" id="{638FD8AA-BC79-476A-9124-DDE7DD1A76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4" y="2937"/>
              <a:ext cx="91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列地址选择</a:t>
              </a:r>
            </a:p>
          </p:txBody>
        </p:sp>
        <p:sp>
          <p:nvSpPr>
            <p:cNvPr id="24634" name="Text Box 101">
              <a:extLst>
                <a:ext uri="{FF2B5EF4-FFF2-40B4-BE49-F238E27FC236}">
                  <a16:creationId xmlns:a16="http://schemas.microsoft.com/office/drawing/2014/main" id="{299E0605-1121-4AAC-B3D8-CAB2D537E6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5" y="2256"/>
              <a:ext cx="91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1000" b="1">
                  <a:latin typeface="Times New Roman" panose="02020603050405020304" pitchFamily="18" charset="0"/>
                </a:rPr>
                <a:t>行地址选择</a:t>
              </a:r>
            </a:p>
          </p:txBody>
        </p:sp>
        <p:sp>
          <p:nvSpPr>
            <p:cNvPr id="24635" name="Rectangle 102">
              <a:extLst>
                <a:ext uri="{FF2B5EF4-FFF2-40B4-BE49-F238E27FC236}">
                  <a16:creationId xmlns:a16="http://schemas.microsoft.com/office/drawing/2014/main" id="{F6CBBFB5-D71C-4B36-A9E7-52AE6DE81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1548"/>
              <a:ext cx="2400" cy="72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lg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000"/>
            </a:p>
          </p:txBody>
        </p:sp>
      </p:grpSp>
      <p:cxnSp>
        <p:nvCxnSpPr>
          <p:cNvPr id="227" name="直接连接符 226">
            <a:extLst>
              <a:ext uri="{FF2B5EF4-FFF2-40B4-BE49-F238E27FC236}">
                <a16:creationId xmlns:a16="http://schemas.microsoft.com/office/drawing/2014/main" id="{EE0723CE-0317-4ABC-BE3E-CF4FFD9380C6}"/>
              </a:ext>
            </a:extLst>
          </p:cNvPr>
          <p:cNvCxnSpPr>
            <a:stCxn id="24666" idx="2"/>
            <a:endCxn id="24607" idx="1"/>
          </p:cNvCxnSpPr>
          <p:nvPr/>
        </p:nvCxnSpPr>
        <p:spPr>
          <a:xfrm flipH="1">
            <a:off x="3321050" y="3924300"/>
            <a:ext cx="1447800" cy="1588"/>
          </a:xfrm>
          <a:prstGeom prst="line">
            <a:avLst/>
          </a:prstGeom>
          <a:ln>
            <a:solidFill>
              <a:schemeClr val="accent2">
                <a:lumMod val="75000"/>
              </a:schemeClr>
            </a:solidFill>
          </a:ln>
        </p:spPr>
        <p:style>
          <a:lnRef idx="3">
            <a:schemeClr val="accent6"/>
          </a:lnRef>
          <a:fillRef idx="0">
            <a:schemeClr val="accent6"/>
          </a:fillRef>
          <a:effectRef idx="2">
            <a:schemeClr val="accent6"/>
          </a:effectRef>
          <a:fontRef idx="minor">
            <a:schemeClr val="tx1"/>
          </a:fontRef>
        </p:style>
      </p:cxnSp>
      <p:cxnSp>
        <p:nvCxnSpPr>
          <p:cNvPr id="229" name="直接连接符 228">
            <a:extLst>
              <a:ext uri="{FF2B5EF4-FFF2-40B4-BE49-F238E27FC236}">
                <a16:creationId xmlns:a16="http://schemas.microsoft.com/office/drawing/2014/main" id="{7E061997-8C84-4C2F-8378-380BBA7907E6}"/>
              </a:ext>
            </a:extLst>
          </p:cNvPr>
          <p:cNvCxnSpPr>
            <a:stCxn id="24668" idx="2"/>
            <a:endCxn id="24609" idx="1"/>
          </p:cNvCxnSpPr>
          <p:nvPr/>
        </p:nvCxnSpPr>
        <p:spPr>
          <a:xfrm flipH="1">
            <a:off x="2563813" y="4524375"/>
            <a:ext cx="2247900" cy="1588"/>
          </a:xfrm>
          <a:prstGeom prst="line">
            <a:avLst/>
          </a:prstGeom>
          <a:ln>
            <a:solidFill>
              <a:schemeClr val="accent2">
                <a:lumMod val="75000"/>
              </a:schemeClr>
            </a:solidFill>
          </a:ln>
        </p:spPr>
        <p:style>
          <a:lnRef idx="3">
            <a:schemeClr val="accent6"/>
          </a:lnRef>
          <a:fillRef idx="0">
            <a:schemeClr val="accent6"/>
          </a:fillRef>
          <a:effectRef idx="2">
            <a:schemeClr val="accent6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8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5" grpId="0" autoUpdateAnimBg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Text Box 2">
            <a:extLst>
              <a:ext uri="{FF2B5EF4-FFF2-40B4-BE49-F238E27FC236}">
                <a16:creationId xmlns:a16="http://schemas.microsoft.com/office/drawing/2014/main" id="{D8C2575C-8C0A-4F0D-937E-380EF0FBBA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487363"/>
            <a:ext cx="7924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2.SRAM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芯片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507" name="Text Box 3">
            <a:extLst>
              <a:ext uri="{FF2B5EF4-FFF2-40B4-BE49-F238E27FC236}">
                <a16:creationId xmlns:a16="http://schemas.microsoft.com/office/drawing/2014/main" id="{B1B1258F-BB75-4554-8BE5-E32AE446F2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173163"/>
            <a:ext cx="6934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① Intel 2114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外特性</a:t>
            </a:r>
          </a:p>
        </p:txBody>
      </p:sp>
      <p:sp>
        <p:nvSpPr>
          <p:cNvPr id="21508" name="Text Box 4">
            <a:extLst>
              <a:ext uri="{FF2B5EF4-FFF2-40B4-BE49-F238E27FC236}">
                <a16:creationId xmlns:a16="http://schemas.microsoft.com/office/drawing/2014/main" id="{C7291A77-1C1F-41D5-B1C4-CE4545D34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525" y="4953000"/>
            <a:ext cx="1409700" cy="893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存储容量</a:t>
            </a: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1K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en-US" altLang="zh-CN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位</a:t>
            </a:r>
          </a:p>
        </p:txBody>
      </p:sp>
      <p:sp>
        <p:nvSpPr>
          <p:cNvPr id="25606" name="Rectangle 6">
            <a:extLst>
              <a:ext uri="{FF2B5EF4-FFF2-40B4-BE49-F238E27FC236}">
                <a16:creationId xmlns:a16="http://schemas.microsoft.com/office/drawing/2014/main" id="{903A253B-DA31-4D21-BCA9-D316C048E1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8975" y="4729163"/>
            <a:ext cx="18415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zh-CN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宋体" panose="02010600030101010101" pitchFamily="2" charset="-122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" name="Group 8">
            <a:extLst>
              <a:ext uri="{FF2B5EF4-FFF2-40B4-BE49-F238E27FC236}">
                <a16:creationId xmlns:a16="http://schemas.microsoft.com/office/drawing/2014/main" id="{5F58B413-36ED-4AB6-8630-9AAEB4659899}"/>
              </a:ext>
            </a:extLst>
          </p:cNvPr>
          <p:cNvGrpSpPr>
            <a:grpSpLocks/>
          </p:cNvGrpSpPr>
          <p:nvPr/>
        </p:nvGrpSpPr>
        <p:grpSpPr bwMode="auto">
          <a:xfrm>
            <a:off x="514350" y="2286000"/>
            <a:ext cx="7407275" cy="4095750"/>
            <a:chOff x="324" y="1440"/>
            <a:chExt cx="4666" cy="2580"/>
          </a:xfrm>
        </p:grpSpPr>
        <p:sp>
          <p:nvSpPr>
            <p:cNvPr id="25609" name="Line 9">
              <a:extLst>
                <a:ext uri="{FF2B5EF4-FFF2-40B4-BE49-F238E27FC236}">
                  <a16:creationId xmlns:a16="http://schemas.microsoft.com/office/drawing/2014/main" id="{207FEDCB-9912-4EE6-B8F2-DD821F526B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02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0" name="Line 10">
              <a:extLst>
                <a:ext uri="{FF2B5EF4-FFF2-40B4-BE49-F238E27FC236}">
                  <a16:creationId xmlns:a16="http://schemas.microsoft.com/office/drawing/2014/main" id="{91EE7584-68F3-4479-85D5-E80AE4D5DD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26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1" name="Line 11">
              <a:extLst>
                <a:ext uri="{FF2B5EF4-FFF2-40B4-BE49-F238E27FC236}">
                  <a16:creationId xmlns:a16="http://schemas.microsoft.com/office/drawing/2014/main" id="{42E9AE8D-0E64-445A-B9CE-BAE99070B7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50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2" name="Line 12">
              <a:extLst>
                <a:ext uri="{FF2B5EF4-FFF2-40B4-BE49-F238E27FC236}">
                  <a16:creationId xmlns:a16="http://schemas.microsoft.com/office/drawing/2014/main" id="{B6F9BD33-8A69-4344-A8AA-F1FA5CBE70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74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5613" name="Group 13">
              <a:extLst>
                <a:ext uri="{FF2B5EF4-FFF2-40B4-BE49-F238E27FC236}">
                  <a16:creationId xmlns:a16="http://schemas.microsoft.com/office/drawing/2014/main" id="{311B6BB6-615A-42AA-87EC-EF83A97C41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" y="1440"/>
              <a:ext cx="4666" cy="2580"/>
              <a:chOff x="324" y="1440"/>
              <a:chExt cx="4666" cy="2580"/>
            </a:xfrm>
          </p:grpSpPr>
          <p:sp>
            <p:nvSpPr>
              <p:cNvPr id="25614" name="Text Box 14">
                <a:extLst>
                  <a:ext uri="{FF2B5EF4-FFF2-40B4-BE49-F238E27FC236}">
                    <a16:creationId xmlns:a16="http://schemas.microsoft.com/office/drawing/2014/main" id="{4EBF81D5-7B01-4771-9DDE-A4A4F1A9C6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12" y="185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</a:p>
            </p:txBody>
          </p:sp>
          <p:sp>
            <p:nvSpPr>
              <p:cNvPr id="25615" name="Text Box 15">
                <a:extLst>
                  <a:ext uri="{FF2B5EF4-FFF2-40B4-BE49-F238E27FC236}">
                    <a16:creationId xmlns:a16="http://schemas.microsoft.com/office/drawing/2014/main" id="{7044C38D-7A78-4A75-A64E-A348B09516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00" y="194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25616" name="Text Box 16">
                <a:extLst>
                  <a:ext uri="{FF2B5EF4-FFF2-40B4-BE49-F238E27FC236}">
                    <a16:creationId xmlns:a16="http://schemas.microsoft.com/office/drawing/2014/main" id="{AEA56D5B-3EB3-4D9C-A1FF-68DA2C91BC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22" y="209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</a:p>
            </p:txBody>
          </p:sp>
          <p:sp>
            <p:nvSpPr>
              <p:cNvPr id="25617" name="Text Box 17">
                <a:extLst>
                  <a:ext uri="{FF2B5EF4-FFF2-40B4-BE49-F238E27FC236}">
                    <a16:creationId xmlns:a16="http://schemas.microsoft.com/office/drawing/2014/main" id="{1102BCFF-4633-406F-A6CF-0699C8CF62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0" y="218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25618" name="Text Box 18">
                <a:extLst>
                  <a:ext uri="{FF2B5EF4-FFF2-40B4-BE49-F238E27FC236}">
                    <a16:creationId xmlns:a16="http://schemas.microsoft.com/office/drawing/2014/main" id="{84175276-35A9-4D46-A5F2-F046544A26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22" y="233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</a:p>
            </p:txBody>
          </p:sp>
          <p:sp>
            <p:nvSpPr>
              <p:cNvPr id="25619" name="Text Box 19">
                <a:extLst>
                  <a:ext uri="{FF2B5EF4-FFF2-40B4-BE49-F238E27FC236}">
                    <a16:creationId xmlns:a16="http://schemas.microsoft.com/office/drawing/2014/main" id="{4DA84749-A4C0-43A9-87AF-573444A3D7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0" y="242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25620" name="Text Box 20">
                <a:extLst>
                  <a:ext uri="{FF2B5EF4-FFF2-40B4-BE49-F238E27FC236}">
                    <a16:creationId xmlns:a16="http://schemas.microsoft.com/office/drawing/2014/main" id="{0824C7E0-5499-4ACE-8ABE-F3FC189DD3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22" y="257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</a:p>
            </p:txBody>
          </p:sp>
          <p:sp>
            <p:nvSpPr>
              <p:cNvPr id="25621" name="Text Box 21">
                <a:extLst>
                  <a:ext uri="{FF2B5EF4-FFF2-40B4-BE49-F238E27FC236}">
                    <a16:creationId xmlns:a16="http://schemas.microsoft.com/office/drawing/2014/main" id="{193F766C-A067-48FE-AEB1-F486910AF9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0" y="266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grpSp>
            <p:nvGrpSpPr>
              <p:cNvPr id="25622" name="Group 22">
                <a:extLst>
                  <a:ext uri="{FF2B5EF4-FFF2-40B4-BE49-F238E27FC236}">
                    <a16:creationId xmlns:a16="http://schemas.microsoft.com/office/drawing/2014/main" id="{35F0A157-1C89-4C43-8785-32B51337E3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4" y="1440"/>
                <a:ext cx="3468" cy="2580"/>
                <a:chOff x="324" y="1440"/>
                <a:chExt cx="3468" cy="2580"/>
              </a:xfrm>
            </p:grpSpPr>
            <p:sp>
              <p:nvSpPr>
                <p:cNvPr id="25623" name="Line 23">
                  <a:extLst>
                    <a:ext uri="{FF2B5EF4-FFF2-40B4-BE49-F238E27FC236}">
                      <a16:creationId xmlns:a16="http://schemas.microsoft.com/office/drawing/2014/main" id="{DDD83963-D46D-414C-A129-DB9073D291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60" y="2023"/>
                  <a:ext cx="72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5624" name="Line 24">
                  <a:extLst>
                    <a:ext uri="{FF2B5EF4-FFF2-40B4-BE49-F238E27FC236}">
                      <a16:creationId xmlns:a16="http://schemas.microsoft.com/office/drawing/2014/main" id="{87E5180F-FF6D-449C-89BC-22204BC07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60" y="2263"/>
                  <a:ext cx="72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5625" name="Line 25">
                  <a:extLst>
                    <a:ext uri="{FF2B5EF4-FFF2-40B4-BE49-F238E27FC236}">
                      <a16:creationId xmlns:a16="http://schemas.microsoft.com/office/drawing/2014/main" id="{E80B9CD3-3B6B-4722-8FCD-0F26FD2A31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60" y="3127"/>
                  <a:ext cx="72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25626" name="Group 26">
                  <a:extLst>
                    <a:ext uri="{FF2B5EF4-FFF2-40B4-BE49-F238E27FC236}">
                      <a16:creationId xmlns:a16="http://schemas.microsoft.com/office/drawing/2014/main" id="{1286C765-6AAE-4C8B-9A59-0A9555635B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72" y="1536"/>
                  <a:ext cx="48" cy="336"/>
                  <a:chOff x="1872" y="1462"/>
                  <a:chExt cx="48" cy="336"/>
                </a:xfrm>
              </p:grpSpPr>
              <p:sp>
                <p:nvSpPr>
                  <p:cNvPr id="25651" name="Oval 27">
                    <a:extLst>
                      <a:ext uri="{FF2B5EF4-FFF2-40B4-BE49-F238E27FC236}">
                        <a16:creationId xmlns:a16="http://schemas.microsoft.com/office/drawing/2014/main" id="{254BF468-19C3-48E4-B6AF-81A6225817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750"/>
                    <a:ext cx="48" cy="48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52" name="Line 28">
                    <a:extLst>
                      <a:ext uri="{FF2B5EF4-FFF2-40B4-BE49-F238E27FC236}">
                        <a16:creationId xmlns:a16="http://schemas.microsoft.com/office/drawing/2014/main" id="{71A40DC3-B385-4833-BDF5-02B58FA5A6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97" y="1462"/>
                    <a:ext cx="0" cy="288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25627" name="Group 29">
                  <a:extLst>
                    <a:ext uri="{FF2B5EF4-FFF2-40B4-BE49-F238E27FC236}">
                      <a16:creationId xmlns:a16="http://schemas.microsoft.com/office/drawing/2014/main" id="{99F09FD5-063A-4C8C-89C8-A515D31B455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12" y="1536"/>
                  <a:ext cx="48" cy="336"/>
                  <a:chOff x="3312" y="1488"/>
                  <a:chExt cx="48" cy="336"/>
                </a:xfrm>
              </p:grpSpPr>
              <p:sp>
                <p:nvSpPr>
                  <p:cNvPr id="25649" name="Oval 30">
                    <a:extLst>
                      <a:ext uri="{FF2B5EF4-FFF2-40B4-BE49-F238E27FC236}">
                        <a16:creationId xmlns:a16="http://schemas.microsoft.com/office/drawing/2014/main" id="{E60B80FE-B7FE-4759-9321-79714D564F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776"/>
                    <a:ext cx="48" cy="48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50" name="Line 31">
                    <a:extLst>
                      <a:ext uri="{FF2B5EF4-FFF2-40B4-BE49-F238E27FC236}">
                        <a16:creationId xmlns:a16="http://schemas.microsoft.com/office/drawing/2014/main" id="{6FF78E90-76C1-47E0-8752-9235A7E867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7" y="1488"/>
                    <a:ext cx="0" cy="288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25628" name="Text Box 32">
                  <a:extLst>
                    <a:ext uri="{FF2B5EF4-FFF2-40B4-BE49-F238E27FC236}">
                      <a16:creationId xmlns:a16="http://schemas.microsoft.com/office/drawing/2014/main" id="{9DCBEE89-A687-4D62-9CEA-B83B3F08C1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4" y="180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</a:p>
              </p:txBody>
            </p:sp>
            <p:sp>
              <p:nvSpPr>
                <p:cNvPr id="25629" name="Text Box 33">
                  <a:extLst>
                    <a:ext uri="{FF2B5EF4-FFF2-40B4-BE49-F238E27FC236}">
                      <a16:creationId xmlns:a16="http://schemas.microsoft.com/office/drawing/2014/main" id="{6ABCBE2E-9211-460E-9D9C-F88E3FEB5BC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0" y="3094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25630" name="Text Box 34">
                  <a:extLst>
                    <a:ext uri="{FF2B5EF4-FFF2-40B4-BE49-F238E27FC236}">
                      <a16:creationId xmlns:a16="http://schemas.microsoft.com/office/drawing/2014/main" id="{1942D32D-C94B-45C1-9C38-F46232A2DD0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4" y="2085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</a:p>
              </p:txBody>
            </p:sp>
            <p:sp>
              <p:nvSpPr>
                <p:cNvPr id="25631" name="Text Box 35">
                  <a:extLst>
                    <a:ext uri="{FF2B5EF4-FFF2-40B4-BE49-F238E27FC236}">
                      <a16:creationId xmlns:a16="http://schemas.microsoft.com/office/drawing/2014/main" id="{3154E569-5F93-416C-A869-20B7E93671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4" y="2179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8</a:t>
                  </a:r>
                </a:p>
              </p:txBody>
            </p:sp>
            <p:sp>
              <p:nvSpPr>
                <p:cNvPr id="25632" name="Text Box 36">
                  <a:extLst>
                    <a:ext uri="{FF2B5EF4-FFF2-40B4-BE49-F238E27FC236}">
                      <a16:creationId xmlns:a16="http://schemas.microsoft.com/office/drawing/2014/main" id="{4FB1FAAD-900C-4CFA-A00B-958B533A249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4" y="2961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</a:p>
              </p:txBody>
            </p:sp>
            <p:sp>
              <p:nvSpPr>
                <p:cNvPr id="25633" name="Text Box 37">
                  <a:extLst>
                    <a:ext uri="{FF2B5EF4-FFF2-40B4-BE49-F238E27FC236}">
                      <a16:creationId xmlns:a16="http://schemas.microsoft.com/office/drawing/2014/main" id="{5E1456C8-17E7-4BEA-9605-665087AAD4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0" y="1894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9</a:t>
                  </a:r>
                </a:p>
              </p:txBody>
            </p:sp>
            <p:grpSp>
              <p:nvGrpSpPr>
                <p:cNvPr id="25634" name="Group 38">
                  <a:extLst>
                    <a:ext uri="{FF2B5EF4-FFF2-40B4-BE49-F238E27FC236}">
                      <a16:creationId xmlns:a16="http://schemas.microsoft.com/office/drawing/2014/main" id="{0D1237AA-E8D6-4100-9398-1F80ADE927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36" y="1440"/>
                  <a:ext cx="436" cy="288"/>
                  <a:chOff x="1436" y="1440"/>
                  <a:chExt cx="436" cy="288"/>
                </a:xfrm>
              </p:grpSpPr>
              <p:sp>
                <p:nvSpPr>
                  <p:cNvPr id="25647" name="Text Box 39">
                    <a:extLst>
                      <a:ext uri="{FF2B5EF4-FFF2-40B4-BE49-F238E27FC236}">
                        <a16:creationId xmlns:a16="http://schemas.microsoft.com/office/drawing/2014/main" id="{18490FD8-E615-4E69-9057-D4D9AEBC8DD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36" y="1440"/>
                    <a:ext cx="436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WE</a:t>
                    </a:r>
                  </a:p>
                </p:txBody>
              </p:sp>
              <p:sp>
                <p:nvSpPr>
                  <p:cNvPr id="25648" name="Freeform 40">
                    <a:extLst>
                      <a:ext uri="{FF2B5EF4-FFF2-40B4-BE49-F238E27FC236}">
                        <a16:creationId xmlns:a16="http://schemas.microsoft.com/office/drawing/2014/main" id="{CD30473E-34B3-44CB-BAF2-6D94CC4C00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84" y="1487"/>
                    <a:ext cx="348" cy="1"/>
                  </a:xfrm>
                  <a:custGeom>
                    <a:avLst/>
                    <a:gdLst>
                      <a:gd name="T0" fmla="*/ 0 w 348"/>
                      <a:gd name="T1" fmla="*/ 0 h 1"/>
                      <a:gd name="T2" fmla="*/ 348 w 348"/>
                      <a:gd name="T3" fmla="*/ 0 h 1"/>
                      <a:gd name="T4" fmla="*/ 0 60000 65536"/>
                      <a:gd name="T5" fmla="*/ 0 60000 65536"/>
                      <a:gd name="T6" fmla="*/ 0 w 348"/>
                      <a:gd name="T7" fmla="*/ 0 h 1"/>
                      <a:gd name="T8" fmla="*/ 348 w 34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48" h="1">
                        <a:moveTo>
                          <a:pt x="0" y="0"/>
                        </a:moveTo>
                        <a:lnTo>
                          <a:pt x="348" y="0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25635" name="Group 41">
                  <a:extLst>
                    <a:ext uri="{FF2B5EF4-FFF2-40B4-BE49-F238E27FC236}">
                      <a16:creationId xmlns:a16="http://schemas.microsoft.com/office/drawing/2014/main" id="{BEB7144E-5DF6-4B65-98A9-47FF276099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02" y="1440"/>
                  <a:ext cx="362" cy="288"/>
                  <a:chOff x="2902" y="1440"/>
                  <a:chExt cx="362" cy="288"/>
                </a:xfrm>
              </p:grpSpPr>
              <p:sp>
                <p:nvSpPr>
                  <p:cNvPr id="25645" name="Text Box 42">
                    <a:extLst>
                      <a:ext uri="{FF2B5EF4-FFF2-40B4-BE49-F238E27FC236}">
                        <a16:creationId xmlns:a16="http://schemas.microsoft.com/office/drawing/2014/main" id="{B5712DCE-7429-4AD0-A899-1885B06A239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02" y="1440"/>
                    <a:ext cx="362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CS</a:t>
                    </a:r>
                  </a:p>
                </p:txBody>
              </p:sp>
              <p:sp>
                <p:nvSpPr>
                  <p:cNvPr id="25646" name="Line 43">
                    <a:extLst>
                      <a:ext uri="{FF2B5EF4-FFF2-40B4-BE49-F238E27FC236}">
                        <a16:creationId xmlns:a16="http://schemas.microsoft.com/office/drawing/2014/main" id="{E2509EBB-1964-4BE4-AAC2-F8325744DE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938" y="1488"/>
                    <a:ext cx="288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25636" name="Group 44">
                  <a:extLst>
                    <a:ext uri="{FF2B5EF4-FFF2-40B4-BE49-F238E27FC236}">
                      <a16:creationId xmlns:a16="http://schemas.microsoft.com/office/drawing/2014/main" id="{5038C1E8-DAA1-4D5B-9C34-F43260F421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15" y="3312"/>
                  <a:ext cx="1910" cy="708"/>
                  <a:chOff x="1715" y="3312"/>
                  <a:chExt cx="1910" cy="708"/>
                </a:xfrm>
              </p:grpSpPr>
              <p:sp>
                <p:nvSpPr>
                  <p:cNvPr id="25641" name="Line 45">
                    <a:extLst>
                      <a:ext uri="{FF2B5EF4-FFF2-40B4-BE49-F238E27FC236}">
                        <a16:creationId xmlns:a16="http://schemas.microsoft.com/office/drawing/2014/main" id="{238EF44C-690D-41BE-9E02-CC8534E232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920" y="3312"/>
                    <a:ext cx="0" cy="432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42" name="Line 46">
                    <a:extLst>
                      <a:ext uri="{FF2B5EF4-FFF2-40B4-BE49-F238E27FC236}">
                        <a16:creationId xmlns:a16="http://schemas.microsoft.com/office/drawing/2014/main" id="{8BAD79CD-603E-4D5B-9300-F04AEA9306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60" y="3312"/>
                    <a:ext cx="0" cy="432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43" name="Text Box 47">
                    <a:extLst>
                      <a:ext uri="{FF2B5EF4-FFF2-40B4-BE49-F238E27FC236}">
                        <a16:creationId xmlns:a16="http://schemas.microsoft.com/office/drawing/2014/main" id="{38BAD258-C89A-43C4-96FB-9D48888086B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15" y="3732"/>
                    <a:ext cx="394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V</a:t>
                    </a:r>
                    <a:r>
                      <a:rPr kumimoji="1" lang="en-US" altLang="zh-CN" sz="2000" b="1" i="0" u="none" strike="noStrike" kern="1200" cap="none" spc="0" normalizeH="0" baseline="-2500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CC</a:t>
                    </a:r>
                  </a:p>
                </p:txBody>
              </p:sp>
              <p:sp>
                <p:nvSpPr>
                  <p:cNvPr id="25644" name="Text Box 48">
                    <a:extLst>
                      <a:ext uri="{FF2B5EF4-FFF2-40B4-BE49-F238E27FC236}">
                        <a16:creationId xmlns:a16="http://schemas.microsoft.com/office/drawing/2014/main" id="{5DADDB5C-3DCA-47FF-B639-4EFF1387AED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082" y="3732"/>
                    <a:ext cx="54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GND</a:t>
                    </a:r>
                  </a:p>
                </p:txBody>
              </p:sp>
            </p:grpSp>
            <p:grpSp>
              <p:nvGrpSpPr>
                <p:cNvPr id="25637" name="Group 49">
                  <a:extLst>
                    <a:ext uri="{FF2B5EF4-FFF2-40B4-BE49-F238E27FC236}">
                      <a16:creationId xmlns:a16="http://schemas.microsoft.com/office/drawing/2014/main" id="{3DB010B3-2AE1-4B81-BF74-6133C5AE20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872"/>
                  <a:ext cx="2400" cy="1447"/>
                  <a:chOff x="1680" y="1968"/>
                  <a:chExt cx="2400" cy="1447"/>
                </a:xfrm>
              </p:grpSpPr>
              <p:sp>
                <p:nvSpPr>
                  <p:cNvPr id="25639" name="Rectangle 50">
                    <a:extLst>
                      <a:ext uri="{FF2B5EF4-FFF2-40B4-BE49-F238E27FC236}">
                        <a16:creationId xmlns:a16="http://schemas.microsoft.com/office/drawing/2014/main" id="{8117F5BD-9829-4516-929D-A48CB71E94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968"/>
                    <a:ext cx="2400" cy="1447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40" name="Text Box 51">
                    <a:extLst>
                      <a:ext uri="{FF2B5EF4-FFF2-40B4-BE49-F238E27FC236}">
                        <a16:creationId xmlns:a16="http://schemas.microsoft.com/office/drawing/2014/main" id="{8DC69501-1E74-422C-9A9C-15847D33A99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78" y="2509"/>
                    <a:ext cx="1204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Intel 2114</a:t>
                    </a:r>
                  </a:p>
                </p:txBody>
              </p:sp>
            </p:grpSp>
            <p:sp>
              <p:nvSpPr>
                <p:cNvPr id="25638" name="Text Box 52">
                  <a:extLst>
                    <a:ext uri="{FF2B5EF4-FFF2-40B4-BE49-F238E27FC236}">
                      <a16:creationId xmlns:a16="http://schemas.microsoft.com/office/drawing/2014/main" id="{1ADB2F47-35BF-47B6-9077-9A3F17B4DC5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730" y="2468"/>
                  <a:ext cx="363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  <a:endPara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1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1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07" grpId="0" autoUpdateAnimBg="0"/>
      <p:bldP spid="21508" grpId="0" autoUpdateAnimBg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Text Box 2">
            <a:extLst>
              <a:ext uri="{FF2B5EF4-FFF2-40B4-BE49-F238E27FC236}">
                <a16:creationId xmlns:a16="http://schemas.microsoft.com/office/drawing/2014/main" id="{D8C2575C-8C0A-4F0D-937E-380EF0FBBA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781" y="537"/>
            <a:ext cx="7924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2.SRAM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芯片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507" name="Text Box 3">
            <a:extLst>
              <a:ext uri="{FF2B5EF4-FFF2-40B4-BE49-F238E27FC236}">
                <a16:creationId xmlns:a16="http://schemas.microsoft.com/office/drawing/2014/main" id="{B1B1258F-BB75-4554-8BE5-E32AE446F2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150" y="497045"/>
            <a:ext cx="6934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②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 Intel 2114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内部结构</a:t>
            </a:r>
          </a:p>
        </p:txBody>
      </p:sp>
      <p:grpSp>
        <p:nvGrpSpPr>
          <p:cNvPr id="52" name="组合 51">
            <a:extLst>
              <a:ext uri="{FF2B5EF4-FFF2-40B4-BE49-F238E27FC236}">
                <a16:creationId xmlns:a16="http://schemas.microsoft.com/office/drawing/2014/main" id="{53692C7A-07AD-43FA-9370-25D3638DDFA7}"/>
              </a:ext>
            </a:extLst>
          </p:cNvPr>
          <p:cNvGrpSpPr/>
          <p:nvPr/>
        </p:nvGrpSpPr>
        <p:grpSpPr>
          <a:xfrm>
            <a:off x="5906553" y="4201790"/>
            <a:ext cx="283124" cy="860412"/>
            <a:chOff x="7082588" y="3822392"/>
            <a:chExt cx="283124" cy="860412"/>
          </a:xfrm>
        </p:grpSpPr>
        <p:grpSp>
          <p:nvGrpSpPr>
            <p:cNvPr id="53" name="组合 52">
              <a:extLst>
                <a:ext uri="{FF2B5EF4-FFF2-40B4-BE49-F238E27FC236}">
                  <a16:creationId xmlns:a16="http://schemas.microsoft.com/office/drawing/2014/main" id="{0C9B483D-2C73-4F09-ADAB-844F86BE719F}"/>
                </a:ext>
              </a:extLst>
            </p:cNvPr>
            <p:cNvGrpSpPr/>
            <p:nvPr/>
          </p:nvGrpSpPr>
          <p:grpSpPr>
            <a:xfrm rot="16200000">
              <a:off x="6793944" y="4111036"/>
              <a:ext cx="860412" cy="283124"/>
              <a:chOff x="927031" y="1579636"/>
              <a:chExt cx="860412" cy="283124"/>
            </a:xfrm>
          </p:grpSpPr>
          <p:sp>
            <p:nvSpPr>
              <p:cNvPr id="55" name="等腰三角形 54">
                <a:extLst>
                  <a:ext uri="{FF2B5EF4-FFF2-40B4-BE49-F238E27FC236}">
                    <a16:creationId xmlns:a16="http://schemas.microsoft.com/office/drawing/2014/main" id="{9BBD9939-332D-4715-A1CD-CBE5932D85DB}"/>
                  </a:ext>
                </a:extLst>
              </p:cNvPr>
              <p:cNvSpPr/>
              <p:nvPr/>
            </p:nvSpPr>
            <p:spPr>
              <a:xfrm rot="5400000" flipH="1">
                <a:off x="1051482" y="1613255"/>
                <a:ext cx="283124" cy="215885"/>
              </a:xfrm>
              <a:prstGeom prst="triangle">
                <a:avLst/>
              </a:prstGeom>
              <a:solidFill>
                <a:srgbClr val="FFD966"/>
              </a:solidFill>
              <a:ln w="31750">
                <a:solidFill>
                  <a:srgbClr val="000000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E7E6E6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56" name="直接连接符 55">
                <a:extLst>
                  <a:ext uri="{FF2B5EF4-FFF2-40B4-BE49-F238E27FC236}">
                    <a16:creationId xmlns:a16="http://schemas.microsoft.com/office/drawing/2014/main" id="{ADAF271F-57AB-43FE-B4F3-880FE4C9CAA5}"/>
                  </a:ext>
                </a:extLst>
              </p:cNvPr>
              <p:cNvCxnSpPr/>
              <p:nvPr/>
            </p:nvCxnSpPr>
            <p:spPr>
              <a:xfrm rot="5400000" flipV="1">
                <a:off x="1471872" y="1347923"/>
                <a:ext cx="0" cy="575936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57" name="直接连接符 56">
                <a:extLst>
                  <a:ext uri="{FF2B5EF4-FFF2-40B4-BE49-F238E27FC236}">
                    <a16:creationId xmlns:a16="http://schemas.microsoft.com/office/drawing/2014/main" id="{18AD781A-CDF7-4290-9A9A-5B5BA80642EC}"/>
                  </a:ext>
                </a:extLst>
              </p:cNvPr>
              <p:cNvCxnSpPr/>
              <p:nvPr/>
            </p:nvCxnSpPr>
            <p:spPr>
              <a:xfrm rot="5400000" flipV="1">
                <a:off x="1528329" y="1545956"/>
                <a:ext cx="0" cy="518228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58" name="直接连接符 57">
                <a:extLst>
                  <a:ext uri="{FF2B5EF4-FFF2-40B4-BE49-F238E27FC236}">
                    <a16:creationId xmlns:a16="http://schemas.microsoft.com/office/drawing/2014/main" id="{D81F54BB-9268-4471-A347-B46C514A2DC4}"/>
                  </a:ext>
                </a:extLst>
              </p:cNvPr>
              <p:cNvCxnSpPr/>
              <p:nvPr/>
            </p:nvCxnSpPr>
            <p:spPr>
              <a:xfrm rot="5400000" flipV="1">
                <a:off x="995364" y="1650455"/>
                <a:ext cx="0" cy="136666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</p:grpSp>
        <p:sp>
          <p:nvSpPr>
            <p:cNvPr id="54" name="椭圆 53">
              <a:extLst>
                <a:ext uri="{FF2B5EF4-FFF2-40B4-BE49-F238E27FC236}">
                  <a16:creationId xmlns:a16="http://schemas.microsoft.com/office/drawing/2014/main" id="{CF68D0AD-1DDE-46A7-BB0D-BB89CC4DF067}"/>
                </a:ext>
              </a:extLst>
            </p:cNvPr>
            <p:cNvSpPr/>
            <p:nvPr/>
          </p:nvSpPr>
          <p:spPr>
            <a:xfrm>
              <a:off x="7272983" y="4333350"/>
              <a:ext cx="64466" cy="64466"/>
            </a:xfrm>
            <a:prstGeom prst="ellipse">
              <a:avLst/>
            </a:prstGeom>
            <a:solidFill>
              <a:sysClr val="window" lastClr="FFFFFF"/>
            </a:solidFill>
            <a:ln w="19050" cap="sq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9" name="组合 58">
            <a:extLst>
              <a:ext uri="{FF2B5EF4-FFF2-40B4-BE49-F238E27FC236}">
                <a16:creationId xmlns:a16="http://schemas.microsoft.com/office/drawing/2014/main" id="{83F17DE1-B1CE-43F8-8622-4B1BB70100D7}"/>
              </a:ext>
            </a:extLst>
          </p:cNvPr>
          <p:cNvGrpSpPr/>
          <p:nvPr/>
        </p:nvGrpSpPr>
        <p:grpSpPr>
          <a:xfrm>
            <a:off x="6287498" y="4201790"/>
            <a:ext cx="283124" cy="860412"/>
            <a:chOff x="7463533" y="3822392"/>
            <a:chExt cx="283124" cy="860412"/>
          </a:xfrm>
        </p:grpSpPr>
        <p:grpSp>
          <p:nvGrpSpPr>
            <p:cNvPr id="60" name="组合 59">
              <a:extLst>
                <a:ext uri="{FF2B5EF4-FFF2-40B4-BE49-F238E27FC236}">
                  <a16:creationId xmlns:a16="http://schemas.microsoft.com/office/drawing/2014/main" id="{4243BBC4-2787-4C7E-8244-AD5FA3BD0E94}"/>
                </a:ext>
              </a:extLst>
            </p:cNvPr>
            <p:cNvGrpSpPr/>
            <p:nvPr/>
          </p:nvGrpSpPr>
          <p:grpSpPr>
            <a:xfrm rot="16200000">
              <a:off x="7174889" y="4111036"/>
              <a:ext cx="860412" cy="283124"/>
              <a:chOff x="927031" y="1579636"/>
              <a:chExt cx="860412" cy="283124"/>
            </a:xfrm>
          </p:grpSpPr>
          <p:sp>
            <p:nvSpPr>
              <p:cNvPr id="62" name="等腰三角形 61">
                <a:extLst>
                  <a:ext uri="{FF2B5EF4-FFF2-40B4-BE49-F238E27FC236}">
                    <a16:creationId xmlns:a16="http://schemas.microsoft.com/office/drawing/2014/main" id="{D5F4D71C-9B7C-4E56-A751-FBEB2FB57DC0}"/>
                  </a:ext>
                </a:extLst>
              </p:cNvPr>
              <p:cNvSpPr/>
              <p:nvPr/>
            </p:nvSpPr>
            <p:spPr>
              <a:xfrm rot="5400000" flipH="1">
                <a:off x="1051482" y="1613255"/>
                <a:ext cx="283124" cy="215885"/>
              </a:xfrm>
              <a:prstGeom prst="triangle">
                <a:avLst/>
              </a:prstGeom>
              <a:solidFill>
                <a:srgbClr val="FFD966"/>
              </a:solidFill>
              <a:ln w="31750">
                <a:solidFill>
                  <a:srgbClr val="000000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E7E6E6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63" name="直接连接符 62">
                <a:extLst>
                  <a:ext uri="{FF2B5EF4-FFF2-40B4-BE49-F238E27FC236}">
                    <a16:creationId xmlns:a16="http://schemas.microsoft.com/office/drawing/2014/main" id="{EFB34E36-C166-45ED-85FB-E32CEAEC1BA0}"/>
                  </a:ext>
                </a:extLst>
              </p:cNvPr>
              <p:cNvCxnSpPr/>
              <p:nvPr/>
            </p:nvCxnSpPr>
            <p:spPr>
              <a:xfrm rot="5400000" flipV="1">
                <a:off x="1471872" y="1347923"/>
                <a:ext cx="0" cy="575936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64" name="直接连接符 63">
                <a:extLst>
                  <a:ext uri="{FF2B5EF4-FFF2-40B4-BE49-F238E27FC236}">
                    <a16:creationId xmlns:a16="http://schemas.microsoft.com/office/drawing/2014/main" id="{595B6224-8850-4764-86D4-BAF28923A99E}"/>
                  </a:ext>
                </a:extLst>
              </p:cNvPr>
              <p:cNvCxnSpPr/>
              <p:nvPr/>
            </p:nvCxnSpPr>
            <p:spPr>
              <a:xfrm rot="5400000" flipV="1">
                <a:off x="1528329" y="1545956"/>
                <a:ext cx="0" cy="518228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65" name="直接连接符 64">
                <a:extLst>
                  <a:ext uri="{FF2B5EF4-FFF2-40B4-BE49-F238E27FC236}">
                    <a16:creationId xmlns:a16="http://schemas.microsoft.com/office/drawing/2014/main" id="{15DF5654-8FFE-41D2-9E8B-3509667A89A1}"/>
                  </a:ext>
                </a:extLst>
              </p:cNvPr>
              <p:cNvCxnSpPr/>
              <p:nvPr/>
            </p:nvCxnSpPr>
            <p:spPr>
              <a:xfrm rot="5400000" flipV="1">
                <a:off x="995364" y="1650455"/>
                <a:ext cx="0" cy="136666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</p:grpSp>
        <p:sp>
          <p:nvSpPr>
            <p:cNvPr id="61" name="椭圆 60">
              <a:extLst>
                <a:ext uri="{FF2B5EF4-FFF2-40B4-BE49-F238E27FC236}">
                  <a16:creationId xmlns:a16="http://schemas.microsoft.com/office/drawing/2014/main" id="{BEF4D0F7-ED44-43CA-92CE-618E2CB46C44}"/>
                </a:ext>
              </a:extLst>
            </p:cNvPr>
            <p:cNvSpPr/>
            <p:nvPr/>
          </p:nvSpPr>
          <p:spPr>
            <a:xfrm>
              <a:off x="7653982" y="4338105"/>
              <a:ext cx="64466" cy="64466"/>
            </a:xfrm>
            <a:prstGeom prst="ellipse">
              <a:avLst/>
            </a:prstGeom>
            <a:solidFill>
              <a:sysClr val="window" lastClr="FFFFFF"/>
            </a:solidFill>
            <a:ln w="19050" cap="sq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66" name="组合 65">
            <a:extLst>
              <a:ext uri="{FF2B5EF4-FFF2-40B4-BE49-F238E27FC236}">
                <a16:creationId xmlns:a16="http://schemas.microsoft.com/office/drawing/2014/main" id="{06A0E2B1-791F-4F8B-B174-1F26AE3444B9}"/>
              </a:ext>
            </a:extLst>
          </p:cNvPr>
          <p:cNvGrpSpPr/>
          <p:nvPr/>
        </p:nvGrpSpPr>
        <p:grpSpPr>
          <a:xfrm>
            <a:off x="6668443" y="4201790"/>
            <a:ext cx="283124" cy="860412"/>
            <a:chOff x="7844478" y="3822392"/>
            <a:chExt cx="283124" cy="860412"/>
          </a:xfrm>
        </p:grpSpPr>
        <p:grpSp>
          <p:nvGrpSpPr>
            <p:cNvPr id="67" name="组合 66">
              <a:extLst>
                <a:ext uri="{FF2B5EF4-FFF2-40B4-BE49-F238E27FC236}">
                  <a16:creationId xmlns:a16="http://schemas.microsoft.com/office/drawing/2014/main" id="{940FFC8F-6951-44C0-854B-C2D85FE768D0}"/>
                </a:ext>
              </a:extLst>
            </p:cNvPr>
            <p:cNvGrpSpPr/>
            <p:nvPr/>
          </p:nvGrpSpPr>
          <p:grpSpPr>
            <a:xfrm rot="16200000">
              <a:off x="7555834" y="4111036"/>
              <a:ext cx="860412" cy="283124"/>
              <a:chOff x="927031" y="1579636"/>
              <a:chExt cx="860412" cy="283124"/>
            </a:xfrm>
          </p:grpSpPr>
          <p:sp>
            <p:nvSpPr>
              <p:cNvPr id="69" name="等腰三角形 68">
                <a:extLst>
                  <a:ext uri="{FF2B5EF4-FFF2-40B4-BE49-F238E27FC236}">
                    <a16:creationId xmlns:a16="http://schemas.microsoft.com/office/drawing/2014/main" id="{9F435534-9E01-49A6-8753-63D6E75F0C39}"/>
                  </a:ext>
                </a:extLst>
              </p:cNvPr>
              <p:cNvSpPr/>
              <p:nvPr/>
            </p:nvSpPr>
            <p:spPr>
              <a:xfrm rot="5400000" flipH="1">
                <a:off x="1051482" y="1613255"/>
                <a:ext cx="283124" cy="215885"/>
              </a:xfrm>
              <a:prstGeom prst="triangle">
                <a:avLst/>
              </a:prstGeom>
              <a:solidFill>
                <a:srgbClr val="FFD966"/>
              </a:solidFill>
              <a:ln w="31750">
                <a:solidFill>
                  <a:srgbClr val="000000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E7E6E6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70" name="直接连接符 69">
                <a:extLst>
                  <a:ext uri="{FF2B5EF4-FFF2-40B4-BE49-F238E27FC236}">
                    <a16:creationId xmlns:a16="http://schemas.microsoft.com/office/drawing/2014/main" id="{A741E3AB-FDDB-48F6-8D9D-32BFC1558F8B}"/>
                  </a:ext>
                </a:extLst>
              </p:cNvPr>
              <p:cNvCxnSpPr/>
              <p:nvPr/>
            </p:nvCxnSpPr>
            <p:spPr>
              <a:xfrm rot="5400000" flipV="1">
                <a:off x="1471872" y="1347923"/>
                <a:ext cx="0" cy="575936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71" name="直接连接符 70">
                <a:extLst>
                  <a:ext uri="{FF2B5EF4-FFF2-40B4-BE49-F238E27FC236}">
                    <a16:creationId xmlns:a16="http://schemas.microsoft.com/office/drawing/2014/main" id="{964CE9FE-14FD-4B4F-A8AE-25E8040CD727}"/>
                  </a:ext>
                </a:extLst>
              </p:cNvPr>
              <p:cNvCxnSpPr/>
              <p:nvPr/>
            </p:nvCxnSpPr>
            <p:spPr>
              <a:xfrm rot="5400000" flipV="1">
                <a:off x="1528329" y="1545956"/>
                <a:ext cx="0" cy="518228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72" name="直接连接符 71">
                <a:extLst>
                  <a:ext uri="{FF2B5EF4-FFF2-40B4-BE49-F238E27FC236}">
                    <a16:creationId xmlns:a16="http://schemas.microsoft.com/office/drawing/2014/main" id="{D114338F-9928-4205-81C1-ACE7788700A1}"/>
                  </a:ext>
                </a:extLst>
              </p:cNvPr>
              <p:cNvCxnSpPr/>
              <p:nvPr/>
            </p:nvCxnSpPr>
            <p:spPr>
              <a:xfrm rot="5400000" flipV="1">
                <a:off x="995364" y="1650455"/>
                <a:ext cx="0" cy="136666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</p:grpSp>
        <p:sp>
          <p:nvSpPr>
            <p:cNvPr id="68" name="椭圆 67">
              <a:extLst>
                <a:ext uri="{FF2B5EF4-FFF2-40B4-BE49-F238E27FC236}">
                  <a16:creationId xmlns:a16="http://schemas.microsoft.com/office/drawing/2014/main" id="{4174F08D-9024-45CD-BF5D-4B1FF0CF0A32}"/>
                </a:ext>
              </a:extLst>
            </p:cNvPr>
            <p:cNvSpPr/>
            <p:nvPr/>
          </p:nvSpPr>
          <p:spPr>
            <a:xfrm>
              <a:off x="8035606" y="4338359"/>
              <a:ext cx="64466" cy="64466"/>
            </a:xfrm>
            <a:prstGeom prst="ellipse">
              <a:avLst/>
            </a:prstGeom>
            <a:solidFill>
              <a:sysClr val="window" lastClr="FFFFFF"/>
            </a:solidFill>
            <a:ln w="19050" cap="sq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3" name="组合 72">
            <a:extLst>
              <a:ext uri="{FF2B5EF4-FFF2-40B4-BE49-F238E27FC236}">
                <a16:creationId xmlns:a16="http://schemas.microsoft.com/office/drawing/2014/main" id="{5FB7CC56-BAF9-401E-8CA2-A372E7F0E2D5}"/>
              </a:ext>
            </a:extLst>
          </p:cNvPr>
          <p:cNvGrpSpPr/>
          <p:nvPr/>
        </p:nvGrpSpPr>
        <p:grpSpPr>
          <a:xfrm>
            <a:off x="7049388" y="4201790"/>
            <a:ext cx="283124" cy="860412"/>
            <a:chOff x="8225423" y="3822392"/>
            <a:chExt cx="283124" cy="860412"/>
          </a:xfrm>
        </p:grpSpPr>
        <p:grpSp>
          <p:nvGrpSpPr>
            <p:cNvPr id="74" name="组合 73">
              <a:extLst>
                <a:ext uri="{FF2B5EF4-FFF2-40B4-BE49-F238E27FC236}">
                  <a16:creationId xmlns:a16="http://schemas.microsoft.com/office/drawing/2014/main" id="{611AF510-5E22-4876-93ED-7B08A447FAE2}"/>
                </a:ext>
              </a:extLst>
            </p:cNvPr>
            <p:cNvGrpSpPr/>
            <p:nvPr/>
          </p:nvGrpSpPr>
          <p:grpSpPr>
            <a:xfrm rot="16200000">
              <a:off x="7936779" y="4111036"/>
              <a:ext cx="860412" cy="283124"/>
              <a:chOff x="927031" y="1579636"/>
              <a:chExt cx="860412" cy="283124"/>
            </a:xfrm>
          </p:grpSpPr>
          <p:sp>
            <p:nvSpPr>
              <p:cNvPr id="76" name="等腰三角形 75">
                <a:extLst>
                  <a:ext uri="{FF2B5EF4-FFF2-40B4-BE49-F238E27FC236}">
                    <a16:creationId xmlns:a16="http://schemas.microsoft.com/office/drawing/2014/main" id="{41E6AB3D-CD40-4873-8F1C-CE69F813F044}"/>
                  </a:ext>
                </a:extLst>
              </p:cNvPr>
              <p:cNvSpPr/>
              <p:nvPr/>
            </p:nvSpPr>
            <p:spPr>
              <a:xfrm rot="5400000" flipH="1">
                <a:off x="1051482" y="1613255"/>
                <a:ext cx="283124" cy="215885"/>
              </a:xfrm>
              <a:prstGeom prst="triangle">
                <a:avLst/>
              </a:prstGeom>
              <a:solidFill>
                <a:srgbClr val="FFD966"/>
              </a:solidFill>
              <a:ln w="31750">
                <a:solidFill>
                  <a:srgbClr val="000000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E7E6E6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77" name="直接连接符 76">
                <a:extLst>
                  <a:ext uri="{FF2B5EF4-FFF2-40B4-BE49-F238E27FC236}">
                    <a16:creationId xmlns:a16="http://schemas.microsoft.com/office/drawing/2014/main" id="{19E184D3-4D4C-40C5-8750-31BBF453CFDF}"/>
                  </a:ext>
                </a:extLst>
              </p:cNvPr>
              <p:cNvCxnSpPr/>
              <p:nvPr/>
            </p:nvCxnSpPr>
            <p:spPr>
              <a:xfrm rot="5400000" flipV="1">
                <a:off x="1471872" y="1347923"/>
                <a:ext cx="0" cy="575936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78" name="直接连接符 77">
                <a:extLst>
                  <a:ext uri="{FF2B5EF4-FFF2-40B4-BE49-F238E27FC236}">
                    <a16:creationId xmlns:a16="http://schemas.microsoft.com/office/drawing/2014/main" id="{BADE40B1-77B2-4302-83EC-B896203CF5BF}"/>
                  </a:ext>
                </a:extLst>
              </p:cNvPr>
              <p:cNvCxnSpPr/>
              <p:nvPr/>
            </p:nvCxnSpPr>
            <p:spPr>
              <a:xfrm rot="5400000" flipV="1">
                <a:off x="1528329" y="1545956"/>
                <a:ext cx="0" cy="518228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79" name="直接连接符 78">
                <a:extLst>
                  <a:ext uri="{FF2B5EF4-FFF2-40B4-BE49-F238E27FC236}">
                    <a16:creationId xmlns:a16="http://schemas.microsoft.com/office/drawing/2014/main" id="{9039EDB9-54E2-4E7A-9060-AA0ED9A5ADAD}"/>
                  </a:ext>
                </a:extLst>
              </p:cNvPr>
              <p:cNvCxnSpPr/>
              <p:nvPr/>
            </p:nvCxnSpPr>
            <p:spPr>
              <a:xfrm rot="5400000" flipV="1">
                <a:off x="995364" y="1650455"/>
                <a:ext cx="0" cy="136666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</p:grpSp>
        <p:sp>
          <p:nvSpPr>
            <p:cNvPr id="75" name="椭圆 74">
              <a:extLst>
                <a:ext uri="{FF2B5EF4-FFF2-40B4-BE49-F238E27FC236}">
                  <a16:creationId xmlns:a16="http://schemas.microsoft.com/office/drawing/2014/main" id="{F71667E6-5832-455E-9829-9FD2B349167B}"/>
                </a:ext>
              </a:extLst>
            </p:cNvPr>
            <p:cNvSpPr/>
            <p:nvPr/>
          </p:nvSpPr>
          <p:spPr>
            <a:xfrm>
              <a:off x="8416605" y="4343114"/>
              <a:ext cx="64466" cy="64466"/>
            </a:xfrm>
            <a:prstGeom prst="ellipse">
              <a:avLst/>
            </a:prstGeom>
            <a:solidFill>
              <a:sysClr val="window" lastClr="FFFFFF"/>
            </a:solidFill>
            <a:ln w="19050" cap="sq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sp>
        <p:nvSpPr>
          <p:cNvPr id="80" name="Text Box 180">
            <a:extLst>
              <a:ext uri="{FF2B5EF4-FFF2-40B4-BE49-F238E27FC236}">
                <a16:creationId xmlns:a16="http://schemas.microsoft.com/office/drawing/2014/main" id="{4D373654-4DA8-439B-840B-450345BA6C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8189" y="1341486"/>
            <a:ext cx="1838886" cy="1956639"/>
          </a:xfrm>
          <a:prstGeom prst="rect">
            <a:avLst/>
          </a:prstGeom>
          <a:solidFill>
            <a:srgbClr val="FF9900"/>
          </a:solidFill>
          <a:ln w="16510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 anchor="ctr" anchorCtr="1"/>
          <a:lstStyle/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存储矩阵</a:t>
            </a:r>
          </a:p>
        </p:txBody>
      </p:sp>
      <p:sp>
        <p:nvSpPr>
          <p:cNvPr id="81" name="Line 10">
            <a:extLst>
              <a:ext uri="{FF2B5EF4-FFF2-40B4-BE49-F238E27FC236}">
                <a16:creationId xmlns:a16="http://schemas.microsoft.com/office/drawing/2014/main" id="{F95431D3-3C1F-4074-96D4-BD2330C1D4B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6057628" y="3588050"/>
            <a:ext cx="22477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82" name="Line 10">
            <a:extLst>
              <a:ext uri="{FF2B5EF4-FFF2-40B4-BE49-F238E27FC236}">
                <a16:creationId xmlns:a16="http://schemas.microsoft.com/office/drawing/2014/main" id="{B4E52198-31B0-4EFE-BF58-11C888BFDCA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6946601" y="3588049"/>
            <a:ext cx="2247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cxnSp>
        <p:nvCxnSpPr>
          <p:cNvPr id="83" name="直接连接符 82">
            <a:extLst>
              <a:ext uri="{FF2B5EF4-FFF2-40B4-BE49-F238E27FC236}">
                <a16:creationId xmlns:a16="http://schemas.microsoft.com/office/drawing/2014/main" id="{664E65B3-ABC0-40E9-9C4E-E006C14AC835}"/>
              </a:ext>
            </a:extLst>
          </p:cNvPr>
          <p:cNvCxnSpPr/>
          <p:nvPr/>
        </p:nvCxnSpPr>
        <p:spPr>
          <a:xfrm flipH="1">
            <a:off x="5296764" y="3771922"/>
            <a:ext cx="3540710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84" name="直接连接符 83">
            <a:extLst>
              <a:ext uri="{FF2B5EF4-FFF2-40B4-BE49-F238E27FC236}">
                <a16:creationId xmlns:a16="http://schemas.microsoft.com/office/drawing/2014/main" id="{79DBA8CE-71D6-4DB5-BD1F-EFD52EAB9AA4}"/>
              </a:ext>
            </a:extLst>
          </p:cNvPr>
          <p:cNvCxnSpPr/>
          <p:nvPr/>
        </p:nvCxnSpPr>
        <p:spPr>
          <a:xfrm flipH="1">
            <a:off x="5285163" y="3845349"/>
            <a:ext cx="3447583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85" name="直接连接符 84">
            <a:extLst>
              <a:ext uri="{FF2B5EF4-FFF2-40B4-BE49-F238E27FC236}">
                <a16:creationId xmlns:a16="http://schemas.microsoft.com/office/drawing/2014/main" id="{772A6ADF-68D2-4AE2-8810-D04F2C3C5D4C}"/>
              </a:ext>
            </a:extLst>
          </p:cNvPr>
          <p:cNvCxnSpPr/>
          <p:nvPr/>
        </p:nvCxnSpPr>
        <p:spPr>
          <a:xfrm flipH="1">
            <a:off x="5289119" y="3918776"/>
            <a:ext cx="3346837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86" name="直接连接符 85">
            <a:extLst>
              <a:ext uri="{FF2B5EF4-FFF2-40B4-BE49-F238E27FC236}">
                <a16:creationId xmlns:a16="http://schemas.microsoft.com/office/drawing/2014/main" id="{5A0D23AD-9939-4E43-BFEF-684D03661175}"/>
              </a:ext>
            </a:extLst>
          </p:cNvPr>
          <p:cNvCxnSpPr/>
          <p:nvPr/>
        </p:nvCxnSpPr>
        <p:spPr>
          <a:xfrm flipH="1">
            <a:off x="5293079" y="3992203"/>
            <a:ext cx="3246386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sp>
        <p:nvSpPr>
          <p:cNvPr id="87" name="Text Box 183">
            <a:extLst>
              <a:ext uri="{FF2B5EF4-FFF2-40B4-BE49-F238E27FC236}">
                <a16:creationId xmlns:a16="http://schemas.microsoft.com/office/drawing/2014/main" id="{6563F47A-4A2F-4797-B510-120DC71916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084" y="3675191"/>
            <a:ext cx="1838886" cy="458753"/>
          </a:xfrm>
          <a:prstGeom prst="rect">
            <a:avLst/>
          </a:prstGeom>
          <a:solidFill>
            <a:srgbClr val="CCFF33"/>
          </a:solidFill>
          <a:ln w="16510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 anchor="ctr" anchorCtr="1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列 </a:t>
            </a: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I/O </a:t>
            </a:r>
            <a:r>
              <a: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电路</a:t>
            </a:r>
            <a:endParaRPr lang="zh-CN" altLang="en-US" sz="1600" b="1" dirty="0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88" name="Text Box 186">
            <a:extLst>
              <a:ext uri="{FF2B5EF4-FFF2-40B4-BE49-F238E27FC236}">
                <a16:creationId xmlns:a16="http://schemas.microsoft.com/office/drawing/2014/main" id="{257F6E25-89D7-408B-BBE5-B7AECA387D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084" y="4063692"/>
            <a:ext cx="1837694" cy="357486"/>
          </a:xfrm>
          <a:prstGeom prst="rect">
            <a:avLst/>
          </a:prstGeom>
          <a:solidFill>
            <a:srgbClr val="CCFF33"/>
          </a:solidFill>
          <a:ln w="16510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 anchor="ctr" anchorCtr="1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列选择</a:t>
            </a:r>
          </a:p>
        </p:txBody>
      </p:sp>
      <p:sp>
        <p:nvSpPr>
          <p:cNvPr id="89" name="Text Box 8">
            <a:extLst>
              <a:ext uri="{FF2B5EF4-FFF2-40B4-BE49-F238E27FC236}">
                <a16:creationId xmlns:a16="http://schemas.microsoft.com/office/drawing/2014/main" id="{C27C0215-7F3E-4B74-81F0-2022BFB2E0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7569" y="3645411"/>
            <a:ext cx="747534" cy="1616539"/>
          </a:xfrm>
          <a:prstGeom prst="rect">
            <a:avLst/>
          </a:prstGeom>
          <a:solidFill>
            <a:srgbClr val="CCFF33"/>
          </a:solidFill>
          <a:ln w="16510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 anchor="ctr" anchorCtr="1"/>
          <a:lstStyle/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输入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数据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控制</a:t>
            </a:r>
            <a:endParaRPr lang="zh-CN" altLang="en-US" sz="1600" b="1" dirty="0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90" name="Line 10">
            <a:extLst>
              <a:ext uri="{FF2B5EF4-FFF2-40B4-BE49-F238E27FC236}">
                <a16:creationId xmlns:a16="http://schemas.microsoft.com/office/drawing/2014/main" id="{A7E09800-CC7C-4661-9517-0FF66F0576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5103" y="1685241"/>
            <a:ext cx="394361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91" name="Line 11">
            <a:extLst>
              <a:ext uri="{FF2B5EF4-FFF2-40B4-BE49-F238E27FC236}">
                <a16:creationId xmlns:a16="http://schemas.microsoft.com/office/drawing/2014/main" id="{E14B1BE3-E8A1-48C8-BC74-D60D2D648600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754333" y="5413950"/>
            <a:ext cx="331418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92" name="Line 10">
            <a:extLst>
              <a:ext uri="{FF2B5EF4-FFF2-40B4-BE49-F238E27FC236}">
                <a16:creationId xmlns:a16="http://schemas.microsoft.com/office/drawing/2014/main" id="{8BD7BE8E-6CE6-4346-988E-2B4AC50E83B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5103" y="3332954"/>
            <a:ext cx="394361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grpSp>
        <p:nvGrpSpPr>
          <p:cNvPr id="93" name="组合 92">
            <a:extLst>
              <a:ext uri="{FF2B5EF4-FFF2-40B4-BE49-F238E27FC236}">
                <a16:creationId xmlns:a16="http://schemas.microsoft.com/office/drawing/2014/main" id="{BA4EE1D4-9521-4DF5-860C-D51EABA35608}"/>
              </a:ext>
            </a:extLst>
          </p:cNvPr>
          <p:cNvGrpSpPr/>
          <p:nvPr/>
        </p:nvGrpSpPr>
        <p:grpSpPr>
          <a:xfrm flipH="1">
            <a:off x="7697896" y="4227500"/>
            <a:ext cx="841569" cy="283124"/>
            <a:chOff x="4570091" y="3329823"/>
            <a:chExt cx="841569" cy="283124"/>
          </a:xfrm>
        </p:grpSpPr>
        <p:sp>
          <p:nvSpPr>
            <p:cNvPr id="94" name="等腰三角形 93">
              <a:extLst>
                <a:ext uri="{FF2B5EF4-FFF2-40B4-BE49-F238E27FC236}">
                  <a16:creationId xmlns:a16="http://schemas.microsoft.com/office/drawing/2014/main" id="{8F85CCEE-E01A-48FC-9689-BD2FC44B65C1}"/>
                </a:ext>
              </a:extLst>
            </p:cNvPr>
            <p:cNvSpPr/>
            <p:nvPr/>
          </p:nvSpPr>
          <p:spPr>
            <a:xfrm rot="5400000" flipH="1">
              <a:off x="4802903" y="3363442"/>
              <a:ext cx="283124" cy="215885"/>
            </a:xfrm>
            <a:prstGeom prst="triangle">
              <a:avLst/>
            </a:prstGeom>
            <a:solidFill>
              <a:srgbClr val="FFD966"/>
            </a:solidFill>
            <a:ln w="31750" cap="sq">
              <a:solidFill>
                <a:srgbClr val="000000"/>
              </a:solidFill>
              <a:miter lim="800000"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cxnSp>
          <p:nvCxnSpPr>
            <p:cNvPr id="95" name="直接连接符 94">
              <a:extLst>
                <a:ext uri="{FF2B5EF4-FFF2-40B4-BE49-F238E27FC236}">
                  <a16:creationId xmlns:a16="http://schemas.microsoft.com/office/drawing/2014/main" id="{07EB02BF-60CE-425A-BEEB-B222E5C31013}"/>
                </a:ext>
              </a:extLst>
            </p:cNvPr>
            <p:cNvCxnSpPr/>
            <p:nvPr/>
          </p:nvCxnSpPr>
          <p:spPr>
            <a:xfrm>
              <a:off x="4570091" y="3473688"/>
              <a:ext cx="261175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  <p:cxnSp>
          <p:nvCxnSpPr>
            <p:cNvPr id="96" name="直接连接符 95">
              <a:extLst>
                <a:ext uri="{FF2B5EF4-FFF2-40B4-BE49-F238E27FC236}">
                  <a16:creationId xmlns:a16="http://schemas.microsoft.com/office/drawing/2014/main" id="{337385CE-7E93-491B-B816-E15ACD234C60}"/>
                </a:ext>
              </a:extLst>
            </p:cNvPr>
            <p:cNvCxnSpPr/>
            <p:nvPr/>
          </p:nvCxnSpPr>
          <p:spPr>
            <a:xfrm>
              <a:off x="5074651" y="3474559"/>
              <a:ext cx="337009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grpSp>
        <p:nvGrpSpPr>
          <p:cNvPr id="97" name="组合 96">
            <a:extLst>
              <a:ext uri="{FF2B5EF4-FFF2-40B4-BE49-F238E27FC236}">
                <a16:creationId xmlns:a16="http://schemas.microsoft.com/office/drawing/2014/main" id="{EB9369E8-A12A-42C7-8702-28A5B36C7EAF}"/>
              </a:ext>
            </a:extLst>
          </p:cNvPr>
          <p:cNvGrpSpPr/>
          <p:nvPr/>
        </p:nvGrpSpPr>
        <p:grpSpPr>
          <a:xfrm>
            <a:off x="2389075" y="4928272"/>
            <a:ext cx="2143255" cy="283124"/>
            <a:chOff x="3555584" y="3329823"/>
            <a:chExt cx="2143255" cy="283124"/>
          </a:xfrm>
        </p:grpSpPr>
        <p:sp>
          <p:nvSpPr>
            <p:cNvPr id="98" name="等腰三角形 97">
              <a:extLst>
                <a:ext uri="{FF2B5EF4-FFF2-40B4-BE49-F238E27FC236}">
                  <a16:creationId xmlns:a16="http://schemas.microsoft.com/office/drawing/2014/main" id="{0FD440C5-DC11-4AC3-B413-65FE84DCA2E5}"/>
                </a:ext>
              </a:extLst>
            </p:cNvPr>
            <p:cNvSpPr/>
            <p:nvPr/>
          </p:nvSpPr>
          <p:spPr>
            <a:xfrm rot="5400000" flipH="1">
              <a:off x="4802903" y="3363442"/>
              <a:ext cx="283124" cy="215885"/>
            </a:xfrm>
            <a:prstGeom prst="triangle">
              <a:avLst/>
            </a:prstGeom>
            <a:solidFill>
              <a:srgbClr val="FFD966"/>
            </a:solidFill>
            <a:ln w="31750" cap="sq">
              <a:solidFill>
                <a:srgbClr val="000000"/>
              </a:solidFill>
              <a:miter lim="800000"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cxnSp>
          <p:nvCxnSpPr>
            <p:cNvPr id="99" name="直接连接符 98">
              <a:extLst>
                <a:ext uri="{FF2B5EF4-FFF2-40B4-BE49-F238E27FC236}">
                  <a16:creationId xmlns:a16="http://schemas.microsoft.com/office/drawing/2014/main" id="{9992649A-AB9A-4602-B1C6-BC1ABC90F63F}"/>
                </a:ext>
              </a:extLst>
            </p:cNvPr>
            <p:cNvCxnSpPr/>
            <p:nvPr/>
          </p:nvCxnSpPr>
          <p:spPr>
            <a:xfrm>
              <a:off x="3555584" y="3473688"/>
              <a:ext cx="1275682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  <p:cxnSp>
          <p:nvCxnSpPr>
            <p:cNvPr id="100" name="直接连接符 99">
              <a:extLst>
                <a:ext uri="{FF2B5EF4-FFF2-40B4-BE49-F238E27FC236}">
                  <a16:creationId xmlns:a16="http://schemas.microsoft.com/office/drawing/2014/main" id="{09D3E354-D474-4DBF-84C7-783A494336D1}"/>
                </a:ext>
              </a:extLst>
            </p:cNvPr>
            <p:cNvCxnSpPr/>
            <p:nvPr/>
          </p:nvCxnSpPr>
          <p:spPr>
            <a:xfrm>
              <a:off x="5065761" y="3473289"/>
              <a:ext cx="633078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grpSp>
        <p:nvGrpSpPr>
          <p:cNvPr id="101" name="组合 100">
            <a:extLst>
              <a:ext uri="{FF2B5EF4-FFF2-40B4-BE49-F238E27FC236}">
                <a16:creationId xmlns:a16="http://schemas.microsoft.com/office/drawing/2014/main" id="{563106E3-7700-4C6C-9374-63712238136E}"/>
              </a:ext>
            </a:extLst>
          </p:cNvPr>
          <p:cNvGrpSpPr/>
          <p:nvPr/>
        </p:nvGrpSpPr>
        <p:grpSpPr>
          <a:xfrm>
            <a:off x="2370714" y="4507105"/>
            <a:ext cx="2161616" cy="283124"/>
            <a:chOff x="3537223" y="3329823"/>
            <a:chExt cx="2161616" cy="283124"/>
          </a:xfrm>
        </p:grpSpPr>
        <p:sp>
          <p:nvSpPr>
            <p:cNvPr id="102" name="等腰三角形 101">
              <a:extLst>
                <a:ext uri="{FF2B5EF4-FFF2-40B4-BE49-F238E27FC236}">
                  <a16:creationId xmlns:a16="http://schemas.microsoft.com/office/drawing/2014/main" id="{666BF41F-92F1-4368-91DC-17497A3EDD93}"/>
                </a:ext>
              </a:extLst>
            </p:cNvPr>
            <p:cNvSpPr/>
            <p:nvPr/>
          </p:nvSpPr>
          <p:spPr>
            <a:xfrm rot="5400000" flipH="1">
              <a:off x="4802903" y="3363442"/>
              <a:ext cx="283124" cy="215885"/>
            </a:xfrm>
            <a:prstGeom prst="triangle">
              <a:avLst/>
            </a:prstGeom>
            <a:solidFill>
              <a:srgbClr val="FFD966"/>
            </a:solidFill>
            <a:ln w="31750" cap="sq">
              <a:solidFill>
                <a:srgbClr val="000000"/>
              </a:solidFill>
              <a:miter lim="800000"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cxnSp>
          <p:nvCxnSpPr>
            <p:cNvPr id="103" name="直接连接符 102">
              <a:extLst>
                <a:ext uri="{FF2B5EF4-FFF2-40B4-BE49-F238E27FC236}">
                  <a16:creationId xmlns:a16="http://schemas.microsoft.com/office/drawing/2014/main" id="{50FD20C3-D18F-48E1-9A22-C0533501FAAF}"/>
                </a:ext>
              </a:extLst>
            </p:cNvPr>
            <p:cNvCxnSpPr/>
            <p:nvPr/>
          </p:nvCxnSpPr>
          <p:spPr>
            <a:xfrm>
              <a:off x="3537223" y="3473688"/>
              <a:ext cx="1294043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  <p:cxnSp>
          <p:nvCxnSpPr>
            <p:cNvPr id="104" name="直接连接符 103">
              <a:extLst>
                <a:ext uri="{FF2B5EF4-FFF2-40B4-BE49-F238E27FC236}">
                  <a16:creationId xmlns:a16="http://schemas.microsoft.com/office/drawing/2014/main" id="{599524BD-D6D8-4A9A-81ED-429F2FAA53B2}"/>
                </a:ext>
              </a:extLst>
            </p:cNvPr>
            <p:cNvCxnSpPr/>
            <p:nvPr/>
          </p:nvCxnSpPr>
          <p:spPr>
            <a:xfrm>
              <a:off x="5065761" y="3473289"/>
              <a:ext cx="633078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grpSp>
        <p:nvGrpSpPr>
          <p:cNvPr id="105" name="组合 104">
            <a:extLst>
              <a:ext uri="{FF2B5EF4-FFF2-40B4-BE49-F238E27FC236}">
                <a16:creationId xmlns:a16="http://schemas.microsoft.com/office/drawing/2014/main" id="{40B40690-9324-4756-B952-F0678A562391}"/>
              </a:ext>
            </a:extLst>
          </p:cNvPr>
          <p:cNvGrpSpPr/>
          <p:nvPr/>
        </p:nvGrpSpPr>
        <p:grpSpPr>
          <a:xfrm>
            <a:off x="2370714" y="4085938"/>
            <a:ext cx="2161616" cy="283124"/>
            <a:chOff x="3517886" y="3329823"/>
            <a:chExt cx="2180953" cy="283124"/>
          </a:xfrm>
        </p:grpSpPr>
        <p:sp>
          <p:nvSpPr>
            <p:cNvPr id="106" name="等腰三角形 105">
              <a:extLst>
                <a:ext uri="{FF2B5EF4-FFF2-40B4-BE49-F238E27FC236}">
                  <a16:creationId xmlns:a16="http://schemas.microsoft.com/office/drawing/2014/main" id="{42551786-5652-472A-963A-EE033B7DED75}"/>
                </a:ext>
              </a:extLst>
            </p:cNvPr>
            <p:cNvSpPr/>
            <p:nvPr/>
          </p:nvSpPr>
          <p:spPr>
            <a:xfrm rot="5400000" flipH="1">
              <a:off x="4802903" y="3363442"/>
              <a:ext cx="283124" cy="215885"/>
            </a:xfrm>
            <a:prstGeom prst="triangle">
              <a:avLst/>
            </a:prstGeom>
            <a:solidFill>
              <a:srgbClr val="FFD966"/>
            </a:solidFill>
            <a:ln w="31750" cap="sq">
              <a:solidFill>
                <a:srgbClr val="000000"/>
              </a:solidFill>
              <a:miter lim="800000"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cxnSp>
          <p:nvCxnSpPr>
            <p:cNvPr id="107" name="直接连接符 106">
              <a:extLst>
                <a:ext uri="{FF2B5EF4-FFF2-40B4-BE49-F238E27FC236}">
                  <a16:creationId xmlns:a16="http://schemas.microsoft.com/office/drawing/2014/main" id="{4111E0F8-6599-45BD-992C-F244213A3188}"/>
                </a:ext>
              </a:extLst>
            </p:cNvPr>
            <p:cNvCxnSpPr/>
            <p:nvPr/>
          </p:nvCxnSpPr>
          <p:spPr>
            <a:xfrm>
              <a:off x="3517886" y="3473688"/>
              <a:ext cx="1313380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  <p:cxnSp>
          <p:nvCxnSpPr>
            <p:cNvPr id="108" name="直接连接符 107">
              <a:extLst>
                <a:ext uri="{FF2B5EF4-FFF2-40B4-BE49-F238E27FC236}">
                  <a16:creationId xmlns:a16="http://schemas.microsoft.com/office/drawing/2014/main" id="{9E45B6DF-EF24-49AF-8758-A54E0FAAAD9E}"/>
                </a:ext>
              </a:extLst>
            </p:cNvPr>
            <p:cNvCxnSpPr/>
            <p:nvPr/>
          </p:nvCxnSpPr>
          <p:spPr>
            <a:xfrm>
              <a:off x="5065761" y="3471225"/>
              <a:ext cx="633078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grpSp>
        <p:nvGrpSpPr>
          <p:cNvPr id="109" name="组合 108">
            <a:extLst>
              <a:ext uri="{FF2B5EF4-FFF2-40B4-BE49-F238E27FC236}">
                <a16:creationId xmlns:a16="http://schemas.microsoft.com/office/drawing/2014/main" id="{17B6F8F6-27C4-400E-84A9-C93CC36B9F6E}"/>
              </a:ext>
            </a:extLst>
          </p:cNvPr>
          <p:cNvGrpSpPr/>
          <p:nvPr/>
        </p:nvGrpSpPr>
        <p:grpSpPr>
          <a:xfrm>
            <a:off x="2389076" y="3678102"/>
            <a:ext cx="2151333" cy="283124"/>
            <a:chOff x="3594531" y="3329823"/>
            <a:chExt cx="2104308" cy="283124"/>
          </a:xfrm>
        </p:grpSpPr>
        <p:sp>
          <p:nvSpPr>
            <p:cNvPr id="110" name="等腰三角形 109">
              <a:extLst>
                <a:ext uri="{FF2B5EF4-FFF2-40B4-BE49-F238E27FC236}">
                  <a16:creationId xmlns:a16="http://schemas.microsoft.com/office/drawing/2014/main" id="{C157388B-1472-44F3-978A-1B45CBAD74E3}"/>
                </a:ext>
              </a:extLst>
            </p:cNvPr>
            <p:cNvSpPr/>
            <p:nvPr/>
          </p:nvSpPr>
          <p:spPr>
            <a:xfrm rot="5400000" flipH="1">
              <a:off x="4817810" y="3363442"/>
              <a:ext cx="283124" cy="215885"/>
            </a:xfrm>
            <a:prstGeom prst="triangle">
              <a:avLst/>
            </a:prstGeom>
            <a:solidFill>
              <a:srgbClr val="FFD966"/>
            </a:solidFill>
            <a:ln w="31750" cap="sq">
              <a:solidFill>
                <a:srgbClr val="000000"/>
              </a:solidFill>
              <a:miter lim="800000"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cxnSp>
          <p:nvCxnSpPr>
            <p:cNvPr id="111" name="直接连接符 110">
              <a:extLst>
                <a:ext uri="{FF2B5EF4-FFF2-40B4-BE49-F238E27FC236}">
                  <a16:creationId xmlns:a16="http://schemas.microsoft.com/office/drawing/2014/main" id="{FB3A4F0F-E734-42E0-80AE-235991DD3D47}"/>
                </a:ext>
              </a:extLst>
            </p:cNvPr>
            <p:cNvCxnSpPr/>
            <p:nvPr/>
          </p:nvCxnSpPr>
          <p:spPr>
            <a:xfrm>
              <a:off x="3594531" y="3473688"/>
              <a:ext cx="1236736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  <p:cxnSp>
          <p:nvCxnSpPr>
            <p:cNvPr id="112" name="直接连接符 111">
              <a:extLst>
                <a:ext uri="{FF2B5EF4-FFF2-40B4-BE49-F238E27FC236}">
                  <a16:creationId xmlns:a16="http://schemas.microsoft.com/office/drawing/2014/main" id="{041718E7-41D6-416E-8321-AD047549417F}"/>
                </a:ext>
              </a:extLst>
            </p:cNvPr>
            <p:cNvCxnSpPr/>
            <p:nvPr/>
          </p:nvCxnSpPr>
          <p:spPr>
            <a:xfrm>
              <a:off x="5065761" y="3470114"/>
              <a:ext cx="633078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grpSp>
        <p:nvGrpSpPr>
          <p:cNvPr id="113" name="组合 112">
            <a:extLst>
              <a:ext uri="{FF2B5EF4-FFF2-40B4-BE49-F238E27FC236}">
                <a16:creationId xmlns:a16="http://schemas.microsoft.com/office/drawing/2014/main" id="{4F039A50-B0F4-4875-8911-CC2B32221B98}"/>
              </a:ext>
            </a:extLst>
          </p:cNvPr>
          <p:cNvGrpSpPr/>
          <p:nvPr/>
        </p:nvGrpSpPr>
        <p:grpSpPr>
          <a:xfrm flipH="1">
            <a:off x="7812950" y="4662327"/>
            <a:ext cx="823005" cy="283124"/>
            <a:chOff x="4453131" y="3329823"/>
            <a:chExt cx="823005" cy="283124"/>
          </a:xfrm>
        </p:grpSpPr>
        <p:sp>
          <p:nvSpPr>
            <p:cNvPr id="114" name="等腰三角形 113">
              <a:extLst>
                <a:ext uri="{FF2B5EF4-FFF2-40B4-BE49-F238E27FC236}">
                  <a16:creationId xmlns:a16="http://schemas.microsoft.com/office/drawing/2014/main" id="{FA05DE2F-B273-4E57-8D00-0C41409BF2E1}"/>
                </a:ext>
              </a:extLst>
            </p:cNvPr>
            <p:cNvSpPr/>
            <p:nvPr/>
          </p:nvSpPr>
          <p:spPr>
            <a:xfrm rot="5400000" flipH="1">
              <a:off x="4802903" y="3363442"/>
              <a:ext cx="283124" cy="215885"/>
            </a:xfrm>
            <a:prstGeom prst="triangle">
              <a:avLst/>
            </a:prstGeom>
            <a:solidFill>
              <a:srgbClr val="FFD966"/>
            </a:solidFill>
            <a:ln w="31750" cap="sq">
              <a:solidFill>
                <a:srgbClr val="000000"/>
              </a:solidFill>
              <a:miter lim="800000"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cxnSp>
          <p:nvCxnSpPr>
            <p:cNvPr id="115" name="直接连接符 114">
              <a:extLst>
                <a:ext uri="{FF2B5EF4-FFF2-40B4-BE49-F238E27FC236}">
                  <a16:creationId xmlns:a16="http://schemas.microsoft.com/office/drawing/2014/main" id="{384CFEA5-626E-43FF-AE8E-3D7126D2DBD8}"/>
                </a:ext>
              </a:extLst>
            </p:cNvPr>
            <p:cNvCxnSpPr/>
            <p:nvPr/>
          </p:nvCxnSpPr>
          <p:spPr>
            <a:xfrm>
              <a:off x="4453131" y="3473688"/>
              <a:ext cx="382898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  <p:cxnSp>
          <p:nvCxnSpPr>
            <p:cNvPr id="116" name="直接连接符 115">
              <a:extLst>
                <a:ext uri="{FF2B5EF4-FFF2-40B4-BE49-F238E27FC236}">
                  <a16:creationId xmlns:a16="http://schemas.microsoft.com/office/drawing/2014/main" id="{C5245A0C-6825-4ACA-B27C-C02ACE881984}"/>
                </a:ext>
              </a:extLst>
            </p:cNvPr>
            <p:cNvCxnSpPr/>
            <p:nvPr/>
          </p:nvCxnSpPr>
          <p:spPr>
            <a:xfrm>
              <a:off x="5074651" y="3474559"/>
              <a:ext cx="201485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grpSp>
        <p:nvGrpSpPr>
          <p:cNvPr id="117" name="组合 116">
            <a:extLst>
              <a:ext uri="{FF2B5EF4-FFF2-40B4-BE49-F238E27FC236}">
                <a16:creationId xmlns:a16="http://schemas.microsoft.com/office/drawing/2014/main" id="{58F57E5D-3B7F-4CED-BA2E-35E85269EC12}"/>
              </a:ext>
            </a:extLst>
          </p:cNvPr>
          <p:cNvGrpSpPr/>
          <p:nvPr/>
        </p:nvGrpSpPr>
        <p:grpSpPr>
          <a:xfrm flipH="1">
            <a:off x="7920040" y="5097154"/>
            <a:ext cx="812705" cy="283124"/>
            <a:chOff x="4356340" y="3329823"/>
            <a:chExt cx="812705" cy="283124"/>
          </a:xfrm>
        </p:grpSpPr>
        <p:sp>
          <p:nvSpPr>
            <p:cNvPr id="118" name="等腰三角形 117">
              <a:extLst>
                <a:ext uri="{FF2B5EF4-FFF2-40B4-BE49-F238E27FC236}">
                  <a16:creationId xmlns:a16="http://schemas.microsoft.com/office/drawing/2014/main" id="{69CEFAEB-47C7-4316-BA3E-31D30DEB69A6}"/>
                </a:ext>
              </a:extLst>
            </p:cNvPr>
            <p:cNvSpPr/>
            <p:nvPr/>
          </p:nvSpPr>
          <p:spPr>
            <a:xfrm rot="5400000" flipH="1">
              <a:off x="4802903" y="3363442"/>
              <a:ext cx="283124" cy="215885"/>
            </a:xfrm>
            <a:prstGeom prst="triangle">
              <a:avLst/>
            </a:prstGeom>
            <a:solidFill>
              <a:srgbClr val="FFD966"/>
            </a:solidFill>
            <a:ln w="31750" cap="sq">
              <a:solidFill>
                <a:srgbClr val="000000"/>
              </a:solidFill>
              <a:miter lim="800000"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cxnSp>
          <p:nvCxnSpPr>
            <p:cNvPr id="119" name="直接连接符 118">
              <a:extLst>
                <a:ext uri="{FF2B5EF4-FFF2-40B4-BE49-F238E27FC236}">
                  <a16:creationId xmlns:a16="http://schemas.microsoft.com/office/drawing/2014/main" id="{082C8F44-B381-4BF0-B352-3FE6895D1A0B}"/>
                </a:ext>
              </a:extLst>
            </p:cNvPr>
            <p:cNvCxnSpPr/>
            <p:nvPr/>
          </p:nvCxnSpPr>
          <p:spPr>
            <a:xfrm>
              <a:off x="4356340" y="3473688"/>
              <a:ext cx="481276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  <p:cxnSp>
          <p:nvCxnSpPr>
            <p:cNvPr id="120" name="直接连接符 119">
              <a:extLst>
                <a:ext uri="{FF2B5EF4-FFF2-40B4-BE49-F238E27FC236}">
                  <a16:creationId xmlns:a16="http://schemas.microsoft.com/office/drawing/2014/main" id="{E244696E-A557-4CEE-A229-AC790102D243}"/>
                </a:ext>
              </a:extLst>
            </p:cNvPr>
            <p:cNvCxnSpPr/>
            <p:nvPr/>
          </p:nvCxnSpPr>
          <p:spPr>
            <a:xfrm>
              <a:off x="5074650" y="3474559"/>
              <a:ext cx="94395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grpSp>
        <p:nvGrpSpPr>
          <p:cNvPr id="121" name="组合 120">
            <a:extLst>
              <a:ext uri="{FF2B5EF4-FFF2-40B4-BE49-F238E27FC236}">
                <a16:creationId xmlns:a16="http://schemas.microsoft.com/office/drawing/2014/main" id="{682AA765-0A42-45B6-A105-257C211A3B25}"/>
              </a:ext>
            </a:extLst>
          </p:cNvPr>
          <p:cNvGrpSpPr/>
          <p:nvPr/>
        </p:nvGrpSpPr>
        <p:grpSpPr>
          <a:xfrm flipH="1">
            <a:off x="2713826" y="5531980"/>
            <a:ext cx="6123648" cy="283124"/>
            <a:chOff x="4251612" y="3329823"/>
            <a:chExt cx="6123648" cy="283124"/>
          </a:xfrm>
        </p:grpSpPr>
        <p:sp>
          <p:nvSpPr>
            <p:cNvPr id="122" name="等腰三角形 121">
              <a:extLst>
                <a:ext uri="{FF2B5EF4-FFF2-40B4-BE49-F238E27FC236}">
                  <a16:creationId xmlns:a16="http://schemas.microsoft.com/office/drawing/2014/main" id="{2CDDEAFB-D73C-41AF-940A-C97ABC00D306}"/>
                </a:ext>
              </a:extLst>
            </p:cNvPr>
            <p:cNvSpPr/>
            <p:nvPr/>
          </p:nvSpPr>
          <p:spPr>
            <a:xfrm rot="5400000" flipH="1">
              <a:off x="4802903" y="3363442"/>
              <a:ext cx="283124" cy="215885"/>
            </a:xfrm>
            <a:prstGeom prst="triangle">
              <a:avLst/>
            </a:prstGeom>
            <a:solidFill>
              <a:srgbClr val="FFD966"/>
            </a:solidFill>
            <a:ln w="31750" cap="sq">
              <a:solidFill>
                <a:srgbClr val="000000"/>
              </a:solidFill>
              <a:miter lim="800000"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cxnSp>
          <p:nvCxnSpPr>
            <p:cNvPr id="123" name="直接连接符 122">
              <a:extLst>
                <a:ext uri="{FF2B5EF4-FFF2-40B4-BE49-F238E27FC236}">
                  <a16:creationId xmlns:a16="http://schemas.microsoft.com/office/drawing/2014/main" id="{9CBB7A04-A5C1-42C3-AF20-451E5A216607}"/>
                </a:ext>
              </a:extLst>
            </p:cNvPr>
            <p:cNvCxnSpPr/>
            <p:nvPr/>
          </p:nvCxnSpPr>
          <p:spPr>
            <a:xfrm>
              <a:off x="4251612" y="3473688"/>
              <a:ext cx="579654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  <p:cxnSp>
          <p:nvCxnSpPr>
            <p:cNvPr id="124" name="直接连接符 123">
              <a:extLst>
                <a:ext uri="{FF2B5EF4-FFF2-40B4-BE49-F238E27FC236}">
                  <a16:creationId xmlns:a16="http://schemas.microsoft.com/office/drawing/2014/main" id="{DCE3972D-3423-4A67-8A67-11470F4134C1}"/>
                </a:ext>
              </a:extLst>
            </p:cNvPr>
            <p:cNvCxnSpPr/>
            <p:nvPr/>
          </p:nvCxnSpPr>
          <p:spPr>
            <a:xfrm>
              <a:off x="5074651" y="3474559"/>
              <a:ext cx="5300609" cy="0"/>
            </a:xfrm>
            <a:prstGeom prst="line">
              <a:avLst/>
            </a:prstGeom>
            <a:noFill/>
            <a:ln w="1905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sp>
        <p:nvSpPr>
          <p:cNvPr id="125" name="Line 11">
            <a:extLst>
              <a:ext uri="{FF2B5EF4-FFF2-40B4-BE49-F238E27FC236}">
                <a16:creationId xmlns:a16="http://schemas.microsoft.com/office/drawing/2014/main" id="{07E850EC-E3B5-4690-A843-6E3C2B0D731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464466" y="5142847"/>
            <a:ext cx="671563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26" name="Line 11">
            <a:extLst>
              <a:ext uri="{FF2B5EF4-FFF2-40B4-BE49-F238E27FC236}">
                <a16:creationId xmlns:a16="http://schemas.microsoft.com/office/drawing/2014/main" id="{D7329F0C-FC3D-4F5F-A6F3-8BFCC9E06C0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176123" y="4876276"/>
            <a:ext cx="1005449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27" name="Line 11">
            <a:extLst>
              <a:ext uri="{FF2B5EF4-FFF2-40B4-BE49-F238E27FC236}">
                <a16:creationId xmlns:a16="http://schemas.microsoft.com/office/drawing/2014/main" id="{F94B38BF-65B2-475E-B344-B6E1AD2E2D66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415943" y="5000955"/>
            <a:ext cx="1950138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28" name="Line 11">
            <a:extLst>
              <a:ext uri="{FF2B5EF4-FFF2-40B4-BE49-F238E27FC236}">
                <a16:creationId xmlns:a16="http://schemas.microsoft.com/office/drawing/2014/main" id="{1AC30550-F774-422C-A36C-78A2573FA18D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438953" y="4601630"/>
            <a:ext cx="1557302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 type="oval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29" name="Line 11">
            <a:extLst>
              <a:ext uri="{FF2B5EF4-FFF2-40B4-BE49-F238E27FC236}">
                <a16:creationId xmlns:a16="http://schemas.microsoft.com/office/drawing/2014/main" id="{F8F0D28A-CC51-4475-A7FD-1B13CE55202F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419788" y="4854216"/>
            <a:ext cx="1248820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 type="oval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30" name="Line 11">
            <a:extLst>
              <a:ext uri="{FF2B5EF4-FFF2-40B4-BE49-F238E27FC236}">
                <a16:creationId xmlns:a16="http://schemas.microsoft.com/office/drawing/2014/main" id="{F5C979F0-FF60-4AF7-ADEC-799577905A7C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409947" y="5108058"/>
            <a:ext cx="921690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 type="oval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31" name="Line 11">
            <a:extLst>
              <a:ext uri="{FF2B5EF4-FFF2-40B4-BE49-F238E27FC236}">
                <a16:creationId xmlns:a16="http://schemas.microsoft.com/office/drawing/2014/main" id="{6724905B-06D7-4DE9-9ED2-447437EC78B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392606" y="5371067"/>
            <a:ext cx="609560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 type="oval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grpSp>
        <p:nvGrpSpPr>
          <p:cNvPr id="132" name="组合 131">
            <a:extLst>
              <a:ext uri="{FF2B5EF4-FFF2-40B4-BE49-F238E27FC236}">
                <a16:creationId xmlns:a16="http://schemas.microsoft.com/office/drawing/2014/main" id="{9ABFE15D-9BCA-4C38-93EA-462C79DCBBCF}"/>
              </a:ext>
            </a:extLst>
          </p:cNvPr>
          <p:cNvGrpSpPr/>
          <p:nvPr/>
        </p:nvGrpSpPr>
        <p:grpSpPr>
          <a:xfrm>
            <a:off x="3391011" y="3897302"/>
            <a:ext cx="406054" cy="129637"/>
            <a:chOff x="4567046" y="3563587"/>
            <a:chExt cx="406054" cy="129637"/>
          </a:xfrm>
        </p:grpSpPr>
        <p:sp>
          <p:nvSpPr>
            <p:cNvPr id="133" name="Line 11">
              <a:extLst>
                <a:ext uri="{FF2B5EF4-FFF2-40B4-BE49-F238E27FC236}">
                  <a16:creationId xmlns:a16="http://schemas.microsoft.com/office/drawing/2014/main" id="{6180170A-F236-45ED-A1C9-1CDA6A56772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12703" y="3623984"/>
              <a:ext cx="12079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34" name="Line 11">
              <a:extLst>
                <a:ext uri="{FF2B5EF4-FFF2-40B4-BE49-F238E27FC236}">
                  <a16:creationId xmlns:a16="http://schemas.microsoft.com/office/drawing/2014/main" id="{5F983F37-AD17-4A82-AAE7-73B4FBDF887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567046" y="3693224"/>
              <a:ext cx="405004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sp>
        <p:nvSpPr>
          <p:cNvPr id="135" name="Line 11">
            <a:extLst>
              <a:ext uri="{FF2B5EF4-FFF2-40B4-BE49-F238E27FC236}">
                <a16:creationId xmlns:a16="http://schemas.microsoft.com/office/drawing/2014/main" id="{CD4846F7-B024-42F0-B283-06DB70AF95A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562190" y="5495729"/>
            <a:ext cx="1831212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cxnSp>
        <p:nvCxnSpPr>
          <p:cNvPr id="136" name="直接连接符 135">
            <a:extLst>
              <a:ext uri="{FF2B5EF4-FFF2-40B4-BE49-F238E27FC236}">
                <a16:creationId xmlns:a16="http://schemas.microsoft.com/office/drawing/2014/main" id="{62638623-F637-46AC-8D9A-F14137A1CED5}"/>
              </a:ext>
            </a:extLst>
          </p:cNvPr>
          <p:cNvCxnSpPr>
            <a:stCxn id="135" idx="1"/>
          </p:cNvCxnSpPr>
          <p:nvPr/>
        </p:nvCxnSpPr>
        <p:spPr>
          <a:xfrm flipH="1">
            <a:off x="3143334" y="6411335"/>
            <a:ext cx="5334461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sp>
        <p:nvSpPr>
          <p:cNvPr id="137" name="Line 11">
            <a:extLst>
              <a:ext uri="{FF2B5EF4-FFF2-40B4-BE49-F238E27FC236}">
                <a16:creationId xmlns:a16="http://schemas.microsoft.com/office/drawing/2014/main" id="{AD3348C4-82FB-41A5-934A-183A6875E7C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8354083" y="4180805"/>
            <a:ext cx="376515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38" name="Line 11">
            <a:extLst>
              <a:ext uri="{FF2B5EF4-FFF2-40B4-BE49-F238E27FC236}">
                <a16:creationId xmlns:a16="http://schemas.microsoft.com/office/drawing/2014/main" id="{D1FFCBCC-796E-47D3-9DA7-C0391E4DCFE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888311" y="4726683"/>
            <a:ext cx="1898325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grpSp>
        <p:nvGrpSpPr>
          <p:cNvPr id="139" name="组合 138">
            <a:extLst>
              <a:ext uri="{FF2B5EF4-FFF2-40B4-BE49-F238E27FC236}">
                <a16:creationId xmlns:a16="http://schemas.microsoft.com/office/drawing/2014/main" id="{AA148754-6B90-4677-9A2D-EAD77B6A21CE}"/>
              </a:ext>
            </a:extLst>
          </p:cNvPr>
          <p:cNvGrpSpPr/>
          <p:nvPr/>
        </p:nvGrpSpPr>
        <p:grpSpPr>
          <a:xfrm>
            <a:off x="3391202" y="4292263"/>
            <a:ext cx="410717" cy="145158"/>
            <a:chOff x="4562383" y="3548066"/>
            <a:chExt cx="410717" cy="145158"/>
          </a:xfrm>
        </p:grpSpPr>
        <p:sp>
          <p:nvSpPr>
            <p:cNvPr id="140" name="Line 11">
              <a:extLst>
                <a:ext uri="{FF2B5EF4-FFF2-40B4-BE49-F238E27FC236}">
                  <a16:creationId xmlns:a16="http://schemas.microsoft.com/office/drawing/2014/main" id="{B2F61362-CFE5-466D-B293-4A16DBD5398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04943" y="3616223"/>
              <a:ext cx="13631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41" name="Line 11">
              <a:extLst>
                <a:ext uri="{FF2B5EF4-FFF2-40B4-BE49-F238E27FC236}">
                  <a16:creationId xmlns:a16="http://schemas.microsoft.com/office/drawing/2014/main" id="{00656DA5-F498-48D1-9B92-1FF9E64087E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562383" y="3693224"/>
              <a:ext cx="409665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 type="oval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42" name="组合 141">
            <a:extLst>
              <a:ext uri="{FF2B5EF4-FFF2-40B4-BE49-F238E27FC236}">
                <a16:creationId xmlns:a16="http://schemas.microsoft.com/office/drawing/2014/main" id="{C157EA39-1E72-4528-8249-6BB7F735619E}"/>
              </a:ext>
            </a:extLst>
          </p:cNvPr>
          <p:cNvGrpSpPr/>
          <p:nvPr/>
        </p:nvGrpSpPr>
        <p:grpSpPr>
          <a:xfrm>
            <a:off x="3391678" y="4708286"/>
            <a:ext cx="410717" cy="149921"/>
            <a:chOff x="4562383" y="3543303"/>
            <a:chExt cx="410717" cy="149921"/>
          </a:xfrm>
        </p:grpSpPr>
        <p:sp>
          <p:nvSpPr>
            <p:cNvPr id="143" name="Line 11">
              <a:extLst>
                <a:ext uri="{FF2B5EF4-FFF2-40B4-BE49-F238E27FC236}">
                  <a16:creationId xmlns:a16="http://schemas.microsoft.com/office/drawing/2014/main" id="{60FE3E3C-D589-4D03-8AFE-13DE43D058E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04943" y="3611460"/>
              <a:ext cx="13631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44" name="Line 11">
              <a:extLst>
                <a:ext uri="{FF2B5EF4-FFF2-40B4-BE49-F238E27FC236}">
                  <a16:creationId xmlns:a16="http://schemas.microsoft.com/office/drawing/2014/main" id="{04A47191-A833-47AF-94D7-59DB8F1C741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562383" y="3693224"/>
              <a:ext cx="409665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 type="oval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45" name="组合 144">
            <a:extLst>
              <a:ext uri="{FF2B5EF4-FFF2-40B4-BE49-F238E27FC236}">
                <a16:creationId xmlns:a16="http://schemas.microsoft.com/office/drawing/2014/main" id="{F8F2F3EA-5320-411E-AFE6-CB728521F73E}"/>
              </a:ext>
            </a:extLst>
          </p:cNvPr>
          <p:cNvGrpSpPr/>
          <p:nvPr/>
        </p:nvGrpSpPr>
        <p:grpSpPr>
          <a:xfrm>
            <a:off x="3392154" y="5135424"/>
            <a:ext cx="410717" cy="149921"/>
            <a:chOff x="4562383" y="3543303"/>
            <a:chExt cx="410717" cy="149921"/>
          </a:xfrm>
        </p:grpSpPr>
        <p:sp>
          <p:nvSpPr>
            <p:cNvPr id="146" name="Line 11">
              <a:extLst>
                <a:ext uri="{FF2B5EF4-FFF2-40B4-BE49-F238E27FC236}">
                  <a16:creationId xmlns:a16="http://schemas.microsoft.com/office/drawing/2014/main" id="{6F3DEDC0-A9D8-4DBA-94B5-D0C1B7E3F74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04943" y="3611460"/>
              <a:ext cx="13631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47" name="Line 11">
              <a:extLst>
                <a:ext uri="{FF2B5EF4-FFF2-40B4-BE49-F238E27FC236}">
                  <a16:creationId xmlns:a16="http://schemas.microsoft.com/office/drawing/2014/main" id="{72069F1A-023A-4002-BB8D-7D19CD4B3FF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562383" y="3693224"/>
              <a:ext cx="409665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 type="oval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cxnSp>
        <p:nvCxnSpPr>
          <p:cNvPr id="148" name="直接连接符 147">
            <a:extLst>
              <a:ext uri="{FF2B5EF4-FFF2-40B4-BE49-F238E27FC236}">
                <a16:creationId xmlns:a16="http://schemas.microsoft.com/office/drawing/2014/main" id="{7580DDE1-607C-47D9-B1B2-659A51EE79B4}"/>
              </a:ext>
            </a:extLst>
          </p:cNvPr>
          <p:cNvCxnSpPr/>
          <p:nvPr/>
        </p:nvCxnSpPr>
        <p:spPr>
          <a:xfrm flipH="1">
            <a:off x="2870793" y="5579659"/>
            <a:ext cx="5044785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149" name="直接连接符 148">
            <a:extLst>
              <a:ext uri="{FF2B5EF4-FFF2-40B4-BE49-F238E27FC236}">
                <a16:creationId xmlns:a16="http://schemas.microsoft.com/office/drawing/2014/main" id="{1D4FB015-4337-4E36-8D0E-62DEDC4DB5E1}"/>
              </a:ext>
            </a:extLst>
          </p:cNvPr>
          <p:cNvCxnSpPr/>
          <p:nvPr/>
        </p:nvCxnSpPr>
        <p:spPr>
          <a:xfrm flipH="1">
            <a:off x="3044198" y="5478626"/>
            <a:ext cx="4756050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150" name="直接连接符 149">
            <a:extLst>
              <a:ext uri="{FF2B5EF4-FFF2-40B4-BE49-F238E27FC236}">
                <a16:creationId xmlns:a16="http://schemas.microsoft.com/office/drawing/2014/main" id="{68284A2D-682B-46A2-A8F3-466366A052EA}"/>
              </a:ext>
            </a:extLst>
          </p:cNvPr>
          <p:cNvCxnSpPr/>
          <p:nvPr/>
        </p:nvCxnSpPr>
        <p:spPr>
          <a:xfrm flipH="1">
            <a:off x="3128011" y="5982360"/>
            <a:ext cx="256650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151" name="直接连接符 150">
            <a:extLst>
              <a:ext uri="{FF2B5EF4-FFF2-40B4-BE49-F238E27FC236}">
                <a16:creationId xmlns:a16="http://schemas.microsoft.com/office/drawing/2014/main" id="{A775F8F7-C46A-4218-8FB8-E3BC3A05A28C}"/>
              </a:ext>
            </a:extLst>
          </p:cNvPr>
          <p:cNvCxnSpPr/>
          <p:nvPr/>
        </p:nvCxnSpPr>
        <p:spPr>
          <a:xfrm flipH="1">
            <a:off x="3217605" y="5380278"/>
            <a:ext cx="4455085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sp>
        <p:nvSpPr>
          <p:cNvPr id="152" name="Line 11">
            <a:extLst>
              <a:ext uri="{FF2B5EF4-FFF2-40B4-BE49-F238E27FC236}">
                <a16:creationId xmlns:a16="http://schemas.microsoft.com/office/drawing/2014/main" id="{B4008ECA-DA7E-4DDC-915B-DCBCCDF8717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8046108" y="4548033"/>
            <a:ext cx="1385977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53" name="Line 11">
            <a:extLst>
              <a:ext uri="{FF2B5EF4-FFF2-40B4-BE49-F238E27FC236}">
                <a16:creationId xmlns:a16="http://schemas.microsoft.com/office/drawing/2014/main" id="{F48CD262-C4D5-4F13-811D-6D7D7CB5736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8197012" y="4362485"/>
            <a:ext cx="887413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grpSp>
        <p:nvGrpSpPr>
          <p:cNvPr id="154" name="组合 153">
            <a:extLst>
              <a:ext uri="{FF2B5EF4-FFF2-40B4-BE49-F238E27FC236}">
                <a16:creationId xmlns:a16="http://schemas.microsoft.com/office/drawing/2014/main" id="{1395C5DC-28AF-4FA2-BE3D-8A9C25BFB325}"/>
              </a:ext>
            </a:extLst>
          </p:cNvPr>
          <p:cNvGrpSpPr/>
          <p:nvPr/>
        </p:nvGrpSpPr>
        <p:grpSpPr>
          <a:xfrm flipH="1">
            <a:off x="8132421" y="4865358"/>
            <a:ext cx="345375" cy="149921"/>
            <a:chOff x="4627725" y="3543303"/>
            <a:chExt cx="345375" cy="149921"/>
          </a:xfrm>
        </p:grpSpPr>
        <p:sp>
          <p:nvSpPr>
            <p:cNvPr id="155" name="Line 11">
              <a:extLst>
                <a:ext uri="{FF2B5EF4-FFF2-40B4-BE49-F238E27FC236}">
                  <a16:creationId xmlns:a16="http://schemas.microsoft.com/office/drawing/2014/main" id="{7965F7A6-F76F-4CDB-80FA-64D883D4419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04943" y="3611460"/>
              <a:ext cx="13631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56" name="Line 11">
              <a:extLst>
                <a:ext uri="{FF2B5EF4-FFF2-40B4-BE49-F238E27FC236}">
                  <a16:creationId xmlns:a16="http://schemas.microsoft.com/office/drawing/2014/main" id="{DCA35796-D6C4-40C8-B44C-0CFF16D0044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627725" y="3693224"/>
              <a:ext cx="34432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 type="oval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57" name="组合 156">
            <a:extLst>
              <a:ext uri="{FF2B5EF4-FFF2-40B4-BE49-F238E27FC236}">
                <a16:creationId xmlns:a16="http://schemas.microsoft.com/office/drawing/2014/main" id="{0320F426-999A-4554-868B-7F103F80886F}"/>
              </a:ext>
            </a:extLst>
          </p:cNvPr>
          <p:cNvGrpSpPr/>
          <p:nvPr/>
        </p:nvGrpSpPr>
        <p:grpSpPr>
          <a:xfrm flipH="1">
            <a:off x="8132421" y="5301919"/>
            <a:ext cx="345375" cy="149921"/>
            <a:chOff x="4627725" y="3543303"/>
            <a:chExt cx="345375" cy="149921"/>
          </a:xfrm>
        </p:grpSpPr>
        <p:sp>
          <p:nvSpPr>
            <p:cNvPr id="158" name="Line 11">
              <a:extLst>
                <a:ext uri="{FF2B5EF4-FFF2-40B4-BE49-F238E27FC236}">
                  <a16:creationId xmlns:a16="http://schemas.microsoft.com/office/drawing/2014/main" id="{31993EDA-4771-4D7F-B9BC-F9C58F757B6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04943" y="3611460"/>
              <a:ext cx="13631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59" name="Line 11">
              <a:extLst>
                <a:ext uri="{FF2B5EF4-FFF2-40B4-BE49-F238E27FC236}">
                  <a16:creationId xmlns:a16="http://schemas.microsoft.com/office/drawing/2014/main" id="{4512936B-AA3F-4CFE-95E0-8AD010D3891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627725" y="3693224"/>
              <a:ext cx="34432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 type="oval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0" name="组合 159">
            <a:extLst>
              <a:ext uri="{FF2B5EF4-FFF2-40B4-BE49-F238E27FC236}">
                <a16:creationId xmlns:a16="http://schemas.microsoft.com/office/drawing/2014/main" id="{48C2F0BF-28D6-4C6D-836C-0919082423E3}"/>
              </a:ext>
            </a:extLst>
          </p:cNvPr>
          <p:cNvGrpSpPr/>
          <p:nvPr/>
        </p:nvGrpSpPr>
        <p:grpSpPr>
          <a:xfrm flipH="1">
            <a:off x="8132421" y="5735305"/>
            <a:ext cx="345375" cy="149921"/>
            <a:chOff x="4627725" y="3543303"/>
            <a:chExt cx="345375" cy="149921"/>
          </a:xfrm>
        </p:grpSpPr>
        <p:sp>
          <p:nvSpPr>
            <p:cNvPr id="161" name="Line 11">
              <a:extLst>
                <a:ext uri="{FF2B5EF4-FFF2-40B4-BE49-F238E27FC236}">
                  <a16:creationId xmlns:a16="http://schemas.microsoft.com/office/drawing/2014/main" id="{5E7D6423-985A-423E-BE5C-DA7FE214A2E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04943" y="3611460"/>
              <a:ext cx="13631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62" name="Line 11">
              <a:extLst>
                <a:ext uri="{FF2B5EF4-FFF2-40B4-BE49-F238E27FC236}">
                  <a16:creationId xmlns:a16="http://schemas.microsoft.com/office/drawing/2014/main" id="{D65C2902-8E7C-48BF-88FB-F24EAC4C83F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627725" y="3693224"/>
              <a:ext cx="34432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 type="oval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3" name="组合 162">
            <a:extLst>
              <a:ext uri="{FF2B5EF4-FFF2-40B4-BE49-F238E27FC236}">
                <a16:creationId xmlns:a16="http://schemas.microsoft.com/office/drawing/2014/main" id="{B5B31D99-70A6-4175-81B1-C22352D24B79}"/>
              </a:ext>
            </a:extLst>
          </p:cNvPr>
          <p:cNvGrpSpPr/>
          <p:nvPr/>
        </p:nvGrpSpPr>
        <p:grpSpPr>
          <a:xfrm flipH="1">
            <a:off x="8132421" y="4430200"/>
            <a:ext cx="345375" cy="149921"/>
            <a:chOff x="4627725" y="3543303"/>
            <a:chExt cx="345375" cy="149921"/>
          </a:xfrm>
        </p:grpSpPr>
        <p:sp>
          <p:nvSpPr>
            <p:cNvPr id="164" name="Line 11">
              <a:extLst>
                <a:ext uri="{FF2B5EF4-FFF2-40B4-BE49-F238E27FC236}">
                  <a16:creationId xmlns:a16="http://schemas.microsoft.com/office/drawing/2014/main" id="{AB318BF3-7EE7-4C95-86F2-E90D0AD20EF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04943" y="3611460"/>
              <a:ext cx="13631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65" name="Line 11">
              <a:extLst>
                <a:ext uri="{FF2B5EF4-FFF2-40B4-BE49-F238E27FC236}">
                  <a16:creationId xmlns:a16="http://schemas.microsoft.com/office/drawing/2014/main" id="{DC2A416F-81F6-4D16-BA9E-82D04FB2EB2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627725" y="3693224"/>
              <a:ext cx="344323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miter lim="800000"/>
              <a:headEnd/>
              <a:tailEnd type="none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sp>
        <p:nvSpPr>
          <p:cNvPr id="166" name="Delay 68">
            <a:extLst>
              <a:ext uri="{FF2B5EF4-FFF2-40B4-BE49-F238E27FC236}">
                <a16:creationId xmlns:a16="http://schemas.microsoft.com/office/drawing/2014/main" id="{ED31F171-15B6-4C12-BEDE-1EC1E285E1AE}"/>
              </a:ext>
            </a:extLst>
          </p:cNvPr>
          <p:cNvSpPr/>
          <p:nvPr/>
        </p:nvSpPr>
        <p:spPr>
          <a:xfrm>
            <a:off x="2697408" y="5806766"/>
            <a:ext cx="437925" cy="358762"/>
          </a:xfrm>
          <a:prstGeom prst="flowChartDelay">
            <a:avLst/>
          </a:prstGeom>
          <a:solidFill>
            <a:srgbClr val="FFC000">
              <a:lumMod val="60000"/>
              <a:lumOff val="40000"/>
            </a:srgbClr>
          </a:solidFill>
          <a:ln w="317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600" b="1" i="1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67" name="Delay 68">
            <a:extLst>
              <a:ext uri="{FF2B5EF4-FFF2-40B4-BE49-F238E27FC236}">
                <a16:creationId xmlns:a16="http://schemas.microsoft.com/office/drawing/2014/main" id="{EAC83741-8FC2-4341-94FC-223984E86667}"/>
              </a:ext>
            </a:extLst>
          </p:cNvPr>
          <p:cNvSpPr/>
          <p:nvPr/>
        </p:nvSpPr>
        <p:spPr>
          <a:xfrm>
            <a:off x="2696886" y="6231953"/>
            <a:ext cx="437925" cy="358762"/>
          </a:xfrm>
          <a:prstGeom prst="flowChartDelay">
            <a:avLst/>
          </a:prstGeom>
          <a:solidFill>
            <a:srgbClr val="FFC000">
              <a:lumMod val="60000"/>
              <a:lumOff val="40000"/>
            </a:srgbClr>
          </a:solidFill>
          <a:ln w="317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600" b="1" i="1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68" name="椭圆 167">
            <a:extLst>
              <a:ext uri="{FF2B5EF4-FFF2-40B4-BE49-F238E27FC236}">
                <a16:creationId xmlns:a16="http://schemas.microsoft.com/office/drawing/2014/main" id="{E39A55F6-41A3-4E32-BF47-AEA12366DCD9}"/>
              </a:ext>
            </a:extLst>
          </p:cNvPr>
          <p:cNvSpPr/>
          <p:nvPr/>
        </p:nvSpPr>
        <p:spPr>
          <a:xfrm>
            <a:off x="2618726" y="5860493"/>
            <a:ext cx="64466" cy="64466"/>
          </a:xfrm>
          <a:prstGeom prst="ellipse">
            <a:avLst/>
          </a:prstGeom>
          <a:noFill/>
          <a:ln w="19050" cap="sq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69" name="椭圆 168">
            <a:extLst>
              <a:ext uri="{FF2B5EF4-FFF2-40B4-BE49-F238E27FC236}">
                <a16:creationId xmlns:a16="http://schemas.microsoft.com/office/drawing/2014/main" id="{CF2953EA-766E-4E96-8778-583F2BDB8531}"/>
              </a:ext>
            </a:extLst>
          </p:cNvPr>
          <p:cNvSpPr/>
          <p:nvPr/>
        </p:nvSpPr>
        <p:spPr>
          <a:xfrm>
            <a:off x="2618726" y="6058613"/>
            <a:ext cx="64466" cy="64466"/>
          </a:xfrm>
          <a:prstGeom prst="ellipse">
            <a:avLst/>
          </a:prstGeom>
          <a:noFill/>
          <a:ln w="19050" cap="sq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70" name="椭圆 169">
            <a:extLst>
              <a:ext uri="{FF2B5EF4-FFF2-40B4-BE49-F238E27FC236}">
                <a16:creationId xmlns:a16="http://schemas.microsoft.com/office/drawing/2014/main" id="{D20F021A-DD43-4E7F-835C-7588A139033C}"/>
              </a:ext>
            </a:extLst>
          </p:cNvPr>
          <p:cNvSpPr/>
          <p:nvPr/>
        </p:nvSpPr>
        <p:spPr>
          <a:xfrm>
            <a:off x="2618726" y="6279593"/>
            <a:ext cx="64466" cy="64466"/>
          </a:xfrm>
          <a:prstGeom prst="ellipse">
            <a:avLst/>
          </a:prstGeom>
          <a:noFill/>
          <a:ln w="19050" cap="sq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cxnSp>
        <p:nvCxnSpPr>
          <p:cNvPr id="171" name="直接连接符 170">
            <a:extLst>
              <a:ext uri="{FF2B5EF4-FFF2-40B4-BE49-F238E27FC236}">
                <a16:creationId xmlns:a16="http://schemas.microsoft.com/office/drawing/2014/main" id="{8485DB44-1DA7-4D8F-BC6D-3743813BCD55}"/>
              </a:ext>
            </a:extLst>
          </p:cNvPr>
          <p:cNvCxnSpPr/>
          <p:nvPr/>
        </p:nvCxnSpPr>
        <p:spPr>
          <a:xfrm flipH="1">
            <a:off x="2169145" y="5892846"/>
            <a:ext cx="449582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172" name="直接连接符 171">
            <a:extLst>
              <a:ext uri="{FF2B5EF4-FFF2-40B4-BE49-F238E27FC236}">
                <a16:creationId xmlns:a16="http://schemas.microsoft.com/office/drawing/2014/main" id="{B40A4C58-AF9C-4B2C-A0F0-0ACA6BEB206A}"/>
              </a:ext>
            </a:extLst>
          </p:cNvPr>
          <p:cNvCxnSpPr>
            <a:endCxn id="175" idx="1"/>
          </p:cNvCxnSpPr>
          <p:nvPr/>
        </p:nvCxnSpPr>
        <p:spPr>
          <a:xfrm flipH="1">
            <a:off x="2468785" y="6310803"/>
            <a:ext cx="146862" cy="3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173" name="直接连接符 172">
            <a:extLst>
              <a:ext uri="{FF2B5EF4-FFF2-40B4-BE49-F238E27FC236}">
                <a16:creationId xmlns:a16="http://schemas.microsoft.com/office/drawing/2014/main" id="{70331131-0D64-4927-9F3C-3A907F422C5B}"/>
              </a:ext>
            </a:extLst>
          </p:cNvPr>
          <p:cNvCxnSpPr/>
          <p:nvPr/>
        </p:nvCxnSpPr>
        <p:spPr>
          <a:xfrm flipH="1">
            <a:off x="2169145" y="6507780"/>
            <a:ext cx="521668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174" name="直接连接符 173">
            <a:extLst>
              <a:ext uri="{FF2B5EF4-FFF2-40B4-BE49-F238E27FC236}">
                <a16:creationId xmlns:a16="http://schemas.microsoft.com/office/drawing/2014/main" id="{793E02CF-A8A0-40B3-9856-47FC19C76C63}"/>
              </a:ext>
            </a:extLst>
          </p:cNvPr>
          <p:cNvCxnSpPr/>
          <p:nvPr/>
        </p:nvCxnSpPr>
        <p:spPr>
          <a:xfrm flipH="1">
            <a:off x="2351377" y="6090868"/>
            <a:ext cx="256650" cy="0"/>
          </a:xfrm>
          <a:prstGeom prst="line">
            <a:avLst/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sp>
        <p:nvSpPr>
          <p:cNvPr id="175" name="Line 11">
            <a:extLst>
              <a:ext uri="{FF2B5EF4-FFF2-40B4-BE49-F238E27FC236}">
                <a16:creationId xmlns:a16="http://schemas.microsoft.com/office/drawing/2014/main" id="{29B47ABF-3979-4F7A-B725-CC972FEF6E9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259807" y="6101827"/>
            <a:ext cx="417958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 type="oval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76" name="Line 11">
            <a:extLst>
              <a:ext uri="{FF2B5EF4-FFF2-40B4-BE49-F238E27FC236}">
                <a16:creationId xmlns:a16="http://schemas.microsoft.com/office/drawing/2014/main" id="{4110C627-03FF-4BC1-9F5C-E6FC0B9528C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2142398" y="6299847"/>
            <a:ext cx="417958" cy="0"/>
          </a:xfrm>
          <a:prstGeom prst="line">
            <a:avLst/>
          </a:prstGeom>
          <a:noFill/>
          <a:ln w="19050" cap="sq">
            <a:solidFill>
              <a:srgbClr val="000000"/>
            </a:solidFill>
            <a:miter lim="800000"/>
            <a:headEnd type="oval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77" name="Text Box 21">
            <a:extLst>
              <a:ext uri="{FF2B5EF4-FFF2-40B4-BE49-F238E27FC236}">
                <a16:creationId xmlns:a16="http://schemas.microsoft.com/office/drawing/2014/main" id="{8E8D4B57-31A0-43D9-9508-CA8ACFB7A9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365" y="1353266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3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78" name="Text Box 22">
            <a:extLst>
              <a:ext uri="{FF2B5EF4-FFF2-40B4-BE49-F238E27FC236}">
                <a16:creationId xmlns:a16="http://schemas.microsoft.com/office/drawing/2014/main" id="{B3234EFC-F136-4BF7-BEDA-0C0E75C0B8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365" y="1705263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4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79" name="Text Box 23">
            <a:extLst>
              <a:ext uri="{FF2B5EF4-FFF2-40B4-BE49-F238E27FC236}">
                <a16:creationId xmlns:a16="http://schemas.microsoft.com/office/drawing/2014/main" id="{BB2D7294-6DDA-4400-9477-991905BBC9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5634" y="2057260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5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0" name="Text Box 24">
            <a:extLst>
              <a:ext uri="{FF2B5EF4-FFF2-40B4-BE49-F238E27FC236}">
                <a16:creationId xmlns:a16="http://schemas.microsoft.com/office/drawing/2014/main" id="{C3BFE00E-249A-4001-AD84-727C6C241F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5634" y="2409257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6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1" name="Text Box 25">
            <a:extLst>
              <a:ext uri="{FF2B5EF4-FFF2-40B4-BE49-F238E27FC236}">
                <a16:creationId xmlns:a16="http://schemas.microsoft.com/office/drawing/2014/main" id="{096F0F96-9B72-43EF-A218-2195852938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5634" y="2761254"/>
            <a:ext cx="379413" cy="24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7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2" name="Text Box 26">
            <a:extLst>
              <a:ext uri="{FF2B5EF4-FFF2-40B4-BE49-F238E27FC236}">
                <a16:creationId xmlns:a16="http://schemas.microsoft.com/office/drawing/2014/main" id="{EDA011F7-D61E-4108-A348-48B671C70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5634" y="3116426"/>
            <a:ext cx="379413" cy="6253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8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3" name="Text Box 21">
            <a:extLst>
              <a:ext uri="{FF2B5EF4-FFF2-40B4-BE49-F238E27FC236}">
                <a16:creationId xmlns:a16="http://schemas.microsoft.com/office/drawing/2014/main" id="{4157E77A-F93F-4E3F-9C2B-7D930F60D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4264" y="3645323"/>
            <a:ext cx="470195" cy="2951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I/O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1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4" name="Text Box 23">
            <a:extLst>
              <a:ext uri="{FF2B5EF4-FFF2-40B4-BE49-F238E27FC236}">
                <a16:creationId xmlns:a16="http://schemas.microsoft.com/office/drawing/2014/main" id="{61DDEE30-97F5-44F8-80F7-AB2CB56A1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5851" y="4485421"/>
            <a:ext cx="467878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I/O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3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5" name="Text Box 24">
            <a:extLst>
              <a:ext uri="{FF2B5EF4-FFF2-40B4-BE49-F238E27FC236}">
                <a16:creationId xmlns:a16="http://schemas.microsoft.com/office/drawing/2014/main" id="{F0FE283A-2BAE-4599-8E02-F5872882F0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2475" y="4905469"/>
            <a:ext cx="49198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I/O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4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6" name="Text Box 21">
            <a:extLst>
              <a:ext uri="{FF2B5EF4-FFF2-40B4-BE49-F238E27FC236}">
                <a16:creationId xmlns:a16="http://schemas.microsoft.com/office/drawing/2014/main" id="{83521FE6-F887-4E72-A4CF-CB63837E12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7883" y="5041726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0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7" name="Text Box 21">
            <a:extLst>
              <a:ext uri="{FF2B5EF4-FFF2-40B4-BE49-F238E27FC236}">
                <a16:creationId xmlns:a16="http://schemas.microsoft.com/office/drawing/2014/main" id="{C03E1628-B5B5-4C2A-8ACA-F85894A28B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6905" y="5043468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1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8" name="Text Box 21">
            <a:extLst>
              <a:ext uri="{FF2B5EF4-FFF2-40B4-BE49-F238E27FC236}">
                <a16:creationId xmlns:a16="http://schemas.microsoft.com/office/drawing/2014/main" id="{38BCB5F0-7507-4BC6-BC0B-012C917874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3227" y="5045210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2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9" name="Text Box 21">
            <a:extLst>
              <a:ext uri="{FF2B5EF4-FFF2-40B4-BE49-F238E27FC236}">
                <a16:creationId xmlns:a16="http://schemas.microsoft.com/office/drawing/2014/main" id="{2C98CC51-8633-46CE-9EF9-136AD4931D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5899" y="5046952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9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90" name="Text Box 21">
            <a:extLst>
              <a:ext uri="{FF2B5EF4-FFF2-40B4-BE49-F238E27FC236}">
                <a16:creationId xmlns:a16="http://schemas.microsoft.com/office/drawing/2014/main" id="{FB634256-6905-46F5-AF5A-8547DD0B2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2955" y="5735305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CS</a:t>
            </a:r>
          </a:p>
        </p:txBody>
      </p:sp>
      <p:sp>
        <p:nvSpPr>
          <p:cNvPr id="191" name="Text Box 21">
            <a:extLst>
              <a:ext uri="{FF2B5EF4-FFF2-40B4-BE49-F238E27FC236}">
                <a16:creationId xmlns:a16="http://schemas.microsoft.com/office/drawing/2014/main" id="{D9262F7A-3229-4B7A-A5A5-9323145F9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5987" y="6344059"/>
            <a:ext cx="379413" cy="2439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WE</a:t>
            </a:r>
          </a:p>
        </p:txBody>
      </p:sp>
      <p:cxnSp>
        <p:nvCxnSpPr>
          <p:cNvPr id="192" name="直接连接符 191">
            <a:extLst>
              <a:ext uri="{FF2B5EF4-FFF2-40B4-BE49-F238E27FC236}">
                <a16:creationId xmlns:a16="http://schemas.microsoft.com/office/drawing/2014/main" id="{D643BFF9-1603-4AA7-9F4B-A845C83283D4}"/>
              </a:ext>
            </a:extLst>
          </p:cNvPr>
          <p:cNvCxnSpPr/>
          <p:nvPr/>
        </p:nvCxnSpPr>
        <p:spPr>
          <a:xfrm flipH="1">
            <a:off x="1854707" y="5767579"/>
            <a:ext cx="216903" cy="0"/>
          </a:xfrm>
          <a:prstGeom prst="line">
            <a:avLst/>
          </a:prstGeom>
          <a:noFill/>
          <a:ln w="1270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193" name="直接连接符 192">
            <a:extLst>
              <a:ext uri="{FF2B5EF4-FFF2-40B4-BE49-F238E27FC236}">
                <a16:creationId xmlns:a16="http://schemas.microsoft.com/office/drawing/2014/main" id="{28C13A29-3AD1-42C9-9605-4AA731FA6CF3}"/>
              </a:ext>
            </a:extLst>
          </p:cNvPr>
          <p:cNvCxnSpPr/>
          <p:nvPr/>
        </p:nvCxnSpPr>
        <p:spPr>
          <a:xfrm flipH="1">
            <a:off x="1837695" y="6345871"/>
            <a:ext cx="287705" cy="0"/>
          </a:xfrm>
          <a:prstGeom prst="line">
            <a:avLst/>
          </a:prstGeom>
          <a:noFill/>
          <a:ln w="1270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none"/>
          </a:ln>
          <a:effectLst/>
        </p:spPr>
      </p:cxnSp>
      <p:grpSp>
        <p:nvGrpSpPr>
          <p:cNvPr id="194" name="组合 193">
            <a:extLst>
              <a:ext uri="{FF2B5EF4-FFF2-40B4-BE49-F238E27FC236}">
                <a16:creationId xmlns:a16="http://schemas.microsoft.com/office/drawing/2014/main" id="{58300A71-2307-434A-ACD5-DB1892ABCDCC}"/>
              </a:ext>
            </a:extLst>
          </p:cNvPr>
          <p:cNvGrpSpPr/>
          <p:nvPr/>
        </p:nvGrpSpPr>
        <p:grpSpPr>
          <a:xfrm>
            <a:off x="2389075" y="3191311"/>
            <a:ext cx="2176922" cy="283124"/>
            <a:chOff x="3565110" y="2856363"/>
            <a:chExt cx="2176922" cy="283124"/>
          </a:xfrm>
        </p:grpSpPr>
        <p:grpSp>
          <p:nvGrpSpPr>
            <p:cNvPr id="195" name="组合 194">
              <a:extLst>
                <a:ext uri="{FF2B5EF4-FFF2-40B4-BE49-F238E27FC236}">
                  <a16:creationId xmlns:a16="http://schemas.microsoft.com/office/drawing/2014/main" id="{9ED1AC99-E7B2-49D7-A390-4AFD3D940A4A}"/>
                </a:ext>
              </a:extLst>
            </p:cNvPr>
            <p:cNvGrpSpPr/>
            <p:nvPr/>
          </p:nvGrpSpPr>
          <p:grpSpPr>
            <a:xfrm>
              <a:off x="3565110" y="2856363"/>
              <a:ext cx="2176922" cy="283124"/>
              <a:chOff x="-202459" y="1579636"/>
              <a:chExt cx="2176922" cy="283124"/>
            </a:xfrm>
          </p:grpSpPr>
          <p:sp>
            <p:nvSpPr>
              <p:cNvPr id="197" name="等腰三角形 196">
                <a:extLst>
                  <a:ext uri="{FF2B5EF4-FFF2-40B4-BE49-F238E27FC236}">
                    <a16:creationId xmlns:a16="http://schemas.microsoft.com/office/drawing/2014/main" id="{E2AB41D0-5875-48DE-8B2F-9751FA78A744}"/>
                  </a:ext>
                </a:extLst>
              </p:cNvPr>
              <p:cNvSpPr/>
              <p:nvPr/>
            </p:nvSpPr>
            <p:spPr>
              <a:xfrm rot="5400000" flipH="1">
                <a:off x="1051482" y="1613255"/>
                <a:ext cx="283124" cy="215885"/>
              </a:xfrm>
              <a:prstGeom prst="triangle">
                <a:avLst/>
              </a:prstGeom>
              <a:solidFill>
                <a:srgbClr val="FFD966"/>
              </a:solidFill>
              <a:ln w="31750" cap="sq">
                <a:solidFill>
                  <a:srgbClr val="000000"/>
                </a:solidFill>
                <a:miter lim="800000"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E7E6E6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98" name="直接连接符 197">
                <a:extLst>
                  <a:ext uri="{FF2B5EF4-FFF2-40B4-BE49-F238E27FC236}">
                    <a16:creationId xmlns:a16="http://schemas.microsoft.com/office/drawing/2014/main" id="{99A0B7F8-9CB9-4734-B629-4922BA0BC00C}"/>
                  </a:ext>
                </a:extLst>
              </p:cNvPr>
              <p:cNvCxnSpPr/>
              <p:nvPr/>
            </p:nvCxnSpPr>
            <p:spPr>
              <a:xfrm>
                <a:off x="1193429" y="1635891"/>
                <a:ext cx="781034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199" name="直接连接符 198">
                <a:extLst>
                  <a:ext uri="{FF2B5EF4-FFF2-40B4-BE49-F238E27FC236}">
                    <a16:creationId xmlns:a16="http://schemas.microsoft.com/office/drawing/2014/main" id="{3A2F7465-BE99-46EA-81CD-F03DA2BA7D0A}"/>
                  </a:ext>
                </a:extLst>
              </p:cNvPr>
              <p:cNvCxnSpPr/>
              <p:nvPr/>
            </p:nvCxnSpPr>
            <p:spPr>
              <a:xfrm>
                <a:off x="1269215" y="1805069"/>
                <a:ext cx="705248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00" name="直接连接符 199">
                <a:extLst>
                  <a:ext uri="{FF2B5EF4-FFF2-40B4-BE49-F238E27FC236}">
                    <a16:creationId xmlns:a16="http://schemas.microsoft.com/office/drawing/2014/main" id="{9D51EB3C-04A4-4906-A90F-050981217FE3}"/>
                  </a:ext>
                </a:extLst>
              </p:cNvPr>
              <p:cNvCxnSpPr/>
              <p:nvPr/>
            </p:nvCxnSpPr>
            <p:spPr>
              <a:xfrm>
                <a:off x="-202459" y="1718788"/>
                <a:ext cx="1266156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</p:grpSp>
        <p:sp>
          <p:nvSpPr>
            <p:cNvPr id="196" name="椭圆 195">
              <a:extLst>
                <a:ext uri="{FF2B5EF4-FFF2-40B4-BE49-F238E27FC236}">
                  <a16:creationId xmlns:a16="http://schemas.microsoft.com/office/drawing/2014/main" id="{89450656-2B29-499D-BE23-2DB9FFC6F1FD}"/>
                </a:ext>
              </a:extLst>
            </p:cNvPr>
            <p:cNvSpPr/>
            <p:nvPr/>
          </p:nvSpPr>
          <p:spPr>
            <a:xfrm>
              <a:off x="4982211" y="3049045"/>
              <a:ext cx="64466" cy="64466"/>
            </a:xfrm>
            <a:prstGeom prst="ellipse">
              <a:avLst/>
            </a:prstGeom>
            <a:solidFill>
              <a:sysClr val="window" lastClr="FFFFFF"/>
            </a:solidFill>
            <a:ln w="19050" cap="sq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01" name="组合 200">
            <a:extLst>
              <a:ext uri="{FF2B5EF4-FFF2-40B4-BE49-F238E27FC236}">
                <a16:creationId xmlns:a16="http://schemas.microsoft.com/office/drawing/2014/main" id="{9F4E308D-E780-49E2-AA63-275497F96FC5}"/>
              </a:ext>
            </a:extLst>
          </p:cNvPr>
          <p:cNvGrpSpPr/>
          <p:nvPr/>
        </p:nvGrpSpPr>
        <p:grpSpPr>
          <a:xfrm>
            <a:off x="2389075" y="2825588"/>
            <a:ext cx="2176922" cy="283124"/>
            <a:chOff x="3565110" y="2526835"/>
            <a:chExt cx="2176922" cy="283124"/>
          </a:xfrm>
        </p:grpSpPr>
        <p:grpSp>
          <p:nvGrpSpPr>
            <p:cNvPr id="202" name="组合 201">
              <a:extLst>
                <a:ext uri="{FF2B5EF4-FFF2-40B4-BE49-F238E27FC236}">
                  <a16:creationId xmlns:a16="http://schemas.microsoft.com/office/drawing/2014/main" id="{CE4BAC6D-9BF3-445B-BF09-D32029A7D587}"/>
                </a:ext>
              </a:extLst>
            </p:cNvPr>
            <p:cNvGrpSpPr/>
            <p:nvPr/>
          </p:nvGrpSpPr>
          <p:grpSpPr>
            <a:xfrm>
              <a:off x="3565110" y="2526835"/>
              <a:ext cx="2176922" cy="283124"/>
              <a:chOff x="-202459" y="1579636"/>
              <a:chExt cx="2176922" cy="283124"/>
            </a:xfrm>
          </p:grpSpPr>
          <p:sp>
            <p:nvSpPr>
              <p:cNvPr id="204" name="等腰三角形 203">
                <a:extLst>
                  <a:ext uri="{FF2B5EF4-FFF2-40B4-BE49-F238E27FC236}">
                    <a16:creationId xmlns:a16="http://schemas.microsoft.com/office/drawing/2014/main" id="{89DA13B8-30D8-43A2-9A56-AE3C92DD4CDA}"/>
                  </a:ext>
                </a:extLst>
              </p:cNvPr>
              <p:cNvSpPr/>
              <p:nvPr/>
            </p:nvSpPr>
            <p:spPr>
              <a:xfrm rot="5400000" flipH="1">
                <a:off x="1051482" y="1613255"/>
                <a:ext cx="283124" cy="215885"/>
              </a:xfrm>
              <a:prstGeom prst="triangle">
                <a:avLst/>
              </a:prstGeom>
              <a:solidFill>
                <a:srgbClr val="FFD966"/>
              </a:solidFill>
              <a:ln w="31750" cap="sq">
                <a:solidFill>
                  <a:srgbClr val="000000"/>
                </a:solidFill>
                <a:miter lim="800000"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E7E6E6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205" name="直接连接符 204">
                <a:extLst>
                  <a:ext uri="{FF2B5EF4-FFF2-40B4-BE49-F238E27FC236}">
                    <a16:creationId xmlns:a16="http://schemas.microsoft.com/office/drawing/2014/main" id="{33DF029B-37CE-45C0-95ED-205E7D2AA963}"/>
                  </a:ext>
                </a:extLst>
              </p:cNvPr>
              <p:cNvCxnSpPr/>
              <p:nvPr/>
            </p:nvCxnSpPr>
            <p:spPr>
              <a:xfrm>
                <a:off x="1193429" y="1635891"/>
                <a:ext cx="781034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06" name="直接连接符 205">
                <a:extLst>
                  <a:ext uri="{FF2B5EF4-FFF2-40B4-BE49-F238E27FC236}">
                    <a16:creationId xmlns:a16="http://schemas.microsoft.com/office/drawing/2014/main" id="{CB19E7EC-9DF2-4877-974B-7F0728480DDB}"/>
                  </a:ext>
                </a:extLst>
              </p:cNvPr>
              <p:cNvCxnSpPr/>
              <p:nvPr/>
            </p:nvCxnSpPr>
            <p:spPr>
              <a:xfrm>
                <a:off x="1269215" y="1805069"/>
                <a:ext cx="705248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07" name="直接连接符 206">
                <a:extLst>
                  <a:ext uri="{FF2B5EF4-FFF2-40B4-BE49-F238E27FC236}">
                    <a16:creationId xmlns:a16="http://schemas.microsoft.com/office/drawing/2014/main" id="{BF6C6053-9D2C-456C-A373-90E0ED227917}"/>
                  </a:ext>
                </a:extLst>
              </p:cNvPr>
              <p:cNvCxnSpPr/>
              <p:nvPr/>
            </p:nvCxnSpPr>
            <p:spPr>
              <a:xfrm>
                <a:off x="-202459" y="1718788"/>
                <a:ext cx="1266156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</p:grpSp>
        <p:sp>
          <p:nvSpPr>
            <p:cNvPr id="203" name="椭圆 202">
              <a:extLst>
                <a:ext uri="{FF2B5EF4-FFF2-40B4-BE49-F238E27FC236}">
                  <a16:creationId xmlns:a16="http://schemas.microsoft.com/office/drawing/2014/main" id="{84498132-A7F4-4FA6-BE99-F520022353C9}"/>
                </a:ext>
              </a:extLst>
            </p:cNvPr>
            <p:cNvSpPr/>
            <p:nvPr/>
          </p:nvSpPr>
          <p:spPr>
            <a:xfrm>
              <a:off x="4982211" y="2718845"/>
              <a:ext cx="64466" cy="64466"/>
            </a:xfrm>
            <a:prstGeom prst="ellipse">
              <a:avLst/>
            </a:prstGeom>
            <a:solidFill>
              <a:sysClr val="window" lastClr="FFFFFF"/>
            </a:solidFill>
            <a:ln w="19050" cap="sq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08" name="组合 207">
            <a:extLst>
              <a:ext uri="{FF2B5EF4-FFF2-40B4-BE49-F238E27FC236}">
                <a16:creationId xmlns:a16="http://schemas.microsoft.com/office/drawing/2014/main" id="{4FFD5A24-1E72-457A-A924-6434851D4A49}"/>
              </a:ext>
            </a:extLst>
          </p:cNvPr>
          <p:cNvGrpSpPr/>
          <p:nvPr/>
        </p:nvGrpSpPr>
        <p:grpSpPr>
          <a:xfrm>
            <a:off x="2389075" y="2459867"/>
            <a:ext cx="2176922" cy="283124"/>
            <a:chOff x="3565110" y="2197309"/>
            <a:chExt cx="2176922" cy="283124"/>
          </a:xfrm>
        </p:grpSpPr>
        <p:grpSp>
          <p:nvGrpSpPr>
            <p:cNvPr id="209" name="组合 208">
              <a:extLst>
                <a:ext uri="{FF2B5EF4-FFF2-40B4-BE49-F238E27FC236}">
                  <a16:creationId xmlns:a16="http://schemas.microsoft.com/office/drawing/2014/main" id="{5B3AC178-A37C-4856-B34E-E83805A28957}"/>
                </a:ext>
              </a:extLst>
            </p:cNvPr>
            <p:cNvGrpSpPr/>
            <p:nvPr/>
          </p:nvGrpSpPr>
          <p:grpSpPr>
            <a:xfrm>
              <a:off x="3565110" y="2197309"/>
              <a:ext cx="2176922" cy="283124"/>
              <a:chOff x="-202459" y="1579636"/>
              <a:chExt cx="2176922" cy="283124"/>
            </a:xfrm>
          </p:grpSpPr>
          <p:sp>
            <p:nvSpPr>
              <p:cNvPr id="211" name="等腰三角形 210">
                <a:extLst>
                  <a:ext uri="{FF2B5EF4-FFF2-40B4-BE49-F238E27FC236}">
                    <a16:creationId xmlns:a16="http://schemas.microsoft.com/office/drawing/2014/main" id="{3C5E6CD6-AEED-48EC-A6B6-001990369FFB}"/>
                  </a:ext>
                </a:extLst>
              </p:cNvPr>
              <p:cNvSpPr/>
              <p:nvPr/>
            </p:nvSpPr>
            <p:spPr>
              <a:xfrm rot="5400000" flipH="1">
                <a:off x="1051482" y="1613255"/>
                <a:ext cx="283124" cy="215885"/>
              </a:xfrm>
              <a:prstGeom prst="triangle">
                <a:avLst/>
              </a:prstGeom>
              <a:solidFill>
                <a:srgbClr val="FFD966"/>
              </a:solidFill>
              <a:ln w="31750" cap="sq">
                <a:solidFill>
                  <a:srgbClr val="000000"/>
                </a:solidFill>
                <a:miter lim="800000"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E7E6E6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212" name="直接连接符 211">
                <a:extLst>
                  <a:ext uri="{FF2B5EF4-FFF2-40B4-BE49-F238E27FC236}">
                    <a16:creationId xmlns:a16="http://schemas.microsoft.com/office/drawing/2014/main" id="{39870088-B09A-443F-B822-F2713D3DFDFD}"/>
                  </a:ext>
                </a:extLst>
              </p:cNvPr>
              <p:cNvCxnSpPr/>
              <p:nvPr/>
            </p:nvCxnSpPr>
            <p:spPr>
              <a:xfrm>
                <a:off x="1193429" y="1635891"/>
                <a:ext cx="781034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13" name="直接连接符 212">
                <a:extLst>
                  <a:ext uri="{FF2B5EF4-FFF2-40B4-BE49-F238E27FC236}">
                    <a16:creationId xmlns:a16="http://schemas.microsoft.com/office/drawing/2014/main" id="{46530895-6410-4DAB-BE37-5982705A6BC0}"/>
                  </a:ext>
                </a:extLst>
              </p:cNvPr>
              <p:cNvCxnSpPr/>
              <p:nvPr/>
            </p:nvCxnSpPr>
            <p:spPr>
              <a:xfrm>
                <a:off x="1269215" y="1805069"/>
                <a:ext cx="705248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14" name="直接连接符 213">
                <a:extLst>
                  <a:ext uri="{FF2B5EF4-FFF2-40B4-BE49-F238E27FC236}">
                    <a16:creationId xmlns:a16="http://schemas.microsoft.com/office/drawing/2014/main" id="{232FC151-BE06-4E44-BC31-C1931657B8FE}"/>
                  </a:ext>
                </a:extLst>
              </p:cNvPr>
              <p:cNvCxnSpPr/>
              <p:nvPr/>
            </p:nvCxnSpPr>
            <p:spPr>
              <a:xfrm>
                <a:off x="-202459" y="1718788"/>
                <a:ext cx="1266156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</p:grpSp>
        <p:sp>
          <p:nvSpPr>
            <p:cNvPr id="210" name="椭圆 209">
              <a:extLst>
                <a:ext uri="{FF2B5EF4-FFF2-40B4-BE49-F238E27FC236}">
                  <a16:creationId xmlns:a16="http://schemas.microsoft.com/office/drawing/2014/main" id="{9DFF7EE4-320C-4EFD-885E-4787A71BCF40}"/>
                </a:ext>
              </a:extLst>
            </p:cNvPr>
            <p:cNvSpPr/>
            <p:nvPr/>
          </p:nvSpPr>
          <p:spPr>
            <a:xfrm>
              <a:off x="4982211" y="2394995"/>
              <a:ext cx="64466" cy="64466"/>
            </a:xfrm>
            <a:prstGeom prst="ellipse">
              <a:avLst/>
            </a:prstGeom>
            <a:solidFill>
              <a:sysClr val="window" lastClr="FFFFFF"/>
            </a:solidFill>
            <a:ln w="19050" cap="sq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15" name="组合 214">
            <a:extLst>
              <a:ext uri="{FF2B5EF4-FFF2-40B4-BE49-F238E27FC236}">
                <a16:creationId xmlns:a16="http://schemas.microsoft.com/office/drawing/2014/main" id="{87C120A6-6A81-4595-A571-BA930390B687}"/>
              </a:ext>
            </a:extLst>
          </p:cNvPr>
          <p:cNvGrpSpPr/>
          <p:nvPr/>
        </p:nvGrpSpPr>
        <p:grpSpPr>
          <a:xfrm>
            <a:off x="2389075" y="2094146"/>
            <a:ext cx="2176922" cy="283124"/>
            <a:chOff x="3565110" y="1867783"/>
            <a:chExt cx="2176922" cy="283124"/>
          </a:xfrm>
        </p:grpSpPr>
        <p:grpSp>
          <p:nvGrpSpPr>
            <p:cNvPr id="216" name="组合 215">
              <a:extLst>
                <a:ext uri="{FF2B5EF4-FFF2-40B4-BE49-F238E27FC236}">
                  <a16:creationId xmlns:a16="http://schemas.microsoft.com/office/drawing/2014/main" id="{22531211-8C24-4BA7-9390-A8A24133837D}"/>
                </a:ext>
              </a:extLst>
            </p:cNvPr>
            <p:cNvGrpSpPr/>
            <p:nvPr/>
          </p:nvGrpSpPr>
          <p:grpSpPr>
            <a:xfrm>
              <a:off x="3565110" y="1867783"/>
              <a:ext cx="2176922" cy="283124"/>
              <a:chOff x="-202459" y="1579636"/>
              <a:chExt cx="2176922" cy="283124"/>
            </a:xfrm>
          </p:grpSpPr>
          <p:sp>
            <p:nvSpPr>
              <p:cNvPr id="218" name="等腰三角形 217">
                <a:extLst>
                  <a:ext uri="{FF2B5EF4-FFF2-40B4-BE49-F238E27FC236}">
                    <a16:creationId xmlns:a16="http://schemas.microsoft.com/office/drawing/2014/main" id="{73F402F1-50C0-469D-94A5-6F993EC415DF}"/>
                  </a:ext>
                </a:extLst>
              </p:cNvPr>
              <p:cNvSpPr/>
              <p:nvPr/>
            </p:nvSpPr>
            <p:spPr>
              <a:xfrm rot="5400000" flipH="1">
                <a:off x="1051482" y="1613255"/>
                <a:ext cx="283124" cy="215885"/>
              </a:xfrm>
              <a:prstGeom prst="triangle">
                <a:avLst/>
              </a:prstGeom>
              <a:solidFill>
                <a:srgbClr val="FFD966"/>
              </a:solidFill>
              <a:ln w="31750" cap="sq">
                <a:solidFill>
                  <a:srgbClr val="000000"/>
                </a:solidFill>
                <a:miter lim="800000"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E7E6E6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219" name="直接连接符 218">
                <a:extLst>
                  <a:ext uri="{FF2B5EF4-FFF2-40B4-BE49-F238E27FC236}">
                    <a16:creationId xmlns:a16="http://schemas.microsoft.com/office/drawing/2014/main" id="{31780C03-794D-4F1D-8510-099E39498CEB}"/>
                  </a:ext>
                </a:extLst>
              </p:cNvPr>
              <p:cNvCxnSpPr/>
              <p:nvPr/>
            </p:nvCxnSpPr>
            <p:spPr>
              <a:xfrm>
                <a:off x="1193429" y="1635891"/>
                <a:ext cx="781034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20" name="直接连接符 219">
                <a:extLst>
                  <a:ext uri="{FF2B5EF4-FFF2-40B4-BE49-F238E27FC236}">
                    <a16:creationId xmlns:a16="http://schemas.microsoft.com/office/drawing/2014/main" id="{C17743E8-E5CE-43F7-B32C-78973D8D3967}"/>
                  </a:ext>
                </a:extLst>
              </p:cNvPr>
              <p:cNvCxnSpPr/>
              <p:nvPr/>
            </p:nvCxnSpPr>
            <p:spPr>
              <a:xfrm>
                <a:off x="1269215" y="1805069"/>
                <a:ext cx="705248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21" name="直接连接符 220">
                <a:extLst>
                  <a:ext uri="{FF2B5EF4-FFF2-40B4-BE49-F238E27FC236}">
                    <a16:creationId xmlns:a16="http://schemas.microsoft.com/office/drawing/2014/main" id="{28FC92EE-122D-40C5-851A-3E4A84127F4D}"/>
                  </a:ext>
                </a:extLst>
              </p:cNvPr>
              <p:cNvCxnSpPr/>
              <p:nvPr/>
            </p:nvCxnSpPr>
            <p:spPr>
              <a:xfrm>
                <a:off x="-202459" y="1718788"/>
                <a:ext cx="1266156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</p:grpSp>
        <p:sp>
          <p:nvSpPr>
            <p:cNvPr id="217" name="椭圆 216">
              <a:extLst>
                <a:ext uri="{FF2B5EF4-FFF2-40B4-BE49-F238E27FC236}">
                  <a16:creationId xmlns:a16="http://schemas.microsoft.com/office/drawing/2014/main" id="{7A6CAD07-ACB8-494F-A15E-5E18713FDB5D}"/>
                </a:ext>
              </a:extLst>
            </p:cNvPr>
            <p:cNvSpPr/>
            <p:nvPr/>
          </p:nvSpPr>
          <p:spPr>
            <a:xfrm>
              <a:off x="4982211" y="2071145"/>
              <a:ext cx="64466" cy="64466"/>
            </a:xfrm>
            <a:prstGeom prst="ellipse">
              <a:avLst/>
            </a:prstGeom>
            <a:solidFill>
              <a:sysClr val="window" lastClr="FFFFFF"/>
            </a:solidFill>
            <a:ln w="19050" cap="sq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22" name="组合 221">
            <a:extLst>
              <a:ext uri="{FF2B5EF4-FFF2-40B4-BE49-F238E27FC236}">
                <a16:creationId xmlns:a16="http://schemas.microsoft.com/office/drawing/2014/main" id="{A93AA068-58FE-4809-BC1B-06667616A638}"/>
              </a:ext>
            </a:extLst>
          </p:cNvPr>
          <p:cNvGrpSpPr/>
          <p:nvPr/>
        </p:nvGrpSpPr>
        <p:grpSpPr>
          <a:xfrm>
            <a:off x="2389075" y="1728425"/>
            <a:ext cx="2176922" cy="283124"/>
            <a:chOff x="3565110" y="1538257"/>
            <a:chExt cx="2176922" cy="283124"/>
          </a:xfrm>
        </p:grpSpPr>
        <p:grpSp>
          <p:nvGrpSpPr>
            <p:cNvPr id="223" name="组合 222">
              <a:extLst>
                <a:ext uri="{FF2B5EF4-FFF2-40B4-BE49-F238E27FC236}">
                  <a16:creationId xmlns:a16="http://schemas.microsoft.com/office/drawing/2014/main" id="{B71B175E-C22C-44B1-B6BE-A8465D94E588}"/>
                </a:ext>
              </a:extLst>
            </p:cNvPr>
            <p:cNvGrpSpPr/>
            <p:nvPr/>
          </p:nvGrpSpPr>
          <p:grpSpPr>
            <a:xfrm>
              <a:off x="3565110" y="1538257"/>
              <a:ext cx="2176922" cy="283124"/>
              <a:chOff x="-202459" y="1579636"/>
              <a:chExt cx="2176922" cy="283124"/>
            </a:xfrm>
          </p:grpSpPr>
          <p:sp>
            <p:nvSpPr>
              <p:cNvPr id="225" name="等腰三角形 224">
                <a:extLst>
                  <a:ext uri="{FF2B5EF4-FFF2-40B4-BE49-F238E27FC236}">
                    <a16:creationId xmlns:a16="http://schemas.microsoft.com/office/drawing/2014/main" id="{35494101-4B1B-4864-B58F-89DC3E5365B1}"/>
                  </a:ext>
                </a:extLst>
              </p:cNvPr>
              <p:cNvSpPr/>
              <p:nvPr/>
            </p:nvSpPr>
            <p:spPr>
              <a:xfrm rot="5400000" flipH="1">
                <a:off x="1051482" y="1613255"/>
                <a:ext cx="283124" cy="215885"/>
              </a:xfrm>
              <a:prstGeom prst="triangle">
                <a:avLst/>
              </a:prstGeom>
              <a:solidFill>
                <a:srgbClr val="FFD966"/>
              </a:solidFill>
              <a:ln w="31750" cap="sq">
                <a:solidFill>
                  <a:srgbClr val="000000"/>
                </a:solidFill>
                <a:miter lim="800000"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E7E6E6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226" name="直接连接符 225">
                <a:extLst>
                  <a:ext uri="{FF2B5EF4-FFF2-40B4-BE49-F238E27FC236}">
                    <a16:creationId xmlns:a16="http://schemas.microsoft.com/office/drawing/2014/main" id="{78FE643E-49CC-444E-BBDD-96EF31EA0870}"/>
                  </a:ext>
                </a:extLst>
              </p:cNvPr>
              <p:cNvCxnSpPr/>
              <p:nvPr/>
            </p:nvCxnSpPr>
            <p:spPr>
              <a:xfrm>
                <a:off x="1193429" y="1635891"/>
                <a:ext cx="781034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27" name="直接连接符 226">
                <a:extLst>
                  <a:ext uri="{FF2B5EF4-FFF2-40B4-BE49-F238E27FC236}">
                    <a16:creationId xmlns:a16="http://schemas.microsoft.com/office/drawing/2014/main" id="{CF135F00-BBA0-49BF-9464-FB525F00E80F}"/>
                  </a:ext>
                </a:extLst>
              </p:cNvPr>
              <p:cNvCxnSpPr/>
              <p:nvPr/>
            </p:nvCxnSpPr>
            <p:spPr>
              <a:xfrm>
                <a:off x="1269215" y="1805069"/>
                <a:ext cx="705248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28" name="直接连接符 227">
                <a:extLst>
                  <a:ext uri="{FF2B5EF4-FFF2-40B4-BE49-F238E27FC236}">
                    <a16:creationId xmlns:a16="http://schemas.microsoft.com/office/drawing/2014/main" id="{1E9E1687-D0AE-4040-AC3C-CCDDF1F30F1B}"/>
                  </a:ext>
                </a:extLst>
              </p:cNvPr>
              <p:cNvCxnSpPr/>
              <p:nvPr/>
            </p:nvCxnSpPr>
            <p:spPr>
              <a:xfrm>
                <a:off x="-202459" y="1718788"/>
                <a:ext cx="1266156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</p:grpSp>
        <p:sp>
          <p:nvSpPr>
            <p:cNvPr id="224" name="椭圆 223">
              <a:extLst>
                <a:ext uri="{FF2B5EF4-FFF2-40B4-BE49-F238E27FC236}">
                  <a16:creationId xmlns:a16="http://schemas.microsoft.com/office/drawing/2014/main" id="{E9594843-30CA-44BB-B30B-59575DC7153D}"/>
                </a:ext>
              </a:extLst>
            </p:cNvPr>
            <p:cNvSpPr/>
            <p:nvPr/>
          </p:nvSpPr>
          <p:spPr>
            <a:xfrm>
              <a:off x="4982211" y="1740945"/>
              <a:ext cx="64466" cy="64466"/>
            </a:xfrm>
            <a:prstGeom prst="ellipse">
              <a:avLst/>
            </a:prstGeom>
            <a:solidFill>
              <a:sysClr val="window" lastClr="FFFFFF"/>
            </a:solidFill>
            <a:ln w="19050" cap="sq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29" name="组合 228">
            <a:extLst>
              <a:ext uri="{FF2B5EF4-FFF2-40B4-BE49-F238E27FC236}">
                <a16:creationId xmlns:a16="http://schemas.microsoft.com/office/drawing/2014/main" id="{DCA49BF5-88A2-4BF4-A867-D70D157AE85B}"/>
              </a:ext>
            </a:extLst>
          </p:cNvPr>
          <p:cNvGrpSpPr/>
          <p:nvPr/>
        </p:nvGrpSpPr>
        <p:grpSpPr>
          <a:xfrm>
            <a:off x="2389075" y="1362704"/>
            <a:ext cx="2176922" cy="283124"/>
            <a:chOff x="3565110" y="1208731"/>
            <a:chExt cx="2176922" cy="283124"/>
          </a:xfrm>
        </p:grpSpPr>
        <p:grpSp>
          <p:nvGrpSpPr>
            <p:cNvPr id="230" name="组合 229">
              <a:extLst>
                <a:ext uri="{FF2B5EF4-FFF2-40B4-BE49-F238E27FC236}">
                  <a16:creationId xmlns:a16="http://schemas.microsoft.com/office/drawing/2014/main" id="{3DB08D83-179B-48F5-B6D5-1CF49699DB3D}"/>
                </a:ext>
              </a:extLst>
            </p:cNvPr>
            <p:cNvGrpSpPr/>
            <p:nvPr/>
          </p:nvGrpSpPr>
          <p:grpSpPr>
            <a:xfrm>
              <a:off x="3565110" y="1208731"/>
              <a:ext cx="2176922" cy="283124"/>
              <a:chOff x="-202459" y="1579636"/>
              <a:chExt cx="2176922" cy="283124"/>
            </a:xfrm>
          </p:grpSpPr>
          <p:sp>
            <p:nvSpPr>
              <p:cNvPr id="232" name="等腰三角形 231">
                <a:extLst>
                  <a:ext uri="{FF2B5EF4-FFF2-40B4-BE49-F238E27FC236}">
                    <a16:creationId xmlns:a16="http://schemas.microsoft.com/office/drawing/2014/main" id="{6126F871-8D12-49C7-9954-51E1CE1DD902}"/>
                  </a:ext>
                </a:extLst>
              </p:cNvPr>
              <p:cNvSpPr/>
              <p:nvPr/>
            </p:nvSpPr>
            <p:spPr>
              <a:xfrm rot="5400000" flipH="1">
                <a:off x="1051482" y="1613255"/>
                <a:ext cx="283124" cy="215885"/>
              </a:xfrm>
              <a:prstGeom prst="triangle">
                <a:avLst/>
              </a:prstGeom>
              <a:solidFill>
                <a:srgbClr val="FFD966"/>
              </a:solidFill>
              <a:ln w="31750" cap="sq">
                <a:solidFill>
                  <a:srgbClr val="000000"/>
                </a:solidFill>
                <a:miter lim="800000"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E7E6E6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233" name="直接连接符 232">
                <a:extLst>
                  <a:ext uri="{FF2B5EF4-FFF2-40B4-BE49-F238E27FC236}">
                    <a16:creationId xmlns:a16="http://schemas.microsoft.com/office/drawing/2014/main" id="{4BF68F61-DA1F-42BB-851B-B542A4388908}"/>
                  </a:ext>
                </a:extLst>
              </p:cNvPr>
              <p:cNvCxnSpPr/>
              <p:nvPr/>
            </p:nvCxnSpPr>
            <p:spPr>
              <a:xfrm>
                <a:off x="1193429" y="1635891"/>
                <a:ext cx="781034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34" name="直接连接符 233">
                <a:extLst>
                  <a:ext uri="{FF2B5EF4-FFF2-40B4-BE49-F238E27FC236}">
                    <a16:creationId xmlns:a16="http://schemas.microsoft.com/office/drawing/2014/main" id="{B7E5F1FE-A435-4C7B-887D-D7ED2B3FA039}"/>
                  </a:ext>
                </a:extLst>
              </p:cNvPr>
              <p:cNvCxnSpPr/>
              <p:nvPr/>
            </p:nvCxnSpPr>
            <p:spPr>
              <a:xfrm>
                <a:off x="1269215" y="1805069"/>
                <a:ext cx="705248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  <p:cxnSp>
            <p:nvCxnSpPr>
              <p:cNvPr id="235" name="直接连接符 234">
                <a:extLst>
                  <a:ext uri="{FF2B5EF4-FFF2-40B4-BE49-F238E27FC236}">
                    <a16:creationId xmlns:a16="http://schemas.microsoft.com/office/drawing/2014/main" id="{D5E9EF16-1581-46C7-BDE0-58C8F486682B}"/>
                  </a:ext>
                </a:extLst>
              </p:cNvPr>
              <p:cNvCxnSpPr/>
              <p:nvPr/>
            </p:nvCxnSpPr>
            <p:spPr>
              <a:xfrm>
                <a:off x="-202459" y="1718788"/>
                <a:ext cx="1266156" cy="0"/>
              </a:xfrm>
              <a:prstGeom prst="line">
                <a:avLst/>
              </a:prstGeom>
              <a:noFill/>
              <a:ln w="19050" cap="sq" cmpd="sng" algn="ctr">
                <a:solidFill>
                  <a:sysClr val="windowText" lastClr="000000">
                    <a:lumMod val="95000"/>
                    <a:lumOff val="5000"/>
                  </a:sysClr>
                </a:solidFill>
                <a:prstDash val="solid"/>
                <a:miter lim="800000"/>
                <a:tailEnd type="none"/>
              </a:ln>
              <a:effectLst/>
            </p:spPr>
          </p:cxnSp>
        </p:grpSp>
        <p:sp>
          <p:nvSpPr>
            <p:cNvPr id="231" name="椭圆 230">
              <a:extLst>
                <a:ext uri="{FF2B5EF4-FFF2-40B4-BE49-F238E27FC236}">
                  <a16:creationId xmlns:a16="http://schemas.microsoft.com/office/drawing/2014/main" id="{DB0EF718-524B-4C93-9E90-8ECAD264EEB9}"/>
                </a:ext>
              </a:extLst>
            </p:cNvPr>
            <p:cNvSpPr/>
            <p:nvPr/>
          </p:nvSpPr>
          <p:spPr>
            <a:xfrm>
              <a:off x="4982211" y="1404395"/>
              <a:ext cx="64466" cy="64466"/>
            </a:xfrm>
            <a:prstGeom prst="ellipse">
              <a:avLst/>
            </a:prstGeom>
            <a:solidFill>
              <a:sysClr val="window" lastClr="FFFFFF"/>
            </a:solidFill>
            <a:ln w="19050" cap="sq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</p:grpSp>
      <p:sp>
        <p:nvSpPr>
          <p:cNvPr id="236" name="Text Box 8">
            <a:extLst>
              <a:ext uri="{FF2B5EF4-FFF2-40B4-BE49-F238E27FC236}">
                <a16:creationId xmlns:a16="http://schemas.microsoft.com/office/drawing/2014/main" id="{0975E2B9-39BC-4746-A6BA-5C0E0E2CDB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7569" y="1335074"/>
            <a:ext cx="747534" cy="2163484"/>
          </a:xfrm>
          <a:prstGeom prst="rect">
            <a:avLst/>
          </a:prstGeom>
          <a:solidFill>
            <a:srgbClr val="CCFF33"/>
          </a:solidFill>
          <a:ln w="16510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 anchor="ctr" anchorCtr="1"/>
          <a:lstStyle/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行</a:t>
            </a:r>
            <a:endParaRPr lang="zh-CN" altLang="en-US" sz="1600" b="1" dirty="0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选</a:t>
            </a:r>
          </a:p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择</a:t>
            </a:r>
          </a:p>
        </p:txBody>
      </p:sp>
      <p:sp>
        <p:nvSpPr>
          <p:cNvPr id="237" name="Text Box 180">
            <a:extLst>
              <a:ext uri="{FF2B5EF4-FFF2-40B4-BE49-F238E27FC236}">
                <a16:creationId xmlns:a16="http://schemas.microsoft.com/office/drawing/2014/main" id="{7C546365-9D59-473B-9B51-EB9D297482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1039" y="1405695"/>
            <a:ext cx="1838886" cy="1956639"/>
          </a:xfrm>
          <a:prstGeom prst="rect">
            <a:avLst/>
          </a:prstGeom>
          <a:solidFill>
            <a:srgbClr val="FF9900"/>
          </a:solidFill>
          <a:ln w="16510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 anchor="ctr" anchorCtr="1"/>
          <a:lstStyle/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存储矩阵</a:t>
            </a:r>
          </a:p>
        </p:txBody>
      </p:sp>
      <p:sp>
        <p:nvSpPr>
          <p:cNvPr id="238" name="Text Box 180">
            <a:extLst>
              <a:ext uri="{FF2B5EF4-FFF2-40B4-BE49-F238E27FC236}">
                <a16:creationId xmlns:a16="http://schemas.microsoft.com/office/drawing/2014/main" id="{FC282577-8D0F-4091-BC80-8D389302E9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9000" y="1461685"/>
            <a:ext cx="1838886" cy="1956639"/>
          </a:xfrm>
          <a:prstGeom prst="rect">
            <a:avLst/>
          </a:prstGeom>
          <a:solidFill>
            <a:srgbClr val="FF9900"/>
          </a:solidFill>
          <a:ln w="16510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 anchor="ctr" anchorCtr="1"/>
          <a:lstStyle/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存储矩阵</a:t>
            </a:r>
          </a:p>
        </p:txBody>
      </p:sp>
      <p:sp>
        <p:nvSpPr>
          <p:cNvPr id="239" name="Text Box 180">
            <a:extLst>
              <a:ext uri="{FF2B5EF4-FFF2-40B4-BE49-F238E27FC236}">
                <a16:creationId xmlns:a16="http://schemas.microsoft.com/office/drawing/2014/main" id="{21BDBE22-7FFB-4034-848E-D7741160A0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9464" y="1519022"/>
            <a:ext cx="1838886" cy="1956639"/>
          </a:xfrm>
          <a:prstGeom prst="rect">
            <a:avLst/>
          </a:prstGeom>
          <a:solidFill>
            <a:srgbClr val="FF9900"/>
          </a:solidFill>
          <a:ln w="16510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 anchor="ctr" anchorCtr="1"/>
          <a:lstStyle/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zh-CN" altLang="en-US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存储矩阵</a:t>
            </a: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×4</a:t>
            </a:r>
            <a:endParaRPr lang="zh-CN" altLang="en-US" sz="1600" b="1" dirty="0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240" name="Text Box 21">
            <a:extLst>
              <a:ext uri="{FF2B5EF4-FFF2-40B4-BE49-F238E27FC236}">
                <a16:creationId xmlns:a16="http://schemas.microsoft.com/office/drawing/2014/main" id="{27E918D7-1A04-4E41-8ECD-8C576992C334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5149721" y="2296506"/>
            <a:ext cx="963372" cy="420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28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…</a:t>
            </a:r>
          </a:p>
        </p:txBody>
      </p:sp>
      <p:sp>
        <p:nvSpPr>
          <p:cNvPr id="241" name="Text Box 21">
            <a:extLst>
              <a:ext uri="{FF2B5EF4-FFF2-40B4-BE49-F238E27FC236}">
                <a16:creationId xmlns:a16="http://schemas.microsoft.com/office/drawing/2014/main" id="{D0370D38-04B2-4654-94BF-1FBAC5AB5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9155" y="5715232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W</a:t>
            </a:r>
          </a:p>
        </p:txBody>
      </p:sp>
      <p:sp>
        <p:nvSpPr>
          <p:cNvPr id="242" name="Text Box 21">
            <a:extLst>
              <a:ext uri="{FF2B5EF4-FFF2-40B4-BE49-F238E27FC236}">
                <a16:creationId xmlns:a16="http://schemas.microsoft.com/office/drawing/2014/main" id="{107777DF-5BDD-4B20-B385-E8B43D1F1A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873" y="6154070"/>
            <a:ext cx="379413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243" name="Text Box 21">
            <a:extLst>
              <a:ext uri="{FF2B5EF4-FFF2-40B4-BE49-F238E27FC236}">
                <a16:creationId xmlns:a16="http://schemas.microsoft.com/office/drawing/2014/main" id="{E35E38AB-AF48-4883-984F-54870B3577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3361" y="3218769"/>
            <a:ext cx="963372" cy="420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28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…</a:t>
            </a:r>
          </a:p>
        </p:txBody>
      </p:sp>
      <p:pic>
        <p:nvPicPr>
          <p:cNvPr id="244" name="图片 243">
            <a:extLst>
              <a:ext uri="{FF2B5EF4-FFF2-40B4-BE49-F238E27FC236}">
                <a16:creationId xmlns:a16="http://schemas.microsoft.com/office/drawing/2014/main" id="{488A20FA-BBB2-4512-8BBA-FC17EE03D1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9979" y="1739619"/>
            <a:ext cx="1651910" cy="2428785"/>
          </a:xfrm>
          <a:prstGeom prst="rect">
            <a:avLst/>
          </a:prstGeom>
        </p:spPr>
      </p:pic>
      <p:sp>
        <p:nvSpPr>
          <p:cNvPr id="245" name="Text Box 22">
            <a:extLst>
              <a:ext uri="{FF2B5EF4-FFF2-40B4-BE49-F238E27FC236}">
                <a16:creationId xmlns:a16="http://schemas.microsoft.com/office/drawing/2014/main" id="{979211F0-A244-4F1A-84EE-0CE8FF1822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5850" y="4065372"/>
            <a:ext cx="478609" cy="23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Font typeface="Wingdings" pitchFamily="2" charset="2"/>
              <a:buNone/>
            </a:pPr>
            <a:r>
              <a:rPr lang="en-US" altLang="zh-CN" sz="1600" b="1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I/O</a:t>
            </a:r>
            <a:r>
              <a:rPr lang="en-US" altLang="zh-CN" sz="1600" b="1" baseline="-25000">
                <a:solidFill>
                  <a:prstClr val="black"/>
                </a:solidFill>
                <a:latin typeface="微软雅黑"/>
                <a:ea typeface="微软雅黑"/>
                <a:cs typeface="Times New Roman" panose="02020603050405020304" pitchFamily="18" charset="0"/>
              </a:rPr>
              <a:t>2</a:t>
            </a:r>
            <a:endParaRPr lang="en-US" altLang="zh-CN" sz="1600" b="1">
              <a:solidFill>
                <a:prstClr val="black"/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0976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1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07" grpId="0" autoUpdateAnimBg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2">
            <a:extLst>
              <a:ext uri="{FF2B5EF4-FFF2-40B4-BE49-F238E27FC236}">
                <a16:creationId xmlns:a16="http://schemas.microsoft.com/office/drawing/2014/main" id="{EB9E8EAA-1AB4-42CE-ABF4-2F050BBDC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③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A220680C-6FF7-4E8D-9B68-F7AB8409AA6F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1055688"/>
            <a:ext cx="9105900" cy="5730875"/>
            <a:chOff x="48" y="665"/>
            <a:chExt cx="5736" cy="3610"/>
          </a:xfrm>
        </p:grpSpPr>
        <p:grpSp>
          <p:nvGrpSpPr>
            <p:cNvPr id="26648" name="Group 4">
              <a:extLst>
                <a:ext uri="{FF2B5EF4-FFF2-40B4-BE49-F238E27FC236}">
                  <a16:creationId xmlns:a16="http://schemas.microsoft.com/office/drawing/2014/main" id="{DB5A45D3-CA21-42FE-A5A7-CB910FB7E6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" y="665"/>
              <a:ext cx="284" cy="2995"/>
              <a:chOff x="48" y="665"/>
              <a:chExt cx="284" cy="2995"/>
            </a:xfrm>
          </p:grpSpPr>
          <p:sp>
            <p:nvSpPr>
              <p:cNvPr id="26868" name="Text Box 5">
                <a:extLst>
                  <a:ext uri="{FF2B5EF4-FFF2-40B4-BE49-F238E27FC236}">
                    <a16:creationId xmlns:a16="http://schemas.microsoft.com/office/drawing/2014/main" id="{54AFBE0E-721D-4A7E-8D0D-CFBA595706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196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26869" name="Text Box 6">
                <a:extLst>
                  <a:ext uri="{FF2B5EF4-FFF2-40B4-BE49-F238E27FC236}">
                    <a16:creationId xmlns:a16="http://schemas.microsoft.com/office/drawing/2014/main" id="{5D8541E7-8C37-4037-8462-3F8A1CA1DA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170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26870" name="Text Box 7">
                <a:extLst>
                  <a:ext uri="{FF2B5EF4-FFF2-40B4-BE49-F238E27FC236}">
                    <a16:creationId xmlns:a16="http://schemas.microsoft.com/office/drawing/2014/main" id="{99FC3C7F-99FD-4156-980A-EDEB2F3C29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144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</a:p>
            </p:txBody>
          </p:sp>
          <p:sp>
            <p:nvSpPr>
              <p:cNvPr id="26871" name="Text Box 8">
                <a:extLst>
                  <a:ext uri="{FF2B5EF4-FFF2-40B4-BE49-F238E27FC236}">
                    <a16:creationId xmlns:a16="http://schemas.microsoft.com/office/drawing/2014/main" id="{B9148836-7792-47E9-AE93-98D3BF63F7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1184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</a:p>
            </p:txBody>
          </p:sp>
          <p:sp>
            <p:nvSpPr>
              <p:cNvPr id="26872" name="Text Box 9">
                <a:extLst>
                  <a:ext uri="{FF2B5EF4-FFF2-40B4-BE49-F238E27FC236}">
                    <a16:creationId xmlns:a16="http://schemas.microsoft.com/office/drawing/2014/main" id="{6F1BC03A-7DD6-46B0-B21E-45CFE88A72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9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26873" name="Text Box 10">
                <a:extLst>
                  <a:ext uri="{FF2B5EF4-FFF2-40B4-BE49-F238E27FC236}">
                    <a16:creationId xmlns:a16="http://schemas.microsoft.com/office/drawing/2014/main" id="{A20AE297-9662-4A0D-9F29-8D77A624DE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66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8</a:t>
                </a:r>
              </a:p>
            </p:txBody>
          </p:sp>
          <p:sp>
            <p:nvSpPr>
              <p:cNvPr id="26874" name="Text Box 11">
                <a:extLst>
                  <a:ext uri="{FF2B5EF4-FFF2-40B4-BE49-F238E27FC236}">
                    <a16:creationId xmlns:a16="http://schemas.microsoft.com/office/drawing/2014/main" id="{A6A00249-8843-4408-9CE5-B50ED6AE22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3410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6875" name="Text Box 12">
                <a:extLst>
                  <a:ext uri="{FF2B5EF4-FFF2-40B4-BE49-F238E27FC236}">
                    <a16:creationId xmlns:a16="http://schemas.microsoft.com/office/drawing/2014/main" id="{F9406FD2-9CB0-47A4-9E22-81F0233BCD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315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26876" name="Text Box 13">
                <a:extLst>
                  <a:ext uri="{FF2B5EF4-FFF2-40B4-BE49-F238E27FC236}">
                    <a16:creationId xmlns:a16="http://schemas.microsoft.com/office/drawing/2014/main" id="{0DACB69B-71D5-4E80-8827-04A46722BF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289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26877" name="Text Box 14">
                <a:extLst>
                  <a:ext uri="{FF2B5EF4-FFF2-40B4-BE49-F238E27FC236}">
                    <a16:creationId xmlns:a16="http://schemas.microsoft.com/office/drawing/2014/main" id="{E5CB318E-2D50-4455-A83E-CA72216842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26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9</a:t>
                </a:r>
              </a:p>
            </p:txBody>
          </p:sp>
        </p:grpSp>
        <p:grpSp>
          <p:nvGrpSpPr>
            <p:cNvPr id="26649" name="Group 15">
              <a:extLst>
                <a:ext uri="{FF2B5EF4-FFF2-40B4-BE49-F238E27FC236}">
                  <a16:creationId xmlns:a16="http://schemas.microsoft.com/office/drawing/2014/main" id="{0B743949-2CD1-4249-9E49-35D3B94BB9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4" y="713"/>
              <a:ext cx="5620" cy="3562"/>
              <a:chOff x="164" y="713"/>
              <a:chExt cx="5620" cy="3562"/>
            </a:xfrm>
          </p:grpSpPr>
          <p:sp>
            <p:nvSpPr>
              <p:cNvPr id="26650" name="Rectangle 16">
                <a:extLst>
                  <a:ext uri="{FF2B5EF4-FFF2-40B4-BE49-F238E27FC236}">
                    <a16:creationId xmlns:a16="http://schemas.microsoft.com/office/drawing/2014/main" id="{33845B85-5654-46E5-8552-E634901B4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51" name="Rectangle 17">
                <a:extLst>
                  <a:ext uri="{FF2B5EF4-FFF2-40B4-BE49-F238E27FC236}">
                    <a16:creationId xmlns:a16="http://schemas.microsoft.com/office/drawing/2014/main" id="{3A62ADD4-C5A8-4C36-8894-A16B11374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26652" name="Text Box 18">
                <a:extLst>
                  <a:ext uri="{FF2B5EF4-FFF2-40B4-BE49-F238E27FC236}">
                    <a16:creationId xmlns:a16="http://schemas.microsoft.com/office/drawing/2014/main" id="{030DD1C6-6858-483B-B1C9-8D10AEE585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32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653" name="Rectangle 19">
                <a:extLst>
                  <a:ext uri="{FF2B5EF4-FFF2-40B4-BE49-F238E27FC236}">
                    <a16:creationId xmlns:a16="http://schemas.microsoft.com/office/drawing/2014/main" id="{8DCAFA79-1332-49F3-B7D5-35AA60447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6654" name="Rectangle 20">
                <a:extLst>
                  <a:ext uri="{FF2B5EF4-FFF2-40B4-BE49-F238E27FC236}">
                    <a16:creationId xmlns:a16="http://schemas.microsoft.com/office/drawing/2014/main" id="{B11CC470-8AA1-410A-9289-E41A7AF7C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26655" name="Text Box 21">
                <a:extLst>
                  <a:ext uri="{FF2B5EF4-FFF2-40B4-BE49-F238E27FC236}">
                    <a16:creationId xmlns:a16="http://schemas.microsoft.com/office/drawing/2014/main" id="{32681F8E-2D05-4DB2-BC26-7E2C531D67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73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656" name="Rectangle 22">
                <a:extLst>
                  <a:ext uri="{FF2B5EF4-FFF2-40B4-BE49-F238E27FC236}">
                    <a16:creationId xmlns:a16="http://schemas.microsoft.com/office/drawing/2014/main" id="{5AEF0267-E216-4E2B-BCAB-FC531F7DF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26657" name="Rectangle 23">
                <a:extLst>
                  <a:ext uri="{FF2B5EF4-FFF2-40B4-BE49-F238E27FC236}">
                    <a16:creationId xmlns:a16="http://schemas.microsoft.com/office/drawing/2014/main" id="{10D8348C-176E-4DF5-80C0-D2AE197F6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26658" name="Text Box 24">
                <a:extLst>
                  <a:ext uri="{FF2B5EF4-FFF2-40B4-BE49-F238E27FC236}">
                    <a16:creationId xmlns:a16="http://schemas.microsoft.com/office/drawing/2014/main" id="{2E6E201D-1976-49D9-87FA-B382D0DD7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659" name="Rectangle 25">
                <a:extLst>
                  <a:ext uri="{FF2B5EF4-FFF2-40B4-BE49-F238E27FC236}">
                    <a16:creationId xmlns:a16="http://schemas.microsoft.com/office/drawing/2014/main" id="{C6F1C677-7EC3-417D-8A44-37C973698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26660" name="Rectangle 26">
                <a:extLst>
                  <a:ext uri="{FF2B5EF4-FFF2-40B4-BE49-F238E27FC236}">
                    <a16:creationId xmlns:a16="http://schemas.microsoft.com/office/drawing/2014/main" id="{60169195-F2A2-4E3E-90B0-835975E9C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26661" name="Text Box 27">
                <a:extLst>
                  <a:ext uri="{FF2B5EF4-FFF2-40B4-BE49-F238E27FC236}">
                    <a16:creationId xmlns:a16="http://schemas.microsoft.com/office/drawing/2014/main" id="{4E5C3479-E5EA-4F7D-AB5F-C3C0124CDE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8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662" name="Rectangle 28">
                <a:extLst>
                  <a:ext uri="{FF2B5EF4-FFF2-40B4-BE49-F238E27FC236}">
                    <a16:creationId xmlns:a16="http://schemas.microsoft.com/office/drawing/2014/main" id="{22349932-33EF-4403-94B2-AF2C8DD95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26663" name="Rectangle 29">
                <a:extLst>
                  <a:ext uri="{FF2B5EF4-FFF2-40B4-BE49-F238E27FC236}">
                    <a16:creationId xmlns:a16="http://schemas.microsoft.com/office/drawing/2014/main" id="{65EF15F4-3EFA-44B1-8ABF-2DCD34AD1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26664" name="Rectangle 30">
                <a:extLst>
                  <a:ext uri="{FF2B5EF4-FFF2-40B4-BE49-F238E27FC236}">
                    <a16:creationId xmlns:a16="http://schemas.microsoft.com/office/drawing/2014/main" id="{959C820D-1821-4F93-8DD6-FF32DD6C8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6665" name="Rectangle 31">
                <a:extLst>
                  <a:ext uri="{FF2B5EF4-FFF2-40B4-BE49-F238E27FC236}">
                    <a16:creationId xmlns:a16="http://schemas.microsoft.com/office/drawing/2014/main" id="{E467FB6A-9F0D-43A4-8BA5-8D35B765E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26666" name="Rectangle 32">
                <a:extLst>
                  <a:ext uri="{FF2B5EF4-FFF2-40B4-BE49-F238E27FC236}">
                    <a16:creationId xmlns:a16="http://schemas.microsoft.com/office/drawing/2014/main" id="{940A7040-BC87-4606-B2C3-17A7A34AF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26667" name="Rectangle 33">
                <a:extLst>
                  <a:ext uri="{FF2B5EF4-FFF2-40B4-BE49-F238E27FC236}">
                    <a16:creationId xmlns:a16="http://schemas.microsoft.com/office/drawing/2014/main" id="{6D84881D-B416-4D74-BCFC-380029BDA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26668" name="Rectangle 34">
                <a:extLst>
                  <a:ext uri="{FF2B5EF4-FFF2-40B4-BE49-F238E27FC236}">
                    <a16:creationId xmlns:a16="http://schemas.microsoft.com/office/drawing/2014/main" id="{F9A319E4-EFE0-46F3-AE0F-EB3203703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26669" name="Rectangle 35">
                <a:extLst>
                  <a:ext uri="{FF2B5EF4-FFF2-40B4-BE49-F238E27FC236}">
                    <a16:creationId xmlns:a16="http://schemas.microsoft.com/office/drawing/2014/main" id="{E1CA2E12-2950-441D-BFC9-0BD592F2D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26670" name="Rectangle 36">
                <a:extLst>
                  <a:ext uri="{FF2B5EF4-FFF2-40B4-BE49-F238E27FC236}">
                    <a16:creationId xmlns:a16="http://schemas.microsoft.com/office/drawing/2014/main" id="{B0CB784B-8FBC-4E27-BA87-EE8008F9C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26671" name="Line 37">
                <a:extLst>
                  <a:ext uri="{FF2B5EF4-FFF2-40B4-BE49-F238E27FC236}">
                    <a16:creationId xmlns:a16="http://schemas.microsoft.com/office/drawing/2014/main" id="{C31829E1-76B0-4E51-9099-111E3D534F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49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72" name="Line 38">
                <a:extLst>
                  <a:ext uri="{FF2B5EF4-FFF2-40B4-BE49-F238E27FC236}">
                    <a16:creationId xmlns:a16="http://schemas.microsoft.com/office/drawing/2014/main" id="{1D3FB38B-E379-41F7-91FA-FE1A6B6F2D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32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73" name="Freeform 39">
                <a:extLst>
                  <a:ext uri="{FF2B5EF4-FFF2-40B4-BE49-F238E27FC236}">
                    <a16:creationId xmlns:a16="http://schemas.microsoft.com/office/drawing/2014/main" id="{5D72DB59-5840-4D6E-B568-1E2F79DBE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74" name="Line 40">
                <a:extLst>
                  <a:ext uri="{FF2B5EF4-FFF2-40B4-BE49-F238E27FC236}">
                    <a16:creationId xmlns:a16="http://schemas.microsoft.com/office/drawing/2014/main" id="{AAFDCB66-A404-4647-88E3-F2122574E2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157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75" name="Line 41">
                <a:extLst>
                  <a:ext uri="{FF2B5EF4-FFF2-40B4-BE49-F238E27FC236}">
                    <a16:creationId xmlns:a16="http://schemas.microsoft.com/office/drawing/2014/main" id="{60BE2AE4-A18B-421C-8FB8-E38B62D460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236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76" name="Freeform 42">
                <a:extLst>
                  <a:ext uri="{FF2B5EF4-FFF2-40B4-BE49-F238E27FC236}">
                    <a16:creationId xmlns:a16="http://schemas.microsoft.com/office/drawing/2014/main" id="{1C7CE670-BF11-43AC-A6DE-E229F38C6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77" name="Freeform 43">
                <a:extLst>
                  <a:ext uri="{FF2B5EF4-FFF2-40B4-BE49-F238E27FC236}">
                    <a16:creationId xmlns:a16="http://schemas.microsoft.com/office/drawing/2014/main" id="{762E1571-8935-44EA-9751-A493DD1E0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210"/>
                <a:ext cx="158" cy="1468"/>
              </a:xfrm>
              <a:custGeom>
                <a:avLst/>
                <a:gdLst>
                  <a:gd name="T0" fmla="*/ 158 w 158"/>
                  <a:gd name="T1" fmla="*/ 1468 h 1468"/>
                  <a:gd name="T2" fmla="*/ 6 w 158"/>
                  <a:gd name="T3" fmla="*/ 1468 h 1468"/>
                  <a:gd name="T4" fmla="*/ 0 w 158"/>
                  <a:gd name="T5" fmla="*/ 1 h 1468"/>
                  <a:gd name="T6" fmla="*/ 101 w 158"/>
                  <a:gd name="T7" fmla="*/ 0 h 14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8"/>
                  <a:gd name="T14" fmla="*/ 158 w 158"/>
                  <a:gd name="T15" fmla="*/ 1468 h 14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8">
                    <a:moveTo>
                      <a:pt x="158" y="1468"/>
                    </a:moveTo>
                    <a:lnTo>
                      <a:pt x="6" y="1468"/>
                    </a:lnTo>
                    <a:lnTo>
                      <a:pt x="0" y="1"/>
                    </a:lnTo>
                    <a:lnTo>
                      <a:pt x="10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78" name="Freeform 44">
                <a:extLst>
                  <a:ext uri="{FF2B5EF4-FFF2-40B4-BE49-F238E27FC236}">
                    <a16:creationId xmlns:a16="http://schemas.microsoft.com/office/drawing/2014/main" id="{1DD821BE-9188-4999-9F18-79A1BFD2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79" name="Line 45">
                <a:extLst>
                  <a:ext uri="{FF2B5EF4-FFF2-40B4-BE49-F238E27FC236}">
                    <a16:creationId xmlns:a16="http://schemas.microsoft.com/office/drawing/2014/main" id="{72A879B0-A7D7-4CAE-8BD9-1E6AE7231B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920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80" name="Line 46">
                <a:extLst>
                  <a:ext uri="{FF2B5EF4-FFF2-40B4-BE49-F238E27FC236}">
                    <a16:creationId xmlns:a16="http://schemas.microsoft.com/office/drawing/2014/main" id="{5D142EE2-8AA7-4A3B-BF47-FAB26B23E0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903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81" name="Freeform 47">
                <a:extLst>
                  <a:ext uri="{FF2B5EF4-FFF2-40B4-BE49-F238E27FC236}">
                    <a16:creationId xmlns:a16="http://schemas.microsoft.com/office/drawing/2014/main" id="{6B525C51-3951-43E4-8B54-C404351C4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82" name="Line 48">
                <a:extLst>
                  <a:ext uri="{FF2B5EF4-FFF2-40B4-BE49-F238E27FC236}">
                    <a16:creationId xmlns:a16="http://schemas.microsoft.com/office/drawing/2014/main" id="{CE14E4D5-41EC-4A75-AFE0-62C47604C5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728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83" name="Line 49">
                <a:extLst>
                  <a:ext uri="{FF2B5EF4-FFF2-40B4-BE49-F238E27FC236}">
                    <a16:creationId xmlns:a16="http://schemas.microsoft.com/office/drawing/2014/main" id="{535FF7B6-C4DE-4460-A97E-07C2A2157A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807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84" name="Freeform 50">
                <a:extLst>
                  <a:ext uri="{FF2B5EF4-FFF2-40B4-BE49-F238E27FC236}">
                    <a16:creationId xmlns:a16="http://schemas.microsoft.com/office/drawing/2014/main" id="{E033923D-D86E-45FD-8438-6A39EF1D1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85" name="Freeform 51">
                <a:extLst>
                  <a:ext uri="{FF2B5EF4-FFF2-40B4-BE49-F238E27FC236}">
                    <a16:creationId xmlns:a16="http://schemas.microsoft.com/office/drawing/2014/main" id="{53F549B6-5657-4DD5-B390-4028EA397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86" name="Line 52">
                <a:extLst>
                  <a:ext uri="{FF2B5EF4-FFF2-40B4-BE49-F238E27FC236}">
                    <a16:creationId xmlns:a16="http://schemas.microsoft.com/office/drawing/2014/main" id="{7ADAA98C-6CEA-4D04-A80F-334F806B70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50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87" name="Line 53">
                <a:extLst>
                  <a:ext uri="{FF2B5EF4-FFF2-40B4-BE49-F238E27FC236}">
                    <a16:creationId xmlns:a16="http://schemas.microsoft.com/office/drawing/2014/main" id="{FB869666-31FA-4DAF-A392-7D0DDEDAD4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484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88" name="Freeform 54">
                <a:extLst>
                  <a:ext uri="{FF2B5EF4-FFF2-40B4-BE49-F238E27FC236}">
                    <a16:creationId xmlns:a16="http://schemas.microsoft.com/office/drawing/2014/main" id="{F99042C0-1367-4542-A334-D622BBADA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89" name="Line 55">
                <a:extLst>
                  <a:ext uri="{FF2B5EF4-FFF2-40B4-BE49-F238E27FC236}">
                    <a16:creationId xmlns:a16="http://schemas.microsoft.com/office/drawing/2014/main" id="{D6867A01-46E4-476D-9E32-A2C4125E9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30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90" name="Line 56">
                <a:extLst>
                  <a:ext uri="{FF2B5EF4-FFF2-40B4-BE49-F238E27FC236}">
                    <a16:creationId xmlns:a16="http://schemas.microsoft.com/office/drawing/2014/main" id="{C8970252-53C6-4887-BB72-D339B33BE0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388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91" name="Freeform 57">
                <a:extLst>
                  <a:ext uri="{FF2B5EF4-FFF2-40B4-BE49-F238E27FC236}">
                    <a16:creationId xmlns:a16="http://schemas.microsoft.com/office/drawing/2014/main" id="{44192EA9-D9D5-49A1-B216-8196F7636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92" name="Freeform 58">
                <a:extLst>
                  <a:ext uri="{FF2B5EF4-FFF2-40B4-BE49-F238E27FC236}">
                    <a16:creationId xmlns:a16="http://schemas.microsoft.com/office/drawing/2014/main" id="{8A46665C-951E-485C-820A-40343EFE6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93" name="Line 59">
                <a:extLst>
                  <a:ext uri="{FF2B5EF4-FFF2-40B4-BE49-F238E27FC236}">
                    <a16:creationId xmlns:a16="http://schemas.microsoft.com/office/drawing/2014/main" id="{6BE1589B-48AF-4133-BE78-25736C6384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94" name="Line 60">
                <a:extLst>
                  <a:ext uri="{FF2B5EF4-FFF2-40B4-BE49-F238E27FC236}">
                    <a16:creationId xmlns:a16="http://schemas.microsoft.com/office/drawing/2014/main" id="{387EAEF4-F660-47B5-96A1-83C9C591B2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95" name="Freeform 61">
                <a:extLst>
                  <a:ext uri="{FF2B5EF4-FFF2-40B4-BE49-F238E27FC236}">
                    <a16:creationId xmlns:a16="http://schemas.microsoft.com/office/drawing/2014/main" id="{3B5B5E46-4863-416D-AAD8-3568A8EFE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96" name="Line 62">
                <a:extLst>
                  <a:ext uri="{FF2B5EF4-FFF2-40B4-BE49-F238E27FC236}">
                    <a16:creationId xmlns:a16="http://schemas.microsoft.com/office/drawing/2014/main" id="{D349CBB9-4F69-463F-9721-DA404C9B5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8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97" name="Line 63">
                <a:extLst>
                  <a:ext uri="{FF2B5EF4-FFF2-40B4-BE49-F238E27FC236}">
                    <a16:creationId xmlns:a16="http://schemas.microsoft.com/office/drawing/2014/main" id="{632B489D-8496-4EFA-90AF-6CCD6CB10D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9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98" name="Freeform 64">
                <a:extLst>
                  <a:ext uri="{FF2B5EF4-FFF2-40B4-BE49-F238E27FC236}">
                    <a16:creationId xmlns:a16="http://schemas.microsoft.com/office/drawing/2014/main" id="{CBFFB335-BF45-4648-A26A-C3A056CB3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99" name="Freeform 65">
                <a:extLst>
                  <a:ext uri="{FF2B5EF4-FFF2-40B4-BE49-F238E27FC236}">
                    <a16:creationId xmlns:a16="http://schemas.microsoft.com/office/drawing/2014/main" id="{75CC852D-F08F-4DB6-8338-AF2C6DDAC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00" name="Line 66">
                <a:extLst>
                  <a:ext uri="{FF2B5EF4-FFF2-40B4-BE49-F238E27FC236}">
                    <a16:creationId xmlns:a16="http://schemas.microsoft.com/office/drawing/2014/main" id="{804DA778-F49A-4B9A-A14A-548B49EA4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01" name="Line 67">
                <a:extLst>
                  <a:ext uri="{FF2B5EF4-FFF2-40B4-BE49-F238E27FC236}">
                    <a16:creationId xmlns:a16="http://schemas.microsoft.com/office/drawing/2014/main" id="{D932A5D0-98A1-4F77-8644-27AB435827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02" name="Freeform 68">
                <a:extLst>
                  <a:ext uri="{FF2B5EF4-FFF2-40B4-BE49-F238E27FC236}">
                    <a16:creationId xmlns:a16="http://schemas.microsoft.com/office/drawing/2014/main" id="{6E1C5A41-16EE-49D9-807A-76F7A77D4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03" name="Line 69">
                <a:extLst>
                  <a:ext uri="{FF2B5EF4-FFF2-40B4-BE49-F238E27FC236}">
                    <a16:creationId xmlns:a16="http://schemas.microsoft.com/office/drawing/2014/main" id="{E1B4758F-C8A2-4A39-891E-6DF1B98D3F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4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04" name="Line 70">
                <a:extLst>
                  <a:ext uri="{FF2B5EF4-FFF2-40B4-BE49-F238E27FC236}">
                    <a16:creationId xmlns:a16="http://schemas.microsoft.com/office/drawing/2014/main" id="{7DC3B942-9D31-403A-89B5-778FF36FC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5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05" name="Freeform 71">
                <a:extLst>
                  <a:ext uri="{FF2B5EF4-FFF2-40B4-BE49-F238E27FC236}">
                    <a16:creationId xmlns:a16="http://schemas.microsoft.com/office/drawing/2014/main" id="{AF1D9D46-522D-4686-9049-5677F9974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06" name="Freeform 72">
                <a:extLst>
                  <a:ext uri="{FF2B5EF4-FFF2-40B4-BE49-F238E27FC236}">
                    <a16:creationId xmlns:a16="http://schemas.microsoft.com/office/drawing/2014/main" id="{5229C55E-8BF0-4818-AF09-D488DC874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07" name="Line 73">
                <a:extLst>
                  <a:ext uri="{FF2B5EF4-FFF2-40B4-BE49-F238E27FC236}">
                    <a16:creationId xmlns:a16="http://schemas.microsoft.com/office/drawing/2014/main" id="{CD22EE43-9DEA-41A5-89ED-D61257E94D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229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08" name="Line 74">
                <a:extLst>
                  <a:ext uri="{FF2B5EF4-FFF2-40B4-BE49-F238E27FC236}">
                    <a16:creationId xmlns:a16="http://schemas.microsoft.com/office/drawing/2014/main" id="{15E0C5DB-F111-48B6-9E2A-7E55FDB9A0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212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09" name="Freeform 75">
                <a:extLst>
                  <a:ext uri="{FF2B5EF4-FFF2-40B4-BE49-F238E27FC236}">
                    <a16:creationId xmlns:a16="http://schemas.microsoft.com/office/drawing/2014/main" id="{B3E3FC4D-C690-4B3E-8B68-0A0A0863C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10" name="Line 76">
                <a:extLst>
                  <a:ext uri="{FF2B5EF4-FFF2-40B4-BE49-F238E27FC236}">
                    <a16:creationId xmlns:a16="http://schemas.microsoft.com/office/drawing/2014/main" id="{D49AD3E2-5366-4A5D-A616-BEEFD1DEF4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037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11" name="Line 77">
                <a:extLst>
                  <a:ext uri="{FF2B5EF4-FFF2-40B4-BE49-F238E27FC236}">
                    <a16:creationId xmlns:a16="http://schemas.microsoft.com/office/drawing/2014/main" id="{0C61A8BA-59BA-4A6B-A758-FFAA1CC3AC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116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12" name="Freeform 78">
                <a:extLst>
                  <a:ext uri="{FF2B5EF4-FFF2-40B4-BE49-F238E27FC236}">
                    <a16:creationId xmlns:a16="http://schemas.microsoft.com/office/drawing/2014/main" id="{CB69D22A-0677-404C-97F6-EDA580E48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13" name="Freeform 79">
                <a:extLst>
                  <a:ext uri="{FF2B5EF4-FFF2-40B4-BE49-F238E27FC236}">
                    <a16:creationId xmlns:a16="http://schemas.microsoft.com/office/drawing/2014/main" id="{23F19D44-4E81-494E-BBCA-0765E8105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26714" name="Group 80">
                <a:extLst>
                  <a:ext uri="{FF2B5EF4-FFF2-40B4-BE49-F238E27FC236}">
                    <a16:creationId xmlns:a16="http://schemas.microsoft.com/office/drawing/2014/main" id="{98BE2996-AFEC-4362-A5A2-CDA6B07538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2" y="2634"/>
                <a:ext cx="192" cy="158"/>
                <a:chOff x="4692" y="2634"/>
                <a:chExt cx="192" cy="158"/>
              </a:xfrm>
            </p:grpSpPr>
            <p:grpSp>
              <p:nvGrpSpPr>
                <p:cNvPr id="26861" name="Group 81">
                  <a:extLst>
                    <a:ext uri="{FF2B5EF4-FFF2-40B4-BE49-F238E27FC236}">
                      <a16:creationId xmlns:a16="http://schemas.microsoft.com/office/drawing/2014/main" id="{D0FE0796-B3D9-4178-A385-5163CA4874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26866" name="Line 82">
                    <a:extLst>
                      <a:ext uri="{FF2B5EF4-FFF2-40B4-BE49-F238E27FC236}">
                        <a16:creationId xmlns:a16="http://schemas.microsoft.com/office/drawing/2014/main" id="{FBB635DD-24D4-449E-8B42-685C2847E9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6867" name="Line 83">
                    <a:extLst>
                      <a:ext uri="{FF2B5EF4-FFF2-40B4-BE49-F238E27FC236}">
                        <a16:creationId xmlns:a16="http://schemas.microsoft.com/office/drawing/2014/main" id="{5A09FFBF-17FA-413C-B798-86D7FEE543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26862" name="Freeform 84">
                  <a:extLst>
                    <a:ext uri="{FF2B5EF4-FFF2-40B4-BE49-F238E27FC236}">
                      <a16:creationId xmlns:a16="http://schemas.microsoft.com/office/drawing/2014/main" id="{287112D6-7625-47D0-852A-F65910BEE1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26863" name="Group 85">
                  <a:extLst>
                    <a:ext uri="{FF2B5EF4-FFF2-40B4-BE49-F238E27FC236}">
                      <a16:creationId xmlns:a16="http://schemas.microsoft.com/office/drawing/2014/main" id="{5A26B16A-27D0-4E66-9AB5-77531D017C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26864" name="Line 86">
                    <a:extLst>
                      <a:ext uri="{FF2B5EF4-FFF2-40B4-BE49-F238E27FC236}">
                        <a16:creationId xmlns:a16="http://schemas.microsoft.com/office/drawing/2014/main" id="{218A0057-7516-4E6A-9E62-08C9765122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6865" name="Line 87">
                    <a:extLst>
                      <a:ext uri="{FF2B5EF4-FFF2-40B4-BE49-F238E27FC236}">
                        <a16:creationId xmlns:a16="http://schemas.microsoft.com/office/drawing/2014/main" id="{5EA641B8-AA5D-4833-9768-BF0EBD6B22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26715" name="Freeform 88">
                <a:extLst>
                  <a:ext uri="{FF2B5EF4-FFF2-40B4-BE49-F238E27FC236}">
                    <a16:creationId xmlns:a16="http://schemas.microsoft.com/office/drawing/2014/main" id="{2B0FCAF0-C9E7-4FCB-B028-9DA3112E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16" name="Freeform 89">
                <a:extLst>
                  <a:ext uri="{FF2B5EF4-FFF2-40B4-BE49-F238E27FC236}">
                    <a16:creationId xmlns:a16="http://schemas.microsoft.com/office/drawing/2014/main" id="{D8588D31-BDCC-4A02-B5ED-34B6A3BA5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26717" name="Group 90">
                <a:extLst>
                  <a:ext uri="{FF2B5EF4-FFF2-40B4-BE49-F238E27FC236}">
                    <a16:creationId xmlns:a16="http://schemas.microsoft.com/office/drawing/2014/main" id="{24AEA854-1E26-4286-BCC1-799EC63F07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59" y="2634"/>
                <a:ext cx="192" cy="158"/>
                <a:chOff x="5259" y="2634"/>
                <a:chExt cx="192" cy="158"/>
              </a:xfrm>
            </p:grpSpPr>
            <p:grpSp>
              <p:nvGrpSpPr>
                <p:cNvPr id="26854" name="Group 91">
                  <a:extLst>
                    <a:ext uri="{FF2B5EF4-FFF2-40B4-BE49-F238E27FC236}">
                      <a16:creationId xmlns:a16="http://schemas.microsoft.com/office/drawing/2014/main" id="{1F0696D8-B488-459A-B140-7D958E254E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26859" name="Line 92">
                    <a:extLst>
                      <a:ext uri="{FF2B5EF4-FFF2-40B4-BE49-F238E27FC236}">
                        <a16:creationId xmlns:a16="http://schemas.microsoft.com/office/drawing/2014/main" id="{6F9A40EB-D3AD-46EB-8DCD-FDCA2CD92C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6860" name="Line 93">
                    <a:extLst>
                      <a:ext uri="{FF2B5EF4-FFF2-40B4-BE49-F238E27FC236}">
                        <a16:creationId xmlns:a16="http://schemas.microsoft.com/office/drawing/2014/main" id="{44AA62E7-685D-4B3F-8083-88772B87E7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26855" name="Freeform 94">
                  <a:extLst>
                    <a:ext uri="{FF2B5EF4-FFF2-40B4-BE49-F238E27FC236}">
                      <a16:creationId xmlns:a16="http://schemas.microsoft.com/office/drawing/2014/main" id="{77199E00-BEBD-4B97-A44B-7D2CD6832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26856" name="Group 95">
                  <a:extLst>
                    <a:ext uri="{FF2B5EF4-FFF2-40B4-BE49-F238E27FC236}">
                      <a16:creationId xmlns:a16="http://schemas.microsoft.com/office/drawing/2014/main" id="{968C45AF-CF21-4F84-B9DE-7F36BA847DE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26857" name="Line 96">
                    <a:extLst>
                      <a:ext uri="{FF2B5EF4-FFF2-40B4-BE49-F238E27FC236}">
                        <a16:creationId xmlns:a16="http://schemas.microsoft.com/office/drawing/2014/main" id="{9F1CAB7D-2354-4A0D-82D7-BBDBEFD555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6858" name="Line 97">
                    <a:extLst>
                      <a:ext uri="{FF2B5EF4-FFF2-40B4-BE49-F238E27FC236}">
                        <a16:creationId xmlns:a16="http://schemas.microsoft.com/office/drawing/2014/main" id="{D0CE5A1E-0EC6-4EF4-BC2D-15D38B36C8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26718" name="Freeform 98">
                <a:extLst>
                  <a:ext uri="{FF2B5EF4-FFF2-40B4-BE49-F238E27FC236}">
                    <a16:creationId xmlns:a16="http://schemas.microsoft.com/office/drawing/2014/main" id="{F496BD78-4BA9-4BB7-B49E-0CAC537A0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19" name="Freeform 99">
                <a:extLst>
                  <a:ext uri="{FF2B5EF4-FFF2-40B4-BE49-F238E27FC236}">
                    <a16:creationId xmlns:a16="http://schemas.microsoft.com/office/drawing/2014/main" id="{15B04D26-7119-4839-A1D7-75890880D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20" name="Freeform 100">
                <a:extLst>
                  <a:ext uri="{FF2B5EF4-FFF2-40B4-BE49-F238E27FC236}">
                    <a16:creationId xmlns:a16="http://schemas.microsoft.com/office/drawing/2014/main" id="{012C1495-7E3C-47E4-A887-5DE398BCB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21" name="Line 101">
                <a:extLst>
                  <a:ext uri="{FF2B5EF4-FFF2-40B4-BE49-F238E27FC236}">
                    <a16:creationId xmlns:a16="http://schemas.microsoft.com/office/drawing/2014/main" id="{90B31B52-3758-4296-8E01-EF76A0065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22" name="Line 102">
                <a:extLst>
                  <a:ext uri="{FF2B5EF4-FFF2-40B4-BE49-F238E27FC236}">
                    <a16:creationId xmlns:a16="http://schemas.microsoft.com/office/drawing/2014/main" id="{C2FDBDA3-95B1-4266-9571-4BC6BCDDFC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23" name="Line 103">
                <a:extLst>
                  <a:ext uri="{FF2B5EF4-FFF2-40B4-BE49-F238E27FC236}">
                    <a16:creationId xmlns:a16="http://schemas.microsoft.com/office/drawing/2014/main" id="{722E1F59-3288-4EB3-B3E4-1174CE2B20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24" name="Line 104">
                <a:extLst>
                  <a:ext uri="{FF2B5EF4-FFF2-40B4-BE49-F238E27FC236}">
                    <a16:creationId xmlns:a16="http://schemas.microsoft.com/office/drawing/2014/main" id="{8103C89B-AFBE-4751-B4D3-3470934572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25" name="Line 105">
                <a:extLst>
                  <a:ext uri="{FF2B5EF4-FFF2-40B4-BE49-F238E27FC236}">
                    <a16:creationId xmlns:a16="http://schemas.microsoft.com/office/drawing/2014/main" id="{C17019A5-63A8-4046-B79F-30933BA6A2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26" name="Line 106">
                <a:extLst>
                  <a:ext uri="{FF2B5EF4-FFF2-40B4-BE49-F238E27FC236}">
                    <a16:creationId xmlns:a16="http://schemas.microsoft.com/office/drawing/2014/main" id="{8922CE20-F631-4D6B-81D1-B031D48E89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27" name="Line 107">
                <a:extLst>
                  <a:ext uri="{FF2B5EF4-FFF2-40B4-BE49-F238E27FC236}">
                    <a16:creationId xmlns:a16="http://schemas.microsoft.com/office/drawing/2014/main" id="{B268556B-7C36-4E9C-A2FC-4D1F1DCC1D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28" name="Line 108">
                <a:extLst>
                  <a:ext uri="{FF2B5EF4-FFF2-40B4-BE49-F238E27FC236}">
                    <a16:creationId xmlns:a16="http://schemas.microsoft.com/office/drawing/2014/main" id="{BB5EF4B8-88F7-4DD0-AE06-F9D76A75A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29" name="Freeform 109">
                <a:extLst>
                  <a:ext uri="{FF2B5EF4-FFF2-40B4-BE49-F238E27FC236}">
                    <a16:creationId xmlns:a16="http://schemas.microsoft.com/office/drawing/2014/main" id="{5E0B59F2-E895-4CC3-8412-979642254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30" name="Freeform 110">
                <a:extLst>
                  <a:ext uri="{FF2B5EF4-FFF2-40B4-BE49-F238E27FC236}">
                    <a16:creationId xmlns:a16="http://schemas.microsoft.com/office/drawing/2014/main" id="{9C8C8DB2-6773-4B33-96F4-2D486B774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31" name="Freeform 111">
                <a:extLst>
                  <a:ext uri="{FF2B5EF4-FFF2-40B4-BE49-F238E27FC236}">
                    <a16:creationId xmlns:a16="http://schemas.microsoft.com/office/drawing/2014/main" id="{30E1A343-9A79-4ADA-9287-21E7F61ED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32" name="Freeform 112">
                <a:extLst>
                  <a:ext uri="{FF2B5EF4-FFF2-40B4-BE49-F238E27FC236}">
                    <a16:creationId xmlns:a16="http://schemas.microsoft.com/office/drawing/2014/main" id="{8D3F83C4-DF88-4AD6-B8CB-BC0FBFDEF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33" name="Freeform 113">
                <a:extLst>
                  <a:ext uri="{FF2B5EF4-FFF2-40B4-BE49-F238E27FC236}">
                    <a16:creationId xmlns:a16="http://schemas.microsoft.com/office/drawing/2014/main" id="{E04A732F-92E8-4101-88A1-048524B8E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34" name="Freeform 114">
                <a:extLst>
                  <a:ext uri="{FF2B5EF4-FFF2-40B4-BE49-F238E27FC236}">
                    <a16:creationId xmlns:a16="http://schemas.microsoft.com/office/drawing/2014/main" id="{A69A385A-B5BA-4D85-B189-DDCA16CB2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35" name="Line 115">
                <a:extLst>
                  <a:ext uri="{FF2B5EF4-FFF2-40B4-BE49-F238E27FC236}">
                    <a16:creationId xmlns:a16="http://schemas.microsoft.com/office/drawing/2014/main" id="{567DF3BE-5F12-4A23-82E4-2B3DB77F6E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36" name="Line 116">
                <a:extLst>
                  <a:ext uri="{FF2B5EF4-FFF2-40B4-BE49-F238E27FC236}">
                    <a16:creationId xmlns:a16="http://schemas.microsoft.com/office/drawing/2014/main" id="{95A3E04C-7FE9-421C-B002-ACFB8E189A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37" name="Line 117">
                <a:extLst>
                  <a:ext uri="{FF2B5EF4-FFF2-40B4-BE49-F238E27FC236}">
                    <a16:creationId xmlns:a16="http://schemas.microsoft.com/office/drawing/2014/main" id="{01F8B523-293B-4B60-B186-6A04E52FE1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38" name="Line 118">
                <a:extLst>
                  <a:ext uri="{FF2B5EF4-FFF2-40B4-BE49-F238E27FC236}">
                    <a16:creationId xmlns:a16="http://schemas.microsoft.com/office/drawing/2014/main" id="{DABBE0D9-2FD3-493A-B7F7-B9284AE43B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39" name="Line 119">
                <a:extLst>
                  <a:ext uri="{FF2B5EF4-FFF2-40B4-BE49-F238E27FC236}">
                    <a16:creationId xmlns:a16="http://schemas.microsoft.com/office/drawing/2014/main" id="{96A38B25-0DE2-4E9F-BF07-B3FEE70AE3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40" name="Line 120">
                <a:extLst>
                  <a:ext uri="{FF2B5EF4-FFF2-40B4-BE49-F238E27FC236}">
                    <a16:creationId xmlns:a16="http://schemas.microsoft.com/office/drawing/2014/main" id="{10327C75-0523-4F23-AEC0-7FAAC54BBB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41" name="Line 121">
                <a:extLst>
                  <a:ext uri="{FF2B5EF4-FFF2-40B4-BE49-F238E27FC236}">
                    <a16:creationId xmlns:a16="http://schemas.microsoft.com/office/drawing/2014/main" id="{1C33DFA9-2317-4483-A9E0-1547213038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42" name="Line 122">
                <a:extLst>
                  <a:ext uri="{FF2B5EF4-FFF2-40B4-BE49-F238E27FC236}">
                    <a16:creationId xmlns:a16="http://schemas.microsoft.com/office/drawing/2014/main" id="{28D34A71-E8EA-4CA0-9F80-A2DFF0C849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43" name="Freeform 123">
                <a:extLst>
                  <a:ext uri="{FF2B5EF4-FFF2-40B4-BE49-F238E27FC236}">
                    <a16:creationId xmlns:a16="http://schemas.microsoft.com/office/drawing/2014/main" id="{985203C0-1E66-4270-A1C9-B092938E3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44" name="Line 124">
                <a:extLst>
                  <a:ext uri="{FF2B5EF4-FFF2-40B4-BE49-F238E27FC236}">
                    <a16:creationId xmlns:a16="http://schemas.microsoft.com/office/drawing/2014/main" id="{7241F114-1A16-4105-B7FB-E996C78907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45" name="Line 125">
                <a:extLst>
                  <a:ext uri="{FF2B5EF4-FFF2-40B4-BE49-F238E27FC236}">
                    <a16:creationId xmlns:a16="http://schemas.microsoft.com/office/drawing/2014/main" id="{7B9D1437-9D15-4F81-9887-4C91A1A1AC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46" name="Line 126">
                <a:extLst>
                  <a:ext uri="{FF2B5EF4-FFF2-40B4-BE49-F238E27FC236}">
                    <a16:creationId xmlns:a16="http://schemas.microsoft.com/office/drawing/2014/main" id="{9324E80C-F4FF-4AC4-9920-288AEF13BB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47" name="Line 127">
                <a:extLst>
                  <a:ext uri="{FF2B5EF4-FFF2-40B4-BE49-F238E27FC236}">
                    <a16:creationId xmlns:a16="http://schemas.microsoft.com/office/drawing/2014/main" id="{F38E9331-155C-4734-8882-A0743E939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48" name="Line 128">
                <a:extLst>
                  <a:ext uri="{FF2B5EF4-FFF2-40B4-BE49-F238E27FC236}">
                    <a16:creationId xmlns:a16="http://schemas.microsoft.com/office/drawing/2014/main" id="{A24AEF2B-E4EB-4DC7-832B-9E58B14E91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49" name="Line 129">
                <a:extLst>
                  <a:ext uri="{FF2B5EF4-FFF2-40B4-BE49-F238E27FC236}">
                    <a16:creationId xmlns:a16="http://schemas.microsoft.com/office/drawing/2014/main" id="{5207A44C-87B9-4546-80FC-401C66F167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50" name="Line 130">
                <a:extLst>
                  <a:ext uri="{FF2B5EF4-FFF2-40B4-BE49-F238E27FC236}">
                    <a16:creationId xmlns:a16="http://schemas.microsoft.com/office/drawing/2014/main" id="{975E63EE-29D1-4DA2-9C7A-7845060471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51" name="Line 131">
                <a:extLst>
                  <a:ext uri="{FF2B5EF4-FFF2-40B4-BE49-F238E27FC236}">
                    <a16:creationId xmlns:a16="http://schemas.microsoft.com/office/drawing/2014/main" id="{62127152-C01F-42F3-AF5F-2129AE5E7D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52" name="Freeform 132">
                <a:extLst>
                  <a:ext uri="{FF2B5EF4-FFF2-40B4-BE49-F238E27FC236}">
                    <a16:creationId xmlns:a16="http://schemas.microsoft.com/office/drawing/2014/main" id="{19856F3C-8F4A-4651-A8EE-E338E1A75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53" name="Freeform 133">
                <a:extLst>
                  <a:ext uri="{FF2B5EF4-FFF2-40B4-BE49-F238E27FC236}">
                    <a16:creationId xmlns:a16="http://schemas.microsoft.com/office/drawing/2014/main" id="{A9AC2B40-780E-43F3-964E-4CF0F203B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54" name="Rectangle 134">
                <a:extLst>
                  <a:ext uri="{FF2B5EF4-FFF2-40B4-BE49-F238E27FC236}">
                    <a16:creationId xmlns:a16="http://schemas.microsoft.com/office/drawing/2014/main" id="{5A7F7236-5ACE-46E1-99FD-188598769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55" name="Text Box 135">
                <a:extLst>
                  <a:ext uri="{FF2B5EF4-FFF2-40B4-BE49-F238E27FC236}">
                    <a16:creationId xmlns:a16="http://schemas.microsoft.com/office/drawing/2014/main" id="{D513D0C0-A4C0-4FBA-9EB4-7C8951B687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26756" name="Freeform 136">
                <a:extLst>
                  <a:ext uri="{FF2B5EF4-FFF2-40B4-BE49-F238E27FC236}">
                    <a16:creationId xmlns:a16="http://schemas.microsoft.com/office/drawing/2014/main" id="{86CE3A70-5D0C-48F4-BF31-6E793EF1B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57" name="Freeform 137">
                <a:extLst>
                  <a:ext uri="{FF2B5EF4-FFF2-40B4-BE49-F238E27FC236}">
                    <a16:creationId xmlns:a16="http://schemas.microsoft.com/office/drawing/2014/main" id="{FF37C035-D86D-4517-AE9F-7B6552798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58" name="Freeform 138">
                <a:extLst>
                  <a:ext uri="{FF2B5EF4-FFF2-40B4-BE49-F238E27FC236}">
                    <a16:creationId xmlns:a16="http://schemas.microsoft.com/office/drawing/2014/main" id="{0AC3B12D-7988-4F7E-906B-50D1C2836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59" name="Freeform 139">
                <a:extLst>
                  <a:ext uri="{FF2B5EF4-FFF2-40B4-BE49-F238E27FC236}">
                    <a16:creationId xmlns:a16="http://schemas.microsoft.com/office/drawing/2014/main" id="{97917B02-D58E-4B1A-A6BB-46E02DD9D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92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9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60" name="Freeform 140">
                <a:extLst>
                  <a:ext uri="{FF2B5EF4-FFF2-40B4-BE49-F238E27FC236}">
                    <a16:creationId xmlns:a16="http://schemas.microsoft.com/office/drawing/2014/main" id="{E1054C90-0F97-4404-8CE3-9F75AD1F1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61" name="Freeform 141">
                <a:extLst>
                  <a:ext uri="{FF2B5EF4-FFF2-40B4-BE49-F238E27FC236}">
                    <a16:creationId xmlns:a16="http://schemas.microsoft.com/office/drawing/2014/main" id="{DF259544-3BD7-429D-9DAD-0BC540606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83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8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62" name="Freeform 142">
                <a:extLst>
                  <a:ext uri="{FF2B5EF4-FFF2-40B4-BE49-F238E27FC236}">
                    <a16:creationId xmlns:a16="http://schemas.microsoft.com/office/drawing/2014/main" id="{19726C56-7C3F-4A40-8F5F-701B7AF9C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63" name="Freeform 143">
                <a:extLst>
                  <a:ext uri="{FF2B5EF4-FFF2-40B4-BE49-F238E27FC236}">
                    <a16:creationId xmlns:a16="http://schemas.microsoft.com/office/drawing/2014/main" id="{A41B95C7-F589-4AB1-B7B1-6BBA6C5C3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6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64" name="Freeform 144">
                <a:extLst>
                  <a:ext uri="{FF2B5EF4-FFF2-40B4-BE49-F238E27FC236}">
                    <a16:creationId xmlns:a16="http://schemas.microsoft.com/office/drawing/2014/main" id="{229F63F8-BDA8-4544-888A-832313EAB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65" name="Freeform 145">
                <a:extLst>
                  <a:ext uri="{FF2B5EF4-FFF2-40B4-BE49-F238E27FC236}">
                    <a16:creationId xmlns:a16="http://schemas.microsoft.com/office/drawing/2014/main" id="{A6FDD303-C9D0-4918-B584-F5E0D57DE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9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66" name="Freeform 146">
                <a:extLst>
                  <a:ext uri="{FF2B5EF4-FFF2-40B4-BE49-F238E27FC236}">
                    <a16:creationId xmlns:a16="http://schemas.microsoft.com/office/drawing/2014/main" id="{841CFD80-AA55-4C10-8D9F-D8A81D6C0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67" name="Freeform 147">
                <a:extLst>
                  <a:ext uri="{FF2B5EF4-FFF2-40B4-BE49-F238E27FC236}">
                    <a16:creationId xmlns:a16="http://schemas.microsoft.com/office/drawing/2014/main" id="{850F1108-B0C9-4133-9F1A-0BE061ED2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68" name="Freeform 148">
                <a:extLst>
                  <a:ext uri="{FF2B5EF4-FFF2-40B4-BE49-F238E27FC236}">
                    <a16:creationId xmlns:a16="http://schemas.microsoft.com/office/drawing/2014/main" id="{33D3BB43-256C-466F-AE11-B4271D210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69" name="Freeform 149">
                <a:extLst>
                  <a:ext uri="{FF2B5EF4-FFF2-40B4-BE49-F238E27FC236}">
                    <a16:creationId xmlns:a16="http://schemas.microsoft.com/office/drawing/2014/main" id="{D4344FF8-8850-457B-B423-FB8B2BBEE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70" name="Freeform 150">
                <a:extLst>
                  <a:ext uri="{FF2B5EF4-FFF2-40B4-BE49-F238E27FC236}">
                    <a16:creationId xmlns:a16="http://schemas.microsoft.com/office/drawing/2014/main" id="{F575CD9B-FAB4-424D-B21B-60952ED63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71" name="Freeform 151">
                <a:extLst>
                  <a:ext uri="{FF2B5EF4-FFF2-40B4-BE49-F238E27FC236}">
                    <a16:creationId xmlns:a16="http://schemas.microsoft.com/office/drawing/2014/main" id="{4D14AD1C-6699-447D-B1E4-9ABE0CFC4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72" name="Freeform 152">
                <a:extLst>
                  <a:ext uri="{FF2B5EF4-FFF2-40B4-BE49-F238E27FC236}">
                    <a16:creationId xmlns:a16="http://schemas.microsoft.com/office/drawing/2014/main" id="{60C746FF-BE7D-4F0C-8E9A-CB2BC20FC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744"/>
                <a:ext cx="729" cy="657"/>
              </a:xfrm>
              <a:custGeom>
                <a:avLst/>
                <a:gdLst>
                  <a:gd name="T0" fmla="*/ 153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85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5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73" name="Freeform 153">
                <a:extLst>
                  <a:ext uri="{FF2B5EF4-FFF2-40B4-BE49-F238E27FC236}">
                    <a16:creationId xmlns:a16="http://schemas.microsoft.com/office/drawing/2014/main" id="{5B04C7DF-4E4B-4634-889C-61720A54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74" name="Freeform 154">
                <a:extLst>
                  <a:ext uri="{FF2B5EF4-FFF2-40B4-BE49-F238E27FC236}">
                    <a16:creationId xmlns:a16="http://schemas.microsoft.com/office/drawing/2014/main" id="{7F69729D-B1EE-4949-8297-2C8BCB6AC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75" name="Freeform 155">
                <a:extLst>
                  <a:ext uri="{FF2B5EF4-FFF2-40B4-BE49-F238E27FC236}">
                    <a16:creationId xmlns:a16="http://schemas.microsoft.com/office/drawing/2014/main" id="{D130FC91-82BF-4D1C-A239-7BE914E24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735"/>
                <a:ext cx="708" cy="570"/>
              </a:xfrm>
              <a:custGeom>
                <a:avLst/>
                <a:gdLst>
                  <a:gd name="T0" fmla="*/ 0 w 708"/>
                  <a:gd name="T1" fmla="*/ 0 h 570"/>
                  <a:gd name="T2" fmla="*/ 132 w 708"/>
                  <a:gd name="T3" fmla="*/ 0 h 570"/>
                  <a:gd name="T4" fmla="*/ 129 w 708"/>
                  <a:gd name="T5" fmla="*/ 570 h 570"/>
                  <a:gd name="T6" fmla="*/ 708 w 708"/>
                  <a:gd name="T7" fmla="*/ 570 h 570"/>
                  <a:gd name="T8" fmla="*/ 708 w 708"/>
                  <a:gd name="T9" fmla="*/ 9 h 570"/>
                  <a:gd name="T10" fmla="*/ 573 w 708"/>
                  <a:gd name="T11" fmla="*/ 9 h 5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0"/>
                  <a:gd name="T20" fmla="*/ 708 w 708"/>
                  <a:gd name="T21" fmla="*/ 570 h 57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0">
                    <a:moveTo>
                      <a:pt x="0" y="0"/>
                    </a:moveTo>
                    <a:lnTo>
                      <a:pt x="132" y="0"/>
                    </a:lnTo>
                    <a:lnTo>
                      <a:pt x="129" y="570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76" name="Freeform 156">
                <a:extLst>
                  <a:ext uri="{FF2B5EF4-FFF2-40B4-BE49-F238E27FC236}">
                    <a16:creationId xmlns:a16="http://schemas.microsoft.com/office/drawing/2014/main" id="{C9586358-BE5D-42A6-9234-CE1298D3A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4 w 726"/>
                  <a:gd name="T3" fmla="*/ 0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4" y="0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77" name="Freeform 157">
                <a:extLst>
                  <a:ext uri="{FF2B5EF4-FFF2-40B4-BE49-F238E27FC236}">
                    <a16:creationId xmlns:a16="http://schemas.microsoft.com/office/drawing/2014/main" id="{46B38555-E6FA-48ED-8042-98A46E70D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78" name="Freeform 158">
                <a:extLst>
                  <a:ext uri="{FF2B5EF4-FFF2-40B4-BE49-F238E27FC236}">
                    <a16:creationId xmlns:a16="http://schemas.microsoft.com/office/drawing/2014/main" id="{F491D623-A561-4E2B-BE3C-C4A4D7DC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6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79" name="Freeform 159">
                <a:extLst>
                  <a:ext uri="{FF2B5EF4-FFF2-40B4-BE49-F238E27FC236}">
                    <a16:creationId xmlns:a16="http://schemas.microsoft.com/office/drawing/2014/main" id="{F56964CD-1646-4B25-A0D6-2F023CDAB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80" name="Freeform 160">
                <a:extLst>
                  <a:ext uri="{FF2B5EF4-FFF2-40B4-BE49-F238E27FC236}">
                    <a16:creationId xmlns:a16="http://schemas.microsoft.com/office/drawing/2014/main" id="{AC3F29A5-5444-4391-85CF-D24AE0B83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81" name="Freeform 161">
                <a:extLst>
                  <a:ext uri="{FF2B5EF4-FFF2-40B4-BE49-F238E27FC236}">
                    <a16:creationId xmlns:a16="http://schemas.microsoft.com/office/drawing/2014/main" id="{CCAF4321-8481-4177-9B54-FB8E76C03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82" name="Freeform 162">
                <a:extLst>
                  <a:ext uri="{FF2B5EF4-FFF2-40B4-BE49-F238E27FC236}">
                    <a16:creationId xmlns:a16="http://schemas.microsoft.com/office/drawing/2014/main" id="{D3FAB024-776A-4A0A-9BBA-BDA8CA686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83" name="Freeform 163">
                <a:extLst>
                  <a:ext uri="{FF2B5EF4-FFF2-40B4-BE49-F238E27FC236}">
                    <a16:creationId xmlns:a16="http://schemas.microsoft.com/office/drawing/2014/main" id="{DA805AE8-1E52-4C40-A0B3-724C64C0E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84" name="Freeform 164">
                <a:extLst>
                  <a:ext uri="{FF2B5EF4-FFF2-40B4-BE49-F238E27FC236}">
                    <a16:creationId xmlns:a16="http://schemas.microsoft.com/office/drawing/2014/main" id="{88BC6E31-6126-46F5-AB88-A553D2F02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85" name="Freeform 165">
                <a:extLst>
                  <a:ext uri="{FF2B5EF4-FFF2-40B4-BE49-F238E27FC236}">
                    <a16:creationId xmlns:a16="http://schemas.microsoft.com/office/drawing/2014/main" id="{E148AD6D-94EB-4006-BDC1-1F9BA835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86" name="Freeform 166">
                <a:extLst>
                  <a:ext uri="{FF2B5EF4-FFF2-40B4-BE49-F238E27FC236}">
                    <a16:creationId xmlns:a16="http://schemas.microsoft.com/office/drawing/2014/main" id="{A3735203-6CED-4D36-AD35-98D031D7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87" name="Freeform 167">
                <a:extLst>
                  <a:ext uri="{FF2B5EF4-FFF2-40B4-BE49-F238E27FC236}">
                    <a16:creationId xmlns:a16="http://schemas.microsoft.com/office/drawing/2014/main" id="{30FAE739-0DA7-49C3-944E-F420730EB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88" name="Freeform 168">
                <a:extLst>
                  <a:ext uri="{FF2B5EF4-FFF2-40B4-BE49-F238E27FC236}">
                    <a16:creationId xmlns:a16="http://schemas.microsoft.com/office/drawing/2014/main" id="{ABEC42FA-9D54-43C5-AF87-190C3E71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89" name="Freeform 169">
                <a:extLst>
                  <a:ext uri="{FF2B5EF4-FFF2-40B4-BE49-F238E27FC236}">
                    <a16:creationId xmlns:a16="http://schemas.microsoft.com/office/drawing/2014/main" id="{7044FD3D-4036-488E-95A6-58F557D7F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90" name="Freeform 170">
                <a:extLst>
                  <a:ext uri="{FF2B5EF4-FFF2-40B4-BE49-F238E27FC236}">
                    <a16:creationId xmlns:a16="http://schemas.microsoft.com/office/drawing/2014/main" id="{022AB99F-3EEF-48E3-9483-CFB59999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91" name="Freeform 171">
                <a:extLst>
                  <a:ext uri="{FF2B5EF4-FFF2-40B4-BE49-F238E27FC236}">
                    <a16:creationId xmlns:a16="http://schemas.microsoft.com/office/drawing/2014/main" id="{BA306B9A-547B-4774-B526-B45F0BE55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92" name="Freeform 172">
                <a:extLst>
                  <a:ext uri="{FF2B5EF4-FFF2-40B4-BE49-F238E27FC236}">
                    <a16:creationId xmlns:a16="http://schemas.microsoft.com/office/drawing/2014/main" id="{AE1BE4B1-46B6-4218-A392-DE5FBA963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93" name="Freeform 173">
                <a:extLst>
                  <a:ext uri="{FF2B5EF4-FFF2-40B4-BE49-F238E27FC236}">
                    <a16:creationId xmlns:a16="http://schemas.microsoft.com/office/drawing/2014/main" id="{387804DB-4614-47CF-83F2-12E10A4FA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1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94" name="Line 174">
                <a:extLst>
                  <a:ext uri="{FF2B5EF4-FFF2-40B4-BE49-F238E27FC236}">
                    <a16:creationId xmlns:a16="http://schemas.microsoft.com/office/drawing/2014/main" id="{5FB1BC5D-2F6B-477D-AAD9-995EFD2D4A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48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95" name="Line 175">
                <a:extLst>
                  <a:ext uri="{FF2B5EF4-FFF2-40B4-BE49-F238E27FC236}">
                    <a16:creationId xmlns:a16="http://schemas.microsoft.com/office/drawing/2014/main" id="{492539DE-9882-4CD8-B9D9-EBF5D01858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96" name="Line 176">
                <a:extLst>
                  <a:ext uri="{FF2B5EF4-FFF2-40B4-BE49-F238E27FC236}">
                    <a16:creationId xmlns:a16="http://schemas.microsoft.com/office/drawing/2014/main" id="{EBCD2431-F4CD-4F23-A2BB-4F06AA105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97" name="Rectangle 177">
                <a:extLst>
                  <a:ext uri="{FF2B5EF4-FFF2-40B4-BE49-F238E27FC236}">
                    <a16:creationId xmlns:a16="http://schemas.microsoft.com/office/drawing/2014/main" id="{6AAA352E-5BD1-493D-A9D2-794D9CED8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98" name="Text Box 178">
                <a:extLst>
                  <a:ext uri="{FF2B5EF4-FFF2-40B4-BE49-F238E27FC236}">
                    <a16:creationId xmlns:a16="http://schemas.microsoft.com/office/drawing/2014/main" id="{8BC45CC2-3CBD-4986-ABBD-648B9DCDD5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26799" name="Rectangle 179">
                <a:extLst>
                  <a:ext uri="{FF2B5EF4-FFF2-40B4-BE49-F238E27FC236}">
                    <a16:creationId xmlns:a16="http://schemas.microsoft.com/office/drawing/2014/main" id="{EC2ACC82-5CCE-410B-8799-D769F2455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00" name="Text Box 180">
                <a:extLst>
                  <a:ext uri="{FF2B5EF4-FFF2-40B4-BE49-F238E27FC236}">
                    <a16:creationId xmlns:a16="http://schemas.microsoft.com/office/drawing/2014/main" id="{254D54E8-3AA8-493E-AAF3-14F2F0FA7E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24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26801" name="Rectangle 181">
                <a:extLst>
                  <a:ext uri="{FF2B5EF4-FFF2-40B4-BE49-F238E27FC236}">
                    <a16:creationId xmlns:a16="http://schemas.microsoft.com/office/drawing/2014/main" id="{FE034B63-5ED1-4397-B725-A1EA3497C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02" name="Text Box 182">
                <a:extLst>
                  <a:ext uri="{FF2B5EF4-FFF2-40B4-BE49-F238E27FC236}">
                    <a16:creationId xmlns:a16="http://schemas.microsoft.com/office/drawing/2014/main" id="{EF38A167-8103-4CCC-8F6A-B348F906ED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7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26803" name="Line 183">
                <a:extLst>
                  <a:ext uri="{FF2B5EF4-FFF2-40B4-BE49-F238E27FC236}">
                    <a16:creationId xmlns:a16="http://schemas.microsoft.com/office/drawing/2014/main" id="{B74DDC38-E0BC-42AC-90B3-CDA01C2685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04" name="Line 184">
                <a:extLst>
                  <a:ext uri="{FF2B5EF4-FFF2-40B4-BE49-F238E27FC236}">
                    <a16:creationId xmlns:a16="http://schemas.microsoft.com/office/drawing/2014/main" id="{D4653A5A-7B97-4293-BA70-BBF06D22F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05" name="Line 185">
                <a:extLst>
                  <a:ext uri="{FF2B5EF4-FFF2-40B4-BE49-F238E27FC236}">
                    <a16:creationId xmlns:a16="http://schemas.microsoft.com/office/drawing/2014/main" id="{2DEC4B84-DE73-4A27-8E17-F383DF24AC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7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06" name="Line 186">
                <a:extLst>
                  <a:ext uri="{FF2B5EF4-FFF2-40B4-BE49-F238E27FC236}">
                    <a16:creationId xmlns:a16="http://schemas.microsoft.com/office/drawing/2014/main" id="{628991B2-555C-4629-8679-F94B490F3B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07" name="Freeform 187">
                <a:extLst>
                  <a:ext uri="{FF2B5EF4-FFF2-40B4-BE49-F238E27FC236}">
                    <a16:creationId xmlns:a16="http://schemas.microsoft.com/office/drawing/2014/main" id="{DF0A1BC0-125B-4A33-B7F4-2EC98DE12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08" name="Freeform 188">
                <a:extLst>
                  <a:ext uri="{FF2B5EF4-FFF2-40B4-BE49-F238E27FC236}">
                    <a16:creationId xmlns:a16="http://schemas.microsoft.com/office/drawing/2014/main" id="{2275A08D-9555-487F-B5DF-E21AB3BA2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91"/>
                <a:ext cx="3" cy="522"/>
              </a:xfrm>
              <a:custGeom>
                <a:avLst/>
                <a:gdLst>
                  <a:gd name="T0" fmla="*/ 0 w 3"/>
                  <a:gd name="T1" fmla="*/ 0 h 522"/>
                  <a:gd name="T2" fmla="*/ 3 w 3"/>
                  <a:gd name="T3" fmla="*/ 522 h 522"/>
                  <a:gd name="T4" fmla="*/ 0 60000 65536"/>
                  <a:gd name="T5" fmla="*/ 0 60000 65536"/>
                  <a:gd name="T6" fmla="*/ 0 w 3"/>
                  <a:gd name="T7" fmla="*/ 0 h 522"/>
                  <a:gd name="T8" fmla="*/ 3 w 3"/>
                  <a:gd name="T9" fmla="*/ 522 h 5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522">
                    <a:moveTo>
                      <a:pt x="0" y="0"/>
                    </a:moveTo>
                    <a:lnTo>
                      <a:pt x="3" y="52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09" name="Freeform 189">
                <a:extLst>
                  <a:ext uri="{FF2B5EF4-FFF2-40B4-BE49-F238E27FC236}">
                    <a16:creationId xmlns:a16="http://schemas.microsoft.com/office/drawing/2014/main" id="{47ADC454-6FC8-4AA4-8D02-CAE3D75F4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9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10" name="Text Box 190">
                <a:extLst>
                  <a:ext uri="{FF2B5EF4-FFF2-40B4-BE49-F238E27FC236}">
                    <a16:creationId xmlns:a16="http://schemas.microsoft.com/office/drawing/2014/main" id="{28D1157C-B6E6-41D9-9EF3-CFA6ADBE41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217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811" name="Text Box 191">
                <a:extLst>
                  <a:ext uri="{FF2B5EF4-FFF2-40B4-BE49-F238E27FC236}">
                    <a16:creationId xmlns:a16="http://schemas.microsoft.com/office/drawing/2014/main" id="{1A64349D-97F0-4FFD-902A-DF4621A6F7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7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812" name="Text Box 192">
                <a:extLst>
                  <a:ext uri="{FF2B5EF4-FFF2-40B4-BE49-F238E27FC236}">
                    <a16:creationId xmlns:a16="http://schemas.microsoft.com/office/drawing/2014/main" id="{E1EC581B-7A7B-40A7-91D3-2450BB9B1F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3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813" name="Text Box 193">
                <a:extLst>
                  <a:ext uri="{FF2B5EF4-FFF2-40B4-BE49-F238E27FC236}">
                    <a16:creationId xmlns:a16="http://schemas.microsoft.com/office/drawing/2014/main" id="{8A51E61E-D873-4998-997E-7ADE91CF24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94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814" name="Text Box 194">
                <a:extLst>
                  <a:ext uri="{FF2B5EF4-FFF2-40B4-BE49-F238E27FC236}">
                    <a16:creationId xmlns:a16="http://schemas.microsoft.com/office/drawing/2014/main" id="{82069A80-701C-43BE-8CC9-5675B74732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3520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815" name="Text Box 195">
                <a:extLst>
                  <a:ext uri="{FF2B5EF4-FFF2-40B4-BE49-F238E27FC236}">
                    <a16:creationId xmlns:a16="http://schemas.microsoft.com/office/drawing/2014/main" id="{480B4261-080B-4619-8D7F-FE8836C8D9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097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816" name="Text Box 196">
                <a:extLst>
                  <a:ext uri="{FF2B5EF4-FFF2-40B4-BE49-F238E27FC236}">
                    <a16:creationId xmlns:a16="http://schemas.microsoft.com/office/drawing/2014/main" id="{09FAB488-352A-4146-BCF9-EE8E31E7E1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6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817" name="Text Box 197">
                <a:extLst>
                  <a:ext uri="{FF2B5EF4-FFF2-40B4-BE49-F238E27FC236}">
                    <a16:creationId xmlns:a16="http://schemas.microsoft.com/office/drawing/2014/main" id="{5D6104AC-4FF4-4C94-A55A-76746A855F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5268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818" name="Text Box 198">
                <a:extLst>
                  <a:ext uri="{FF2B5EF4-FFF2-40B4-BE49-F238E27FC236}">
                    <a16:creationId xmlns:a16="http://schemas.microsoft.com/office/drawing/2014/main" id="{C320BE65-4C35-4F43-8986-F9703833D8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6819" name="Text Box 199">
                <a:extLst>
                  <a:ext uri="{FF2B5EF4-FFF2-40B4-BE49-F238E27FC236}">
                    <a16:creationId xmlns:a16="http://schemas.microsoft.com/office/drawing/2014/main" id="{D26CD167-BB83-4AB6-A860-AA4B360AED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26820" name="Text Box 200">
                <a:extLst>
                  <a:ext uri="{FF2B5EF4-FFF2-40B4-BE49-F238E27FC236}">
                    <a16:creationId xmlns:a16="http://schemas.microsoft.com/office/drawing/2014/main" id="{DAC51B0B-6CF4-4DE9-808C-54B6D00116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8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26821" name="Line 201">
                <a:extLst>
                  <a:ext uri="{FF2B5EF4-FFF2-40B4-BE49-F238E27FC236}">
                    <a16:creationId xmlns:a16="http://schemas.microsoft.com/office/drawing/2014/main" id="{25153002-DF75-4ADF-96D7-A54EB3890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6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22" name="Text Box 202">
                <a:extLst>
                  <a:ext uri="{FF2B5EF4-FFF2-40B4-BE49-F238E27FC236}">
                    <a16:creationId xmlns:a16="http://schemas.microsoft.com/office/drawing/2014/main" id="{63D58BD2-6729-4E35-8A3A-012C26FE74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6823" name="Text Box 203">
                <a:extLst>
                  <a:ext uri="{FF2B5EF4-FFF2-40B4-BE49-F238E27FC236}">
                    <a16:creationId xmlns:a16="http://schemas.microsoft.com/office/drawing/2014/main" id="{1A7FF438-01C6-4C41-91FE-EF9954AEC5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8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26824" name="Text Box 204">
                <a:extLst>
                  <a:ext uri="{FF2B5EF4-FFF2-40B4-BE49-F238E27FC236}">
                    <a16:creationId xmlns:a16="http://schemas.microsoft.com/office/drawing/2014/main" id="{598A7473-507A-4465-A32A-2585BB47E9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8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825" name="Text Box 205">
                <a:extLst>
                  <a:ext uri="{FF2B5EF4-FFF2-40B4-BE49-F238E27FC236}">
                    <a16:creationId xmlns:a16="http://schemas.microsoft.com/office/drawing/2014/main" id="{53AB6FFF-D02F-46B8-AF11-2BD9106DA2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89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6826" name="Text Box 206">
                <a:extLst>
                  <a:ext uri="{FF2B5EF4-FFF2-40B4-BE49-F238E27FC236}">
                    <a16:creationId xmlns:a16="http://schemas.microsoft.com/office/drawing/2014/main" id="{939F3081-5962-4388-9C0C-16346F2C83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行</a:t>
                </a:r>
              </a:p>
            </p:txBody>
          </p:sp>
          <p:sp>
            <p:nvSpPr>
              <p:cNvPr id="26827" name="Text Box 207">
                <a:extLst>
                  <a:ext uri="{FF2B5EF4-FFF2-40B4-BE49-F238E27FC236}">
                    <a16:creationId xmlns:a16="http://schemas.microsoft.com/office/drawing/2014/main" id="{C2F5CD49-A8A3-4C28-9973-8739FF9B8A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26828" name="Text Box 208">
                <a:extLst>
                  <a:ext uri="{FF2B5EF4-FFF2-40B4-BE49-F238E27FC236}">
                    <a16:creationId xmlns:a16="http://schemas.microsoft.com/office/drawing/2014/main" id="{43ACDD5E-5790-442C-95B6-E74BFF54BF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26829" name="Text Box 209">
                <a:extLst>
                  <a:ext uri="{FF2B5EF4-FFF2-40B4-BE49-F238E27FC236}">
                    <a16:creationId xmlns:a16="http://schemas.microsoft.com/office/drawing/2014/main" id="{C0D2AC48-D709-4927-8DC1-0A6DE2EB59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26830" name="Text Box 210">
                <a:extLst>
                  <a:ext uri="{FF2B5EF4-FFF2-40B4-BE49-F238E27FC236}">
                    <a16:creationId xmlns:a16="http://schemas.microsoft.com/office/drawing/2014/main" id="{03901794-7A35-4CD9-A8B3-16F0961D73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26831" name="Text Box 211">
                <a:extLst>
                  <a:ext uri="{FF2B5EF4-FFF2-40B4-BE49-F238E27FC236}">
                    <a16:creationId xmlns:a16="http://schemas.microsoft.com/office/drawing/2014/main" id="{B832A33B-1CD7-4AC7-BBC6-24E4B71B5C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列</a:t>
                </a:r>
              </a:p>
            </p:txBody>
          </p:sp>
          <p:sp>
            <p:nvSpPr>
              <p:cNvPr id="26832" name="Text Box 212">
                <a:extLst>
                  <a:ext uri="{FF2B5EF4-FFF2-40B4-BE49-F238E27FC236}">
                    <a16:creationId xmlns:a16="http://schemas.microsoft.com/office/drawing/2014/main" id="{CD7B4A28-FEDF-4A57-9040-0BEA4DCA7F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26833" name="Text Box 213">
                <a:extLst>
                  <a:ext uri="{FF2B5EF4-FFF2-40B4-BE49-F238E27FC236}">
                    <a16:creationId xmlns:a16="http://schemas.microsoft.com/office/drawing/2014/main" id="{82890211-359B-479C-82E6-2F1A6B6B90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26834" name="Text Box 214">
                <a:extLst>
                  <a:ext uri="{FF2B5EF4-FFF2-40B4-BE49-F238E27FC236}">
                    <a16:creationId xmlns:a16="http://schemas.microsoft.com/office/drawing/2014/main" id="{8544FAC2-6DA8-4872-9D09-A544AF7A37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26835" name="Text Box 215">
                <a:extLst>
                  <a:ext uri="{FF2B5EF4-FFF2-40B4-BE49-F238E27FC236}">
                    <a16:creationId xmlns:a16="http://schemas.microsoft.com/office/drawing/2014/main" id="{52BADB30-7F10-49E1-BFDE-F5D95E9F4D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26836" name="Text Box 216">
                <a:extLst>
                  <a:ext uri="{FF2B5EF4-FFF2-40B4-BE49-F238E27FC236}">
                    <a16:creationId xmlns:a16="http://schemas.microsoft.com/office/drawing/2014/main" id="{F4494C59-693C-4732-ABA9-276CEA1896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26837" name="Text Box 217">
                <a:extLst>
                  <a:ext uri="{FF2B5EF4-FFF2-40B4-BE49-F238E27FC236}">
                    <a16:creationId xmlns:a16="http://schemas.microsoft.com/office/drawing/2014/main" id="{80881E07-23D1-4BB0-80EB-4F69AC3796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2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26838" name="Text Box 218">
                <a:extLst>
                  <a:ext uri="{FF2B5EF4-FFF2-40B4-BE49-F238E27FC236}">
                    <a16:creationId xmlns:a16="http://schemas.microsoft.com/office/drawing/2014/main" id="{DBFB4040-25AC-4CB2-9D07-EB7FB3390E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80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26839" name="Text Box 219">
                <a:extLst>
                  <a:ext uri="{FF2B5EF4-FFF2-40B4-BE49-F238E27FC236}">
                    <a16:creationId xmlns:a16="http://schemas.microsoft.com/office/drawing/2014/main" id="{E2007703-91F8-47B4-A53F-2944D6CD8A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3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26840" name="Line 220">
                <a:extLst>
                  <a:ext uri="{FF2B5EF4-FFF2-40B4-BE49-F238E27FC236}">
                    <a16:creationId xmlns:a16="http://schemas.microsoft.com/office/drawing/2014/main" id="{83624B1C-65BC-41BE-B54A-0DCFC6402B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41" name="Line 221">
                <a:extLst>
                  <a:ext uri="{FF2B5EF4-FFF2-40B4-BE49-F238E27FC236}">
                    <a16:creationId xmlns:a16="http://schemas.microsoft.com/office/drawing/2014/main" id="{3A75C79E-806C-4558-8B58-E67B245050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42" name="Line 222">
                <a:extLst>
                  <a:ext uri="{FF2B5EF4-FFF2-40B4-BE49-F238E27FC236}">
                    <a16:creationId xmlns:a16="http://schemas.microsoft.com/office/drawing/2014/main" id="{C953CE66-AFBF-4A1B-9CEF-3827E774B0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43" name="Line 223">
                <a:extLst>
                  <a:ext uri="{FF2B5EF4-FFF2-40B4-BE49-F238E27FC236}">
                    <a16:creationId xmlns:a16="http://schemas.microsoft.com/office/drawing/2014/main" id="{5F4754AC-2CC1-47C3-9D80-166FB6D479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44" name="Line 224">
                <a:extLst>
                  <a:ext uri="{FF2B5EF4-FFF2-40B4-BE49-F238E27FC236}">
                    <a16:creationId xmlns:a16="http://schemas.microsoft.com/office/drawing/2014/main" id="{52379CEE-0B29-40DB-9CF3-B150BECE5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45" name="Line 225">
                <a:extLst>
                  <a:ext uri="{FF2B5EF4-FFF2-40B4-BE49-F238E27FC236}">
                    <a16:creationId xmlns:a16="http://schemas.microsoft.com/office/drawing/2014/main" id="{9AC839A2-D377-4DB0-AE4A-56795F39E7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46" name="Line 226">
                <a:extLst>
                  <a:ext uri="{FF2B5EF4-FFF2-40B4-BE49-F238E27FC236}">
                    <a16:creationId xmlns:a16="http://schemas.microsoft.com/office/drawing/2014/main" id="{1A9EC706-9F80-4CCA-8BA8-764B512450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47" name="Line 227">
                <a:extLst>
                  <a:ext uri="{FF2B5EF4-FFF2-40B4-BE49-F238E27FC236}">
                    <a16:creationId xmlns:a16="http://schemas.microsoft.com/office/drawing/2014/main" id="{1B8ED66C-1B94-4D58-BEEE-08B48FCBDF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48" name="Line 228">
                <a:extLst>
                  <a:ext uri="{FF2B5EF4-FFF2-40B4-BE49-F238E27FC236}">
                    <a16:creationId xmlns:a16="http://schemas.microsoft.com/office/drawing/2014/main" id="{38AEA3C3-46C2-42AF-A3FD-E6B53896E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49" name="Line 229">
                <a:extLst>
                  <a:ext uri="{FF2B5EF4-FFF2-40B4-BE49-F238E27FC236}">
                    <a16:creationId xmlns:a16="http://schemas.microsoft.com/office/drawing/2014/main" id="{E15BCF0E-F057-4BE6-90C0-7D51CA058B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50" name="Text Box 230">
                <a:extLst>
                  <a:ext uri="{FF2B5EF4-FFF2-40B4-BE49-F238E27FC236}">
                    <a16:creationId xmlns:a16="http://schemas.microsoft.com/office/drawing/2014/main" id="{ADE30D2F-E4E7-4EA2-B320-A958FB2609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2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WE</a:t>
                </a:r>
              </a:p>
            </p:txBody>
          </p:sp>
          <p:sp>
            <p:nvSpPr>
              <p:cNvPr id="26851" name="Line 231">
                <a:extLst>
                  <a:ext uri="{FF2B5EF4-FFF2-40B4-BE49-F238E27FC236}">
                    <a16:creationId xmlns:a16="http://schemas.microsoft.com/office/drawing/2014/main" id="{F512A560-59E0-409B-A18C-26F6A24B97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6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52" name="Text Box 232">
                <a:extLst>
                  <a:ext uri="{FF2B5EF4-FFF2-40B4-BE49-F238E27FC236}">
                    <a16:creationId xmlns:a16="http://schemas.microsoft.com/office/drawing/2014/main" id="{12E43F7F-348D-47F5-AD49-E424388149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CS</a:t>
                </a:r>
              </a:p>
            </p:txBody>
          </p:sp>
          <p:sp>
            <p:nvSpPr>
              <p:cNvPr id="26853" name="Line 233">
                <a:extLst>
                  <a:ext uri="{FF2B5EF4-FFF2-40B4-BE49-F238E27FC236}">
                    <a16:creationId xmlns:a16="http://schemas.microsoft.com/office/drawing/2014/main" id="{3397953F-99A1-46B7-ABBE-E8EDEF365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0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11" name="Group 234">
            <a:extLst>
              <a:ext uri="{FF2B5EF4-FFF2-40B4-BE49-F238E27FC236}">
                <a16:creationId xmlns:a16="http://schemas.microsoft.com/office/drawing/2014/main" id="{E19F36DC-BC25-417C-B085-368CB82F39F9}"/>
              </a:ext>
            </a:extLst>
          </p:cNvPr>
          <p:cNvGrpSpPr>
            <a:grpSpLocks/>
          </p:cNvGrpSpPr>
          <p:nvPr/>
        </p:nvGrpSpPr>
        <p:grpSpPr bwMode="auto">
          <a:xfrm>
            <a:off x="1622425" y="854075"/>
            <a:ext cx="7292975" cy="403225"/>
            <a:chOff x="1022" y="538"/>
            <a:chExt cx="4594" cy="254"/>
          </a:xfrm>
        </p:grpSpPr>
        <p:sp>
          <p:nvSpPr>
            <p:cNvPr id="26631" name="Line 235">
              <a:extLst>
                <a:ext uri="{FF2B5EF4-FFF2-40B4-BE49-F238E27FC236}">
                  <a16:creationId xmlns:a16="http://schemas.microsoft.com/office/drawing/2014/main" id="{C34D9F12-0E99-4A3A-82D2-73299B0FCE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32" name="Freeform 236">
              <a:extLst>
                <a:ext uri="{FF2B5EF4-FFF2-40B4-BE49-F238E27FC236}">
                  <a16:creationId xmlns:a16="http://schemas.microsoft.com/office/drawing/2014/main" id="{95F81B55-FBF6-4369-B8E1-72D860FE5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33" name="Line 237">
              <a:extLst>
                <a:ext uri="{FF2B5EF4-FFF2-40B4-BE49-F238E27FC236}">
                  <a16:creationId xmlns:a16="http://schemas.microsoft.com/office/drawing/2014/main" id="{8E30B80A-8360-4304-A03C-DB1D8F4C32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34" name="Freeform 238">
              <a:extLst>
                <a:ext uri="{FF2B5EF4-FFF2-40B4-BE49-F238E27FC236}">
                  <a16:creationId xmlns:a16="http://schemas.microsoft.com/office/drawing/2014/main" id="{3D0FDDC9-6BA8-4097-9DE9-A9DB06655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35" name="Line 239">
              <a:extLst>
                <a:ext uri="{FF2B5EF4-FFF2-40B4-BE49-F238E27FC236}">
                  <a16:creationId xmlns:a16="http://schemas.microsoft.com/office/drawing/2014/main" id="{1562D35C-D77E-4A97-B904-3EF349D282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36" name="Text Box 240">
              <a:extLst>
                <a:ext uri="{FF2B5EF4-FFF2-40B4-BE49-F238E27FC236}">
                  <a16:creationId xmlns:a16="http://schemas.microsoft.com/office/drawing/2014/main" id="{EE81F24A-092B-4EFB-9ECF-211D865110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26637" name="Text Box 241">
              <a:extLst>
                <a:ext uri="{FF2B5EF4-FFF2-40B4-BE49-F238E27FC236}">
                  <a16:creationId xmlns:a16="http://schemas.microsoft.com/office/drawing/2014/main" id="{C07CE3C9-CEC4-40CD-9D2A-98305EE694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26638" name="Text Box 242">
              <a:extLst>
                <a:ext uri="{FF2B5EF4-FFF2-40B4-BE49-F238E27FC236}">
                  <a16:creationId xmlns:a16="http://schemas.microsoft.com/office/drawing/2014/main" id="{6F3A9628-EA36-4CF3-92A9-B77922D72C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26639" name="Text Box 243">
              <a:extLst>
                <a:ext uri="{FF2B5EF4-FFF2-40B4-BE49-F238E27FC236}">
                  <a16:creationId xmlns:a16="http://schemas.microsoft.com/office/drawing/2014/main" id="{2230C30F-CC81-4725-A82F-775E97460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26640" name="Line 244">
              <a:extLst>
                <a:ext uri="{FF2B5EF4-FFF2-40B4-BE49-F238E27FC236}">
                  <a16:creationId xmlns:a16="http://schemas.microsoft.com/office/drawing/2014/main" id="{51409564-DF83-4ED0-B977-48C90DFD3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41" name="Line 245">
              <a:extLst>
                <a:ext uri="{FF2B5EF4-FFF2-40B4-BE49-F238E27FC236}">
                  <a16:creationId xmlns:a16="http://schemas.microsoft.com/office/drawing/2014/main" id="{8A638D09-D51B-4312-B0E2-E28902AFEB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42" name="Line 246">
              <a:extLst>
                <a:ext uri="{FF2B5EF4-FFF2-40B4-BE49-F238E27FC236}">
                  <a16:creationId xmlns:a16="http://schemas.microsoft.com/office/drawing/2014/main" id="{32A7E7C1-AD28-433C-8852-792BE26880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43" name="Line 247">
              <a:extLst>
                <a:ext uri="{FF2B5EF4-FFF2-40B4-BE49-F238E27FC236}">
                  <a16:creationId xmlns:a16="http://schemas.microsoft.com/office/drawing/2014/main" id="{913C6228-15E9-4A09-A01E-8BC20ACCFB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44" name="Line 248">
              <a:extLst>
                <a:ext uri="{FF2B5EF4-FFF2-40B4-BE49-F238E27FC236}">
                  <a16:creationId xmlns:a16="http://schemas.microsoft.com/office/drawing/2014/main" id="{E8B7477D-8AE3-475E-957B-1387B242D2C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45" name="Line 249">
              <a:extLst>
                <a:ext uri="{FF2B5EF4-FFF2-40B4-BE49-F238E27FC236}">
                  <a16:creationId xmlns:a16="http://schemas.microsoft.com/office/drawing/2014/main" id="{E38B2B03-736F-4836-ACCE-FD442352506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46" name="Line 250">
              <a:extLst>
                <a:ext uri="{FF2B5EF4-FFF2-40B4-BE49-F238E27FC236}">
                  <a16:creationId xmlns:a16="http://schemas.microsoft.com/office/drawing/2014/main" id="{813CC3EF-A17E-4697-82E6-F24DA937629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47" name="Line 251">
              <a:extLst>
                <a:ext uri="{FF2B5EF4-FFF2-40B4-BE49-F238E27FC236}">
                  <a16:creationId xmlns:a16="http://schemas.microsoft.com/office/drawing/2014/main" id="{0800A2AE-EC74-40C3-B734-D47BB68BA9C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50" name="Group 2">
            <a:extLst>
              <a:ext uri="{FF2B5EF4-FFF2-40B4-BE49-F238E27FC236}">
                <a16:creationId xmlns:a16="http://schemas.microsoft.com/office/drawing/2014/main" id="{DCA00BD1-0550-4E14-B879-D0146D6A0CB2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sp>
          <p:nvSpPr>
            <p:cNvPr id="27683" name="Rectangle 3">
              <a:extLst>
                <a:ext uri="{FF2B5EF4-FFF2-40B4-BE49-F238E27FC236}">
                  <a16:creationId xmlns:a16="http://schemas.microsoft.com/office/drawing/2014/main" id="{C4402B26-4BE2-48CE-9041-C4B359273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84" name="Rectangle 4">
              <a:extLst>
                <a:ext uri="{FF2B5EF4-FFF2-40B4-BE49-F238E27FC236}">
                  <a16:creationId xmlns:a16="http://schemas.microsoft.com/office/drawing/2014/main" id="{D602D9D4-5B06-41F5-89ED-E9842AB0E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27685" name="Text Box 5">
              <a:extLst>
                <a:ext uri="{FF2B5EF4-FFF2-40B4-BE49-F238E27FC236}">
                  <a16:creationId xmlns:a16="http://schemas.microsoft.com/office/drawing/2014/main" id="{BC42430A-EE19-4010-AC3E-CC02EC038B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686" name="Rectangle 6">
              <a:extLst>
                <a:ext uri="{FF2B5EF4-FFF2-40B4-BE49-F238E27FC236}">
                  <a16:creationId xmlns:a16="http://schemas.microsoft.com/office/drawing/2014/main" id="{64C46F2C-C579-4902-A12F-B57B918C7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87" name="Rectangle 7">
              <a:extLst>
                <a:ext uri="{FF2B5EF4-FFF2-40B4-BE49-F238E27FC236}">
                  <a16:creationId xmlns:a16="http://schemas.microsoft.com/office/drawing/2014/main" id="{B85E0498-A6BB-420E-9735-492C2D180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31</a:t>
              </a:r>
            </a:p>
          </p:txBody>
        </p:sp>
        <p:sp>
          <p:nvSpPr>
            <p:cNvPr id="27688" name="Text Box 8">
              <a:extLst>
                <a:ext uri="{FF2B5EF4-FFF2-40B4-BE49-F238E27FC236}">
                  <a16:creationId xmlns:a16="http://schemas.microsoft.com/office/drawing/2014/main" id="{B9AAE781-1F3B-46D7-A03E-8C9F44A85F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689" name="Rectangle 9">
              <a:extLst>
                <a:ext uri="{FF2B5EF4-FFF2-40B4-BE49-F238E27FC236}">
                  <a16:creationId xmlns:a16="http://schemas.microsoft.com/office/drawing/2014/main" id="{C3033AA5-A7F4-453A-BDF3-09AD7BA29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27690" name="Rectangle 10">
              <a:extLst>
                <a:ext uri="{FF2B5EF4-FFF2-40B4-BE49-F238E27FC236}">
                  <a16:creationId xmlns:a16="http://schemas.microsoft.com/office/drawing/2014/main" id="{8E7C0736-A38A-4CB2-8E62-BE2D25514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47</a:t>
              </a:r>
            </a:p>
          </p:txBody>
        </p:sp>
        <p:sp>
          <p:nvSpPr>
            <p:cNvPr id="27691" name="Text Box 11">
              <a:extLst>
                <a:ext uri="{FF2B5EF4-FFF2-40B4-BE49-F238E27FC236}">
                  <a16:creationId xmlns:a16="http://schemas.microsoft.com/office/drawing/2014/main" id="{86B2EBBE-3745-4D84-B618-6F907C5300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692" name="Rectangle 12">
              <a:extLst>
                <a:ext uri="{FF2B5EF4-FFF2-40B4-BE49-F238E27FC236}">
                  <a16:creationId xmlns:a16="http://schemas.microsoft.com/office/drawing/2014/main" id="{8647AEB4-E019-4747-949C-D168BCF80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27693" name="Rectangle 13">
              <a:extLst>
                <a:ext uri="{FF2B5EF4-FFF2-40B4-BE49-F238E27FC236}">
                  <a16:creationId xmlns:a16="http://schemas.microsoft.com/office/drawing/2014/main" id="{0F7D9660-AFE9-4B4E-BFB9-BCE08229E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27694" name="Text Box 14">
              <a:extLst>
                <a:ext uri="{FF2B5EF4-FFF2-40B4-BE49-F238E27FC236}">
                  <a16:creationId xmlns:a16="http://schemas.microsoft.com/office/drawing/2014/main" id="{0666A2EB-3645-46C1-8569-61A2699731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695" name="Rectangle 15">
              <a:extLst>
                <a:ext uri="{FF2B5EF4-FFF2-40B4-BE49-F238E27FC236}">
                  <a16:creationId xmlns:a16="http://schemas.microsoft.com/office/drawing/2014/main" id="{9D54AB0C-79CC-4706-970D-709C441A2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27696" name="Rectangle 16">
              <a:extLst>
                <a:ext uri="{FF2B5EF4-FFF2-40B4-BE49-F238E27FC236}">
                  <a16:creationId xmlns:a16="http://schemas.microsoft.com/office/drawing/2014/main" id="{910F00E8-150B-44A4-AB90-BB2CE5F92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27697" name="Rectangle 17">
              <a:extLst>
                <a:ext uri="{FF2B5EF4-FFF2-40B4-BE49-F238E27FC236}">
                  <a16:creationId xmlns:a16="http://schemas.microsoft.com/office/drawing/2014/main" id="{703EDA13-BFFA-4E43-9C27-C4E48B5B5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98" name="Rectangle 18">
              <a:extLst>
                <a:ext uri="{FF2B5EF4-FFF2-40B4-BE49-F238E27FC236}">
                  <a16:creationId xmlns:a16="http://schemas.microsoft.com/office/drawing/2014/main" id="{4464CA0D-FF66-47C5-BB70-6246708CC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31</a:t>
              </a:r>
            </a:p>
          </p:txBody>
        </p:sp>
        <p:sp>
          <p:nvSpPr>
            <p:cNvPr id="27699" name="Rectangle 19">
              <a:extLst>
                <a:ext uri="{FF2B5EF4-FFF2-40B4-BE49-F238E27FC236}">
                  <a16:creationId xmlns:a16="http://schemas.microsoft.com/office/drawing/2014/main" id="{E998BEC2-4C82-49DC-8E5E-B1A7E26AF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27700" name="Rectangle 20">
              <a:extLst>
                <a:ext uri="{FF2B5EF4-FFF2-40B4-BE49-F238E27FC236}">
                  <a16:creationId xmlns:a16="http://schemas.microsoft.com/office/drawing/2014/main" id="{ED108138-D047-4888-9064-AE9E43BF0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47</a:t>
              </a:r>
            </a:p>
          </p:txBody>
        </p:sp>
        <p:sp>
          <p:nvSpPr>
            <p:cNvPr id="27701" name="Rectangle 21">
              <a:extLst>
                <a:ext uri="{FF2B5EF4-FFF2-40B4-BE49-F238E27FC236}">
                  <a16:creationId xmlns:a16="http://schemas.microsoft.com/office/drawing/2014/main" id="{776409CE-DE77-4DC2-BAE4-AA69B041F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27702" name="Rectangle 22">
              <a:extLst>
                <a:ext uri="{FF2B5EF4-FFF2-40B4-BE49-F238E27FC236}">
                  <a16:creationId xmlns:a16="http://schemas.microsoft.com/office/drawing/2014/main" id="{F4563342-5777-4CB0-BC63-BBF0AF892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27703" name="Rectangle 23">
              <a:extLst>
                <a:ext uri="{FF2B5EF4-FFF2-40B4-BE49-F238E27FC236}">
                  <a16:creationId xmlns:a16="http://schemas.microsoft.com/office/drawing/2014/main" id="{07AB9672-78CC-41F6-BBA8-8D6BDD439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27704" name="Line 24">
              <a:extLst>
                <a:ext uri="{FF2B5EF4-FFF2-40B4-BE49-F238E27FC236}">
                  <a16:creationId xmlns:a16="http://schemas.microsoft.com/office/drawing/2014/main" id="{6A3956DC-C046-449F-B74E-AF4B0229D55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05" name="Line 25">
              <a:extLst>
                <a:ext uri="{FF2B5EF4-FFF2-40B4-BE49-F238E27FC236}">
                  <a16:creationId xmlns:a16="http://schemas.microsoft.com/office/drawing/2014/main" id="{7ACC53E7-DA99-42E5-9410-5A6563D0E53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06" name="Freeform 26">
              <a:extLst>
                <a:ext uri="{FF2B5EF4-FFF2-40B4-BE49-F238E27FC236}">
                  <a16:creationId xmlns:a16="http://schemas.microsoft.com/office/drawing/2014/main" id="{7AC98C2B-96E8-44AC-8014-F87F368CA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07" name="Line 27">
              <a:extLst>
                <a:ext uri="{FF2B5EF4-FFF2-40B4-BE49-F238E27FC236}">
                  <a16:creationId xmlns:a16="http://schemas.microsoft.com/office/drawing/2014/main" id="{29D317DF-A107-427E-8EE9-D2D8C2378A2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08" name="Line 28">
              <a:extLst>
                <a:ext uri="{FF2B5EF4-FFF2-40B4-BE49-F238E27FC236}">
                  <a16:creationId xmlns:a16="http://schemas.microsoft.com/office/drawing/2014/main" id="{BF8BD9B2-ECA9-431B-9238-6F2566CB3F3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09" name="Freeform 29">
              <a:extLst>
                <a:ext uri="{FF2B5EF4-FFF2-40B4-BE49-F238E27FC236}">
                  <a16:creationId xmlns:a16="http://schemas.microsoft.com/office/drawing/2014/main" id="{8F07CE2A-B88F-4E39-BF0C-2D9F9E6C9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  <a:gd name="T6" fmla="*/ 0 w 112"/>
                <a:gd name="T7" fmla="*/ 0 h 1"/>
                <a:gd name="T8" fmla="*/ 112 w 1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10" name="Freeform 30">
              <a:extLst>
                <a:ext uri="{FF2B5EF4-FFF2-40B4-BE49-F238E27FC236}">
                  <a16:creationId xmlns:a16="http://schemas.microsoft.com/office/drawing/2014/main" id="{29BD97D3-1A06-4DB2-9A72-34B8A02C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9"/>
                <a:gd name="T14" fmla="*/ 152 w 152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11" name="Freeform 31">
              <a:extLst>
                <a:ext uri="{FF2B5EF4-FFF2-40B4-BE49-F238E27FC236}">
                  <a16:creationId xmlns:a16="http://schemas.microsoft.com/office/drawing/2014/main" id="{16B9DB58-3E95-42B2-AEE2-22E4DBF3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  <a:gd name="T6" fmla="*/ 0 w 102"/>
                <a:gd name="T7" fmla="*/ 0 h 1"/>
                <a:gd name="T8" fmla="*/ 102 w 1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12" name="Line 32">
              <a:extLst>
                <a:ext uri="{FF2B5EF4-FFF2-40B4-BE49-F238E27FC236}">
                  <a16:creationId xmlns:a16="http://schemas.microsoft.com/office/drawing/2014/main" id="{3DC2D2F4-599D-4564-9F87-28700F934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13" name="Line 33">
              <a:extLst>
                <a:ext uri="{FF2B5EF4-FFF2-40B4-BE49-F238E27FC236}">
                  <a16:creationId xmlns:a16="http://schemas.microsoft.com/office/drawing/2014/main" id="{418AF6FD-1FE2-486A-80B8-CBA7295D09A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14" name="Freeform 34">
              <a:extLst>
                <a:ext uri="{FF2B5EF4-FFF2-40B4-BE49-F238E27FC236}">
                  <a16:creationId xmlns:a16="http://schemas.microsoft.com/office/drawing/2014/main" id="{E9A7B4A6-E87F-4A1F-AB17-BD3269D23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15" name="Line 35">
              <a:extLst>
                <a:ext uri="{FF2B5EF4-FFF2-40B4-BE49-F238E27FC236}">
                  <a16:creationId xmlns:a16="http://schemas.microsoft.com/office/drawing/2014/main" id="{780E87E2-9206-43D9-AF1B-56243CC9506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16" name="Line 36">
              <a:extLst>
                <a:ext uri="{FF2B5EF4-FFF2-40B4-BE49-F238E27FC236}">
                  <a16:creationId xmlns:a16="http://schemas.microsoft.com/office/drawing/2014/main" id="{B616B97E-F2A7-4CFB-893A-F7D2B74BE18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17" name="Freeform 37">
              <a:extLst>
                <a:ext uri="{FF2B5EF4-FFF2-40B4-BE49-F238E27FC236}">
                  <a16:creationId xmlns:a16="http://schemas.microsoft.com/office/drawing/2014/main" id="{0A7E7026-DFC4-418C-B822-7D444A3FE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  <a:gd name="T6" fmla="*/ 0 w 103"/>
                <a:gd name="T7" fmla="*/ 0 h 1"/>
                <a:gd name="T8" fmla="*/ 103 w 1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18" name="Freeform 38">
              <a:extLst>
                <a:ext uri="{FF2B5EF4-FFF2-40B4-BE49-F238E27FC236}">
                  <a16:creationId xmlns:a16="http://schemas.microsoft.com/office/drawing/2014/main" id="{3D5F8F8F-8857-44AA-BF6D-B6B1290C8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  <a:gd name="T6" fmla="*/ 0 w 113"/>
                <a:gd name="T7" fmla="*/ 0 h 1"/>
                <a:gd name="T8" fmla="*/ 113 w 1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19" name="Line 39">
              <a:extLst>
                <a:ext uri="{FF2B5EF4-FFF2-40B4-BE49-F238E27FC236}">
                  <a16:creationId xmlns:a16="http://schemas.microsoft.com/office/drawing/2014/main" id="{B695F22F-A62F-457B-BE69-0AE285CD7DA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0" name="Line 40">
              <a:extLst>
                <a:ext uri="{FF2B5EF4-FFF2-40B4-BE49-F238E27FC236}">
                  <a16:creationId xmlns:a16="http://schemas.microsoft.com/office/drawing/2014/main" id="{DD1FA40F-F0DE-48CF-81FF-18BAAAE8118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1" name="Freeform 41">
              <a:extLst>
                <a:ext uri="{FF2B5EF4-FFF2-40B4-BE49-F238E27FC236}">
                  <a16:creationId xmlns:a16="http://schemas.microsoft.com/office/drawing/2014/main" id="{823D7B74-7332-4E31-AE39-59AD73D5E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2" name="Line 42">
              <a:extLst>
                <a:ext uri="{FF2B5EF4-FFF2-40B4-BE49-F238E27FC236}">
                  <a16:creationId xmlns:a16="http://schemas.microsoft.com/office/drawing/2014/main" id="{214FDB98-69F2-4225-8885-362634D57C5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3" name="Line 43">
              <a:extLst>
                <a:ext uri="{FF2B5EF4-FFF2-40B4-BE49-F238E27FC236}">
                  <a16:creationId xmlns:a16="http://schemas.microsoft.com/office/drawing/2014/main" id="{46EC8D9B-E116-457C-ABEF-174B214A25E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4" name="Freeform 44">
              <a:extLst>
                <a:ext uri="{FF2B5EF4-FFF2-40B4-BE49-F238E27FC236}">
                  <a16:creationId xmlns:a16="http://schemas.microsoft.com/office/drawing/2014/main" id="{AABE561E-D28D-4A03-9C85-2F1C2F944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  <a:gd name="T6" fmla="*/ 0 w 109"/>
                <a:gd name="T7" fmla="*/ 0 h 1"/>
                <a:gd name="T8" fmla="*/ 109 w 1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5" name="Freeform 45">
              <a:extLst>
                <a:ext uri="{FF2B5EF4-FFF2-40B4-BE49-F238E27FC236}">
                  <a16:creationId xmlns:a16="http://schemas.microsoft.com/office/drawing/2014/main" id="{6518A39B-44BE-4B82-83A4-C8DDD7DC9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  <a:gd name="T6" fmla="*/ 0 w 89"/>
                <a:gd name="T7" fmla="*/ 0 h 1"/>
                <a:gd name="T8" fmla="*/ 89 w 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6" name="Line 46">
              <a:extLst>
                <a:ext uri="{FF2B5EF4-FFF2-40B4-BE49-F238E27FC236}">
                  <a16:creationId xmlns:a16="http://schemas.microsoft.com/office/drawing/2014/main" id="{DE9B9771-80C3-456D-9C0E-78DF2E4137D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7" name="Line 47">
              <a:extLst>
                <a:ext uri="{FF2B5EF4-FFF2-40B4-BE49-F238E27FC236}">
                  <a16:creationId xmlns:a16="http://schemas.microsoft.com/office/drawing/2014/main" id="{8AD3FF82-84B7-4B70-8F7A-9E7FCDCDF52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8" name="Freeform 48">
              <a:extLst>
                <a:ext uri="{FF2B5EF4-FFF2-40B4-BE49-F238E27FC236}">
                  <a16:creationId xmlns:a16="http://schemas.microsoft.com/office/drawing/2014/main" id="{0F95A772-9ADA-43E6-A1CE-BF3E280E8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9" name="Line 49">
              <a:extLst>
                <a:ext uri="{FF2B5EF4-FFF2-40B4-BE49-F238E27FC236}">
                  <a16:creationId xmlns:a16="http://schemas.microsoft.com/office/drawing/2014/main" id="{7D2AEACB-A4E0-43F7-ACC8-7F9258A46BE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0" name="Line 50">
              <a:extLst>
                <a:ext uri="{FF2B5EF4-FFF2-40B4-BE49-F238E27FC236}">
                  <a16:creationId xmlns:a16="http://schemas.microsoft.com/office/drawing/2014/main" id="{015C832F-B9A5-42EA-BCE6-1D02A150C8D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1" name="Freeform 51">
              <a:extLst>
                <a:ext uri="{FF2B5EF4-FFF2-40B4-BE49-F238E27FC236}">
                  <a16:creationId xmlns:a16="http://schemas.microsoft.com/office/drawing/2014/main" id="{8ACFD15F-EB5A-404B-8929-7A8374F82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  <a:gd name="T6" fmla="*/ 0 w 115"/>
                <a:gd name="T7" fmla="*/ 0 h 1"/>
                <a:gd name="T8" fmla="*/ 115 w 1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2" name="Freeform 52">
              <a:extLst>
                <a:ext uri="{FF2B5EF4-FFF2-40B4-BE49-F238E27FC236}">
                  <a16:creationId xmlns:a16="http://schemas.microsoft.com/office/drawing/2014/main" id="{2AF75B93-6657-43E9-A7F8-65E9C4863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  <a:gd name="T6" fmla="*/ 0 w 90"/>
                <a:gd name="T7" fmla="*/ 0 h 1"/>
                <a:gd name="T8" fmla="*/ 90 w 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3" name="Line 53">
              <a:extLst>
                <a:ext uri="{FF2B5EF4-FFF2-40B4-BE49-F238E27FC236}">
                  <a16:creationId xmlns:a16="http://schemas.microsoft.com/office/drawing/2014/main" id="{EAA015D0-68EE-46A6-9F7E-9F7FC5B4CD2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4" name="Line 54">
              <a:extLst>
                <a:ext uri="{FF2B5EF4-FFF2-40B4-BE49-F238E27FC236}">
                  <a16:creationId xmlns:a16="http://schemas.microsoft.com/office/drawing/2014/main" id="{C74363B2-42DD-4B5F-A096-D43ECC50013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5" name="Freeform 55">
              <a:extLst>
                <a:ext uri="{FF2B5EF4-FFF2-40B4-BE49-F238E27FC236}">
                  <a16:creationId xmlns:a16="http://schemas.microsoft.com/office/drawing/2014/main" id="{EC7C565B-2737-45F9-AD12-798E6E5F9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6" name="Line 56">
              <a:extLst>
                <a:ext uri="{FF2B5EF4-FFF2-40B4-BE49-F238E27FC236}">
                  <a16:creationId xmlns:a16="http://schemas.microsoft.com/office/drawing/2014/main" id="{F39395AF-278E-4429-A2B5-21A653E21A7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7" name="Line 57">
              <a:extLst>
                <a:ext uri="{FF2B5EF4-FFF2-40B4-BE49-F238E27FC236}">
                  <a16:creationId xmlns:a16="http://schemas.microsoft.com/office/drawing/2014/main" id="{941ED8CE-1E2A-44D2-AFCD-0DE37EF3BCF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8" name="Freeform 58">
              <a:extLst>
                <a:ext uri="{FF2B5EF4-FFF2-40B4-BE49-F238E27FC236}">
                  <a16:creationId xmlns:a16="http://schemas.microsoft.com/office/drawing/2014/main" id="{D0ED1C58-0E63-4909-AE87-E4E51265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  <a:gd name="T6" fmla="*/ 0 w 100"/>
                <a:gd name="T7" fmla="*/ 0 h 1"/>
                <a:gd name="T8" fmla="*/ 100 w 10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9" name="Freeform 59">
              <a:extLst>
                <a:ext uri="{FF2B5EF4-FFF2-40B4-BE49-F238E27FC236}">
                  <a16:creationId xmlns:a16="http://schemas.microsoft.com/office/drawing/2014/main" id="{D42959E5-3D91-43E8-9CC7-F86FB4DB2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40" name="Line 60">
              <a:extLst>
                <a:ext uri="{FF2B5EF4-FFF2-40B4-BE49-F238E27FC236}">
                  <a16:creationId xmlns:a16="http://schemas.microsoft.com/office/drawing/2014/main" id="{C6669902-0985-4F8C-B3A5-04466243E54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41" name="Line 61">
              <a:extLst>
                <a:ext uri="{FF2B5EF4-FFF2-40B4-BE49-F238E27FC236}">
                  <a16:creationId xmlns:a16="http://schemas.microsoft.com/office/drawing/2014/main" id="{C6F853B1-0A9B-4446-8CF9-E67D6231600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42" name="Freeform 62">
              <a:extLst>
                <a:ext uri="{FF2B5EF4-FFF2-40B4-BE49-F238E27FC236}">
                  <a16:creationId xmlns:a16="http://schemas.microsoft.com/office/drawing/2014/main" id="{902E49EE-585F-4CED-A28F-9D4C7D486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43" name="Line 63">
              <a:extLst>
                <a:ext uri="{FF2B5EF4-FFF2-40B4-BE49-F238E27FC236}">
                  <a16:creationId xmlns:a16="http://schemas.microsoft.com/office/drawing/2014/main" id="{21DBE6E7-1285-4369-98C5-7707F6BF3AF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44" name="Line 64">
              <a:extLst>
                <a:ext uri="{FF2B5EF4-FFF2-40B4-BE49-F238E27FC236}">
                  <a16:creationId xmlns:a16="http://schemas.microsoft.com/office/drawing/2014/main" id="{C6CA4871-F81D-418D-B444-BE886E02AAC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45" name="Freeform 65">
              <a:extLst>
                <a:ext uri="{FF2B5EF4-FFF2-40B4-BE49-F238E27FC236}">
                  <a16:creationId xmlns:a16="http://schemas.microsoft.com/office/drawing/2014/main" id="{207990EB-04D4-4D94-9492-3831C9017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  <a:gd name="T6" fmla="*/ 0 w 90"/>
                <a:gd name="T7" fmla="*/ 0 h 2"/>
                <a:gd name="T8" fmla="*/ 90 w 9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46" name="Freeform 66">
              <a:extLst>
                <a:ext uri="{FF2B5EF4-FFF2-40B4-BE49-F238E27FC236}">
                  <a16:creationId xmlns:a16="http://schemas.microsoft.com/office/drawing/2014/main" id="{E7BF9607-52CB-440B-81AF-C363A079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7747" name="Group 67">
              <a:extLst>
                <a:ext uri="{FF2B5EF4-FFF2-40B4-BE49-F238E27FC236}">
                  <a16:creationId xmlns:a16="http://schemas.microsoft.com/office/drawing/2014/main" id="{24ABBC8C-C3F2-4B69-B5D8-F6477B7550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27894" name="Group 68">
                <a:extLst>
                  <a:ext uri="{FF2B5EF4-FFF2-40B4-BE49-F238E27FC236}">
                    <a16:creationId xmlns:a16="http://schemas.microsoft.com/office/drawing/2014/main" id="{881EDD03-E155-4703-993F-2451C4F309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27899" name="Line 69">
                  <a:extLst>
                    <a:ext uri="{FF2B5EF4-FFF2-40B4-BE49-F238E27FC236}">
                      <a16:creationId xmlns:a16="http://schemas.microsoft.com/office/drawing/2014/main" id="{EE8A5746-BFDB-4488-8B62-AE7220BCD9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7900" name="Line 70">
                  <a:extLst>
                    <a:ext uri="{FF2B5EF4-FFF2-40B4-BE49-F238E27FC236}">
                      <a16:creationId xmlns:a16="http://schemas.microsoft.com/office/drawing/2014/main" id="{6CA36113-AB0C-4DB0-AC41-239ABF03BD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27895" name="Freeform 71">
                <a:extLst>
                  <a:ext uri="{FF2B5EF4-FFF2-40B4-BE49-F238E27FC236}">
                    <a16:creationId xmlns:a16="http://schemas.microsoft.com/office/drawing/2014/main" id="{4B778315-6B01-4ABF-9957-145A86F9E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27896" name="Group 72">
                <a:extLst>
                  <a:ext uri="{FF2B5EF4-FFF2-40B4-BE49-F238E27FC236}">
                    <a16:creationId xmlns:a16="http://schemas.microsoft.com/office/drawing/2014/main" id="{7D6D58C7-C3CB-440D-A087-A38F5E4705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27897" name="Line 73">
                  <a:extLst>
                    <a:ext uri="{FF2B5EF4-FFF2-40B4-BE49-F238E27FC236}">
                      <a16:creationId xmlns:a16="http://schemas.microsoft.com/office/drawing/2014/main" id="{95BB53C2-39FF-4366-81C3-31225F0F20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7898" name="Line 74">
                  <a:extLst>
                    <a:ext uri="{FF2B5EF4-FFF2-40B4-BE49-F238E27FC236}">
                      <a16:creationId xmlns:a16="http://schemas.microsoft.com/office/drawing/2014/main" id="{2F136B4A-28F8-4005-9BE5-9D9DCE737A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27748" name="Freeform 75">
              <a:extLst>
                <a:ext uri="{FF2B5EF4-FFF2-40B4-BE49-F238E27FC236}">
                  <a16:creationId xmlns:a16="http://schemas.microsoft.com/office/drawing/2014/main" id="{666123A8-1563-47DD-9164-EABFFDF86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  <a:gd name="T6" fmla="*/ 0 w 107"/>
                <a:gd name="T7" fmla="*/ 0 h 1"/>
                <a:gd name="T8" fmla="*/ 107 w 10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49" name="Freeform 76">
              <a:extLst>
                <a:ext uri="{FF2B5EF4-FFF2-40B4-BE49-F238E27FC236}">
                  <a16:creationId xmlns:a16="http://schemas.microsoft.com/office/drawing/2014/main" id="{82E0ABAB-C5A6-468F-9E42-D1561EF2E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  <a:gd name="T6" fmla="*/ 0 w 96"/>
                <a:gd name="T7" fmla="*/ 0 h 1"/>
                <a:gd name="T8" fmla="*/ 96 w 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7750" name="Group 77">
              <a:extLst>
                <a:ext uri="{FF2B5EF4-FFF2-40B4-BE49-F238E27FC236}">
                  <a16:creationId xmlns:a16="http://schemas.microsoft.com/office/drawing/2014/main" id="{A6A981A4-E8EF-47AA-9001-563CC00561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27887" name="Group 78">
                <a:extLst>
                  <a:ext uri="{FF2B5EF4-FFF2-40B4-BE49-F238E27FC236}">
                    <a16:creationId xmlns:a16="http://schemas.microsoft.com/office/drawing/2014/main" id="{95086B4F-0B6E-4F63-8A34-77699B4372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27892" name="Line 79">
                  <a:extLst>
                    <a:ext uri="{FF2B5EF4-FFF2-40B4-BE49-F238E27FC236}">
                      <a16:creationId xmlns:a16="http://schemas.microsoft.com/office/drawing/2014/main" id="{5F776DF4-4EF3-4950-ADA2-AB207EED78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7893" name="Line 80">
                  <a:extLst>
                    <a:ext uri="{FF2B5EF4-FFF2-40B4-BE49-F238E27FC236}">
                      <a16:creationId xmlns:a16="http://schemas.microsoft.com/office/drawing/2014/main" id="{88E87BC5-5CA5-4A03-B171-EC6228FD56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27888" name="Freeform 81">
                <a:extLst>
                  <a:ext uri="{FF2B5EF4-FFF2-40B4-BE49-F238E27FC236}">
                    <a16:creationId xmlns:a16="http://schemas.microsoft.com/office/drawing/2014/main" id="{1304F258-8467-40BD-8B78-84BC518F1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27889" name="Group 82">
                <a:extLst>
                  <a:ext uri="{FF2B5EF4-FFF2-40B4-BE49-F238E27FC236}">
                    <a16:creationId xmlns:a16="http://schemas.microsoft.com/office/drawing/2014/main" id="{626049A3-9D4F-4E1B-BF15-BEB5CC5E76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27890" name="Line 83">
                  <a:extLst>
                    <a:ext uri="{FF2B5EF4-FFF2-40B4-BE49-F238E27FC236}">
                      <a16:creationId xmlns:a16="http://schemas.microsoft.com/office/drawing/2014/main" id="{6C6867E6-1213-439C-9B4E-F931375E60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7891" name="Line 84">
                  <a:extLst>
                    <a:ext uri="{FF2B5EF4-FFF2-40B4-BE49-F238E27FC236}">
                      <a16:creationId xmlns:a16="http://schemas.microsoft.com/office/drawing/2014/main" id="{B5EBA8C8-014A-484A-A2AC-EA0C5AD30B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27751" name="Freeform 85">
              <a:extLst>
                <a:ext uri="{FF2B5EF4-FFF2-40B4-BE49-F238E27FC236}">
                  <a16:creationId xmlns:a16="http://schemas.microsoft.com/office/drawing/2014/main" id="{0A1CA72B-8A4A-4562-9313-E3068EA85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52" name="Freeform 86">
              <a:extLst>
                <a:ext uri="{FF2B5EF4-FFF2-40B4-BE49-F238E27FC236}">
                  <a16:creationId xmlns:a16="http://schemas.microsoft.com/office/drawing/2014/main" id="{D148C2D8-2BA8-4FCC-88FC-DD5F9E52A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  <a:gd name="T6" fmla="*/ 0 w 101"/>
                <a:gd name="T7" fmla="*/ 0 h 1"/>
                <a:gd name="T8" fmla="*/ 101 w 1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53" name="Freeform 87">
              <a:extLst>
                <a:ext uri="{FF2B5EF4-FFF2-40B4-BE49-F238E27FC236}">
                  <a16:creationId xmlns:a16="http://schemas.microsoft.com/office/drawing/2014/main" id="{12A42DFD-D842-4CAF-B4A9-E86A63D02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  <a:gd name="T6" fmla="*/ 0 w 4419"/>
                <a:gd name="T7" fmla="*/ 0 h 1"/>
                <a:gd name="T8" fmla="*/ 4419 w 44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54" name="Line 88">
              <a:extLst>
                <a:ext uri="{FF2B5EF4-FFF2-40B4-BE49-F238E27FC236}">
                  <a16:creationId xmlns:a16="http://schemas.microsoft.com/office/drawing/2014/main" id="{54271EE7-CB70-47BE-85FE-DDB0D6FE4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55" name="Line 89">
              <a:extLst>
                <a:ext uri="{FF2B5EF4-FFF2-40B4-BE49-F238E27FC236}">
                  <a16:creationId xmlns:a16="http://schemas.microsoft.com/office/drawing/2014/main" id="{064B0124-5084-4629-98E9-D80AB5BDB4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56" name="Line 90">
              <a:extLst>
                <a:ext uri="{FF2B5EF4-FFF2-40B4-BE49-F238E27FC236}">
                  <a16:creationId xmlns:a16="http://schemas.microsoft.com/office/drawing/2014/main" id="{5BF17D5E-31EE-4A80-A706-916737F034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57" name="Line 91">
              <a:extLst>
                <a:ext uri="{FF2B5EF4-FFF2-40B4-BE49-F238E27FC236}">
                  <a16:creationId xmlns:a16="http://schemas.microsoft.com/office/drawing/2014/main" id="{DF1D92A5-C253-4036-A8CC-33928FC61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58" name="Line 92">
              <a:extLst>
                <a:ext uri="{FF2B5EF4-FFF2-40B4-BE49-F238E27FC236}">
                  <a16:creationId xmlns:a16="http://schemas.microsoft.com/office/drawing/2014/main" id="{37AF7BF0-9AE7-4C9C-A78A-4E98E7C974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59" name="Line 93">
              <a:extLst>
                <a:ext uri="{FF2B5EF4-FFF2-40B4-BE49-F238E27FC236}">
                  <a16:creationId xmlns:a16="http://schemas.microsoft.com/office/drawing/2014/main" id="{A2CA7B09-5AE2-484D-A1B9-0582A23602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60" name="Line 94">
              <a:extLst>
                <a:ext uri="{FF2B5EF4-FFF2-40B4-BE49-F238E27FC236}">
                  <a16:creationId xmlns:a16="http://schemas.microsoft.com/office/drawing/2014/main" id="{FCE7F1CB-276D-4EAE-B11D-A19A74C99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61" name="Line 95">
              <a:extLst>
                <a:ext uri="{FF2B5EF4-FFF2-40B4-BE49-F238E27FC236}">
                  <a16:creationId xmlns:a16="http://schemas.microsoft.com/office/drawing/2014/main" id="{CE4F49E9-D8C8-47A0-8BF1-985329E6FD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62" name="Freeform 96">
              <a:extLst>
                <a:ext uri="{FF2B5EF4-FFF2-40B4-BE49-F238E27FC236}">
                  <a16:creationId xmlns:a16="http://schemas.microsoft.com/office/drawing/2014/main" id="{78DB107E-0297-44C4-AB6E-C87D2AD0E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63" name="Freeform 97">
              <a:extLst>
                <a:ext uri="{FF2B5EF4-FFF2-40B4-BE49-F238E27FC236}">
                  <a16:creationId xmlns:a16="http://schemas.microsoft.com/office/drawing/2014/main" id="{DA393049-D12D-4746-8166-14502F971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64" name="Freeform 98">
              <a:extLst>
                <a:ext uri="{FF2B5EF4-FFF2-40B4-BE49-F238E27FC236}">
                  <a16:creationId xmlns:a16="http://schemas.microsoft.com/office/drawing/2014/main" id="{E3856C43-27F1-4F5A-8ECF-57869C7B1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  <a:gd name="T6" fmla="*/ 0 w 4"/>
                <a:gd name="T7" fmla="*/ 0 h 166"/>
                <a:gd name="T8" fmla="*/ 4 w 4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65" name="Freeform 99">
              <a:extLst>
                <a:ext uri="{FF2B5EF4-FFF2-40B4-BE49-F238E27FC236}">
                  <a16:creationId xmlns:a16="http://schemas.microsoft.com/office/drawing/2014/main" id="{FA107A6E-17AA-4FC9-A5F4-CE672980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  <a:gd name="T6" fmla="*/ 0 w 2"/>
                <a:gd name="T7" fmla="*/ 0 h 175"/>
                <a:gd name="T8" fmla="*/ 2 w 2"/>
                <a:gd name="T9" fmla="*/ 175 h 1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66" name="Freeform 100">
              <a:extLst>
                <a:ext uri="{FF2B5EF4-FFF2-40B4-BE49-F238E27FC236}">
                  <a16:creationId xmlns:a16="http://schemas.microsoft.com/office/drawing/2014/main" id="{600D0ADB-8668-4DA6-85BC-7E2C0F3D0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67" name="Freeform 101">
              <a:extLst>
                <a:ext uri="{FF2B5EF4-FFF2-40B4-BE49-F238E27FC236}">
                  <a16:creationId xmlns:a16="http://schemas.microsoft.com/office/drawing/2014/main" id="{AF9377B8-7598-4B47-863F-9295E1EA8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  <a:gd name="T6" fmla="*/ 0 w 4422"/>
                <a:gd name="T7" fmla="*/ 0 h 1"/>
                <a:gd name="T8" fmla="*/ 4422 w 442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68" name="Line 102">
              <a:extLst>
                <a:ext uri="{FF2B5EF4-FFF2-40B4-BE49-F238E27FC236}">
                  <a16:creationId xmlns:a16="http://schemas.microsoft.com/office/drawing/2014/main" id="{90EB6E58-C3C6-4CC7-AE0F-5FA483D00D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69" name="Line 103">
              <a:extLst>
                <a:ext uri="{FF2B5EF4-FFF2-40B4-BE49-F238E27FC236}">
                  <a16:creationId xmlns:a16="http://schemas.microsoft.com/office/drawing/2014/main" id="{DC9C7F38-8649-4B9A-84A5-D56ECBEAE5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0" name="Line 104">
              <a:extLst>
                <a:ext uri="{FF2B5EF4-FFF2-40B4-BE49-F238E27FC236}">
                  <a16:creationId xmlns:a16="http://schemas.microsoft.com/office/drawing/2014/main" id="{58CC20C3-4E91-48FC-8B93-40D122F077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1" name="Line 105">
              <a:extLst>
                <a:ext uri="{FF2B5EF4-FFF2-40B4-BE49-F238E27FC236}">
                  <a16:creationId xmlns:a16="http://schemas.microsoft.com/office/drawing/2014/main" id="{C6EEF2C3-2348-468E-92A0-351D2194B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2" name="Line 106">
              <a:extLst>
                <a:ext uri="{FF2B5EF4-FFF2-40B4-BE49-F238E27FC236}">
                  <a16:creationId xmlns:a16="http://schemas.microsoft.com/office/drawing/2014/main" id="{8C94A11E-8059-4FB1-BA46-0A4DC64E09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3" name="Line 107">
              <a:extLst>
                <a:ext uri="{FF2B5EF4-FFF2-40B4-BE49-F238E27FC236}">
                  <a16:creationId xmlns:a16="http://schemas.microsoft.com/office/drawing/2014/main" id="{34A47E05-9489-4EA7-BB20-BB083BB0D6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4" name="Line 108">
              <a:extLst>
                <a:ext uri="{FF2B5EF4-FFF2-40B4-BE49-F238E27FC236}">
                  <a16:creationId xmlns:a16="http://schemas.microsoft.com/office/drawing/2014/main" id="{8933A85F-2ADC-4850-B20C-3396C8E68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5" name="Line 109">
              <a:extLst>
                <a:ext uri="{FF2B5EF4-FFF2-40B4-BE49-F238E27FC236}">
                  <a16:creationId xmlns:a16="http://schemas.microsoft.com/office/drawing/2014/main" id="{C1ACEC33-C74D-46A8-A598-71288C82DC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6" name="Freeform 110">
              <a:extLst>
                <a:ext uri="{FF2B5EF4-FFF2-40B4-BE49-F238E27FC236}">
                  <a16:creationId xmlns:a16="http://schemas.microsoft.com/office/drawing/2014/main" id="{CB6E6532-BC8B-4AD4-B757-77E729487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7" name="Line 111">
              <a:extLst>
                <a:ext uri="{FF2B5EF4-FFF2-40B4-BE49-F238E27FC236}">
                  <a16:creationId xmlns:a16="http://schemas.microsoft.com/office/drawing/2014/main" id="{77E39EA0-D7D7-4261-AE7F-97AD4B1900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8" name="Line 112">
              <a:extLst>
                <a:ext uri="{FF2B5EF4-FFF2-40B4-BE49-F238E27FC236}">
                  <a16:creationId xmlns:a16="http://schemas.microsoft.com/office/drawing/2014/main" id="{FE3C8C55-07F3-4A4E-B10B-22B9B368B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9" name="Line 113">
              <a:extLst>
                <a:ext uri="{FF2B5EF4-FFF2-40B4-BE49-F238E27FC236}">
                  <a16:creationId xmlns:a16="http://schemas.microsoft.com/office/drawing/2014/main" id="{8954EDCE-0439-479D-8C29-BAFF9F3A4A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80" name="Line 114">
              <a:extLst>
                <a:ext uri="{FF2B5EF4-FFF2-40B4-BE49-F238E27FC236}">
                  <a16:creationId xmlns:a16="http://schemas.microsoft.com/office/drawing/2014/main" id="{92A17A9F-1853-452D-BB17-788359D08E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81" name="Line 115">
              <a:extLst>
                <a:ext uri="{FF2B5EF4-FFF2-40B4-BE49-F238E27FC236}">
                  <a16:creationId xmlns:a16="http://schemas.microsoft.com/office/drawing/2014/main" id="{53EBE953-83B4-42BA-BD75-C1ADCEA001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82" name="Line 116">
              <a:extLst>
                <a:ext uri="{FF2B5EF4-FFF2-40B4-BE49-F238E27FC236}">
                  <a16:creationId xmlns:a16="http://schemas.microsoft.com/office/drawing/2014/main" id="{8D5E642F-50C4-46F8-981B-9E658D5CB6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83" name="Line 117">
              <a:extLst>
                <a:ext uri="{FF2B5EF4-FFF2-40B4-BE49-F238E27FC236}">
                  <a16:creationId xmlns:a16="http://schemas.microsoft.com/office/drawing/2014/main" id="{52B2767C-EB9F-4553-8EBA-8026420CA3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84" name="Line 118">
              <a:extLst>
                <a:ext uri="{FF2B5EF4-FFF2-40B4-BE49-F238E27FC236}">
                  <a16:creationId xmlns:a16="http://schemas.microsoft.com/office/drawing/2014/main" id="{31A5F0D7-B02A-4BA2-B45A-470F3EE3E3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85" name="Freeform 119">
              <a:extLst>
                <a:ext uri="{FF2B5EF4-FFF2-40B4-BE49-F238E27FC236}">
                  <a16:creationId xmlns:a16="http://schemas.microsoft.com/office/drawing/2014/main" id="{2F648E7D-3091-40FF-9BAA-E92535C5E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  <a:gd name="T6" fmla="*/ 0 w 3860"/>
                <a:gd name="T7" fmla="*/ 0 h 1"/>
                <a:gd name="T8" fmla="*/ 3860 w 386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86" name="Freeform 120">
              <a:extLst>
                <a:ext uri="{FF2B5EF4-FFF2-40B4-BE49-F238E27FC236}">
                  <a16:creationId xmlns:a16="http://schemas.microsoft.com/office/drawing/2014/main" id="{AD898A06-DC8E-485F-82AE-4A52BD69E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87" name="Rectangle 121">
              <a:extLst>
                <a:ext uri="{FF2B5EF4-FFF2-40B4-BE49-F238E27FC236}">
                  <a16:creationId xmlns:a16="http://schemas.microsoft.com/office/drawing/2014/main" id="{1DDEEA2E-B587-4F19-B56D-8E58C016F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88" name="Text Box 122">
              <a:extLst>
                <a:ext uri="{FF2B5EF4-FFF2-40B4-BE49-F238E27FC236}">
                  <a16:creationId xmlns:a16="http://schemas.microsoft.com/office/drawing/2014/main" id="{EDB58621-C4CC-4BA9-8949-D36181421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72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27789" name="Freeform 123">
              <a:extLst>
                <a:ext uri="{FF2B5EF4-FFF2-40B4-BE49-F238E27FC236}">
                  <a16:creationId xmlns:a16="http://schemas.microsoft.com/office/drawing/2014/main" id="{07066DFA-4673-4414-9590-EF43340F5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90" name="Freeform 124">
              <a:extLst>
                <a:ext uri="{FF2B5EF4-FFF2-40B4-BE49-F238E27FC236}">
                  <a16:creationId xmlns:a16="http://schemas.microsoft.com/office/drawing/2014/main" id="{75E42236-ECB7-4261-AE8C-0BCB80992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9"/>
                <a:gd name="T13" fmla="*/ 0 h 1469"/>
                <a:gd name="T14" fmla="*/ 169 w 16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91" name="Freeform 125">
              <a:extLst>
                <a:ext uri="{FF2B5EF4-FFF2-40B4-BE49-F238E27FC236}">
                  <a16:creationId xmlns:a16="http://schemas.microsoft.com/office/drawing/2014/main" id="{E664F6AA-2BC8-4FC0-820B-1E2B3BED3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92" name="Freeform 126">
              <a:extLst>
                <a:ext uri="{FF2B5EF4-FFF2-40B4-BE49-F238E27FC236}">
                  <a16:creationId xmlns:a16="http://schemas.microsoft.com/office/drawing/2014/main" id="{8E2450F0-820C-4BBA-9C3E-FD99018C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7"/>
                <a:gd name="T14" fmla="*/ 155 w 155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93" name="Freeform 127">
              <a:extLst>
                <a:ext uri="{FF2B5EF4-FFF2-40B4-BE49-F238E27FC236}">
                  <a16:creationId xmlns:a16="http://schemas.microsoft.com/office/drawing/2014/main" id="{EC769F4E-4926-4F98-89FD-259149383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94" name="Freeform 128">
              <a:extLst>
                <a:ext uri="{FF2B5EF4-FFF2-40B4-BE49-F238E27FC236}">
                  <a16:creationId xmlns:a16="http://schemas.microsoft.com/office/drawing/2014/main" id="{B2D8E99D-5EE1-421F-8345-4D783335D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95" name="Freeform 129">
              <a:extLst>
                <a:ext uri="{FF2B5EF4-FFF2-40B4-BE49-F238E27FC236}">
                  <a16:creationId xmlns:a16="http://schemas.microsoft.com/office/drawing/2014/main" id="{4DA41AFB-4736-447A-94BD-AAC22EA44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96" name="Freeform 130">
              <a:extLst>
                <a:ext uri="{FF2B5EF4-FFF2-40B4-BE49-F238E27FC236}">
                  <a16:creationId xmlns:a16="http://schemas.microsoft.com/office/drawing/2014/main" id="{560A1C0E-CB7F-4F0E-BF92-DCCF49B51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9"/>
                <a:gd name="T14" fmla="*/ 155 w 155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97" name="Freeform 131">
              <a:extLst>
                <a:ext uri="{FF2B5EF4-FFF2-40B4-BE49-F238E27FC236}">
                  <a16:creationId xmlns:a16="http://schemas.microsoft.com/office/drawing/2014/main" id="{4ADEA187-DAE6-4D70-AE6E-12E5EC1D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98" name="Freeform 132">
              <a:extLst>
                <a:ext uri="{FF2B5EF4-FFF2-40B4-BE49-F238E27FC236}">
                  <a16:creationId xmlns:a16="http://schemas.microsoft.com/office/drawing/2014/main" id="{79345D83-CD07-4DE6-A2CA-ECEA0CC4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99" name="Freeform 133">
              <a:extLst>
                <a:ext uri="{FF2B5EF4-FFF2-40B4-BE49-F238E27FC236}">
                  <a16:creationId xmlns:a16="http://schemas.microsoft.com/office/drawing/2014/main" id="{5B96816A-E0AB-46ED-B734-EA27031B4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00" name="Freeform 134">
              <a:extLst>
                <a:ext uri="{FF2B5EF4-FFF2-40B4-BE49-F238E27FC236}">
                  <a16:creationId xmlns:a16="http://schemas.microsoft.com/office/drawing/2014/main" id="{9EED55DE-C6DD-4F5C-AC4F-25297DB53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"/>
                <a:gd name="T13" fmla="*/ 0 h 1467"/>
                <a:gd name="T14" fmla="*/ 158 w 158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01" name="Freeform 135">
              <a:extLst>
                <a:ext uri="{FF2B5EF4-FFF2-40B4-BE49-F238E27FC236}">
                  <a16:creationId xmlns:a16="http://schemas.microsoft.com/office/drawing/2014/main" id="{A5036F3B-1945-48AD-B5F6-6CD44109B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02" name="Freeform 136">
              <a:extLst>
                <a:ext uri="{FF2B5EF4-FFF2-40B4-BE49-F238E27FC236}">
                  <a16:creationId xmlns:a16="http://schemas.microsoft.com/office/drawing/2014/main" id="{D7D70C7C-2108-4D78-93E4-017C950C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9"/>
                <a:gd name="T13" fmla="*/ 0 h 1469"/>
                <a:gd name="T14" fmla="*/ 159 w 15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03" name="Freeform 137">
              <a:extLst>
                <a:ext uri="{FF2B5EF4-FFF2-40B4-BE49-F238E27FC236}">
                  <a16:creationId xmlns:a16="http://schemas.microsoft.com/office/drawing/2014/main" id="{3E23650C-A1A7-4D3F-821B-FB50BF6B5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04" name="Freeform 138">
              <a:extLst>
                <a:ext uri="{FF2B5EF4-FFF2-40B4-BE49-F238E27FC236}">
                  <a16:creationId xmlns:a16="http://schemas.microsoft.com/office/drawing/2014/main" id="{BAB5C95F-6C12-49AB-B90F-8AD1736E1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0"/>
                <a:gd name="T19" fmla="*/ 0 h 660"/>
                <a:gd name="T20" fmla="*/ 730 w 730"/>
                <a:gd name="T21" fmla="*/ 660 h 6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05" name="Freeform 139">
              <a:extLst>
                <a:ext uri="{FF2B5EF4-FFF2-40B4-BE49-F238E27FC236}">
                  <a16:creationId xmlns:a16="http://schemas.microsoft.com/office/drawing/2014/main" id="{1BBDD6A2-DB8D-443B-A0D1-358B326F1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8"/>
                <a:gd name="T20" fmla="*/ 729 w 729"/>
                <a:gd name="T21" fmla="*/ 658 h 6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06" name="Freeform 140">
              <a:extLst>
                <a:ext uri="{FF2B5EF4-FFF2-40B4-BE49-F238E27FC236}">
                  <a16:creationId xmlns:a16="http://schemas.microsoft.com/office/drawing/2014/main" id="{08EEC52E-610D-46F4-B298-2E68D82B4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07" name="Freeform 141">
              <a:extLst>
                <a:ext uri="{FF2B5EF4-FFF2-40B4-BE49-F238E27FC236}">
                  <a16:creationId xmlns:a16="http://schemas.microsoft.com/office/drawing/2014/main" id="{95EA619B-0365-4A1D-B136-0E81D3034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08" name="Freeform 142">
              <a:extLst>
                <a:ext uri="{FF2B5EF4-FFF2-40B4-BE49-F238E27FC236}">
                  <a16:creationId xmlns:a16="http://schemas.microsoft.com/office/drawing/2014/main" id="{E528A158-4F50-41F3-A8FF-DE088CFAA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8"/>
                <a:gd name="T19" fmla="*/ 0 h 571"/>
                <a:gd name="T20" fmla="*/ 708 w 708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09" name="Freeform 143">
              <a:extLst>
                <a:ext uri="{FF2B5EF4-FFF2-40B4-BE49-F238E27FC236}">
                  <a16:creationId xmlns:a16="http://schemas.microsoft.com/office/drawing/2014/main" id="{E6503F9B-00AE-4A58-B184-06B944770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6"/>
                <a:gd name="T19" fmla="*/ 0 h 567"/>
                <a:gd name="T20" fmla="*/ 726 w 726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0" name="Freeform 144">
              <a:extLst>
                <a:ext uri="{FF2B5EF4-FFF2-40B4-BE49-F238E27FC236}">
                  <a16:creationId xmlns:a16="http://schemas.microsoft.com/office/drawing/2014/main" id="{83E8BA32-5546-44AE-920F-B15089E3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4"/>
                <a:gd name="T19" fmla="*/ 0 h 567"/>
                <a:gd name="T20" fmla="*/ 714 w 714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1" name="Freeform 145">
              <a:extLst>
                <a:ext uri="{FF2B5EF4-FFF2-40B4-BE49-F238E27FC236}">
                  <a16:creationId xmlns:a16="http://schemas.microsoft.com/office/drawing/2014/main" id="{64ED2624-9E7D-41B5-8784-27075EA11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1"/>
                <a:gd name="T19" fmla="*/ 0 h 567"/>
                <a:gd name="T20" fmla="*/ 711 w 711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2" name="Freeform 146">
              <a:extLst>
                <a:ext uri="{FF2B5EF4-FFF2-40B4-BE49-F238E27FC236}">
                  <a16:creationId xmlns:a16="http://schemas.microsoft.com/office/drawing/2014/main" id="{2153282C-1EE7-4463-8D08-A60460E2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3" name="Freeform 147">
              <a:extLst>
                <a:ext uri="{FF2B5EF4-FFF2-40B4-BE49-F238E27FC236}">
                  <a16:creationId xmlns:a16="http://schemas.microsoft.com/office/drawing/2014/main" id="{5FB6C439-F9A7-45EC-ABC1-E3CEFA82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4" name="Freeform 148">
              <a:extLst>
                <a:ext uri="{FF2B5EF4-FFF2-40B4-BE49-F238E27FC236}">
                  <a16:creationId xmlns:a16="http://schemas.microsoft.com/office/drawing/2014/main" id="{C2EB26AF-B019-4B51-BFEA-E8A74B8DF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5" name="Freeform 149">
              <a:extLst>
                <a:ext uri="{FF2B5EF4-FFF2-40B4-BE49-F238E27FC236}">
                  <a16:creationId xmlns:a16="http://schemas.microsoft.com/office/drawing/2014/main" id="{7A7A5B99-B285-45AD-9B50-5DDC4534F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6" name="Freeform 150">
              <a:extLst>
                <a:ext uri="{FF2B5EF4-FFF2-40B4-BE49-F238E27FC236}">
                  <a16:creationId xmlns:a16="http://schemas.microsoft.com/office/drawing/2014/main" id="{B2C1A0F7-11B9-48EE-AD62-65BA7E6F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7" name="Freeform 151">
              <a:extLst>
                <a:ext uri="{FF2B5EF4-FFF2-40B4-BE49-F238E27FC236}">
                  <a16:creationId xmlns:a16="http://schemas.microsoft.com/office/drawing/2014/main" id="{5D76BBB9-4173-4E05-BBAD-CC75176CE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8" name="Freeform 152">
              <a:extLst>
                <a:ext uri="{FF2B5EF4-FFF2-40B4-BE49-F238E27FC236}">
                  <a16:creationId xmlns:a16="http://schemas.microsoft.com/office/drawing/2014/main" id="{F0CBAB2A-10A2-432D-8E73-E6E6BF72E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9" name="Freeform 153">
              <a:extLst>
                <a:ext uri="{FF2B5EF4-FFF2-40B4-BE49-F238E27FC236}">
                  <a16:creationId xmlns:a16="http://schemas.microsoft.com/office/drawing/2014/main" id="{DAB49479-4A5B-4EF7-B61C-27A7B5475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0" name="Freeform 154">
              <a:extLst>
                <a:ext uri="{FF2B5EF4-FFF2-40B4-BE49-F238E27FC236}">
                  <a16:creationId xmlns:a16="http://schemas.microsoft.com/office/drawing/2014/main" id="{A20A997F-10CD-4CA4-9E66-3DDF32A0D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  <a:gd name="T6" fmla="*/ 0 w 4317"/>
                <a:gd name="T7" fmla="*/ 0 h 1"/>
                <a:gd name="T8" fmla="*/ 4317 w 431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1" name="Freeform 155">
              <a:extLst>
                <a:ext uri="{FF2B5EF4-FFF2-40B4-BE49-F238E27FC236}">
                  <a16:creationId xmlns:a16="http://schemas.microsoft.com/office/drawing/2014/main" id="{BB6F9537-6AF1-478C-B010-9199B7136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  <a:gd name="T6" fmla="*/ 0 w 3837"/>
                <a:gd name="T7" fmla="*/ 0 h 1"/>
                <a:gd name="T8" fmla="*/ 3837 w 383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2" name="Freeform 156">
              <a:extLst>
                <a:ext uri="{FF2B5EF4-FFF2-40B4-BE49-F238E27FC236}">
                  <a16:creationId xmlns:a16="http://schemas.microsoft.com/office/drawing/2014/main" id="{24B1163C-2E96-44D7-AC20-9919E0DAD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3" name="Freeform 157">
              <a:extLst>
                <a:ext uri="{FF2B5EF4-FFF2-40B4-BE49-F238E27FC236}">
                  <a16:creationId xmlns:a16="http://schemas.microsoft.com/office/drawing/2014/main" id="{3C476881-1146-4069-9D51-CF7D6DD7F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4" name="Freeform 158">
              <a:extLst>
                <a:ext uri="{FF2B5EF4-FFF2-40B4-BE49-F238E27FC236}">
                  <a16:creationId xmlns:a16="http://schemas.microsoft.com/office/drawing/2014/main" id="{E4A61CDD-6AB2-4802-A118-F55F767FC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5" name="Freeform 159">
              <a:extLst>
                <a:ext uri="{FF2B5EF4-FFF2-40B4-BE49-F238E27FC236}">
                  <a16:creationId xmlns:a16="http://schemas.microsoft.com/office/drawing/2014/main" id="{243FE9AD-DF2A-4513-B280-8F0ED284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  <a:gd name="T6" fmla="*/ 0 w 4"/>
                <a:gd name="T7" fmla="*/ 0 h 247"/>
                <a:gd name="T8" fmla="*/ 4 w 4"/>
                <a:gd name="T9" fmla="*/ 247 h 2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6" name="Freeform 160">
              <a:extLst>
                <a:ext uri="{FF2B5EF4-FFF2-40B4-BE49-F238E27FC236}">
                  <a16:creationId xmlns:a16="http://schemas.microsoft.com/office/drawing/2014/main" id="{BBF1DE61-4F08-4580-8E06-9B7C7B5C1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  <a:gd name="T6" fmla="*/ 0 w 1"/>
                <a:gd name="T7" fmla="*/ 0 h 151"/>
                <a:gd name="T8" fmla="*/ 1 w 1"/>
                <a:gd name="T9" fmla="*/ 151 h 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7" name="Line 161">
              <a:extLst>
                <a:ext uri="{FF2B5EF4-FFF2-40B4-BE49-F238E27FC236}">
                  <a16:creationId xmlns:a16="http://schemas.microsoft.com/office/drawing/2014/main" id="{E3275FBB-60FC-4907-8F8F-86551E39B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8" name="Line 162">
              <a:extLst>
                <a:ext uri="{FF2B5EF4-FFF2-40B4-BE49-F238E27FC236}">
                  <a16:creationId xmlns:a16="http://schemas.microsoft.com/office/drawing/2014/main" id="{16FC77F8-5174-43F4-987C-D41618798F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9" name="Line 163">
              <a:extLst>
                <a:ext uri="{FF2B5EF4-FFF2-40B4-BE49-F238E27FC236}">
                  <a16:creationId xmlns:a16="http://schemas.microsoft.com/office/drawing/2014/main" id="{7B0C337A-4A9D-44E1-8888-274E6DDAB5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30" name="Rectangle 164">
              <a:extLst>
                <a:ext uri="{FF2B5EF4-FFF2-40B4-BE49-F238E27FC236}">
                  <a16:creationId xmlns:a16="http://schemas.microsoft.com/office/drawing/2014/main" id="{5BD43C26-A41B-4661-92AD-D7BA4EA33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31" name="Text Box 165">
              <a:extLst>
                <a:ext uri="{FF2B5EF4-FFF2-40B4-BE49-F238E27FC236}">
                  <a16:creationId xmlns:a16="http://schemas.microsoft.com/office/drawing/2014/main" id="{93FEAF83-FA99-431C-B134-E8EBABBC78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8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27832" name="Rectangle 166">
              <a:extLst>
                <a:ext uri="{FF2B5EF4-FFF2-40B4-BE49-F238E27FC236}">
                  <a16:creationId xmlns:a16="http://schemas.microsoft.com/office/drawing/2014/main" id="{22FACAFC-F092-482D-BE6D-01847AF9A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33" name="Text Box 167">
              <a:extLst>
                <a:ext uri="{FF2B5EF4-FFF2-40B4-BE49-F238E27FC236}">
                  <a16:creationId xmlns:a16="http://schemas.microsoft.com/office/drawing/2014/main" id="{699CBBC7-DAFA-4B4A-A2EF-8DED391D8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0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27834" name="Rectangle 168">
              <a:extLst>
                <a:ext uri="{FF2B5EF4-FFF2-40B4-BE49-F238E27FC236}">
                  <a16:creationId xmlns:a16="http://schemas.microsoft.com/office/drawing/2014/main" id="{0356DEB3-38B2-449D-A3B6-37E5371A9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35" name="Text Box 169">
              <a:extLst>
                <a:ext uri="{FF2B5EF4-FFF2-40B4-BE49-F238E27FC236}">
                  <a16:creationId xmlns:a16="http://schemas.microsoft.com/office/drawing/2014/main" id="{EA74F827-1247-45D8-A939-7CA463E76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27836" name="Line 170">
              <a:extLst>
                <a:ext uri="{FF2B5EF4-FFF2-40B4-BE49-F238E27FC236}">
                  <a16:creationId xmlns:a16="http://schemas.microsoft.com/office/drawing/2014/main" id="{D698E529-DC5F-448A-BDEA-0334F7A08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37" name="Line 171">
              <a:extLst>
                <a:ext uri="{FF2B5EF4-FFF2-40B4-BE49-F238E27FC236}">
                  <a16:creationId xmlns:a16="http://schemas.microsoft.com/office/drawing/2014/main" id="{C80169DA-B533-4843-82D4-57778BC7C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38" name="Line 172">
              <a:extLst>
                <a:ext uri="{FF2B5EF4-FFF2-40B4-BE49-F238E27FC236}">
                  <a16:creationId xmlns:a16="http://schemas.microsoft.com/office/drawing/2014/main" id="{16FC0A7D-8342-48DC-8BFD-04D9EBAD2F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39" name="Line 173">
              <a:extLst>
                <a:ext uri="{FF2B5EF4-FFF2-40B4-BE49-F238E27FC236}">
                  <a16:creationId xmlns:a16="http://schemas.microsoft.com/office/drawing/2014/main" id="{699FAEA7-6B24-4E72-B5CC-B1C02835D9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40" name="Freeform 174">
              <a:extLst>
                <a:ext uri="{FF2B5EF4-FFF2-40B4-BE49-F238E27FC236}">
                  <a16:creationId xmlns:a16="http://schemas.microsoft.com/office/drawing/2014/main" id="{1FF5739D-AAB0-4455-A26D-B921D38D4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41" name="Freeform 175">
              <a:extLst>
                <a:ext uri="{FF2B5EF4-FFF2-40B4-BE49-F238E27FC236}">
                  <a16:creationId xmlns:a16="http://schemas.microsoft.com/office/drawing/2014/main" id="{350A2496-E4ED-4342-A42E-4F9E177C8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  <a:gd name="T6" fmla="*/ 0 w 1"/>
                <a:gd name="T7" fmla="*/ 0 h 525"/>
                <a:gd name="T8" fmla="*/ 1 w 1"/>
                <a:gd name="T9" fmla="*/ 525 h 5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42" name="Freeform 176">
              <a:extLst>
                <a:ext uri="{FF2B5EF4-FFF2-40B4-BE49-F238E27FC236}">
                  <a16:creationId xmlns:a16="http://schemas.microsoft.com/office/drawing/2014/main" id="{C8E5DBA7-3636-4CCC-ADF4-DCB8BAC0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43" name="Text Box 177">
              <a:extLst>
                <a:ext uri="{FF2B5EF4-FFF2-40B4-BE49-F238E27FC236}">
                  <a16:creationId xmlns:a16="http://schemas.microsoft.com/office/drawing/2014/main" id="{EF6CECCE-7386-4C48-AD84-B59DFD495B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844" name="Text Box 178">
              <a:extLst>
                <a:ext uri="{FF2B5EF4-FFF2-40B4-BE49-F238E27FC236}">
                  <a16:creationId xmlns:a16="http://schemas.microsoft.com/office/drawing/2014/main" id="{374A474A-2FF0-40FE-8B54-409BFA163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845" name="Text Box 179">
              <a:extLst>
                <a:ext uri="{FF2B5EF4-FFF2-40B4-BE49-F238E27FC236}">
                  <a16:creationId xmlns:a16="http://schemas.microsoft.com/office/drawing/2014/main" id="{1B66E356-8B83-4D0C-869E-07CC649D3C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846" name="Text Box 180">
              <a:extLst>
                <a:ext uri="{FF2B5EF4-FFF2-40B4-BE49-F238E27FC236}">
                  <a16:creationId xmlns:a16="http://schemas.microsoft.com/office/drawing/2014/main" id="{8A65A2F7-2261-42F8-9202-3279E65029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847" name="Text Box 181">
              <a:extLst>
                <a:ext uri="{FF2B5EF4-FFF2-40B4-BE49-F238E27FC236}">
                  <a16:creationId xmlns:a16="http://schemas.microsoft.com/office/drawing/2014/main" id="{DB74D61E-AADB-4421-B721-EAB9B9B29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848" name="Text Box 182">
              <a:extLst>
                <a:ext uri="{FF2B5EF4-FFF2-40B4-BE49-F238E27FC236}">
                  <a16:creationId xmlns:a16="http://schemas.microsoft.com/office/drawing/2014/main" id="{EF89096F-0E46-4C4E-B253-E3CA19FE5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849" name="Text Box 183">
              <a:extLst>
                <a:ext uri="{FF2B5EF4-FFF2-40B4-BE49-F238E27FC236}">
                  <a16:creationId xmlns:a16="http://schemas.microsoft.com/office/drawing/2014/main" id="{58276DFF-5F22-4C94-B678-5F0284124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850" name="Text Box 184">
              <a:extLst>
                <a:ext uri="{FF2B5EF4-FFF2-40B4-BE49-F238E27FC236}">
                  <a16:creationId xmlns:a16="http://schemas.microsoft.com/office/drawing/2014/main" id="{E65E820B-E7CF-4274-BB67-FB4D0B8D0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851" name="Text Box 185">
              <a:extLst>
                <a:ext uri="{FF2B5EF4-FFF2-40B4-BE49-F238E27FC236}">
                  <a16:creationId xmlns:a16="http://schemas.microsoft.com/office/drawing/2014/main" id="{D0D20CBD-33E4-4A62-8CB3-22BEDF476E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52" name="Text Box 186">
              <a:extLst>
                <a:ext uri="{FF2B5EF4-FFF2-40B4-BE49-F238E27FC236}">
                  <a16:creationId xmlns:a16="http://schemas.microsoft.com/office/drawing/2014/main" id="{CFF1C931-1EC2-4A93-8BC2-78E35919DC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53" name="Text Box 187">
              <a:extLst>
                <a:ext uri="{FF2B5EF4-FFF2-40B4-BE49-F238E27FC236}">
                  <a16:creationId xmlns:a16="http://schemas.microsoft.com/office/drawing/2014/main" id="{600B4A61-05AA-4B6D-8C71-46D0E0C50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27854" name="Line 188">
              <a:extLst>
                <a:ext uri="{FF2B5EF4-FFF2-40B4-BE49-F238E27FC236}">
                  <a16:creationId xmlns:a16="http://schemas.microsoft.com/office/drawing/2014/main" id="{E608B1B8-6BB8-4158-9BE9-49540BF4F1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55" name="Text Box 189">
              <a:extLst>
                <a:ext uri="{FF2B5EF4-FFF2-40B4-BE49-F238E27FC236}">
                  <a16:creationId xmlns:a16="http://schemas.microsoft.com/office/drawing/2014/main" id="{9A2B235E-2990-4BC5-B7B3-988C60995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56" name="Text Box 190">
              <a:extLst>
                <a:ext uri="{FF2B5EF4-FFF2-40B4-BE49-F238E27FC236}">
                  <a16:creationId xmlns:a16="http://schemas.microsoft.com/office/drawing/2014/main" id="{327CA4CE-B703-42AA-B4F7-97F00B192C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27857" name="Text Box 191">
              <a:extLst>
                <a:ext uri="{FF2B5EF4-FFF2-40B4-BE49-F238E27FC236}">
                  <a16:creationId xmlns:a16="http://schemas.microsoft.com/office/drawing/2014/main" id="{F87C2EC4-4262-4663-ACE1-6DD41FF17C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858" name="Text Box 192">
              <a:extLst>
                <a:ext uri="{FF2B5EF4-FFF2-40B4-BE49-F238E27FC236}">
                  <a16:creationId xmlns:a16="http://schemas.microsoft.com/office/drawing/2014/main" id="{C8799221-2277-4655-B9F9-1FC94F1324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7859" name="Text Box 193">
              <a:extLst>
                <a:ext uri="{FF2B5EF4-FFF2-40B4-BE49-F238E27FC236}">
                  <a16:creationId xmlns:a16="http://schemas.microsoft.com/office/drawing/2014/main" id="{17CBD6DD-66F0-4297-A53D-B3F82B7FC4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行</a:t>
              </a:r>
            </a:p>
          </p:txBody>
        </p:sp>
        <p:sp>
          <p:nvSpPr>
            <p:cNvPr id="27860" name="Text Box 194">
              <a:extLst>
                <a:ext uri="{FF2B5EF4-FFF2-40B4-BE49-F238E27FC236}">
                  <a16:creationId xmlns:a16="http://schemas.microsoft.com/office/drawing/2014/main" id="{5D9CB824-3472-4FC4-9FD7-A27434027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</a:p>
          </p:txBody>
        </p:sp>
        <p:sp>
          <p:nvSpPr>
            <p:cNvPr id="27861" name="Text Box 195">
              <a:extLst>
                <a:ext uri="{FF2B5EF4-FFF2-40B4-BE49-F238E27FC236}">
                  <a16:creationId xmlns:a16="http://schemas.microsoft.com/office/drawing/2014/main" id="{8F1982BA-EF1D-4EA1-83AC-4DFA08612E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址</a:t>
              </a:r>
            </a:p>
          </p:txBody>
        </p:sp>
        <p:sp>
          <p:nvSpPr>
            <p:cNvPr id="27862" name="Text Box 196">
              <a:extLst>
                <a:ext uri="{FF2B5EF4-FFF2-40B4-BE49-F238E27FC236}">
                  <a16:creationId xmlns:a16="http://schemas.microsoft.com/office/drawing/2014/main" id="{A58FA0FA-84B2-4865-866A-5A2353DE12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</a:t>
              </a:r>
            </a:p>
          </p:txBody>
        </p:sp>
        <p:sp>
          <p:nvSpPr>
            <p:cNvPr id="27863" name="Text Box 197">
              <a:extLst>
                <a:ext uri="{FF2B5EF4-FFF2-40B4-BE49-F238E27FC236}">
                  <a16:creationId xmlns:a16="http://schemas.microsoft.com/office/drawing/2014/main" id="{C7D01748-CA58-4E71-A86B-F2CF9D7ABA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27864" name="Text Box 198">
              <a:extLst>
                <a:ext uri="{FF2B5EF4-FFF2-40B4-BE49-F238E27FC236}">
                  <a16:creationId xmlns:a16="http://schemas.microsoft.com/office/drawing/2014/main" id="{C4DCCF29-220A-4F80-9817-6F4CAC0AC1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列</a:t>
              </a:r>
            </a:p>
          </p:txBody>
        </p:sp>
        <p:sp>
          <p:nvSpPr>
            <p:cNvPr id="27865" name="Text Box 199">
              <a:extLst>
                <a:ext uri="{FF2B5EF4-FFF2-40B4-BE49-F238E27FC236}">
                  <a16:creationId xmlns:a16="http://schemas.microsoft.com/office/drawing/2014/main" id="{1C90312B-3246-43F4-A48E-84AF7DE049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</a:p>
          </p:txBody>
        </p:sp>
        <p:sp>
          <p:nvSpPr>
            <p:cNvPr id="27866" name="Text Box 200">
              <a:extLst>
                <a:ext uri="{FF2B5EF4-FFF2-40B4-BE49-F238E27FC236}">
                  <a16:creationId xmlns:a16="http://schemas.microsoft.com/office/drawing/2014/main" id="{336A1B4D-3BAB-4B5A-BC29-FEE0CBE55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址</a:t>
              </a:r>
            </a:p>
          </p:txBody>
        </p:sp>
        <p:sp>
          <p:nvSpPr>
            <p:cNvPr id="27867" name="Text Box 201">
              <a:extLst>
                <a:ext uri="{FF2B5EF4-FFF2-40B4-BE49-F238E27FC236}">
                  <a16:creationId xmlns:a16="http://schemas.microsoft.com/office/drawing/2014/main" id="{25B832DD-F989-45FE-A353-26650410C7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</a:t>
              </a:r>
            </a:p>
          </p:txBody>
        </p:sp>
        <p:sp>
          <p:nvSpPr>
            <p:cNvPr id="27868" name="Text Box 202">
              <a:extLst>
                <a:ext uri="{FF2B5EF4-FFF2-40B4-BE49-F238E27FC236}">
                  <a16:creationId xmlns:a16="http://schemas.microsoft.com/office/drawing/2014/main" id="{CBC145D9-756C-4EE6-9DB9-7F1769A1A7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27869" name="Text Box 203">
              <a:extLst>
                <a:ext uri="{FF2B5EF4-FFF2-40B4-BE49-F238E27FC236}">
                  <a16:creationId xmlns:a16="http://schemas.microsoft.com/office/drawing/2014/main" id="{C6CABB88-9B76-4C2B-8C81-CD849FC862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70" name="Text Box 204">
              <a:extLst>
                <a:ext uri="{FF2B5EF4-FFF2-40B4-BE49-F238E27FC236}">
                  <a16:creationId xmlns:a16="http://schemas.microsoft.com/office/drawing/2014/main" id="{F97487C9-ECAA-4043-B693-E4A1AC1327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7871" name="Text Box 205">
              <a:extLst>
                <a:ext uri="{FF2B5EF4-FFF2-40B4-BE49-F238E27FC236}">
                  <a16:creationId xmlns:a16="http://schemas.microsoft.com/office/drawing/2014/main" id="{2701B8A2-0A36-491D-A572-979F0D9BF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7872" name="Text Box 206">
              <a:extLst>
                <a:ext uri="{FF2B5EF4-FFF2-40B4-BE49-F238E27FC236}">
                  <a16:creationId xmlns:a16="http://schemas.microsoft.com/office/drawing/2014/main" id="{CD9649D1-DEFE-4254-8B94-81932264A5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7873" name="Line 207">
              <a:extLst>
                <a:ext uri="{FF2B5EF4-FFF2-40B4-BE49-F238E27FC236}">
                  <a16:creationId xmlns:a16="http://schemas.microsoft.com/office/drawing/2014/main" id="{8FE70C87-01F6-47F2-83A0-3A551CEAEE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74" name="Line 208">
              <a:extLst>
                <a:ext uri="{FF2B5EF4-FFF2-40B4-BE49-F238E27FC236}">
                  <a16:creationId xmlns:a16="http://schemas.microsoft.com/office/drawing/2014/main" id="{810E7978-9A85-4C97-8C30-42143746B3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75" name="Line 209">
              <a:extLst>
                <a:ext uri="{FF2B5EF4-FFF2-40B4-BE49-F238E27FC236}">
                  <a16:creationId xmlns:a16="http://schemas.microsoft.com/office/drawing/2014/main" id="{8DDC5269-E8F8-4B65-854E-55FCD06461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76" name="Line 210">
              <a:extLst>
                <a:ext uri="{FF2B5EF4-FFF2-40B4-BE49-F238E27FC236}">
                  <a16:creationId xmlns:a16="http://schemas.microsoft.com/office/drawing/2014/main" id="{6EA21638-E7B3-41E3-9D2F-FE42843E83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77" name="Line 211">
              <a:extLst>
                <a:ext uri="{FF2B5EF4-FFF2-40B4-BE49-F238E27FC236}">
                  <a16:creationId xmlns:a16="http://schemas.microsoft.com/office/drawing/2014/main" id="{ABBA5E62-3C10-43EC-9BF7-925B73209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78" name="Line 212">
              <a:extLst>
                <a:ext uri="{FF2B5EF4-FFF2-40B4-BE49-F238E27FC236}">
                  <a16:creationId xmlns:a16="http://schemas.microsoft.com/office/drawing/2014/main" id="{0AF7EB1D-F86E-4347-8BD0-0631892DC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79" name="Line 213">
              <a:extLst>
                <a:ext uri="{FF2B5EF4-FFF2-40B4-BE49-F238E27FC236}">
                  <a16:creationId xmlns:a16="http://schemas.microsoft.com/office/drawing/2014/main" id="{453E8883-2692-4E3F-923D-D9CCF0991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80" name="Line 214">
              <a:extLst>
                <a:ext uri="{FF2B5EF4-FFF2-40B4-BE49-F238E27FC236}">
                  <a16:creationId xmlns:a16="http://schemas.microsoft.com/office/drawing/2014/main" id="{4A87E160-B8D2-4748-8F2E-9FD0295559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81" name="Line 215">
              <a:extLst>
                <a:ext uri="{FF2B5EF4-FFF2-40B4-BE49-F238E27FC236}">
                  <a16:creationId xmlns:a16="http://schemas.microsoft.com/office/drawing/2014/main" id="{0B19AD95-3320-4FA0-980B-230CA3B83B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82" name="Line 216">
              <a:extLst>
                <a:ext uri="{FF2B5EF4-FFF2-40B4-BE49-F238E27FC236}">
                  <a16:creationId xmlns:a16="http://schemas.microsoft.com/office/drawing/2014/main" id="{5A307837-F5B8-4B60-9F56-6FD696BBB3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83" name="Text Box 217">
              <a:extLst>
                <a:ext uri="{FF2B5EF4-FFF2-40B4-BE49-F238E27FC236}">
                  <a16:creationId xmlns:a16="http://schemas.microsoft.com/office/drawing/2014/main" id="{0269F6BC-477A-4650-AF24-85A5CF424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</a:t>
              </a:r>
            </a:p>
          </p:txBody>
        </p:sp>
        <p:sp>
          <p:nvSpPr>
            <p:cNvPr id="27884" name="Line 218">
              <a:extLst>
                <a:ext uri="{FF2B5EF4-FFF2-40B4-BE49-F238E27FC236}">
                  <a16:creationId xmlns:a16="http://schemas.microsoft.com/office/drawing/2014/main" id="{A8CC993F-D245-4373-8FBD-81FC44878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85" name="Text Box 219">
              <a:extLst>
                <a:ext uri="{FF2B5EF4-FFF2-40B4-BE49-F238E27FC236}">
                  <a16:creationId xmlns:a16="http://schemas.microsoft.com/office/drawing/2014/main" id="{7C683A00-AB55-4CB4-AD76-258B4D358C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CS</a:t>
              </a:r>
            </a:p>
          </p:txBody>
        </p:sp>
        <p:sp>
          <p:nvSpPr>
            <p:cNvPr id="27886" name="Line 220">
              <a:extLst>
                <a:ext uri="{FF2B5EF4-FFF2-40B4-BE49-F238E27FC236}">
                  <a16:creationId xmlns:a16="http://schemas.microsoft.com/office/drawing/2014/main" id="{C3460B49-27BB-47F4-BF95-36EF28098B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7651" name="Group 221">
            <a:extLst>
              <a:ext uri="{FF2B5EF4-FFF2-40B4-BE49-F238E27FC236}">
                <a16:creationId xmlns:a16="http://schemas.microsoft.com/office/drawing/2014/main" id="{DB900CF6-7D3D-4610-A119-F082E6FF36E4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27666" name="Line 222">
              <a:extLst>
                <a:ext uri="{FF2B5EF4-FFF2-40B4-BE49-F238E27FC236}">
                  <a16:creationId xmlns:a16="http://schemas.microsoft.com/office/drawing/2014/main" id="{B15335E7-48EB-4DEA-A83A-F8366ED71F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67" name="Freeform 223">
              <a:extLst>
                <a:ext uri="{FF2B5EF4-FFF2-40B4-BE49-F238E27FC236}">
                  <a16:creationId xmlns:a16="http://schemas.microsoft.com/office/drawing/2014/main" id="{85EA4DBA-FA54-4947-A6B3-BA4E20BF7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68" name="Line 224">
              <a:extLst>
                <a:ext uri="{FF2B5EF4-FFF2-40B4-BE49-F238E27FC236}">
                  <a16:creationId xmlns:a16="http://schemas.microsoft.com/office/drawing/2014/main" id="{DC84BFB5-46D6-47DC-B190-8D8566122F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69" name="Freeform 225">
              <a:extLst>
                <a:ext uri="{FF2B5EF4-FFF2-40B4-BE49-F238E27FC236}">
                  <a16:creationId xmlns:a16="http://schemas.microsoft.com/office/drawing/2014/main" id="{7558AFC3-28DE-4479-B77C-95F97170D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0" name="Line 226">
              <a:extLst>
                <a:ext uri="{FF2B5EF4-FFF2-40B4-BE49-F238E27FC236}">
                  <a16:creationId xmlns:a16="http://schemas.microsoft.com/office/drawing/2014/main" id="{D213012B-FAC7-40FD-BB2E-3DA8F3925E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1" name="Text Box 227">
              <a:extLst>
                <a:ext uri="{FF2B5EF4-FFF2-40B4-BE49-F238E27FC236}">
                  <a16:creationId xmlns:a16="http://schemas.microsoft.com/office/drawing/2014/main" id="{715509AA-523E-4552-B052-5F98E979A2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27672" name="Text Box 228">
              <a:extLst>
                <a:ext uri="{FF2B5EF4-FFF2-40B4-BE49-F238E27FC236}">
                  <a16:creationId xmlns:a16="http://schemas.microsoft.com/office/drawing/2014/main" id="{9EE6309B-150F-4E6C-8BC5-196937AC7D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27673" name="Text Box 229">
              <a:extLst>
                <a:ext uri="{FF2B5EF4-FFF2-40B4-BE49-F238E27FC236}">
                  <a16:creationId xmlns:a16="http://schemas.microsoft.com/office/drawing/2014/main" id="{78C745A5-A921-4082-A897-41FAD0058E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27674" name="Text Box 230">
              <a:extLst>
                <a:ext uri="{FF2B5EF4-FFF2-40B4-BE49-F238E27FC236}">
                  <a16:creationId xmlns:a16="http://schemas.microsoft.com/office/drawing/2014/main" id="{86A98A5E-7A8B-4B7E-8F3D-EBDAB4107F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27675" name="Line 231">
              <a:extLst>
                <a:ext uri="{FF2B5EF4-FFF2-40B4-BE49-F238E27FC236}">
                  <a16:creationId xmlns:a16="http://schemas.microsoft.com/office/drawing/2014/main" id="{E8879121-6C67-40CC-8584-B9C537BE14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6" name="Line 232">
              <a:extLst>
                <a:ext uri="{FF2B5EF4-FFF2-40B4-BE49-F238E27FC236}">
                  <a16:creationId xmlns:a16="http://schemas.microsoft.com/office/drawing/2014/main" id="{24D1E77C-D8FA-4E23-B31D-AE6140AB1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7" name="Line 233">
              <a:extLst>
                <a:ext uri="{FF2B5EF4-FFF2-40B4-BE49-F238E27FC236}">
                  <a16:creationId xmlns:a16="http://schemas.microsoft.com/office/drawing/2014/main" id="{3C096295-8305-4C8C-993F-B01D71ECD3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8" name="Line 234">
              <a:extLst>
                <a:ext uri="{FF2B5EF4-FFF2-40B4-BE49-F238E27FC236}">
                  <a16:creationId xmlns:a16="http://schemas.microsoft.com/office/drawing/2014/main" id="{D6E04E7E-6568-48DF-9B36-B4CEA1C72B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9" name="Line 235">
              <a:extLst>
                <a:ext uri="{FF2B5EF4-FFF2-40B4-BE49-F238E27FC236}">
                  <a16:creationId xmlns:a16="http://schemas.microsoft.com/office/drawing/2014/main" id="{7BFA4F74-4CA9-42D6-B466-00358F2EF33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80" name="Line 236">
              <a:extLst>
                <a:ext uri="{FF2B5EF4-FFF2-40B4-BE49-F238E27FC236}">
                  <a16:creationId xmlns:a16="http://schemas.microsoft.com/office/drawing/2014/main" id="{D6B55969-A920-40B4-B6F1-F832BB9E5B7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81" name="Line 237">
              <a:extLst>
                <a:ext uri="{FF2B5EF4-FFF2-40B4-BE49-F238E27FC236}">
                  <a16:creationId xmlns:a16="http://schemas.microsoft.com/office/drawing/2014/main" id="{3B95A3B2-016A-4513-A606-B37615055D2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82" name="Line 238">
              <a:extLst>
                <a:ext uri="{FF2B5EF4-FFF2-40B4-BE49-F238E27FC236}">
                  <a16:creationId xmlns:a16="http://schemas.microsoft.com/office/drawing/2014/main" id="{335BFC7D-2CDA-4B87-A409-55E042F364F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" name="Group 239">
            <a:extLst>
              <a:ext uri="{FF2B5EF4-FFF2-40B4-BE49-F238E27FC236}">
                <a16:creationId xmlns:a16="http://schemas.microsoft.com/office/drawing/2014/main" id="{9EFC9DFF-552C-437D-9D14-7D3D49872304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311150" cy="4778375"/>
            <a:chOff x="140" y="674"/>
            <a:chExt cx="196" cy="3010"/>
          </a:xfrm>
        </p:grpSpPr>
        <p:sp>
          <p:nvSpPr>
            <p:cNvPr id="27656" name="Text Box 240">
              <a:extLst>
                <a:ext uri="{FF2B5EF4-FFF2-40B4-BE49-F238E27FC236}">
                  <a16:creationId xmlns:a16="http://schemas.microsoft.com/office/drawing/2014/main" id="{DFF88B70-1F09-466F-971C-78422D3DA1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57" name="Text Box 241">
              <a:extLst>
                <a:ext uri="{FF2B5EF4-FFF2-40B4-BE49-F238E27FC236}">
                  <a16:creationId xmlns:a16="http://schemas.microsoft.com/office/drawing/2014/main" id="{12CE0874-AF4E-4443-8A4D-BA6D89462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58" name="Text Box 242">
              <a:extLst>
                <a:ext uri="{FF2B5EF4-FFF2-40B4-BE49-F238E27FC236}">
                  <a16:creationId xmlns:a16="http://schemas.microsoft.com/office/drawing/2014/main" id="{9DEDFD72-174C-4D6B-A907-187A620C47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59" name="Text Box 243">
              <a:extLst>
                <a:ext uri="{FF2B5EF4-FFF2-40B4-BE49-F238E27FC236}">
                  <a16:creationId xmlns:a16="http://schemas.microsoft.com/office/drawing/2014/main" id="{DF8EEE13-509F-42DC-BE02-9A548988D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60" name="Text Box 244">
              <a:extLst>
                <a:ext uri="{FF2B5EF4-FFF2-40B4-BE49-F238E27FC236}">
                  <a16:creationId xmlns:a16="http://schemas.microsoft.com/office/drawing/2014/main" id="{5F49BCFA-27CA-4DA2-A2F6-E0B044B77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61" name="Text Box 245">
              <a:extLst>
                <a:ext uri="{FF2B5EF4-FFF2-40B4-BE49-F238E27FC236}">
                  <a16:creationId xmlns:a16="http://schemas.microsoft.com/office/drawing/2014/main" id="{DD9676A7-A9CA-4980-81D9-E011A5C05E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62" name="Text Box 246">
              <a:extLst>
                <a:ext uri="{FF2B5EF4-FFF2-40B4-BE49-F238E27FC236}">
                  <a16:creationId xmlns:a16="http://schemas.microsoft.com/office/drawing/2014/main" id="{99365E63-138D-417E-95CF-D1B7F4A89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63" name="Text Box 247">
              <a:extLst>
                <a:ext uri="{FF2B5EF4-FFF2-40B4-BE49-F238E27FC236}">
                  <a16:creationId xmlns:a16="http://schemas.microsoft.com/office/drawing/2014/main" id="{6E8A3AA2-3090-4B83-B0FB-42DA420828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64" name="Text Box 248">
              <a:extLst>
                <a:ext uri="{FF2B5EF4-FFF2-40B4-BE49-F238E27FC236}">
                  <a16:creationId xmlns:a16="http://schemas.microsoft.com/office/drawing/2014/main" id="{F6199F12-9329-43B7-9082-A7E1C7C73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65" name="Text Box 249">
              <a:extLst>
                <a:ext uri="{FF2B5EF4-FFF2-40B4-BE49-F238E27FC236}">
                  <a16:creationId xmlns:a16="http://schemas.microsoft.com/office/drawing/2014/main" id="{B72FE64F-B193-4AA9-8BDE-943B3EC41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sp>
        <p:nvSpPr>
          <p:cNvPr id="27654" name="Text Box 251">
            <a:extLst>
              <a:ext uri="{FF2B5EF4-FFF2-40B4-BE49-F238E27FC236}">
                <a16:creationId xmlns:a16="http://schemas.microsoft.com/office/drawing/2014/main" id="{7BE956B0-62B4-4B99-B7DF-CBF5852B05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②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</a:p>
        </p:txBody>
      </p:sp>
      <p:sp>
        <p:nvSpPr>
          <p:cNvPr id="27655" name="AutoShape 25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0CE5BC6B-300B-4F88-BC30-867D1507D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674" name="Group 2">
            <a:extLst>
              <a:ext uri="{FF2B5EF4-FFF2-40B4-BE49-F238E27FC236}">
                <a16:creationId xmlns:a16="http://schemas.microsoft.com/office/drawing/2014/main" id="{3EC1FBA4-56FA-4C9B-93B8-5E99F4A9BA48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28934" name="Line 3">
              <a:extLst>
                <a:ext uri="{FF2B5EF4-FFF2-40B4-BE49-F238E27FC236}">
                  <a16:creationId xmlns:a16="http://schemas.microsoft.com/office/drawing/2014/main" id="{869F0265-C532-4DEB-AEC4-01D11FB38B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35" name="Freeform 4">
              <a:extLst>
                <a:ext uri="{FF2B5EF4-FFF2-40B4-BE49-F238E27FC236}">
                  <a16:creationId xmlns:a16="http://schemas.microsoft.com/office/drawing/2014/main" id="{CBAFCDA6-03A0-43A4-90A3-9963AEA67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36" name="Line 5">
              <a:extLst>
                <a:ext uri="{FF2B5EF4-FFF2-40B4-BE49-F238E27FC236}">
                  <a16:creationId xmlns:a16="http://schemas.microsoft.com/office/drawing/2014/main" id="{59939EB9-8802-4C7D-AC98-9D174BBF4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37" name="Freeform 6">
              <a:extLst>
                <a:ext uri="{FF2B5EF4-FFF2-40B4-BE49-F238E27FC236}">
                  <a16:creationId xmlns:a16="http://schemas.microsoft.com/office/drawing/2014/main" id="{5FE229E1-A4A9-4BB5-85E8-4D22D396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38" name="Line 7">
              <a:extLst>
                <a:ext uri="{FF2B5EF4-FFF2-40B4-BE49-F238E27FC236}">
                  <a16:creationId xmlns:a16="http://schemas.microsoft.com/office/drawing/2014/main" id="{68589D4B-C169-4239-A841-BAF1E51E02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39" name="Text Box 8">
              <a:extLst>
                <a:ext uri="{FF2B5EF4-FFF2-40B4-BE49-F238E27FC236}">
                  <a16:creationId xmlns:a16="http://schemas.microsoft.com/office/drawing/2014/main" id="{ADCCAD34-BE2C-43CE-B49A-029B393A7B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28940" name="Text Box 9">
              <a:extLst>
                <a:ext uri="{FF2B5EF4-FFF2-40B4-BE49-F238E27FC236}">
                  <a16:creationId xmlns:a16="http://schemas.microsoft.com/office/drawing/2014/main" id="{6EA61139-CCA0-4E63-B5CF-22CA9BC62C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28941" name="Text Box 10">
              <a:extLst>
                <a:ext uri="{FF2B5EF4-FFF2-40B4-BE49-F238E27FC236}">
                  <a16:creationId xmlns:a16="http://schemas.microsoft.com/office/drawing/2014/main" id="{CDE5AD04-E188-4FE5-9C96-BBE44E733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28942" name="Text Box 11">
              <a:extLst>
                <a:ext uri="{FF2B5EF4-FFF2-40B4-BE49-F238E27FC236}">
                  <a16:creationId xmlns:a16="http://schemas.microsoft.com/office/drawing/2014/main" id="{82C626E9-EC54-4D39-BBF1-B6B8624CEB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28943" name="Line 12">
              <a:extLst>
                <a:ext uri="{FF2B5EF4-FFF2-40B4-BE49-F238E27FC236}">
                  <a16:creationId xmlns:a16="http://schemas.microsoft.com/office/drawing/2014/main" id="{ECAEE1D1-40E7-4761-8996-6660233BB1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44" name="Line 13">
              <a:extLst>
                <a:ext uri="{FF2B5EF4-FFF2-40B4-BE49-F238E27FC236}">
                  <a16:creationId xmlns:a16="http://schemas.microsoft.com/office/drawing/2014/main" id="{024712D7-A0C9-42E3-A311-F5557EADDD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45" name="Line 14">
              <a:extLst>
                <a:ext uri="{FF2B5EF4-FFF2-40B4-BE49-F238E27FC236}">
                  <a16:creationId xmlns:a16="http://schemas.microsoft.com/office/drawing/2014/main" id="{F32730A5-4457-4539-8293-C2BF0B99DB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46" name="Line 15">
              <a:extLst>
                <a:ext uri="{FF2B5EF4-FFF2-40B4-BE49-F238E27FC236}">
                  <a16:creationId xmlns:a16="http://schemas.microsoft.com/office/drawing/2014/main" id="{CEC07DD3-FED8-443E-86E0-21031DB388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47" name="Line 16">
              <a:extLst>
                <a:ext uri="{FF2B5EF4-FFF2-40B4-BE49-F238E27FC236}">
                  <a16:creationId xmlns:a16="http://schemas.microsoft.com/office/drawing/2014/main" id="{8C1433DB-A4DC-47B4-A070-296D881D76C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48" name="Line 17">
              <a:extLst>
                <a:ext uri="{FF2B5EF4-FFF2-40B4-BE49-F238E27FC236}">
                  <a16:creationId xmlns:a16="http://schemas.microsoft.com/office/drawing/2014/main" id="{047E19B6-2199-46CD-9090-A00B4EA8536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49" name="Line 18">
              <a:extLst>
                <a:ext uri="{FF2B5EF4-FFF2-40B4-BE49-F238E27FC236}">
                  <a16:creationId xmlns:a16="http://schemas.microsoft.com/office/drawing/2014/main" id="{CF145397-5EEA-4D43-8B14-64B2053D31B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50" name="Line 19">
              <a:extLst>
                <a:ext uri="{FF2B5EF4-FFF2-40B4-BE49-F238E27FC236}">
                  <a16:creationId xmlns:a16="http://schemas.microsoft.com/office/drawing/2014/main" id="{0B643377-FF9E-42D3-A17D-03ADD68B98E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8675" name="Group 20">
            <a:extLst>
              <a:ext uri="{FF2B5EF4-FFF2-40B4-BE49-F238E27FC236}">
                <a16:creationId xmlns:a16="http://schemas.microsoft.com/office/drawing/2014/main" id="{D561C6B2-64CF-482A-A28A-698C83BF9035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8921750" cy="5716588"/>
            <a:chOff x="140" y="674"/>
            <a:chExt cx="5620" cy="3601"/>
          </a:xfrm>
        </p:grpSpPr>
        <p:grpSp>
          <p:nvGrpSpPr>
            <p:cNvPr id="28704" name="Group 21">
              <a:extLst>
                <a:ext uri="{FF2B5EF4-FFF2-40B4-BE49-F238E27FC236}">
                  <a16:creationId xmlns:a16="http://schemas.microsoft.com/office/drawing/2014/main" id="{1872E1CC-3B18-42AB-9297-977C56A2F2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713"/>
              <a:ext cx="5620" cy="3562"/>
              <a:chOff x="140" y="713"/>
              <a:chExt cx="5620" cy="3562"/>
            </a:xfrm>
          </p:grpSpPr>
          <p:sp>
            <p:nvSpPr>
              <p:cNvPr id="28716" name="Rectangle 22">
                <a:extLst>
                  <a:ext uri="{FF2B5EF4-FFF2-40B4-BE49-F238E27FC236}">
                    <a16:creationId xmlns:a16="http://schemas.microsoft.com/office/drawing/2014/main" id="{D8C9E74D-950E-4D76-AFD0-BCBFF3EA8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17" name="Rectangle 23">
                <a:extLst>
                  <a:ext uri="{FF2B5EF4-FFF2-40B4-BE49-F238E27FC236}">
                    <a16:creationId xmlns:a16="http://schemas.microsoft.com/office/drawing/2014/main" id="{2DCBEFB1-6D7D-4F1B-A77B-FB9133B0F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28718" name="Text Box 24">
                <a:extLst>
                  <a:ext uri="{FF2B5EF4-FFF2-40B4-BE49-F238E27FC236}">
                    <a16:creationId xmlns:a16="http://schemas.microsoft.com/office/drawing/2014/main" id="{138CD811-D59C-4080-A933-83BFA2FB98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719" name="Rectangle 25">
                <a:extLst>
                  <a:ext uri="{FF2B5EF4-FFF2-40B4-BE49-F238E27FC236}">
                    <a16:creationId xmlns:a16="http://schemas.microsoft.com/office/drawing/2014/main" id="{3A21A58A-A814-49B1-A2B2-FCAB5FA72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20" name="Rectangle 26">
                <a:extLst>
                  <a:ext uri="{FF2B5EF4-FFF2-40B4-BE49-F238E27FC236}">
                    <a16:creationId xmlns:a16="http://schemas.microsoft.com/office/drawing/2014/main" id="{2616A067-0997-40A3-8916-91FD4BA20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28721" name="Text Box 27">
                <a:extLst>
                  <a:ext uri="{FF2B5EF4-FFF2-40B4-BE49-F238E27FC236}">
                    <a16:creationId xmlns:a16="http://schemas.microsoft.com/office/drawing/2014/main" id="{ACB766AD-2088-4B1C-B9F7-88C34053DC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722" name="Rectangle 28">
                <a:extLst>
                  <a:ext uri="{FF2B5EF4-FFF2-40B4-BE49-F238E27FC236}">
                    <a16:creationId xmlns:a16="http://schemas.microsoft.com/office/drawing/2014/main" id="{0A8E966D-796D-4A1D-9E6F-FFA49FC77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28723" name="Rectangle 29">
                <a:extLst>
                  <a:ext uri="{FF2B5EF4-FFF2-40B4-BE49-F238E27FC236}">
                    <a16:creationId xmlns:a16="http://schemas.microsoft.com/office/drawing/2014/main" id="{39331D4D-1A56-4755-9F7F-0C04C5592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28724" name="Text Box 30">
                <a:extLst>
                  <a:ext uri="{FF2B5EF4-FFF2-40B4-BE49-F238E27FC236}">
                    <a16:creationId xmlns:a16="http://schemas.microsoft.com/office/drawing/2014/main" id="{F369B3CA-43C6-45C6-B251-CA95610AE3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725" name="Rectangle 31">
                <a:extLst>
                  <a:ext uri="{FF2B5EF4-FFF2-40B4-BE49-F238E27FC236}">
                    <a16:creationId xmlns:a16="http://schemas.microsoft.com/office/drawing/2014/main" id="{AF93670E-13B6-40D6-8CD3-3FD247576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28726" name="Rectangle 32">
                <a:extLst>
                  <a:ext uri="{FF2B5EF4-FFF2-40B4-BE49-F238E27FC236}">
                    <a16:creationId xmlns:a16="http://schemas.microsoft.com/office/drawing/2014/main" id="{F80E80C1-F711-4150-ABAE-4D11708FC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28727" name="Text Box 33">
                <a:extLst>
                  <a:ext uri="{FF2B5EF4-FFF2-40B4-BE49-F238E27FC236}">
                    <a16:creationId xmlns:a16="http://schemas.microsoft.com/office/drawing/2014/main" id="{C2EBF6CE-48E2-4A59-AE16-BD6EA9E18B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728" name="Rectangle 34">
                <a:extLst>
                  <a:ext uri="{FF2B5EF4-FFF2-40B4-BE49-F238E27FC236}">
                    <a16:creationId xmlns:a16="http://schemas.microsoft.com/office/drawing/2014/main" id="{CF7DC253-4233-40AB-A85F-2064301BD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28729" name="Rectangle 35">
                <a:extLst>
                  <a:ext uri="{FF2B5EF4-FFF2-40B4-BE49-F238E27FC236}">
                    <a16:creationId xmlns:a16="http://schemas.microsoft.com/office/drawing/2014/main" id="{ACA55BCD-BF3E-4C42-9759-D633C8F3B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28730" name="Rectangle 36">
                <a:extLst>
                  <a:ext uri="{FF2B5EF4-FFF2-40B4-BE49-F238E27FC236}">
                    <a16:creationId xmlns:a16="http://schemas.microsoft.com/office/drawing/2014/main" id="{85F89604-127F-4F36-BCDD-D0E4E85D7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31" name="Rectangle 37">
                <a:extLst>
                  <a:ext uri="{FF2B5EF4-FFF2-40B4-BE49-F238E27FC236}">
                    <a16:creationId xmlns:a16="http://schemas.microsoft.com/office/drawing/2014/main" id="{A13D7288-B002-4E9E-B715-75C393AED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28732" name="Rectangle 38">
                <a:extLst>
                  <a:ext uri="{FF2B5EF4-FFF2-40B4-BE49-F238E27FC236}">
                    <a16:creationId xmlns:a16="http://schemas.microsoft.com/office/drawing/2014/main" id="{4BBF8A39-A3E6-4514-B3AD-323756F55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28733" name="Rectangle 39">
                <a:extLst>
                  <a:ext uri="{FF2B5EF4-FFF2-40B4-BE49-F238E27FC236}">
                    <a16:creationId xmlns:a16="http://schemas.microsoft.com/office/drawing/2014/main" id="{667D9E3C-2256-4E9D-8225-B5DC0F9DA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28734" name="Rectangle 40">
                <a:extLst>
                  <a:ext uri="{FF2B5EF4-FFF2-40B4-BE49-F238E27FC236}">
                    <a16:creationId xmlns:a16="http://schemas.microsoft.com/office/drawing/2014/main" id="{04885377-D58B-45BE-AF66-A4F75FC63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28735" name="Rectangle 41">
                <a:extLst>
                  <a:ext uri="{FF2B5EF4-FFF2-40B4-BE49-F238E27FC236}">
                    <a16:creationId xmlns:a16="http://schemas.microsoft.com/office/drawing/2014/main" id="{0572938B-67E9-4E93-9DEA-D66E6D2C1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28736" name="Rectangle 42">
                <a:extLst>
                  <a:ext uri="{FF2B5EF4-FFF2-40B4-BE49-F238E27FC236}">
                    <a16:creationId xmlns:a16="http://schemas.microsoft.com/office/drawing/2014/main" id="{C81B8D75-695A-45AB-93EC-05A67E732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28737" name="Line 43">
                <a:extLst>
                  <a:ext uri="{FF2B5EF4-FFF2-40B4-BE49-F238E27FC236}">
                    <a16:creationId xmlns:a16="http://schemas.microsoft.com/office/drawing/2014/main" id="{37A6B636-48F5-41AD-9C44-2C8A081F4C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38" name="Line 44">
                <a:extLst>
                  <a:ext uri="{FF2B5EF4-FFF2-40B4-BE49-F238E27FC236}">
                    <a16:creationId xmlns:a16="http://schemas.microsoft.com/office/drawing/2014/main" id="{BBB992B0-053D-44A9-A836-7E15D69C26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39" name="Freeform 45">
                <a:extLst>
                  <a:ext uri="{FF2B5EF4-FFF2-40B4-BE49-F238E27FC236}">
                    <a16:creationId xmlns:a16="http://schemas.microsoft.com/office/drawing/2014/main" id="{B20827E5-4749-4B51-B6C8-440E908F3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40" name="Line 46">
                <a:extLst>
                  <a:ext uri="{FF2B5EF4-FFF2-40B4-BE49-F238E27FC236}">
                    <a16:creationId xmlns:a16="http://schemas.microsoft.com/office/drawing/2014/main" id="{24E078DE-66C3-4738-A752-AD38A4C847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41" name="Line 47">
                <a:extLst>
                  <a:ext uri="{FF2B5EF4-FFF2-40B4-BE49-F238E27FC236}">
                    <a16:creationId xmlns:a16="http://schemas.microsoft.com/office/drawing/2014/main" id="{49F4D6B2-5388-4C09-9830-740E2EECFF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42" name="Freeform 48">
                <a:extLst>
                  <a:ext uri="{FF2B5EF4-FFF2-40B4-BE49-F238E27FC236}">
                    <a16:creationId xmlns:a16="http://schemas.microsoft.com/office/drawing/2014/main" id="{CCFB562F-88A2-4C3A-BCD3-B585B719B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43" name="Freeform 49">
                <a:extLst>
                  <a:ext uri="{FF2B5EF4-FFF2-40B4-BE49-F238E27FC236}">
                    <a16:creationId xmlns:a16="http://schemas.microsoft.com/office/drawing/2014/main" id="{ED79A3E2-3FB2-492F-9AF1-8F5AA2D6D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9"/>
                  <a:gd name="T14" fmla="*/ 152 w 152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44" name="Freeform 50">
                <a:extLst>
                  <a:ext uri="{FF2B5EF4-FFF2-40B4-BE49-F238E27FC236}">
                    <a16:creationId xmlns:a16="http://schemas.microsoft.com/office/drawing/2014/main" id="{25750F0B-0ACE-42B3-B1BB-0A034A6A3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45" name="Line 51">
                <a:extLst>
                  <a:ext uri="{FF2B5EF4-FFF2-40B4-BE49-F238E27FC236}">
                    <a16:creationId xmlns:a16="http://schemas.microsoft.com/office/drawing/2014/main" id="{E3473B40-9835-417D-B144-B4FCAAEF64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46" name="Line 52">
                <a:extLst>
                  <a:ext uri="{FF2B5EF4-FFF2-40B4-BE49-F238E27FC236}">
                    <a16:creationId xmlns:a16="http://schemas.microsoft.com/office/drawing/2014/main" id="{29FE48F6-55C7-43CF-89C3-94E3E9D7B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47" name="Freeform 53">
                <a:extLst>
                  <a:ext uri="{FF2B5EF4-FFF2-40B4-BE49-F238E27FC236}">
                    <a16:creationId xmlns:a16="http://schemas.microsoft.com/office/drawing/2014/main" id="{78B3C993-539F-41A4-A841-2EBC7345C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48" name="Line 54">
                <a:extLst>
                  <a:ext uri="{FF2B5EF4-FFF2-40B4-BE49-F238E27FC236}">
                    <a16:creationId xmlns:a16="http://schemas.microsoft.com/office/drawing/2014/main" id="{59AD9155-7183-4214-9233-C7122E9E3A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49" name="Line 55">
                <a:extLst>
                  <a:ext uri="{FF2B5EF4-FFF2-40B4-BE49-F238E27FC236}">
                    <a16:creationId xmlns:a16="http://schemas.microsoft.com/office/drawing/2014/main" id="{B887A4A2-0146-4183-9DF9-11DAAF0238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50" name="Freeform 56">
                <a:extLst>
                  <a:ext uri="{FF2B5EF4-FFF2-40B4-BE49-F238E27FC236}">
                    <a16:creationId xmlns:a16="http://schemas.microsoft.com/office/drawing/2014/main" id="{4C342706-4A0C-4AB4-AA27-8242BFAC6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51" name="Freeform 57">
                <a:extLst>
                  <a:ext uri="{FF2B5EF4-FFF2-40B4-BE49-F238E27FC236}">
                    <a16:creationId xmlns:a16="http://schemas.microsoft.com/office/drawing/2014/main" id="{EDCFCD99-A185-46B6-A6FA-F3261EAED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52" name="Line 58">
                <a:extLst>
                  <a:ext uri="{FF2B5EF4-FFF2-40B4-BE49-F238E27FC236}">
                    <a16:creationId xmlns:a16="http://schemas.microsoft.com/office/drawing/2014/main" id="{6C3E5256-D335-4801-8ACD-13AA7E6542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53" name="Line 59">
                <a:extLst>
                  <a:ext uri="{FF2B5EF4-FFF2-40B4-BE49-F238E27FC236}">
                    <a16:creationId xmlns:a16="http://schemas.microsoft.com/office/drawing/2014/main" id="{38D5DFD0-D808-4424-B0CB-97A9F4AEE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54" name="Freeform 60">
                <a:extLst>
                  <a:ext uri="{FF2B5EF4-FFF2-40B4-BE49-F238E27FC236}">
                    <a16:creationId xmlns:a16="http://schemas.microsoft.com/office/drawing/2014/main" id="{686D1D3D-7705-45BC-8D3B-65AD6DA65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55" name="Line 61">
                <a:extLst>
                  <a:ext uri="{FF2B5EF4-FFF2-40B4-BE49-F238E27FC236}">
                    <a16:creationId xmlns:a16="http://schemas.microsoft.com/office/drawing/2014/main" id="{C65BB094-D93E-48B3-BE78-2B618C22EE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56" name="Line 62">
                <a:extLst>
                  <a:ext uri="{FF2B5EF4-FFF2-40B4-BE49-F238E27FC236}">
                    <a16:creationId xmlns:a16="http://schemas.microsoft.com/office/drawing/2014/main" id="{AB0A7876-5A44-4257-B344-6CD2388B31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57" name="Freeform 63">
                <a:extLst>
                  <a:ext uri="{FF2B5EF4-FFF2-40B4-BE49-F238E27FC236}">
                    <a16:creationId xmlns:a16="http://schemas.microsoft.com/office/drawing/2014/main" id="{6011243D-7302-43C2-ABA6-A91FFC5CF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58" name="Freeform 64">
                <a:extLst>
                  <a:ext uri="{FF2B5EF4-FFF2-40B4-BE49-F238E27FC236}">
                    <a16:creationId xmlns:a16="http://schemas.microsoft.com/office/drawing/2014/main" id="{A5BBBF5F-27D5-406D-B226-8751B7C9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59" name="Line 65">
                <a:extLst>
                  <a:ext uri="{FF2B5EF4-FFF2-40B4-BE49-F238E27FC236}">
                    <a16:creationId xmlns:a16="http://schemas.microsoft.com/office/drawing/2014/main" id="{70F31384-C8EF-465F-89E3-A2F77C0A0F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60" name="Line 66">
                <a:extLst>
                  <a:ext uri="{FF2B5EF4-FFF2-40B4-BE49-F238E27FC236}">
                    <a16:creationId xmlns:a16="http://schemas.microsoft.com/office/drawing/2014/main" id="{04B8E2B1-E927-48F2-B7E9-D81464C472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61" name="Freeform 67">
                <a:extLst>
                  <a:ext uri="{FF2B5EF4-FFF2-40B4-BE49-F238E27FC236}">
                    <a16:creationId xmlns:a16="http://schemas.microsoft.com/office/drawing/2014/main" id="{64703AA4-C819-42F3-A432-FFC130FF7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62" name="Line 68">
                <a:extLst>
                  <a:ext uri="{FF2B5EF4-FFF2-40B4-BE49-F238E27FC236}">
                    <a16:creationId xmlns:a16="http://schemas.microsoft.com/office/drawing/2014/main" id="{B116E666-BF31-49AE-A46C-AB1CB08CF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63" name="Line 69">
                <a:extLst>
                  <a:ext uri="{FF2B5EF4-FFF2-40B4-BE49-F238E27FC236}">
                    <a16:creationId xmlns:a16="http://schemas.microsoft.com/office/drawing/2014/main" id="{CEE01ECB-325C-430C-9F8F-9CCBC65C0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64" name="Freeform 70">
                <a:extLst>
                  <a:ext uri="{FF2B5EF4-FFF2-40B4-BE49-F238E27FC236}">
                    <a16:creationId xmlns:a16="http://schemas.microsoft.com/office/drawing/2014/main" id="{51BC15A7-A159-4A3A-AC53-47A3DBC7D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65" name="Freeform 71">
                <a:extLst>
                  <a:ext uri="{FF2B5EF4-FFF2-40B4-BE49-F238E27FC236}">
                    <a16:creationId xmlns:a16="http://schemas.microsoft.com/office/drawing/2014/main" id="{0659EF0D-8593-42B2-ADE4-0DAE04356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66" name="Line 72">
                <a:extLst>
                  <a:ext uri="{FF2B5EF4-FFF2-40B4-BE49-F238E27FC236}">
                    <a16:creationId xmlns:a16="http://schemas.microsoft.com/office/drawing/2014/main" id="{03BBE258-F4A7-4780-9DBE-2F2C93AC4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67" name="Line 73">
                <a:extLst>
                  <a:ext uri="{FF2B5EF4-FFF2-40B4-BE49-F238E27FC236}">
                    <a16:creationId xmlns:a16="http://schemas.microsoft.com/office/drawing/2014/main" id="{D20E7461-48D1-4155-A129-CBDD43B2DD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68" name="Freeform 74">
                <a:extLst>
                  <a:ext uri="{FF2B5EF4-FFF2-40B4-BE49-F238E27FC236}">
                    <a16:creationId xmlns:a16="http://schemas.microsoft.com/office/drawing/2014/main" id="{4A850673-94AE-41F0-B82A-2AC8EF8E3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69" name="Line 75">
                <a:extLst>
                  <a:ext uri="{FF2B5EF4-FFF2-40B4-BE49-F238E27FC236}">
                    <a16:creationId xmlns:a16="http://schemas.microsoft.com/office/drawing/2014/main" id="{73A46A9A-1AD2-482F-A1B1-E24E2870FA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70" name="Line 76">
                <a:extLst>
                  <a:ext uri="{FF2B5EF4-FFF2-40B4-BE49-F238E27FC236}">
                    <a16:creationId xmlns:a16="http://schemas.microsoft.com/office/drawing/2014/main" id="{C2DDBA13-E775-460B-B870-3CF0CE1F13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71" name="Freeform 77">
                <a:extLst>
                  <a:ext uri="{FF2B5EF4-FFF2-40B4-BE49-F238E27FC236}">
                    <a16:creationId xmlns:a16="http://schemas.microsoft.com/office/drawing/2014/main" id="{99335FF4-2C72-4971-9146-CFF9E809D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72" name="Freeform 78">
                <a:extLst>
                  <a:ext uri="{FF2B5EF4-FFF2-40B4-BE49-F238E27FC236}">
                    <a16:creationId xmlns:a16="http://schemas.microsoft.com/office/drawing/2014/main" id="{65A17DF4-2A62-4CF5-AA34-60B6A48A6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73" name="Line 79">
                <a:extLst>
                  <a:ext uri="{FF2B5EF4-FFF2-40B4-BE49-F238E27FC236}">
                    <a16:creationId xmlns:a16="http://schemas.microsoft.com/office/drawing/2014/main" id="{B97B533F-95C6-46D6-981A-673EF0FB6C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74" name="Line 80">
                <a:extLst>
                  <a:ext uri="{FF2B5EF4-FFF2-40B4-BE49-F238E27FC236}">
                    <a16:creationId xmlns:a16="http://schemas.microsoft.com/office/drawing/2014/main" id="{D4DFBFFF-8D3D-4297-8D14-A784954244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75" name="Freeform 81">
                <a:extLst>
                  <a:ext uri="{FF2B5EF4-FFF2-40B4-BE49-F238E27FC236}">
                    <a16:creationId xmlns:a16="http://schemas.microsoft.com/office/drawing/2014/main" id="{9DBC4A8B-C59B-41E1-9D3E-8D269BC0C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76" name="Line 82">
                <a:extLst>
                  <a:ext uri="{FF2B5EF4-FFF2-40B4-BE49-F238E27FC236}">
                    <a16:creationId xmlns:a16="http://schemas.microsoft.com/office/drawing/2014/main" id="{83A100DA-BC9A-4486-B951-E4C93A042F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77" name="Line 83">
                <a:extLst>
                  <a:ext uri="{FF2B5EF4-FFF2-40B4-BE49-F238E27FC236}">
                    <a16:creationId xmlns:a16="http://schemas.microsoft.com/office/drawing/2014/main" id="{23E970AE-456D-442E-9751-0207A277C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78" name="Freeform 84">
                <a:extLst>
                  <a:ext uri="{FF2B5EF4-FFF2-40B4-BE49-F238E27FC236}">
                    <a16:creationId xmlns:a16="http://schemas.microsoft.com/office/drawing/2014/main" id="{0D3D09EE-6076-4D65-B2F8-02D31BC9D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79" name="Freeform 85">
                <a:extLst>
                  <a:ext uri="{FF2B5EF4-FFF2-40B4-BE49-F238E27FC236}">
                    <a16:creationId xmlns:a16="http://schemas.microsoft.com/office/drawing/2014/main" id="{878684F4-1BFF-4C8A-9F5F-4E51869B4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28780" name="Group 86">
                <a:extLst>
                  <a:ext uri="{FF2B5EF4-FFF2-40B4-BE49-F238E27FC236}">
                    <a16:creationId xmlns:a16="http://schemas.microsoft.com/office/drawing/2014/main" id="{DC162CB0-CF09-49C5-B4C7-5190358281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28927" name="Group 87">
                  <a:extLst>
                    <a:ext uri="{FF2B5EF4-FFF2-40B4-BE49-F238E27FC236}">
                      <a16:creationId xmlns:a16="http://schemas.microsoft.com/office/drawing/2014/main" id="{E83BCF01-9E67-4FC6-BBCA-DE0A05A5E8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28932" name="Line 88">
                    <a:extLst>
                      <a:ext uri="{FF2B5EF4-FFF2-40B4-BE49-F238E27FC236}">
                        <a16:creationId xmlns:a16="http://schemas.microsoft.com/office/drawing/2014/main" id="{B7E77F55-6DDA-45EE-B862-759E7DBF9B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8933" name="Line 89">
                    <a:extLst>
                      <a:ext uri="{FF2B5EF4-FFF2-40B4-BE49-F238E27FC236}">
                        <a16:creationId xmlns:a16="http://schemas.microsoft.com/office/drawing/2014/main" id="{07B786C4-FFDD-41CC-A760-9C813B4AC6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28928" name="Freeform 90">
                  <a:extLst>
                    <a:ext uri="{FF2B5EF4-FFF2-40B4-BE49-F238E27FC236}">
                      <a16:creationId xmlns:a16="http://schemas.microsoft.com/office/drawing/2014/main" id="{5F54457D-82B1-4A14-8DDA-C64AF999F0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28929" name="Group 91">
                  <a:extLst>
                    <a:ext uri="{FF2B5EF4-FFF2-40B4-BE49-F238E27FC236}">
                      <a16:creationId xmlns:a16="http://schemas.microsoft.com/office/drawing/2014/main" id="{AFC9D512-8EC5-4246-988B-A71C55E02D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28930" name="Line 92">
                    <a:extLst>
                      <a:ext uri="{FF2B5EF4-FFF2-40B4-BE49-F238E27FC236}">
                        <a16:creationId xmlns:a16="http://schemas.microsoft.com/office/drawing/2014/main" id="{492AAE69-C2FB-4ABF-A722-3CD82F41A9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8931" name="Line 93">
                    <a:extLst>
                      <a:ext uri="{FF2B5EF4-FFF2-40B4-BE49-F238E27FC236}">
                        <a16:creationId xmlns:a16="http://schemas.microsoft.com/office/drawing/2014/main" id="{9B74E1E8-88A2-4332-A6E2-FC87D27B333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28781" name="Freeform 94">
                <a:extLst>
                  <a:ext uri="{FF2B5EF4-FFF2-40B4-BE49-F238E27FC236}">
                    <a16:creationId xmlns:a16="http://schemas.microsoft.com/office/drawing/2014/main" id="{37668442-A595-4F4B-9452-513FAE678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82" name="Freeform 95">
                <a:extLst>
                  <a:ext uri="{FF2B5EF4-FFF2-40B4-BE49-F238E27FC236}">
                    <a16:creationId xmlns:a16="http://schemas.microsoft.com/office/drawing/2014/main" id="{A400D39C-5594-4227-A146-B2D37C7F9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28783" name="Group 96">
                <a:extLst>
                  <a:ext uri="{FF2B5EF4-FFF2-40B4-BE49-F238E27FC236}">
                    <a16:creationId xmlns:a16="http://schemas.microsoft.com/office/drawing/2014/main" id="{3FF4B3F8-315E-4A91-9A9B-505422016A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28920" name="Group 97">
                  <a:extLst>
                    <a:ext uri="{FF2B5EF4-FFF2-40B4-BE49-F238E27FC236}">
                      <a16:creationId xmlns:a16="http://schemas.microsoft.com/office/drawing/2014/main" id="{9883FD75-6A26-4F02-AD8E-E90FD3E171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28925" name="Line 98">
                    <a:extLst>
                      <a:ext uri="{FF2B5EF4-FFF2-40B4-BE49-F238E27FC236}">
                        <a16:creationId xmlns:a16="http://schemas.microsoft.com/office/drawing/2014/main" id="{9E175D95-C303-4477-AD2C-71EE2C0F16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8926" name="Line 99">
                    <a:extLst>
                      <a:ext uri="{FF2B5EF4-FFF2-40B4-BE49-F238E27FC236}">
                        <a16:creationId xmlns:a16="http://schemas.microsoft.com/office/drawing/2014/main" id="{0645AF09-06D4-4BFE-919B-AD5FE61157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28921" name="Freeform 100">
                  <a:extLst>
                    <a:ext uri="{FF2B5EF4-FFF2-40B4-BE49-F238E27FC236}">
                      <a16:creationId xmlns:a16="http://schemas.microsoft.com/office/drawing/2014/main" id="{E5670220-E696-4723-9CA0-000004DBC5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28922" name="Group 101">
                  <a:extLst>
                    <a:ext uri="{FF2B5EF4-FFF2-40B4-BE49-F238E27FC236}">
                      <a16:creationId xmlns:a16="http://schemas.microsoft.com/office/drawing/2014/main" id="{7D5FCDC6-2687-4147-B19A-7538D3FF93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28923" name="Line 102">
                    <a:extLst>
                      <a:ext uri="{FF2B5EF4-FFF2-40B4-BE49-F238E27FC236}">
                        <a16:creationId xmlns:a16="http://schemas.microsoft.com/office/drawing/2014/main" id="{C423F6CE-8856-434E-96F1-D5F9EC742F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8924" name="Line 103">
                    <a:extLst>
                      <a:ext uri="{FF2B5EF4-FFF2-40B4-BE49-F238E27FC236}">
                        <a16:creationId xmlns:a16="http://schemas.microsoft.com/office/drawing/2014/main" id="{CA78F4F7-97DF-43A3-A752-BBAE99F000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28784" name="Freeform 104">
                <a:extLst>
                  <a:ext uri="{FF2B5EF4-FFF2-40B4-BE49-F238E27FC236}">
                    <a16:creationId xmlns:a16="http://schemas.microsoft.com/office/drawing/2014/main" id="{79C68881-84DF-4641-9995-64BD0FBC2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85" name="Freeform 105">
                <a:extLst>
                  <a:ext uri="{FF2B5EF4-FFF2-40B4-BE49-F238E27FC236}">
                    <a16:creationId xmlns:a16="http://schemas.microsoft.com/office/drawing/2014/main" id="{196D15E4-E23F-495F-9F44-37FA4251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86" name="Freeform 106">
                <a:extLst>
                  <a:ext uri="{FF2B5EF4-FFF2-40B4-BE49-F238E27FC236}">
                    <a16:creationId xmlns:a16="http://schemas.microsoft.com/office/drawing/2014/main" id="{D4BDB690-AA77-42CA-A34C-2033BE2B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87" name="Line 107">
                <a:extLst>
                  <a:ext uri="{FF2B5EF4-FFF2-40B4-BE49-F238E27FC236}">
                    <a16:creationId xmlns:a16="http://schemas.microsoft.com/office/drawing/2014/main" id="{A3BCFA5F-F43D-4F82-94B4-63DEEA9B56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88" name="Line 108">
                <a:extLst>
                  <a:ext uri="{FF2B5EF4-FFF2-40B4-BE49-F238E27FC236}">
                    <a16:creationId xmlns:a16="http://schemas.microsoft.com/office/drawing/2014/main" id="{F4D36D5A-1FCD-4C10-97EE-326487BF5F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89" name="Line 109">
                <a:extLst>
                  <a:ext uri="{FF2B5EF4-FFF2-40B4-BE49-F238E27FC236}">
                    <a16:creationId xmlns:a16="http://schemas.microsoft.com/office/drawing/2014/main" id="{698AEB6B-9C1E-4B4B-AD9D-D47980AB41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90" name="Line 110">
                <a:extLst>
                  <a:ext uri="{FF2B5EF4-FFF2-40B4-BE49-F238E27FC236}">
                    <a16:creationId xmlns:a16="http://schemas.microsoft.com/office/drawing/2014/main" id="{E324B37E-2FFF-4395-8B84-14AD83826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91" name="Line 111">
                <a:extLst>
                  <a:ext uri="{FF2B5EF4-FFF2-40B4-BE49-F238E27FC236}">
                    <a16:creationId xmlns:a16="http://schemas.microsoft.com/office/drawing/2014/main" id="{C8DB6B04-FE1A-4160-913E-EAE6943E9D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92" name="Line 112">
                <a:extLst>
                  <a:ext uri="{FF2B5EF4-FFF2-40B4-BE49-F238E27FC236}">
                    <a16:creationId xmlns:a16="http://schemas.microsoft.com/office/drawing/2014/main" id="{326B97AC-78A9-4C47-B440-47F858A2EB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93" name="Line 113">
                <a:extLst>
                  <a:ext uri="{FF2B5EF4-FFF2-40B4-BE49-F238E27FC236}">
                    <a16:creationId xmlns:a16="http://schemas.microsoft.com/office/drawing/2014/main" id="{F942BB4E-86D5-49ED-AD57-2650722E6C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94" name="Line 114">
                <a:extLst>
                  <a:ext uri="{FF2B5EF4-FFF2-40B4-BE49-F238E27FC236}">
                    <a16:creationId xmlns:a16="http://schemas.microsoft.com/office/drawing/2014/main" id="{B6ACFBBF-8105-4C31-BD2A-25BE37D795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95" name="Freeform 115">
                <a:extLst>
                  <a:ext uri="{FF2B5EF4-FFF2-40B4-BE49-F238E27FC236}">
                    <a16:creationId xmlns:a16="http://schemas.microsoft.com/office/drawing/2014/main" id="{A8F72B20-B81B-40A1-9835-2D4EBEA5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96" name="Freeform 116">
                <a:extLst>
                  <a:ext uri="{FF2B5EF4-FFF2-40B4-BE49-F238E27FC236}">
                    <a16:creationId xmlns:a16="http://schemas.microsoft.com/office/drawing/2014/main" id="{E9D813E4-AD41-4FFE-B087-C9D05D261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97" name="Freeform 117">
                <a:extLst>
                  <a:ext uri="{FF2B5EF4-FFF2-40B4-BE49-F238E27FC236}">
                    <a16:creationId xmlns:a16="http://schemas.microsoft.com/office/drawing/2014/main" id="{3D017C45-2AEC-4075-B46D-57FAB3D66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  <a:gd name="T6" fmla="*/ 0 w 4"/>
                  <a:gd name="T7" fmla="*/ 0 h 166"/>
                  <a:gd name="T8" fmla="*/ 4 w 4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98" name="Freeform 118">
                <a:extLst>
                  <a:ext uri="{FF2B5EF4-FFF2-40B4-BE49-F238E27FC236}">
                    <a16:creationId xmlns:a16="http://schemas.microsoft.com/office/drawing/2014/main" id="{B0407E37-AA1C-4D29-91DB-5918BAEEF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99" name="Freeform 119">
                <a:extLst>
                  <a:ext uri="{FF2B5EF4-FFF2-40B4-BE49-F238E27FC236}">
                    <a16:creationId xmlns:a16="http://schemas.microsoft.com/office/drawing/2014/main" id="{F867C76B-4F2A-44DF-A089-913E4F8F8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00" name="Freeform 120">
                <a:extLst>
                  <a:ext uri="{FF2B5EF4-FFF2-40B4-BE49-F238E27FC236}">
                    <a16:creationId xmlns:a16="http://schemas.microsoft.com/office/drawing/2014/main" id="{576A2CF9-EE55-467D-A22D-C8E527471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01" name="Line 121">
                <a:extLst>
                  <a:ext uri="{FF2B5EF4-FFF2-40B4-BE49-F238E27FC236}">
                    <a16:creationId xmlns:a16="http://schemas.microsoft.com/office/drawing/2014/main" id="{BC162FB1-E4EE-415F-98B1-363E2F20E1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02" name="Line 122">
                <a:extLst>
                  <a:ext uri="{FF2B5EF4-FFF2-40B4-BE49-F238E27FC236}">
                    <a16:creationId xmlns:a16="http://schemas.microsoft.com/office/drawing/2014/main" id="{53E4DA51-0BE5-4B5D-BA9A-748477033B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03" name="Line 123">
                <a:extLst>
                  <a:ext uri="{FF2B5EF4-FFF2-40B4-BE49-F238E27FC236}">
                    <a16:creationId xmlns:a16="http://schemas.microsoft.com/office/drawing/2014/main" id="{10635C12-4A23-40E3-9F9F-D18C540844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04" name="Line 124">
                <a:extLst>
                  <a:ext uri="{FF2B5EF4-FFF2-40B4-BE49-F238E27FC236}">
                    <a16:creationId xmlns:a16="http://schemas.microsoft.com/office/drawing/2014/main" id="{93A45E6E-FE51-4E3D-85AA-6EAAA4ACA3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05" name="Line 125">
                <a:extLst>
                  <a:ext uri="{FF2B5EF4-FFF2-40B4-BE49-F238E27FC236}">
                    <a16:creationId xmlns:a16="http://schemas.microsoft.com/office/drawing/2014/main" id="{B907ED2D-FFFE-40D7-9CD7-47882B28F6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06" name="Line 126">
                <a:extLst>
                  <a:ext uri="{FF2B5EF4-FFF2-40B4-BE49-F238E27FC236}">
                    <a16:creationId xmlns:a16="http://schemas.microsoft.com/office/drawing/2014/main" id="{8AE5F6F2-494A-4DAD-B052-5DEC38B10B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07" name="Line 127">
                <a:extLst>
                  <a:ext uri="{FF2B5EF4-FFF2-40B4-BE49-F238E27FC236}">
                    <a16:creationId xmlns:a16="http://schemas.microsoft.com/office/drawing/2014/main" id="{885B4C50-26DA-4281-B081-D6335BCB52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08" name="Line 128">
                <a:extLst>
                  <a:ext uri="{FF2B5EF4-FFF2-40B4-BE49-F238E27FC236}">
                    <a16:creationId xmlns:a16="http://schemas.microsoft.com/office/drawing/2014/main" id="{5C52286A-4030-48B2-AC2B-344B6B1685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09" name="Freeform 129">
                <a:extLst>
                  <a:ext uri="{FF2B5EF4-FFF2-40B4-BE49-F238E27FC236}">
                    <a16:creationId xmlns:a16="http://schemas.microsoft.com/office/drawing/2014/main" id="{3BB759FF-CB08-40AE-9E38-EC9E80C0F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10" name="Line 130">
                <a:extLst>
                  <a:ext uri="{FF2B5EF4-FFF2-40B4-BE49-F238E27FC236}">
                    <a16:creationId xmlns:a16="http://schemas.microsoft.com/office/drawing/2014/main" id="{CBD1040F-FD3A-45B5-9475-E61E2B859C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11" name="Line 131">
                <a:extLst>
                  <a:ext uri="{FF2B5EF4-FFF2-40B4-BE49-F238E27FC236}">
                    <a16:creationId xmlns:a16="http://schemas.microsoft.com/office/drawing/2014/main" id="{1CB7C23F-1947-41B8-9A6B-31BA7412AA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12" name="Line 132">
                <a:extLst>
                  <a:ext uri="{FF2B5EF4-FFF2-40B4-BE49-F238E27FC236}">
                    <a16:creationId xmlns:a16="http://schemas.microsoft.com/office/drawing/2014/main" id="{9A14A61A-9879-4EBA-B213-683D892719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13" name="Line 133">
                <a:extLst>
                  <a:ext uri="{FF2B5EF4-FFF2-40B4-BE49-F238E27FC236}">
                    <a16:creationId xmlns:a16="http://schemas.microsoft.com/office/drawing/2014/main" id="{DDB86FC7-3EB8-439A-9C1A-55F08D77F6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14" name="Line 134">
                <a:extLst>
                  <a:ext uri="{FF2B5EF4-FFF2-40B4-BE49-F238E27FC236}">
                    <a16:creationId xmlns:a16="http://schemas.microsoft.com/office/drawing/2014/main" id="{84CE4320-18BC-45E7-A6CC-8C5BC4936A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15" name="Line 135">
                <a:extLst>
                  <a:ext uri="{FF2B5EF4-FFF2-40B4-BE49-F238E27FC236}">
                    <a16:creationId xmlns:a16="http://schemas.microsoft.com/office/drawing/2014/main" id="{1FF41C76-0A2D-4298-B4A2-4303278F37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16" name="Line 136">
                <a:extLst>
                  <a:ext uri="{FF2B5EF4-FFF2-40B4-BE49-F238E27FC236}">
                    <a16:creationId xmlns:a16="http://schemas.microsoft.com/office/drawing/2014/main" id="{A17A3FD6-CD2A-4ECC-A74C-6C5EA96D53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17" name="Line 137">
                <a:extLst>
                  <a:ext uri="{FF2B5EF4-FFF2-40B4-BE49-F238E27FC236}">
                    <a16:creationId xmlns:a16="http://schemas.microsoft.com/office/drawing/2014/main" id="{13D87E42-2CA6-4E5D-8FCF-8F75E5A1A1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18" name="Freeform 138">
                <a:extLst>
                  <a:ext uri="{FF2B5EF4-FFF2-40B4-BE49-F238E27FC236}">
                    <a16:creationId xmlns:a16="http://schemas.microsoft.com/office/drawing/2014/main" id="{A7605173-0716-4669-87C6-73071D9EE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19" name="Freeform 139">
                <a:extLst>
                  <a:ext uri="{FF2B5EF4-FFF2-40B4-BE49-F238E27FC236}">
                    <a16:creationId xmlns:a16="http://schemas.microsoft.com/office/drawing/2014/main" id="{78F9DD80-4926-411E-A49B-CF38AAACF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20" name="Rectangle 140">
                <a:extLst>
                  <a:ext uri="{FF2B5EF4-FFF2-40B4-BE49-F238E27FC236}">
                    <a16:creationId xmlns:a16="http://schemas.microsoft.com/office/drawing/2014/main" id="{755CA8FE-E551-4226-A29D-4E1CBB927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21" name="Text Box 141">
                <a:extLst>
                  <a:ext uri="{FF2B5EF4-FFF2-40B4-BE49-F238E27FC236}">
                    <a16:creationId xmlns:a16="http://schemas.microsoft.com/office/drawing/2014/main" id="{49D2D642-CA28-42A8-A831-1BB89C8C38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28822" name="Freeform 142">
                <a:extLst>
                  <a:ext uri="{FF2B5EF4-FFF2-40B4-BE49-F238E27FC236}">
                    <a16:creationId xmlns:a16="http://schemas.microsoft.com/office/drawing/2014/main" id="{31C5D3B1-31FF-427A-BDE0-9968A27D2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23" name="Freeform 143">
                <a:extLst>
                  <a:ext uri="{FF2B5EF4-FFF2-40B4-BE49-F238E27FC236}">
                    <a16:creationId xmlns:a16="http://schemas.microsoft.com/office/drawing/2014/main" id="{650163F9-8B10-45B0-A5C3-0CB08302D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24" name="Freeform 144">
                <a:extLst>
                  <a:ext uri="{FF2B5EF4-FFF2-40B4-BE49-F238E27FC236}">
                    <a16:creationId xmlns:a16="http://schemas.microsoft.com/office/drawing/2014/main" id="{88E28FE9-995C-4F55-A3A3-66F6716FB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25" name="Freeform 145">
                <a:extLst>
                  <a:ext uri="{FF2B5EF4-FFF2-40B4-BE49-F238E27FC236}">
                    <a16:creationId xmlns:a16="http://schemas.microsoft.com/office/drawing/2014/main" id="{6EA3B289-EED0-4475-8E56-6E68522E4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7"/>
                  <a:gd name="T14" fmla="*/ 155 w 155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26" name="Freeform 146">
                <a:extLst>
                  <a:ext uri="{FF2B5EF4-FFF2-40B4-BE49-F238E27FC236}">
                    <a16:creationId xmlns:a16="http://schemas.microsoft.com/office/drawing/2014/main" id="{01A9806A-6EA6-4584-B77F-1E760121A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27" name="Freeform 147">
                <a:extLst>
                  <a:ext uri="{FF2B5EF4-FFF2-40B4-BE49-F238E27FC236}">
                    <a16:creationId xmlns:a16="http://schemas.microsoft.com/office/drawing/2014/main" id="{F14D14F7-50BF-4E80-858A-84D991ED9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28" name="Freeform 148">
                <a:extLst>
                  <a:ext uri="{FF2B5EF4-FFF2-40B4-BE49-F238E27FC236}">
                    <a16:creationId xmlns:a16="http://schemas.microsoft.com/office/drawing/2014/main" id="{8C3F9B48-5C25-48D9-8D64-BDBC80D50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29" name="Freeform 149">
                <a:extLst>
                  <a:ext uri="{FF2B5EF4-FFF2-40B4-BE49-F238E27FC236}">
                    <a16:creationId xmlns:a16="http://schemas.microsoft.com/office/drawing/2014/main" id="{36F08AFD-9D34-4D36-A95A-F0169B628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9"/>
                  <a:gd name="T14" fmla="*/ 155 w 155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30" name="Freeform 150">
                <a:extLst>
                  <a:ext uri="{FF2B5EF4-FFF2-40B4-BE49-F238E27FC236}">
                    <a16:creationId xmlns:a16="http://schemas.microsoft.com/office/drawing/2014/main" id="{56E45A52-7806-4273-B8AC-76993E6F1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31" name="Freeform 151">
                <a:extLst>
                  <a:ext uri="{FF2B5EF4-FFF2-40B4-BE49-F238E27FC236}">
                    <a16:creationId xmlns:a16="http://schemas.microsoft.com/office/drawing/2014/main" id="{B09EA366-A3F4-4FE8-A1C6-B4562C690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32" name="Freeform 152">
                <a:extLst>
                  <a:ext uri="{FF2B5EF4-FFF2-40B4-BE49-F238E27FC236}">
                    <a16:creationId xmlns:a16="http://schemas.microsoft.com/office/drawing/2014/main" id="{4D45B8AB-9EDA-4608-B593-E00CA846B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33" name="Freeform 153">
                <a:extLst>
                  <a:ext uri="{FF2B5EF4-FFF2-40B4-BE49-F238E27FC236}">
                    <a16:creationId xmlns:a16="http://schemas.microsoft.com/office/drawing/2014/main" id="{078312E6-ED40-4734-8F45-B03B76F28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34" name="Freeform 154">
                <a:extLst>
                  <a:ext uri="{FF2B5EF4-FFF2-40B4-BE49-F238E27FC236}">
                    <a16:creationId xmlns:a16="http://schemas.microsoft.com/office/drawing/2014/main" id="{FA2646EC-E805-462E-8D9A-9C4D787F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35" name="Freeform 155">
                <a:extLst>
                  <a:ext uri="{FF2B5EF4-FFF2-40B4-BE49-F238E27FC236}">
                    <a16:creationId xmlns:a16="http://schemas.microsoft.com/office/drawing/2014/main" id="{08909AC4-216C-4A71-B6FD-278A611D0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36" name="Freeform 156">
                <a:extLst>
                  <a:ext uri="{FF2B5EF4-FFF2-40B4-BE49-F238E27FC236}">
                    <a16:creationId xmlns:a16="http://schemas.microsoft.com/office/drawing/2014/main" id="{0317F836-DB89-40FB-9C8C-9D8C7CEDB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37" name="Freeform 157">
                <a:extLst>
                  <a:ext uri="{FF2B5EF4-FFF2-40B4-BE49-F238E27FC236}">
                    <a16:creationId xmlns:a16="http://schemas.microsoft.com/office/drawing/2014/main" id="{D6F7CA9E-4A46-4A71-9D5E-359566D5D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38" name="Freeform 158">
                <a:extLst>
                  <a:ext uri="{FF2B5EF4-FFF2-40B4-BE49-F238E27FC236}">
                    <a16:creationId xmlns:a16="http://schemas.microsoft.com/office/drawing/2014/main" id="{4BF704FB-5A71-462B-B6EB-607D94AD1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8"/>
                  <a:gd name="T20" fmla="*/ 729 w 729"/>
                  <a:gd name="T21" fmla="*/ 658 h 6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39" name="Freeform 159">
                <a:extLst>
                  <a:ext uri="{FF2B5EF4-FFF2-40B4-BE49-F238E27FC236}">
                    <a16:creationId xmlns:a16="http://schemas.microsoft.com/office/drawing/2014/main" id="{D114FE39-6109-4756-8D21-EBD4B72AD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40" name="Freeform 160">
                <a:extLst>
                  <a:ext uri="{FF2B5EF4-FFF2-40B4-BE49-F238E27FC236}">
                    <a16:creationId xmlns:a16="http://schemas.microsoft.com/office/drawing/2014/main" id="{6661DDD1-B890-4BC9-BB29-FE4128749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41" name="Freeform 161">
                <a:extLst>
                  <a:ext uri="{FF2B5EF4-FFF2-40B4-BE49-F238E27FC236}">
                    <a16:creationId xmlns:a16="http://schemas.microsoft.com/office/drawing/2014/main" id="{BBAA6005-845A-4916-A20A-8171B83AC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1"/>
                  <a:gd name="T20" fmla="*/ 708 w 708"/>
                  <a:gd name="T21" fmla="*/ 571 h 5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42" name="Freeform 162">
                <a:extLst>
                  <a:ext uri="{FF2B5EF4-FFF2-40B4-BE49-F238E27FC236}">
                    <a16:creationId xmlns:a16="http://schemas.microsoft.com/office/drawing/2014/main" id="{0A25E2DA-58CA-4FDB-B4D4-883A70F7B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43" name="Freeform 163">
                <a:extLst>
                  <a:ext uri="{FF2B5EF4-FFF2-40B4-BE49-F238E27FC236}">
                    <a16:creationId xmlns:a16="http://schemas.microsoft.com/office/drawing/2014/main" id="{576AD2D7-F229-4FE1-9EC1-8D6494EAC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44" name="Freeform 164">
                <a:extLst>
                  <a:ext uri="{FF2B5EF4-FFF2-40B4-BE49-F238E27FC236}">
                    <a16:creationId xmlns:a16="http://schemas.microsoft.com/office/drawing/2014/main" id="{51EA3C9B-D0BF-4417-9BE9-E90D2B85A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45" name="Freeform 165">
                <a:extLst>
                  <a:ext uri="{FF2B5EF4-FFF2-40B4-BE49-F238E27FC236}">
                    <a16:creationId xmlns:a16="http://schemas.microsoft.com/office/drawing/2014/main" id="{E9552663-ED7B-4DD8-B4CC-FD3963D5A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46" name="Freeform 166">
                <a:extLst>
                  <a:ext uri="{FF2B5EF4-FFF2-40B4-BE49-F238E27FC236}">
                    <a16:creationId xmlns:a16="http://schemas.microsoft.com/office/drawing/2014/main" id="{F78DAD58-273B-446F-80C8-21E670948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47" name="Freeform 167">
                <a:extLst>
                  <a:ext uri="{FF2B5EF4-FFF2-40B4-BE49-F238E27FC236}">
                    <a16:creationId xmlns:a16="http://schemas.microsoft.com/office/drawing/2014/main" id="{163009C7-DF30-4E69-9861-F96112D50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48" name="Freeform 168">
                <a:extLst>
                  <a:ext uri="{FF2B5EF4-FFF2-40B4-BE49-F238E27FC236}">
                    <a16:creationId xmlns:a16="http://schemas.microsoft.com/office/drawing/2014/main" id="{F6EDDAAB-7576-4DDD-9EBB-1522BB908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49" name="Freeform 169">
                <a:extLst>
                  <a:ext uri="{FF2B5EF4-FFF2-40B4-BE49-F238E27FC236}">
                    <a16:creationId xmlns:a16="http://schemas.microsoft.com/office/drawing/2014/main" id="{9D4D95CF-370C-4A4E-9F85-CBF23F04B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50" name="Freeform 170">
                <a:extLst>
                  <a:ext uri="{FF2B5EF4-FFF2-40B4-BE49-F238E27FC236}">
                    <a16:creationId xmlns:a16="http://schemas.microsoft.com/office/drawing/2014/main" id="{028955DD-B84D-43F3-BDDA-2E9C7278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51" name="Freeform 171">
                <a:extLst>
                  <a:ext uri="{FF2B5EF4-FFF2-40B4-BE49-F238E27FC236}">
                    <a16:creationId xmlns:a16="http://schemas.microsoft.com/office/drawing/2014/main" id="{EEC00BAE-0A27-4B59-A60A-7BFD5ED70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52" name="Freeform 172">
                <a:extLst>
                  <a:ext uri="{FF2B5EF4-FFF2-40B4-BE49-F238E27FC236}">
                    <a16:creationId xmlns:a16="http://schemas.microsoft.com/office/drawing/2014/main" id="{8F2FB99F-C696-4244-8EF8-A1556E45C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53" name="Freeform 173">
                <a:extLst>
                  <a:ext uri="{FF2B5EF4-FFF2-40B4-BE49-F238E27FC236}">
                    <a16:creationId xmlns:a16="http://schemas.microsoft.com/office/drawing/2014/main" id="{DC4FAA79-E114-48B1-B7C2-948958C29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54" name="Freeform 174">
                <a:extLst>
                  <a:ext uri="{FF2B5EF4-FFF2-40B4-BE49-F238E27FC236}">
                    <a16:creationId xmlns:a16="http://schemas.microsoft.com/office/drawing/2014/main" id="{649A8407-226A-414C-91BB-EBB55AC7A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55" name="Freeform 175">
                <a:extLst>
                  <a:ext uri="{FF2B5EF4-FFF2-40B4-BE49-F238E27FC236}">
                    <a16:creationId xmlns:a16="http://schemas.microsoft.com/office/drawing/2014/main" id="{C1732F44-70FB-4444-8CBF-7391E64F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56" name="Freeform 176">
                <a:extLst>
                  <a:ext uri="{FF2B5EF4-FFF2-40B4-BE49-F238E27FC236}">
                    <a16:creationId xmlns:a16="http://schemas.microsoft.com/office/drawing/2014/main" id="{B2BA0B34-9724-4C9A-8006-861111DF8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57" name="Freeform 177">
                <a:extLst>
                  <a:ext uri="{FF2B5EF4-FFF2-40B4-BE49-F238E27FC236}">
                    <a16:creationId xmlns:a16="http://schemas.microsoft.com/office/drawing/2014/main" id="{317FD52D-205A-479C-870B-E42EE7792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58" name="Freeform 178">
                <a:extLst>
                  <a:ext uri="{FF2B5EF4-FFF2-40B4-BE49-F238E27FC236}">
                    <a16:creationId xmlns:a16="http://schemas.microsoft.com/office/drawing/2014/main" id="{A921FB52-85D6-4359-B6A8-35E23CB20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59" name="Freeform 179">
                <a:extLst>
                  <a:ext uri="{FF2B5EF4-FFF2-40B4-BE49-F238E27FC236}">
                    <a16:creationId xmlns:a16="http://schemas.microsoft.com/office/drawing/2014/main" id="{35F197DF-1978-4ACB-9DAC-F8C083CDD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60" name="Line 180">
                <a:extLst>
                  <a:ext uri="{FF2B5EF4-FFF2-40B4-BE49-F238E27FC236}">
                    <a16:creationId xmlns:a16="http://schemas.microsoft.com/office/drawing/2014/main" id="{B5D46C44-6987-4904-9BCE-41132ACFB1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61" name="Line 181">
                <a:extLst>
                  <a:ext uri="{FF2B5EF4-FFF2-40B4-BE49-F238E27FC236}">
                    <a16:creationId xmlns:a16="http://schemas.microsoft.com/office/drawing/2014/main" id="{60EC123D-DF67-4F71-B383-637E2D06B2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62" name="Line 182">
                <a:extLst>
                  <a:ext uri="{FF2B5EF4-FFF2-40B4-BE49-F238E27FC236}">
                    <a16:creationId xmlns:a16="http://schemas.microsoft.com/office/drawing/2014/main" id="{BD2C1B00-0FF8-4161-A5F0-4350D805BC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63" name="Rectangle 183">
                <a:extLst>
                  <a:ext uri="{FF2B5EF4-FFF2-40B4-BE49-F238E27FC236}">
                    <a16:creationId xmlns:a16="http://schemas.microsoft.com/office/drawing/2014/main" id="{E02A6939-14F5-48A2-AB77-44C864A9B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64" name="Text Box 184">
                <a:extLst>
                  <a:ext uri="{FF2B5EF4-FFF2-40B4-BE49-F238E27FC236}">
                    <a16:creationId xmlns:a16="http://schemas.microsoft.com/office/drawing/2014/main" id="{C50A686B-D5A6-46DC-9312-998731CA92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28865" name="Rectangle 185">
                <a:extLst>
                  <a:ext uri="{FF2B5EF4-FFF2-40B4-BE49-F238E27FC236}">
                    <a16:creationId xmlns:a16="http://schemas.microsoft.com/office/drawing/2014/main" id="{96B65BC6-41EA-487F-AC3E-A273467C6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66" name="Text Box 186">
                <a:extLst>
                  <a:ext uri="{FF2B5EF4-FFF2-40B4-BE49-F238E27FC236}">
                    <a16:creationId xmlns:a16="http://schemas.microsoft.com/office/drawing/2014/main" id="{EC03A201-E903-4641-A237-7F8AEE100F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28867" name="Rectangle 187">
                <a:extLst>
                  <a:ext uri="{FF2B5EF4-FFF2-40B4-BE49-F238E27FC236}">
                    <a16:creationId xmlns:a16="http://schemas.microsoft.com/office/drawing/2014/main" id="{33FA6098-FDC1-4AF8-8372-01A910FEE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68" name="Text Box 188">
                <a:extLst>
                  <a:ext uri="{FF2B5EF4-FFF2-40B4-BE49-F238E27FC236}">
                    <a16:creationId xmlns:a16="http://schemas.microsoft.com/office/drawing/2014/main" id="{24DBCD3A-4E8D-4D7D-A49C-9C690D5388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28869" name="Line 189">
                <a:extLst>
                  <a:ext uri="{FF2B5EF4-FFF2-40B4-BE49-F238E27FC236}">
                    <a16:creationId xmlns:a16="http://schemas.microsoft.com/office/drawing/2014/main" id="{E8C5067B-05EB-48DF-8609-668FBA6EE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70" name="Line 190">
                <a:extLst>
                  <a:ext uri="{FF2B5EF4-FFF2-40B4-BE49-F238E27FC236}">
                    <a16:creationId xmlns:a16="http://schemas.microsoft.com/office/drawing/2014/main" id="{C8C6D618-C62F-46BA-85A6-41DAFED805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71" name="Line 191">
                <a:extLst>
                  <a:ext uri="{FF2B5EF4-FFF2-40B4-BE49-F238E27FC236}">
                    <a16:creationId xmlns:a16="http://schemas.microsoft.com/office/drawing/2014/main" id="{1C1A6392-21BD-48E2-826D-D9E23D7F80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72" name="Line 192">
                <a:extLst>
                  <a:ext uri="{FF2B5EF4-FFF2-40B4-BE49-F238E27FC236}">
                    <a16:creationId xmlns:a16="http://schemas.microsoft.com/office/drawing/2014/main" id="{023147A2-6840-44A1-A9FA-FDC6D0D12B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73" name="Freeform 193">
                <a:extLst>
                  <a:ext uri="{FF2B5EF4-FFF2-40B4-BE49-F238E27FC236}">
                    <a16:creationId xmlns:a16="http://schemas.microsoft.com/office/drawing/2014/main" id="{18CE8A62-C90D-4CA4-9F4D-D95DE3C89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74" name="Freeform 194">
                <a:extLst>
                  <a:ext uri="{FF2B5EF4-FFF2-40B4-BE49-F238E27FC236}">
                    <a16:creationId xmlns:a16="http://schemas.microsoft.com/office/drawing/2014/main" id="{491EA5B4-3BB3-46E2-B8A9-CD3C8AA4A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  <a:gd name="T6" fmla="*/ 0 w 1"/>
                  <a:gd name="T7" fmla="*/ 0 h 525"/>
                  <a:gd name="T8" fmla="*/ 1 w 1"/>
                  <a:gd name="T9" fmla="*/ 525 h 52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75" name="Freeform 195">
                <a:extLst>
                  <a:ext uri="{FF2B5EF4-FFF2-40B4-BE49-F238E27FC236}">
                    <a16:creationId xmlns:a16="http://schemas.microsoft.com/office/drawing/2014/main" id="{DAD6C2AC-9197-4179-97E8-033A890FD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76" name="Text Box 196">
                <a:extLst>
                  <a:ext uri="{FF2B5EF4-FFF2-40B4-BE49-F238E27FC236}">
                    <a16:creationId xmlns:a16="http://schemas.microsoft.com/office/drawing/2014/main" id="{BA4759F6-6DB9-49E7-83B8-26572D0645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877" name="Text Box 197">
                <a:extLst>
                  <a:ext uri="{FF2B5EF4-FFF2-40B4-BE49-F238E27FC236}">
                    <a16:creationId xmlns:a16="http://schemas.microsoft.com/office/drawing/2014/main" id="{56C95B1E-9612-4A24-8FA5-BE2544A9C7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878" name="Text Box 198">
                <a:extLst>
                  <a:ext uri="{FF2B5EF4-FFF2-40B4-BE49-F238E27FC236}">
                    <a16:creationId xmlns:a16="http://schemas.microsoft.com/office/drawing/2014/main" id="{DF9972D8-4F5E-4F8B-BD17-BA3155FA0C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879" name="Text Box 199">
                <a:extLst>
                  <a:ext uri="{FF2B5EF4-FFF2-40B4-BE49-F238E27FC236}">
                    <a16:creationId xmlns:a16="http://schemas.microsoft.com/office/drawing/2014/main" id="{91475A10-4483-4663-9FA3-50163A6A0A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880" name="Text Box 200">
                <a:extLst>
                  <a:ext uri="{FF2B5EF4-FFF2-40B4-BE49-F238E27FC236}">
                    <a16:creationId xmlns:a16="http://schemas.microsoft.com/office/drawing/2014/main" id="{117573C2-4040-4653-8D1D-ACE88305A0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881" name="Text Box 201">
                <a:extLst>
                  <a:ext uri="{FF2B5EF4-FFF2-40B4-BE49-F238E27FC236}">
                    <a16:creationId xmlns:a16="http://schemas.microsoft.com/office/drawing/2014/main" id="{F14C878C-1F5C-421E-A882-D0A164F35A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882" name="Text Box 202">
                <a:extLst>
                  <a:ext uri="{FF2B5EF4-FFF2-40B4-BE49-F238E27FC236}">
                    <a16:creationId xmlns:a16="http://schemas.microsoft.com/office/drawing/2014/main" id="{F18A46B1-8455-4A33-B995-FA24077E33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883" name="Text Box 203">
                <a:extLst>
                  <a:ext uri="{FF2B5EF4-FFF2-40B4-BE49-F238E27FC236}">
                    <a16:creationId xmlns:a16="http://schemas.microsoft.com/office/drawing/2014/main" id="{90685886-2456-4A5F-88DE-6220F160B6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884" name="Text Box 204">
                <a:extLst>
                  <a:ext uri="{FF2B5EF4-FFF2-40B4-BE49-F238E27FC236}">
                    <a16:creationId xmlns:a16="http://schemas.microsoft.com/office/drawing/2014/main" id="{C8DEE3D9-7ABF-4A62-87BD-B95C951096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885" name="Text Box 205">
                <a:extLst>
                  <a:ext uri="{FF2B5EF4-FFF2-40B4-BE49-F238E27FC236}">
                    <a16:creationId xmlns:a16="http://schemas.microsoft.com/office/drawing/2014/main" id="{81D5FD4D-370A-4A49-A001-BF3E7FA634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28886" name="Text Box 206">
                <a:extLst>
                  <a:ext uri="{FF2B5EF4-FFF2-40B4-BE49-F238E27FC236}">
                    <a16:creationId xmlns:a16="http://schemas.microsoft.com/office/drawing/2014/main" id="{0E779550-4A6C-411E-B0F9-38CAC47DA9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28887" name="Line 207">
                <a:extLst>
                  <a:ext uri="{FF2B5EF4-FFF2-40B4-BE49-F238E27FC236}">
                    <a16:creationId xmlns:a16="http://schemas.microsoft.com/office/drawing/2014/main" id="{9D01DEB3-89C0-4B74-B81D-C496E16672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88" name="Text Box 208">
                <a:extLst>
                  <a:ext uri="{FF2B5EF4-FFF2-40B4-BE49-F238E27FC236}">
                    <a16:creationId xmlns:a16="http://schemas.microsoft.com/office/drawing/2014/main" id="{3E063F06-1636-4460-A619-7AAB973B9B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889" name="Text Box 209">
                <a:extLst>
                  <a:ext uri="{FF2B5EF4-FFF2-40B4-BE49-F238E27FC236}">
                    <a16:creationId xmlns:a16="http://schemas.microsoft.com/office/drawing/2014/main" id="{5413113E-FA6B-43A6-883D-E967362754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28890" name="Text Box 210">
                <a:extLst>
                  <a:ext uri="{FF2B5EF4-FFF2-40B4-BE49-F238E27FC236}">
                    <a16:creationId xmlns:a16="http://schemas.microsoft.com/office/drawing/2014/main" id="{E2CAF598-1C46-4E95-B4E5-0A7140BECE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891" name="Text Box 211">
                <a:extLst>
                  <a:ext uri="{FF2B5EF4-FFF2-40B4-BE49-F238E27FC236}">
                    <a16:creationId xmlns:a16="http://schemas.microsoft.com/office/drawing/2014/main" id="{10ED3F0E-57AE-4A59-B674-42E4C0B48A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8892" name="Text Box 212">
                <a:extLst>
                  <a:ext uri="{FF2B5EF4-FFF2-40B4-BE49-F238E27FC236}">
                    <a16:creationId xmlns:a16="http://schemas.microsoft.com/office/drawing/2014/main" id="{ACE9CE52-7379-4EE6-A037-93918AC040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行</a:t>
                </a:r>
              </a:p>
            </p:txBody>
          </p:sp>
          <p:sp>
            <p:nvSpPr>
              <p:cNvPr id="28893" name="Text Box 213">
                <a:extLst>
                  <a:ext uri="{FF2B5EF4-FFF2-40B4-BE49-F238E27FC236}">
                    <a16:creationId xmlns:a16="http://schemas.microsoft.com/office/drawing/2014/main" id="{71B8D54C-5748-4FFA-9AF8-392A8E2711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28894" name="Text Box 214">
                <a:extLst>
                  <a:ext uri="{FF2B5EF4-FFF2-40B4-BE49-F238E27FC236}">
                    <a16:creationId xmlns:a16="http://schemas.microsoft.com/office/drawing/2014/main" id="{100F1E51-88C0-4DDE-BB1B-B197C2015A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28895" name="Text Box 215">
                <a:extLst>
                  <a:ext uri="{FF2B5EF4-FFF2-40B4-BE49-F238E27FC236}">
                    <a16:creationId xmlns:a16="http://schemas.microsoft.com/office/drawing/2014/main" id="{9E5040F5-35C3-4F5D-B9AC-684F35E03F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28896" name="Text Box 216">
                <a:extLst>
                  <a:ext uri="{FF2B5EF4-FFF2-40B4-BE49-F238E27FC236}">
                    <a16:creationId xmlns:a16="http://schemas.microsoft.com/office/drawing/2014/main" id="{3EC415D6-B8F7-4DCF-A55C-66B8F40D6B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28897" name="Text Box 217">
                <a:extLst>
                  <a:ext uri="{FF2B5EF4-FFF2-40B4-BE49-F238E27FC236}">
                    <a16:creationId xmlns:a16="http://schemas.microsoft.com/office/drawing/2014/main" id="{980CA60E-CBCC-4457-9D4F-A9612A8D82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列</a:t>
                </a:r>
              </a:p>
            </p:txBody>
          </p:sp>
          <p:sp>
            <p:nvSpPr>
              <p:cNvPr id="28898" name="Text Box 218">
                <a:extLst>
                  <a:ext uri="{FF2B5EF4-FFF2-40B4-BE49-F238E27FC236}">
                    <a16:creationId xmlns:a16="http://schemas.microsoft.com/office/drawing/2014/main" id="{C98E8405-3631-4299-BA24-4E96A20A3D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28899" name="Text Box 219">
                <a:extLst>
                  <a:ext uri="{FF2B5EF4-FFF2-40B4-BE49-F238E27FC236}">
                    <a16:creationId xmlns:a16="http://schemas.microsoft.com/office/drawing/2014/main" id="{CC0C4CBB-7852-459B-83DA-EE7A19A187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28900" name="Text Box 220">
                <a:extLst>
                  <a:ext uri="{FF2B5EF4-FFF2-40B4-BE49-F238E27FC236}">
                    <a16:creationId xmlns:a16="http://schemas.microsoft.com/office/drawing/2014/main" id="{464DD9E8-9B12-49F3-9069-3492DE72D9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28901" name="Text Box 221">
                <a:extLst>
                  <a:ext uri="{FF2B5EF4-FFF2-40B4-BE49-F238E27FC236}">
                    <a16:creationId xmlns:a16="http://schemas.microsoft.com/office/drawing/2014/main" id="{A2838A01-DA54-4C5D-900F-8683B84D60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28902" name="Text Box 222">
                <a:extLst>
                  <a:ext uri="{FF2B5EF4-FFF2-40B4-BE49-F238E27FC236}">
                    <a16:creationId xmlns:a16="http://schemas.microsoft.com/office/drawing/2014/main" id="{E8F87FD1-8A60-4EC8-8329-6D6FE6AE12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28903" name="Text Box 223">
                <a:extLst>
                  <a:ext uri="{FF2B5EF4-FFF2-40B4-BE49-F238E27FC236}">
                    <a16:creationId xmlns:a16="http://schemas.microsoft.com/office/drawing/2014/main" id="{D71CC1B6-A924-482B-A50F-57951A239F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28904" name="Text Box 224">
                <a:extLst>
                  <a:ext uri="{FF2B5EF4-FFF2-40B4-BE49-F238E27FC236}">
                    <a16:creationId xmlns:a16="http://schemas.microsoft.com/office/drawing/2014/main" id="{4B611BFC-FD3C-4B1F-B5D7-778BD6770F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28905" name="Text Box 225">
                <a:extLst>
                  <a:ext uri="{FF2B5EF4-FFF2-40B4-BE49-F238E27FC236}">
                    <a16:creationId xmlns:a16="http://schemas.microsoft.com/office/drawing/2014/main" id="{D7D5A2CC-EEDE-479B-93F7-76680ED944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28906" name="Line 226">
                <a:extLst>
                  <a:ext uri="{FF2B5EF4-FFF2-40B4-BE49-F238E27FC236}">
                    <a16:creationId xmlns:a16="http://schemas.microsoft.com/office/drawing/2014/main" id="{746D7525-42A5-4A86-94E7-70A770EEAD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07" name="Line 227">
                <a:extLst>
                  <a:ext uri="{FF2B5EF4-FFF2-40B4-BE49-F238E27FC236}">
                    <a16:creationId xmlns:a16="http://schemas.microsoft.com/office/drawing/2014/main" id="{FD67EDAA-4C11-4046-B105-782D9E4EE4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08" name="Line 228">
                <a:extLst>
                  <a:ext uri="{FF2B5EF4-FFF2-40B4-BE49-F238E27FC236}">
                    <a16:creationId xmlns:a16="http://schemas.microsoft.com/office/drawing/2014/main" id="{A9FE7A59-032F-400E-8428-84E7FE988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09" name="Line 229">
                <a:extLst>
                  <a:ext uri="{FF2B5EF4-FFF2-40B4-BE49-F238E27FC236}">
                    <a16:creationId xmlns:a16="http://schemas.microsoft.com/office/drawing/2014/main" id="{E6CB7023-FD1C-49D8-8914-2444EC633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10" name="Line 230">
                <a:extLst>
                  <a:ext uri="{FF2B5EF4-FFF2-40B4-BE49-F238E27FC236}">
                    <a16:creationId xmlns:a16="http://schemas.microsoft.com/office/drawing/2014/main" id="{13CFA4B2-0C67-4D43-A2F6-211D889741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11" name="Line 231">
                <a:extLst>
                  <a:ext uri="{FF2B5EF4-FFF2-40B4-BE49-F238E27FC236}">
                    <a16:creationId xmlns:a16="http://schemas.microsoft.com/office/drawing/2014/main" id="{4E537948-8B8A-4202-92D5-1D1947FEF0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12" name="Line 232">
                <a:extLst>
                  <a:ext uri="{FF2B5EF4-FFF2-40B4-BE49-F238E27FC236}">
                    <a16:creationId xmlns:a16="http://schemas.microsoft.com/office/drawing/2014/main" id="{E5FC5E88-42DB-4B2A-B249-C51E2E8F57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13" name="Line 233">
                <a:extLst>
                  <a:ext uri="{FF2B5EF4-FFF2-40B4-BE49-F238E27FC236}">
                    <a16:creationId xmlns:a16="http://schemas.microsoft.com/office/drawing/2014/main" id="{324F1BFC-84E7-47B9-A397-7474DA96C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14" name="Line 234">
                <a:extLst>
                  <a:ext uri="{FF2B5EF4-FFF2-40B4-BE49-F238E27FC236}">
                    <a16:creationId xmlns:a16="http://schemas.microsoft.com/office/drawing/2014/main" id="{D22B6D9E-1968-4991-9CAB-CC5C446665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15" name="Line 235">
                <a:extLst>
                  <a:ext uri="{FF2B5EF4-FFF2-40B4-BE49-F238E27FC236}">
                    <a16:creationId xmlns:a16="http://schemas.microsoft.com/office/drawing/2014/main" id="{CB9A4C6E-8FAE-4A44-BDE0-03143CFB79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16" name="Text Box 236">
                <a:extLst>
                  <a:ext uri="{FF2B5EF4-FFF2-40B4-BE49-F238E27FC236}">
                    <a16:creationId xmlns:a16="http://schemas.microsoft.com/office/drawing/2014/main" id="{B5500E42-8F87-4185-8A43-9692CE49EC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WE</a:t>
                </a:r>
              </a:p>
            </p:txBody>
          </p:sp>
          <p:sp>
            <p:nvSpPr>
              <p:cNvPr id="28917" name="Line 237">
                <a:extLst>
                  <a:ext uri="{FF2B5EF4-FFF2-40B4-BE49-F238E27FC236}">
                    <a16:creationId xmlns:a16="http://schemas.microsoft.com/office/drawing/2014/main" id="{29CA664D-5E94-4F42-A05F-5EE87ED191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18" name="Text Box 238">
                <a:extLst>
                  <a:ext uri="{FF2B5EF4-FFF2-40B4-BE49-F238E27FC236}">
                    <a16:creationId xmlns:a16="http://schemas.microsoft.com/office/drawing/2014/main" id="{BE274012-4796-492F-B08D-4CE78AFEAF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CS</a:t>
                </a:r>
              </a:p>
            </p:txBody>
          </p:sp>
          <p:sp>
            <p:nvSpPr>
              <p:cNvPr id="28919" name="Line 239">
                <a:extLst>
                  <a:ext uri="{FF2B5EF4-FFF2-40B4-BE49-F238E27FC236}">
                    <a16:creationId xmlns:a16="http://schemas.microsoft.com/office/drawing/2014/main" id="{E8C1A67F-849F-455E-B9C0-AF84BD4245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28705" name="Group 240">
              <a:extLst>
                <a:ext uri="{FF2B5EF4-FFF2-40B4-BE49-F238E27FC236}">
                  <a16:creationId xmlns:a16="http://schemas.microsoft.com/office/drawing/2014/main" id="{8DEA1929-D372-4A36-B7FE-82FB4CDF96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28706" name="Text Box 241">
                <a:extLst>
                  <a:ext uri="{FF2B5EF4-FFF2-40B4-BE49-F238E27FC236}">
                    <a16:creationId xmlns:a16="http://schemas.microsoft.com/office/drawing/2014/main" id="{05072D04-C606-41A9-8763-9F5181857C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07" name="Text Box 242">
                <a:extLst>
                  <a:ext uri="{FF2B5EF4-FFF2-40B4-BE49-F238E27FC236}">
                    <a16:creationId xmlns:a16="http://schemas.microsoft.com/office/drawing/2014/main" id="{0AD5B742-2135-4A97-AD93-4B59BE7C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08" name="Text Box 243">
                <a:extLst>
                  <a:ext uri="{FF2B5EF4-FFF2-40B4-BE49-F238E27FC236}">
                    <a16:creationId xmlns:a16="http://schemas.microsoft.com/office/drawing/2014/main" id="{CACAB601-3545-40F1-ABE8-410F3C9C7A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09" name="Text Box 244">
                <a:extLst>
                  <a:ext uri="{FF2B5EF4-FFF2-40B4-BE49-F238E27FC236}">
                    <a16:creationId xmlns:a16="http://schemas.microsoft.com/office/drawing/2014/main" id="{7B37331A-3350-488D-81DB-2D67A8F1E6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10" name="Text Box 245">
                <a:extLst>
                  <a:ext uri="{FF2B5EF4-FFF2-40B4-BE49-F238E27FC236}">
                    <a16:creationId xmlns:a16="http://schemas.microsoft.com/office/drawing/2014/main" id="{BC04E9BA-3153-4BF8-8CEB-AC9500FC85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11" name="Text Box 246">
                <a:extLst>
                  <a:ext uri="{FF2B5EF4-FFF2-40B4-BE49-F238E27FC236}">
                    <a16:creationId xmlns:a16="http://schemas.microsoft.com/office/drawing/2014/main" id="{C484AD0F-9BF9-4A30-8FC6-4B37FCA3AB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12" name="Text Box 247">
                <a:extLst>
                  <a:ext uri="{FF2B5EF4-FFF2-40B4-BE49-F238E27FC236}">
                    <a16:creationId xmlns:a16="http://schemas.microsoft.com/office/drawing/2014/main" id="{C5172C18-0246-47DC-B26A-808A87CF9B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13" name="Text Box 248">
                <a:extLst>
                  <a:ext uri="{FF2B5EF4-FFF2-40B4-BE49-F238E27FC236}">
                    <a16:creationId xmlns:a16="http://schemas.microsoft.com/office/drawing/2014/main" id="{9BFE1330-5BDA-4147-B1CC-FF86CA6B82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14" name="Text Box 249">
                <a:extLst>
                  <a:ext uri="{FF2B5EF4-FFF2-40B4-BE49-F238E27FC236}">
                    <a16:creationId xmlns:a16="http://schemas.microsoft.com/office/drawing/2014/main" id="{9CFA199D-1A7C-4D10-A1E0-298960A091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8715" name="Text Box 250">
                <a:extLst>
                  <a:ext uri="{FF2B5EF4-FFF2-40B4-BE49-F238E27FC236}">
                    <a16:creationId xmlns:a16="http://schemas.microsoft.com/office/drawing/2014/main" id="{1438EEC2-B5A8-4136-A8E9-F2E6BF6BA1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</p:grpSp>
      </p:grpSp>
      <p:sp>
        <p:nvSpPr>
          <p:cNvPr id="28677" name="Text Box 252">
            <a:extLst>
              <a:ext uri="{FF2B5EF4-FFF2-40B4-BE49-F238E27FC236}">
                <a16:creationId xmlns:a16="http://schemas.microsoft.com/office/drawing/2014/main" id="{2B243A43-E429-4056-B6B1-1CEA41590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②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</a:p>
        </p:txBody>
      </p:sp>
      <p:grpSp>
        <p:nvGrpSpPr>
          <p:cNvPr id="12" name="Group 253">
            <a:extLst>
              <a:ext uri="{FF2B5EF4-FFF2-40B4-BE49-F238E27FC236}">
                <a16:creationId xmlns:a16="http://schemas.microsoft.com/office/drawing/2014/main" id="{5177628A-8883-43DF-8E1C-58E4F81AA667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28680" name="Group 254">
              <a:extLst>
                <a:ext uri="{FF2B5EF4-FFF2-40B4-BE49-F238E27FC236}">
                  <a16:creationId xmlns:a16="http://schemas.microsoft.com/office/drawing/2014/main" id="{BD91D429-042D-43DF-AE03-357F6C5BF2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8685" name="Group 255">
                <a:extLst>
                  <a:ext uri="{FF2B5EF4-FFF2-40B4-BE49-F238E27FC236}">
                    <a16:creationId xmlns:a16="http://schemas.microsoft.com/office/drawing/2014/main" id="{ACE6439E-96B3-4E5C-ADDF-17B44CDA21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28696" name="Rectangle 256">
                  <a:extLst>
                    <a:ext uri="{FF2B5EF4-FFF2-40B4-BE49-F238E27FC236}">
                      <a16:creationId xmlns:a16="http://schemas.microsoft.com/office/drawing/2014/main" id="{AF20C39E-865B-489D-B040-389FE5E5B1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28697" name="Rectangle 257">
                  <a:extLst>
                    <a:ext uri="{FF2B5EF4-FFF2-40B4-BE49-F238E27FC236}">
                      <a16:creationId xmlns:a16="http://schemas.microsoft.com/office/drawing/2014/main" id="{79911DAA-EA2D-4EC4-90DD-04906C9842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28698" name="Rectangle 258">
                  <a:extLst>
                    <a:ext uri="{FF2B5EF4-FFF2-40B4-BE49-F238E27FC236}">
                      <a16:creationId xmlns:a16="http://schemas.microsoft.com/office/drawing/2014/main" id="{3C4A31D8-C063-4958-B505-352B942BEC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31</a:t>
                  </a:r>
                </a:p>
              </p:txBody>
            </p:sp>
            <p:sp>
              <p:nvSpPr>
                <p:cNvPr id="28699" name="Rectangle 259">
                  <a:extLst>
                    <a:ext uri="{FF2B5EF4-FFF2-40B4-BE49-F238E27FC236}">
                      <a16:creationId xmlns:a16="http://schemas.microsoft.com/office/drawing/2014/main" id="{F7B1169E-0B04-47A4-BBB8-94F0509F20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16</a:t>
                  </a:r>
                </a:p>
              </p:txBody>
            </p:sp>
            <p:sp>
              <p:nvSpPr>
                <p:cNvPr id="28700" name="Rectangle 260">
                  <a:extLst>
                    <a:ext uri="{FF2B5EF4-FFF2-40B4-BE49-F238E27FC236}">
                      <a16:creationId xmlns:a16="http://schemas.microsoft.com/office/drawing/2014/main" id="{79600C5D-6A04-48D5-A13E-C543591574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47</a:t>
                  </a:r>
                </a:p>
              </p:txBody>
            </p:sp>
            <p:sp>
              <p:nvSpPr>
                <p:cNvPr id="28701" name="Rectangle 261">
                  <a:extLst>
                    <a:ext uri="{FF2B5EF4-FFF2-40B4-BE49-F238E27FC236}">
                      <a16:creationId xmlns:a16="http://schemas.microsoft.com/office/drawing/2014/main" id="{DE3D8345-DEB2-440E-9623-09BF96014E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32</a:t>
                  </a:r>
                </a:p>
              </p:txBody>
            </p:sp>
            <p:sp>
              <p:nvSpPr>
                <p:cNvPr id="28702" name="Rectangle 262">
                  <a:extLst>
                    <a:ext uri="{FF2B5EF4-FFF2-40B4-BE49-F238E27FC236}">
                      <a16:creationId xmlns:a16="http://schemas.microsoft.com/office/drawing/2014/main" id="{F8FCA10F-45B0-4404-A97F-945D16F3C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28703" name="Rectangle 263">
                  <a:extLst>
                    <a:ext uri="{FF2B5EF4-FFF2-40B4-BE49-F238E27FC236}">
                      <a16:creationId xmlns:a16="http://schemas.microsoft.com/office/drawing/2014/main" id="{2CF0F6B3-518F-4563-A1CD-3BE920D1D4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48</a:t>
                  </a:r>
                </a:p>
              </p:txBody>
            </p:sp>
          </p:grpSp>
          <p:grpSp>
            <p:nvGrpSpPr>
              <p:cNvPr id="28686" name="Group 264">
                <a:extLst>
                  <a:ext uri="{FF2B5EF4-FFF2-40B4-BE49-F238E27FC236}">
                    <a16:creationId xmlns:a16="http://schemas.microsoft.com/office/drawing/2014/main" id="{1AEE33B0-13FA-430C-893F-C29A1CC7AE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28687" name="Freeform 265">
                  <a:extLst>
                    <a:ext uri="{FF2B5EF4-FFF2-40B4-BE49-F238E27FC236}">
                      <a16:creationId xmlns:a16="http://schemas.microsoft.com/office/drawing/2014/main" id="{AAE31589-335B-47FA-954B-0CA8826777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8688" name="Line 266">
                  <a:extLst>
                    <a:ext uri="{FF2B5EF4-FFF2-40B4-BE49-F238E27FC236}">
                      <a16:creationId xmlns:a16="http://schemas.microsoft.com/office/drawing/2014/main" id="{D08250CF-D857-4B96-8792-4934648DE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8689" name="Line 267">
                  <a:extLst>
                    <a:ext uri="{FF2B5EF4-FFF2-40B4-BE49-F238E27FC236}">
                      <a16:creationId xmlns:a16="http://schemas.microsoft.com/office/drawing/2014/main" id="{3ED1CFCE-D44B-4388-842B-6C228D8817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8690" name="Line 268">
                  <a:extLst>
                    <a:ext uri="{FF2B5EF4-FFF2-40B4-BE49-F238E27FC236}">
                      <a16:creationId xmlns:a16="http://schemas.microsoft.com/office/drawing/2014/main" id="{5D2E42EF-2217-43DC-99D6-7DB0581498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8691" name="Line 269">
                  <a:extLst>
                    <a:ext uri="{FF2B5EF4-FFF2-40B4-BE49-F238E27FC236}">
                      <a16:creationId xmlns:a16="http://schemas.microsoft.com/office/drawing/2014/main" id="{B582BEEA-4218-4459-9E79-9EE72A92E3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8692" name="Line 270">
                  <a:extLst>
                    <a:ext uri="{FF2B5EF4-FFF2-40B4-BE49-F238E27FC236}">
                      <a16:creationId xmlns:a16="http://schemas.microsoft.com/office/drawing/2014/main" id="{450DB787-A4F5-4981-A527-C325457C56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8693" name="Line 271">
                  <a:extLst>
                    <a:ext uri="{FF2B5EF4-FFF2-40B4-BE49-F238E27FC236}">
                      <a16:creationId xmlns:a16="http://schemas.microsoft.com/office/drawing/2014/main" id="{B22F6FA8-D93F-4872-A5AF-DD135A6D5E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8694" name="Line 272">
                  <a:extLst>
                    <a:ext uri="{FF2B5EF4-FFF2-40B4-BE49-F238E27FC236}">
                      <a16:creationId xmlns:a16="http://schemas.microsoft.com/office/drawing/2014/main" id="{B3145975-36D6-490A-A089-699E78A4A5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8695" name="Line 273">
                  <a:extLst>
                    <a:ext uri="{FF2B5EF4-FFF2-40B4-BE49-F238E27FC236}">
                      <a16:creationId xmlns:a16="http://schemas.microsoft.com/office/drawing/2014/main" id="{31904417-ACB0-4AD4-A4F1-8E2ED5DCC5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28681" name="Text Box 274">
              <a:extLst>
                <a:ext uri="{FF2B5EF4-FFF2-40B4-BE49-F238E27FC236}">
                  <a16:creationId xmlns:a16="http://schemas.microsoft.com/office/drawing/2014/main" id="{76049B75-A862-4B56-BC7E-6B6738B9B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8682" name="Text Box 275">
              <a:extLst>
                <a:ext uri="{FF2B5EF4-FFF2-40B4-BE49-F238E27FC236}">
                  <a16:creationId xmlns:a16="http://schemas.microsoft.com/office/drawing/2014/main" id="{B8E0B4A2-8174-40AD-A7C5-D6F3821B04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8683" name="Text Box 276">
              <a:extLst>
                <a:ext uri="{FF2B5EF4-FFF2-40B4-BE49-F238E27FC236}">
                  <a16:creationId xmlns:a16="http://schemas.microsoft.com/office/drawing/2014/main" id="{AB5288F5-588C-47EA-A889-9D214125C8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8684" name="Text Box 277">
              <a:extLst>
                <a:ext uri="{FF2B5EF4-FFF2-40B4-BE49-F238E27FC236}">
                  <a16:creationId xmlns:a16="http://schemas.microsoft.com/office/drawing/2014/main" id="{A8FF116E-1477-4178-9252-A9FE6B504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98" name="Group 2">
            <a:extLst>
              <a:ext uri="{FF2B5EF4-FFF2-40B4-BE49-F238E27FC236}">
                <a16:creationId xmlns:a16="http://schemas.microsoft.com/office/drawing/2014/main" id="{7D54E3A7-DE32-4C9A-B823-460C964DDF71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30006" name="Line 3">
              <a:extLst>
                <a:ext uri="{FF2B5EF4-FFF2-40B4-BE49-F238E27FC236}">
                  <a16:creationId xmlns:a16="http://schemas.microsoft.com/office/drawing/2014/main" id="{416707BC-EEDA-4CA3-BBFC-C02703FA4D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07" name="Freeform 4">
              <a:extLst>
                <a:ext uri="{FF2B5EF4-FFF2-40B4-BE49-F238E27FC236}">
                  <a16:creationId xmlns:a16="http://schemas.microsoft.com/office/drawing/2014/main" id="{918D1150-775B-4C81-8C97-994B3F54A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08" name="Line 5">
              <a:extLst>
                <a:ext uri="{FF2B5EF4-FFF2-40B4-BE49-F238E27FC236}">
                  <a16:creationId xmlns:a16="http://schemas.microsoft.com/office/drawing/2014/main" id="{72B15790-EE09-4329-AAF7-385C686995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09" name="Freeform 6">
              <a:extLst>
                <a:ext uri="{FF2B5EF4-FFF2-40B4-BE49-F238E27FC236}">
                  <a16:creationId xmlns:a16="http://schemas.microsoft.com/office/drawing/2014/main" id="{449A6113-D3C3-4F47-A308-1E00E506D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10" name="Line 7">
              <a:extLst>
                <a:ext uri="{FF2B5EF4-FFF2-40B4-BE49-F238E27FC236}">
                  <a16:creationId xmlns:a16="http://schemas.microsoft.com/office/drawing/2014/main" id="{8CE77DD7-2FBE-4A9C-AB7F-A18A54727C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11" name="Text Box 8">
              <a:extLst>
                <a:ext uri="{FF2B5EF4-FFF2-40B4-BE49-F238E27FC236}">
                  <a16:creationId xmlns:a16="http://schemas.microsoft.com/office/drawing/2014/main" id="{402995EE-9EAD-448E-A3C8-636218A85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30012" name="Text Box 9">
              <a:extLst>
                <a:ext uri="{FF2B5EF4-FFF2-40B4-BE49-F238E27FC236}">
                  <a16:creationId xmlns:a16="http://schemas.microsoft.com/office/drawing/2014/main" id="{F61B363E-352F-496D-BF79-ADCAA5E9A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30013" name="Text Box 10">
              <a:extLst>
                <a:ext uri="{FF2B5EF4-FFF2-40B4-BE49-F238E27FC236}">
                  <a16:creationId xmlns:a16="http://schemas.microsoft.com/office/drawing/2014/main" id="{7C401F52-7109-4123-A99C-B95371D36F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30014" name="Text Box 11">
              <a:extLst>
                <a:ext uri="{FF2B5EF4-FFF2-40B4-BE49-F238E27FC236}">
                  <a16:creationId xmlns:a16="http://schemas.microsoft.com/office/drawing/2014/main" id="{FB0D0281-D9FF-4B44-BD67-394D2E797A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30015" name="Line 12">
              <a:extLst>
                <a:ext uri="{FF2B5EF4-FFF2-40B4-BE49-F238E27FC236}">
                  <a16:creationId xmlns:a16="http://schemas.microsoft.com/office/drawing/2014/main" id="{D5B19F3C-3C22-4B6B-AA33-EE90CD738B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16" name="Line 13">
              <a:extLst>
                <a:ext uri="{FF2B5EF4-FFF2-40B4-BE49-F238E27FC236}">
                  <a16:creationId xmlns:a16="http://schemas.microsoft.com/office/drawing/2014/main" id="{D486BBAB-FC89-44C6-82AB-8821BD898D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17" name="Line 14">
              <a:extLst>
                <a:ext uri="{FF2B5EF4-FFF2-40B4-BE49-F238E27FC236}">
                  <a16:creationId xmlns:a16="http://schemas.microsoft.com/office/drawing/2014/main" id="{66DE24E2-4168-47E5-A02C-1532C280C1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18" name="Line 15">
              <a:extLst>
                <a:ext uri="{FF2B5EF4-FFF2-40B4-BE49-F238E27FC236}">
                  <a16:creationId xmlns:a16="http://schemas.microsoft.com/office/drawing/2014/main" id="{EBF3B79F-7378-4F40-BE45-934BDEC1E9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19" name="Line 16">
              <a:extLst>
                <a:ext uri="{FF2B5EF4-FFF2-40B4-BE49-F238E27FC236}">
                  <a16:creationId xmlns:a16="http://schemas.microsoft.com/office/drawing/2014/main" id="{7873A6EF-5987-4F20-86F4-2734AD47D5F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20" name="Line 17">
              <a:extLst>
                <a:ext uri="{FF2B5EF4-FFF2-40B4-BE49-F238E27FC236}">
                  <a16:creationId xmlns:a16="http://schemas.microsoft.com/office/drawing/2014/main" id="{22B32B03-0884-4CB8-8670-E3E2ECE47F2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21" name="Line 18">
              <a:extLst>
                <a:ext uri="{FF2B5EF4-FFF2-40B4-BE49-F238E27FC236}">
                  <a16:creationId xmlns:a16="http://schemas.microsoft.com/office/drawing/2014/main" id="{79CB2F42-40E3-4250-8AA2-5B4F006C061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22" name="Line 19">
              <a:extLst>
                <a:ext uri="{FF2B5EF4-FFF2-40B4-BE49-F238E27FC236}">
                  <a16:creationId xmlns:a16="http://schemas.microsoft.com/office/drawing/2014/main" id="{0E384B62-DA7A-4683-94B1-1FD5FFF7D1F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9700" name="Text Box 21">
            <a:extLst>
              <a:ext uri="{FF2B5EF4-FFF2-40B4-BE49-F238E27FC236}">
                <a16:creationId xmlns:a16="http://schemas.microsoft.com/office/drawing/2014/main" id="{E32A23B7-3786-4E5E-BB27-7352CF8F34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③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</a:p>
        </p:txBody>
      </p:sp>
      <p:grpSp>
        <p:nvGrpSpPr>
          <p:cNvPr id="29701" name="Group 22">
            <a:extLst>
              <a:ext uri="{FF2B5EF4-FFF2-40B4-BE49-F238E27FC236}">
                <a16:creationId xmlns:a16="http://schemas.microsoft.com/office/drawing/2014/main" id="{4B48CF34-DBB9-4DBD-B96D-DB3AD79996AF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sp>
          <p:nvSpPr>
            <p:cNvPr id="29788" name="Rectangle 23">
              <a:extLst>
                <a:ext uri="{FF2B5EF4-FFF2-40B4-BE49-F238E27FC236}">
                  <a16:creationId xmlns:a16="http://schemas.microsoft.com/office/drawing/2014/main" id="{4061FC99-0A82-4B4E-BD3E-8105E83AD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789" name="Rectangle 24">
              <a:extLst>
                <a:ext uri="{FF2B5EF4-FFF2-40B4-BE49-F238E27FC236}">
                  <a16:creationId xmlns:a16="http://schemas.microsoft.com/office/drawing/2014/main" id="{C5ED587A-7662-4ADB-80F3-7531D5CB9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29790" name="Text Box 25">
              <a:extLst>
                <a:ext uri="{FF2B5EF4-FFF2-40B4-BE49-F238E27FC236}">
                  <a16:creationId xmlns:a16="http://schemas.microsoft.com/office/drawing/2014/main" id="{A3F839B0-58B7-470D-BA93-E78F150566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791" name="Rectangle 26">
              <a:extLst>
                <a:ext uri="{FF2B5EF4-FFF2-40B4-BE49-F238E27FC236}">
                  <a16:creationId xmlns:a16="http://schemas.microsoft.com/office/drawing/2014/main" id="{E2DAA6C4-6E45-471D-AFAE-90FF92578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92" name="Rectangle 27">
              <a:extLst>
                <a:ext uri="{FF2B5EF4-FFF2-40B4-BE49-F238E27FC236}">
                  <a16:creationId xmlns:a16="http://schemas.microsoft.com/office/drawing/2014/main" id="{3FE45FA8-0F50-42ED-AA83-60EE60BF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31</a:t>
              </a:r>
            </a:p>
          </p:txBody>
        </p:sp>
        <p:sp>
          <p:nvSpPr>
            <p:cNvPr id="29793" name="Text Box 28">
              <a:extLst>
                <a:ext uri="{FF2B5EF4-FFF2-40B4-BE49-F238E27FC236}">
                  <a16:creationId xmlns:a16="http://schemas.microsoft.com/office/drawing/2014/main" id="{C7BE0992-526A-461D-9601-E76304A177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794" name="Rectangle 29">
              <a:extLst>
                <a:ext uri="{FF2B5EF4-FFF2-40B4-BE49-F238E27FC236}">
                  <a16:creationId xmlns:a16="http://schemas.microsoft.com/office/drawing/2014/main" id="{29BE5311-9F5E-4119-B086-8478207F7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29795" name="Rectangle 30">
              <a:extLst>
                <a:ext uri="{FF2B5EF4-FFF2-40B4-BE49-F238E27FC236}">
                  <a16:creationId xmlns:a16="http://schemas.microsoft.com/office/drawing/2014/main" id="{49EA13D2-F623-445F-B281-DA74E56D0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47</a:t>
              </a:r>
            </a:p>
          </p:txBody>
        </p:sp>
        <p:sp>
          <p:nvSpPr>
            <p:cNvPr id="29796" name="Text Box 31">
              <a:extLst>
                <a:ext uri="{FF2B5EF4-FFF2-40B4-BE49-F238E27FC236}">
                  <a16:creationId xmlns:a16="http://schemas.microsoft.com/office/drawing/2014/main" id="{8C0F26A6-5E49-41B7-BC6E-FBFDE8C297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797" name="Rectangle 32">
              <a:extLst>
                <a:ext uri="{FF2B5EF4-FFF2-40B4-BE49-F238E27FC236}">
                  <a16:creationId xmlns:a16="http://schemas.microsoft.com/office/drawing/2014/main" id="{015FCDE3-9C7D-49E8-8943-19E6FAF73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29798" name="Rectangle 33">
              <a:extLst>
                <a:ext uri="{FF2B5EF4-FFF2-40B4-BE49-F238E27FC236}">
                  <a16:creationId xmlns:a16="http://schemas.microsoft.com/office/drawing/2014/main" id="{921DB824-79A4-4E2A-B42D-0774BA112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29799" name="Text Box 34">
              <a:extLst>
                <a:ext uri="{FF2B5EF4-FFF2-40B4-BE49-F238E27FC236}">
                  <a16:creationId xmlns:a16="http://schemas.microsoft.com/office/drawing/2014/main" id="{269D65CC-56D9-4EBC-8C67-F98918EF1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800" name="Rectangle 35">
              <a:extLst>
                <a:ext uri="{FF2B5EF4-FFF2-40B4-BE49-F238E27FC236}">
                  <a16:creationId xmlns:a16="http://schemas.microsoft.com/office/drawing/2014/main" id="{977F767A-29A8-45F7-A8EB-417BCD449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29801" name="Rectangle 36">
              <a:extLst>
                <a:ext uri="{FF2B5EF4-FFF2-40B4-BE49-F238E27FC236}">
                  <a16:creationId xmlns:a16="http://schemas.microsoft.com/office/drawing/2014/main" id="{F5B3BBB9-87C8-4C7B-A933-270E5AF5A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29802" name="Rectangle 37">
              <a:extLst>
                <a:ext uri="{FF2B5EF4-FFF2-40B4-BE49-F238E27FC236}">
                  <a16:creationId xmlns:a16="http://schemas.microsoft.com/office/drawing/2014/main" id="{B3F327F1-A49C-497D-8D5B-54F0D88E0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03" name="Rectangle 38">
              <a:extLst>
                <a:ext uri="{FF2B5EF4-FFF2-40B4-BE49-F238E27FC236}">
                  <a16:creationId xmlns:a16="http://schemas.microsoft.com/office/drawing/2014/main" id="{1C29FD07-09C1-4D2B-AFEA-C128DE9E6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31</a:t>
              </a:r>
            </a:p>
          </p:txBody>
        </p:sp>
        <p:sp>
          <p:nvSpPr>
            <p:cNvPr id="29804" name="Rectangle 39">
              <a:extLst>
                <a:ext uri="{FF2B5EF4-FFF2-40B4-BE49-F238E27FC236}">
                  <a16:creationId xmlns:a16="http://schemas.microsoft.com/office/drawing/2014/main" id="{1AB2312E-6FF3-422C-9789-EB4A991CE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29805" name="Rectangle 40">
              <a:extLst>
                <a:ext uri="{FF2B5EF4-FFF2-40B4-BE49-F238E27FC236}">
                  <a16:creationId xmlns:a16="http://schemas.microsoft.com/office/drawing/2014/main" id="{4AFBE265-519E-414A-87F9-F6E0F544D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47</a:t>
              </a:r>
            </a:p>
          </p:txBody>
        </p:sp>
        <p:sp>
          <p:nvSpPr>
            <p:cNvPr id="29806" name="Rectangle 41">
              <a:extLst>
                <a:ext uri="{FF2B5EF4-FFF2-40B4-BE49-F238E27FC236}">
                  <a16:creationId xmlns:a16="http://schemas.microsoft.com/office/drawing/2014/main" id="{2F4F707A-3894-4C4F-892E-DA85A1E24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29807" name="Rectangle 42">
              <a:extLst>
                <a:ext uri="{FF2B5EF4-FFF2-40B4-BE49-F238E27FC236}">
                  <a16:creationId xmlns:a16="http://schemas.microsoft.com/office/drawing/2014/main" id="{80275ADD-9C5D-4E2C-99E4-13A0370FC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29808" name="Rectangle 43">
              <a:extLst>
                <a:ext uri="{FF2B5EF4-FFF2-40B4-BE49-F238E27FC236}">
                  <a16:creationId xmlns:a16="http://schemas.microsoft.com/office/drawing/2014/main" id="{71CCAD2C-98AD-42B8-A8BD-D446E60EA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29809" name="Line 44">
              <a:extLst>
                <a:ext uri="{FF2B5EF4-FFF2-40B4-BE49-F238E27FC236}">
                  <a16:creationId xmlns:a16="http://schemas.microsoft.com/office/drawing/2014/main" id="{3EEBA52A-6B88-4E49-B38A-84E12945D1D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10" name="Line 45">
              <a:extLst>
                <a:ext uri="{FF2B5EF4-FFF2-40B4-BE49-F238E27FC236}">
                  <a16:creationId xmlns:a16="http://schemas.microsoft.com/office/drawing/2014/main" id="{5A566E3F-A5DC-42C1-883D-5978906A860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11" name="Freeform 46">
              <a:extLst>
                <a:ext uri="{FF2B5EF4-FFF2-40B4-BE49-F238E27FC236}">
                  <a16:creationId xmlns:a16="http://schemas.microsoft.com/office/drawing/2014/main" id="{DDF05EA2-521E-4030-B609-DA54FD7CF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12" name="Line 47">
              <a:extLst>
                <a:ext uri="{FF2B5EF4-FFF2-40B4-BE49-F238E27FC236}">
                  <a16:creationId xmlns:a16="http://schemas.microsoft.com/office/drawing/2014/main" id="{72C30CC7-124D-4B74-8613-E543F65905E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13" name="Line 48">
              <a:extLst>
                <a:ext uri="{FF2B5EF4-FFF2-40B4-BE49-F238E27FC236}">
                  <a16:creationId xmlns:a16="http://schemas.microsoft.com/office/drawing/2014/main" id="{5E845E6D-FCAC-4CBA-BCC7-A80334933E8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14" name="Freeform 49">
              <a:extLst>
                <a:ext uri="{FF2B5EF4-FFF2-40B4-BE49-F238E27FC236}">
                  <a16:creationId xmlns:a16="http://schemas.microsoft.com/office/drawing/2014/main" id="{9F414E28-D519-468A-9832-8E1D276AD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  <a:gd name="T6" fmla="*/ 0 w 112"/>
                <a:gd name="T7" fmla="*/ 0 h 1"/>
                <a:gd name="T8" fmla="*/ 112 w 1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15" name="Freeform 50">
              <a:extLst>
                <a:ext uri="{FF2B5EF4-FFF2-40B4-BE49-F238E27FC236}">
                  <a16:creationId xmlns:a16="http://schemas.microsoft.com/office/drawing/2014/main" id="{609E2D20-E0A3-40D8-A7F1-AF29CC0E5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9"/>
                <a:gd name="T14" fmla="*/ 152 w 152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16" name="Freeform 51">
              <a:extLst>
                <a:ext uri="{FF2B5EF4-FFF2-40B4-BE49-F238E27FC236}">
                  <a16:creationId xmlns:a16="http://schemas.microsoft.com/office/drawing/2014/main" id="{6F9D6B4B-25AE-495D-A3E2-985C734BC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  <a:gd name="T6" fmla="*/ 0 w 102"/>
                <a:gd name="T7" fmla="*/ 0 h 1"/>
                <a:gd name="T8" fmla="*/ 102 w 1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17" name="Line 52">
              <a:extLst>
                <a:ext uri="{FF2B5EF4-FFF2-40B4-BE49-F238E27FC236}">
                  <a16:creationId xmlns:a16="http://schemas.microsoft.com/office/drawing/2014/main" id="{E42373CF-5315-4860-9B0C-7306F33C436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18" name="Line 53">
              <a:extLst>
                <a:ext uri="{FF2B5EF4-FFF2-40B4-BE49-F238E27FC236}">
                  <a16:creationId xmlns:a16="http://schemas.microsoft.com/office/drawing/2014/main" id="{BC12AB9C-757D-427F-9D54-B8289908580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19" name="Freeform 54">
              <a:extLst>
                <a:ext uri="{FF2B5EF4-FFF2-40B4-BE49-F238E27FC236}">
                  <a16:creationId xmlns:a16="http://schemas.microsoft.com/office/drawing/2014/main" id="{C9E87EE4-8453-4AAB-8E7E-B271FC1F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20" name="Line 55">
              <a:extLst>
                <a:ext uri="{FF2B5EF4-FFF2-40B4-BE49-F238E27FC236}">
                  <a16:creationId xmlns:a16="http://schemas.microsoft.com/office/drawing/2014/main" id="{D795870E-000E-4152-9342-3BE817A048E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21" name="Line 56">
              <a:extLst>
                <a:ext uri="{FF2B5EF4-FFF2-40B4-BE49-F238E27FC236}">
                  <a16:creationId xmlns:a16="http://schemas.microsoft.com/office/drawing/2014/main" id="{368919B7-1B92-41B7-B545-62FD7D994EC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22" name="Freeform 57">
              <a:extLst>
                <a:ext uri="{FF2B5EF4-FFF2-40B4-BE49-F238E27FC236}">
                  <a16:creationId xmlns:a16="http://schemas.microsoft.com/office/drawing/2014/main" id="{F2E3E2A8-2656-4990-BE9E-EE40D4C2E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  <a:gd name="T6" fmla="*/ 0 w 103"/>
                <a:gd name="T7" fmla="*/ 0 h 1"/>
                <a:gd name="T8" fmla="*/ 103 w 1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23" name="Freeform 58">
              <a:extLst>
                <a:ext uri="{FF2B5EF4-FFF2-40B4-BE49-F238E27FC236}">
                  <a16:creationId xmlns:a16="http://schemas.microsoft.com/office/drawing/2014/main" id="{D63E7134-1301-4EE9-95BB-89474EB03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  <a:gd name="T6" fmla="*/ 0 w 113"/>
                <a:gd name="T7" fmla="*/ 0 h 1"/>
                <a:gd name="T8" fmla="*/ 113 w 1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24" name="Line 59">
              <a:extLst>
                <a:ext uri="{FF2B5EF4-FFF2-40B4-BE49-F238E27FC236}">
                  <a16:creationId xmlns:a16="http://schemas.microsoft.com/office/drawing/2014/main" id="{0533AA11-C5D6-42FB-B65C-47F8B94ECBF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25" name="Line 60">
              <a:extLst>
                <a:ext uri="{FF2B5EF4-FFF2-40B4-BE49-F238E27FC236}">
                  <a16:creationId xmlns:a16="http://schemas.microsoft.com/office/drawing/2014/main" id="{50359794-AE1B-42DD-A1FC-660B12B49C7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26" name="Freeform 61">
              <a:extLst>
                <a:ext uri="{FF2B5EF4-FFF2-40B4-BE49-F238E27FC236}">
                  <a16:creationId xmlns:a16="http://schemas.microsoft.com/office/drawing/2014/main" id="{5F55D140-425F-4421-AE5D-8D9EBA70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27" name="Line 62">
              <a:extLst>
                <a:ext uri="{FF2B5EF4-FFF2-40B4-BE49-F238E27FC236}">
                  <a16:creationId xmlns:a16="http://schemas.microsoft.com/office/drawing/2014/main" id="{64A5FE53-C954-4B66-8387-127566F1B46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28" name="Line 63">
              <a:extLst>
                <a:ext uri="{FF2B5EF4-FFF2-40B4-BE49-F238E27FC236}">
                  <a16:creationId xmlns:a16="http://schemas.microsoft.com/office/drawing/2014/main" id="{91939F4F-9975-4A3F-ADFD-2AC59416AF2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29" name="Freeform 64">
              <a:extLst>
                <a:ext uri="{FF2B5EF4-FFF2-40B4-BE49-F238E27FC236}">
                  <a16:creationId xmlns:a16="http://schemas.microsoft.com/office/drawing/2014/main" id="{050DDD76-165C-4F68-92B3-8F2A530E3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  <a:gd name="T6" fmla="*/ 0 w 109"/>
                <a:gd name="T7" fmla="*/ 0 h 1"/>
                <a:gd name="T8" fmla="*/ 109 w 1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30" name="Freeform 65">
              <a:extLst>
                <a:ext uri="{FF2B5EF4-FFF2-40B4-BE49-F238E27FC236}">
                  <a16:creationId xmlns:a16="http://schemas.microsoft.com/office/drawing/2014/main" id="{1AD48D8F-27D8-4596-AE13-DC88BE127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  <a:gd name="T6" fmla="*/ 0 w 89"/>
                <a:gd name="T7" fmla="*/ 0 h 1"/>
                <a:gd name="T8" fmla="*/ 89 w 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31" name="Line 66">
              <a:extLst>
                <a:ext uri="{FF2B5EF4-FFF2-40B4-BE49-F238E27FC236}">
                  <a16:creationId xmlns:a16="http://schemas.microsoft.com/office/drawing/2014/main" id="{B614BD16-156C-49CD-B284-2C94A12901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32" name="Line 67">
              <a:extLst>
                <a:ext uri="{FF2B5EF4-FFF2-40B4-BE49-F238E27FC236}">
                  <a16:creationId xmlns:a16="http://schemas.microsoft.com/office/drawing/2014/main" id="{29E096EC-4C44-420F-801A-9AE51684CA4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33" name="Freeform 68">
              <a:extLst>
                <a:ext uri="{FF2B5EF4-FFF2-40B4-BE49-F238E27FC236}">
                  <a16:creationId xmlns:a16="http://schemas.microsoft.com/office/drawing/2014/main" id="{36B93A5D-2B82-461E-ABAC-DF0B1F557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34" name="Line 69">
              <a:extLst>
                <a:ext uri="{FF2B5EF4-FFF2-40B4-BE49-F238E27FC236}">
                  <a16:creationId xmlns:a16="http://schemas.microsoft.com/office/drawing/2014/main" id="{424C656F-9621-4965-8210-648A3A69282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35" name="Line 70">
              <a:extLst>
                <a:ext uri="{FF2B5EF4-FFF2-40B4-BE49-F238E27FC236}">
                  <a16:creationId xmlns:a16="http://schemas.microsoft.com/office/drawing/2014/main" id="{8EE7657B-A1E0-4035-9EC8-1F5BF67D877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36" name="Freeform 71">
              <a:extLst>
                <a:ext uri="{FF2B5EF4-FFF2-40B4-BE49-F238E27FC236}">
                  <a16:creationId xmlns:a16="http://schemas.microsoft.com/office/drawing/2014/main" id="{3C784C7B-726C-4C3C-B74E-9C4E603AD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  <a:gd name="T6" fmla="*/ 0 w 115"/>
                <a:gd name="T7" fmla="*/ 0 h 1"/>
                <a:gd name="T8" fmla="*/ 115 w 1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37" name="Freeform 72">
              <a:extLst>
                <a:ext uri="{FF2B5EF4-FFF2-40B4-BE49-F238E27FC236}">
                  <a16:creationId xmlns:a16="http://schemas.microsoft.com/office/drawing/2014/main" id="{276F13B0-BADA-424A-96A3-EF26D111A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  <a:gd name="T6" fmla="*/ 0 w 90"/>
                <a:gd name="T7" fmla="*/ 0 h 1"/>
                <a:gd name="T8" fmla="*/ 90 w 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38" name="Line 73">
              <a:extLst>
                <a:ext uri="{FF2B5EF4-FFF2-40B4-BE49-F238E27FC236}">
                  <a16:creationId xmlns:a16="http://schemas.microsoft.com/office/drawing/2014/main" id="{49D58E8E-D688-494F-9CB8-14E76E9C717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39" name="Line 74">
              <a:extLst>
                <a:ext uri="{FF2B5EF4-FFF2-40B4-BE49-F238E27FC236}">
                  <a16:creationId xmlns:a16="http://schemas.microsoft.com/office/drawing/2014/main" id="{38973AF2-3A1A-4E77-AB2B-B42A6C55379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0" name="Freeform 75">
              <a:extLst>
                <a:ext uri="{FF2B5EF4-FFF2-40B4-BE49-F238E27FC236}">
                  <a16:creationId xmlns:a16="http://schemas.microsoft.com/office/drawing/2014/main" id="{105FB37A-DBE3-4442-8C3D-178CA2621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1" name="Line 76">
              <a:extLst>
                <a:ext uri="{FF2B5EF4-FFF2-40B4-BE49-F238E27FC236}">
                  <a16:creationId xmlns:a16="http://schemas.microsoft.com/office/drawing/2014/main" id="{3AD2CCE3-B91E-4A88-857B-474C3FFC663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2" name="Line 77">
              <a:extLst>
                <a:ext uri="{FF2B5EF4-FFF2-40B4-BE49-F238E27FC236}">
                  <a16:creationId xmlns:a16="http://schemas.microsoft.com/office/drawing/2014/main" id="{5B83D77B-14A0-4C31-8533-C9FEABFA6B1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3" name="Freeform 78">
              <a:extLst>
                <a:ext uri="{FF2B5EF4-FFF2-40B4-BE49-F238E27FC236}">
                  <a16:creationId xmlns:a16="http://schemas.microsoft.com/office/drawing/2014/main" id="{18A6B8CF-679F-4901-B7F6-EC890A18B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  <a:gd name="T6" fmla="*/ 0 w 100"/>
                <a:gd name="T7" fmla="*/ 0 h 1"/>
                <a:gd name="T8" fmla="*/ 100 w 10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4" name="Freeform 79">
              <a:extLst>
                <a:ext uri="{FF2B5EF4-FFF2-40B4-BE49-F238E27FC236}">
                  <a16:creationId xmlns:a16="http://schemas.microsoft.com/office/drawing/2014/main" id="{3AF2C625-1995-4F10-A66D-5C5470B2A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5" name="Line 80">
              <a:extLst>
                <a:ext uri="{FF2B5EF4-FFF2-40B4-BE49-F238E27FC236}">
                  <a16:creationId xmlns:a16="http://schemas.microsoft.com/office/drawing/2014/main" id="{95C34AE2-EDBE-485B-A1B7-6314960D08E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6" name="Line 81">
              <a:extLst>
                <a:ext uri="{FF2B5EF4-FFF2-40B4-BE49-F238E27FC236}">
                  <a16:creationId xmlns:a16="http://schemas.microsoft.com/office/drawing/2014/main" id="{2B95F062-F900-4808-9D6A-E3386858803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7" name="Freeform 82">
              <a:extLst>
                <a:ext uri="{FF2B5EF4-FFF2-40B4-BE49-F238E27FC236}">
                  <a16:creationId xmlns:a16="http://schemas.microsoft.com/office/drawing/2014/main" id="{27B2C5F0-E25A-4825-BBB2-8E102176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8" name="Line 83">
              <a:extLst>
                <a:ext uri="{FF2B5EF4-FFF2-40B4-BE49-F238E27FC236}">
                  <a16:creationId xmlns:a16="http://schemas.microsoft.com/office/drawing/2014/main" id="{ED8A9ACF-37C8-4BA8-839C-3E9E4A893F7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9" name="Line 84">
              <a:extLst>
                <a:ext uri="{FF2B5EF4-FFF2-40B4-BE49-F238E27FC236}">
                  <a16:creationId xmlns:a16="http://schemas.microsoft.com/office/drawing/2014/main" id="{22B9346E-C56B-4CB8-99F8-48AB4FEB9E5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50" name="Freeform 85">
              <a:extLst>
                <a:ext uri="{FF2B5EF4-FFF2-40B4-BE49-F238E27FC236}">
                  <a16:creationId xmlns:a16="http://schemas.microsoft.com/office/drawing/2014/main" id="{1813CBD9-52A7-4E6F-AC84-13F89C758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  <a:gd name="T6" fmla="*/ 0 w 90"/>
                <a:gd name="T7" fmla="*/ 0 h 2"/>
                <a:gd name="T8" fmla="*/ 90 w 9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51" name="Freeform 86">
              <a:extLst>
                <a:ext uri="{FF2B5EF4-FFF2-40B4-BE49-F238E27FC236}">
                  <a16:creationId xmlns:a16="http://schemas.microsoft.com/office/drawing/2014/main" id="{74D27B8D-02B2-4DD6-8054-5C082A9E3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9852" name="Group 87">
              <a:extLst>
                <a:ext uri="{FF2B5EF4-FFF2-40B4-BE49-F238E27FC236}">
                  <a16:creationId xmlns:a16="http://schemas.microsoft.com/office/drawing/2014/main" id="{CAFD500E-A9CC-4B35-B743-FD1EFD1560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29999" name="Group 88">
                <a:extLst>
                  <a:ext uri="{FF2B5EF4-FFF2-40B4-BE49-F238E27FC236}">
                    <a16:creationId xmlns:a16="http://schemas.microsoft.com/office/drawing/2014/main" id="{A3F715DE-2F5B-4006-A146-754FF2653C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30004" name="Line 89">
                  <a:extLst>
                    <a:ext uri="{FF2B5EF4-FFF2-40B4-BE49-F238E27FC236}">
                      <a16:creationId xmlns:a16="http://schemas.microsoft.com/office/drawing/2014/main" id="{6098C22E-2F55-4137-B125-FD55764827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0005" name="Line 90">
                  <a:extLst>
                    <a:ext uri="{FF2B5EF4-FFF2-40B4-BE49-F238E27FC236}">
                      <a16:creationId xmlns:a16="http://schemas.microsoft.com/office/drawing/2014/main" id="{2E134F81-7B6E-4DD8-8A7F-D765F03703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0000" name="Freeform 91">
                <a:extLst>
                  <a:ext uri="{FF2B5EF4-FFF2-40B4-BE49-F238E27FC236}">
                    <a16:creationId xmlns:a16="http://schemas.microsoft.com/office/drawing/2014/main" id="{C9007EBA-E1DE-4ECE-852A-E3A1806E3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0001" name="Group 92">
                <a:extLst>
                  <a:ext uri="{FF2B5EF4-FFF2-40B4-BE49-F238E27FC236}">
                    <a16:creationId xmlns:a16="http://schemas.microsoft.com/office/drawing/2014/main" id="{F88DFCFC-65C8-471E-B34E-37E0587938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30002" name="Line 93">
                  <a:extLst>
                    <a:ext uri="{FF2B5EF4-FFF2-40B4-BE49-F238E27FC236}">
                      <a16:creationId xmlns:a16="http://schemas.microsoft.com/office/drawing/2014/main" id="{731E5A96-93CF-48DC-BB7D-8116B5663C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0003" name="Line 94">
                  <a:extLst>
                    <a:ext uri="{FF2B5EF4-FFF2-40B4-BE49-F238E27FC236}">
                      <a16:creationId xmlns:a16="http://schemas.microsoft.com/office/drawing/2014/main" id="{D60EA4A8-71D9-4C10-8D82-A2918D58CC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29853" name="Freeform 95">
              <a:extLst>
                <a:ext uri="{FF2B5EF4-FFF2-40B4-BE49-F238E27FC236}">
                  <a16:creationId xmlns:a16="http://schemas.microsoft.com/office/drawing/2014/main" id="{AD8D904F-11E4-4D9A-BF18-2101BF058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  <a:gd name="T6" fmla="*/ 0 w 107"/>
                <a:gd name="T7" fmla="*/ 0 h 1"/>
                <a:gd name="T8" fmla="*/ 107 w 10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54" name="Freeform 96">
              <a:extLst>
                <a:ext uri="{FF2B5EF4-FFF2-40B4-BE49-F238E27FC236}">
                  <a16:creationId xmlns:a16="http://schemas.microsoft.com/office/drawing/2014/main" id="{0FF5D5EF-447F-4B3E-B930-3894207B0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  <a:gd name="T6" fmla="*/ 0 w 96"/>
                <a:gd name="T7" fmla="*/ 0 h 1"/>
                <a:gd name="T8" fmla="*/ 96 w 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9855" name="Group 97">
              <a:extLst>
                <a:ext uri="{FF2B5EF4-FFF2-40B4-BE49-F238E27FC236}">
                  <a16:creationId xmlns:a16="http://schemas.microsoft.com/office/drawing/2014/main" id="{F4B92D3C-2030-474A-8B2E-ECAFDF459F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29992" name="Group 98">
                <a:extLst>
                  <a:ext uri="{FF2B5EF4-FFF2-40B4-BE49-F238E27FC236}">
                    <a16:creationId xmlns:a16="http://schemas.microsoft.com/office/drawing/2014/main" id="{9FEF9837-0D6C-4D6D-8F6B-BBF384D293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29997" name="Line 99">
                  <a:extLst>
                    <a:ext uri="{FF2B5EF4-FFF2-40B4-BE49-F238E27FC236}">
                      <a16:creationId xmlns:a16="http://schemas.microsoft.com/office/drawing/2014/main" id="{CEE20435-07CB-4E8F-8B87-96C2F5693A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9998" name="Line 100">
                  <a:extLst>
                    <a:ext uri="{FF2B5EF4-FFF2-40B4-BE49-F238E27FC236}">
                      <a16:creationId xmlns:a16="http://schemas.microsoft.com/office/drawing/2014/main" id="{D5CB8F4D-F075-41AC-A527-E066EB24F6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29993" name="Freeform 101">
                <a:extLst>
                  <a:ext uri="{FF2B5EF4-FFF2-40B4-BE49-F238E27FC236}">
                    <a16:creationId xmlns:a16="http://schemas.microsoft.com/office/drawing/2014/main" id="{0CB67700-209A-41DF-BA2A-28EABE4D9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29994" name="Group 102">
                <a:extLst>
                  <a:ext uri="{FF2B5EF4-FFF2-40B4-BE49-F238E27FC236}">
                    <a16:creationId xmlns:a16="http://schemas.microsoft.com/office/drawing/2014/main" id="{B8DB2A0C-A381-48BC-9F5B-BF2B7FBF5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29995" name="Line 103">
                  <a:extLst>
                    <a:ext uri="{FF2B5EF4-FFF2-40B4-BE49-F238E27FC236}">
                      <a16:creationId xmlns:a16="http://schemas.microsoft.com/office/drawing/2014/main" id="{B39CB603-AA4E-41B7-96E9-51E8713325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9996" name="Line 104">
                  <a:extLst>
                    <a:ext uri="{FF2B5EF4-FFF2-40B4-BE49-F238E27FC236}">
                      <a16:creationId xmlns:a16="http://schemas.microsoft.com/office/drawing/2014/main" id="{3EFE6CAD-1829-45FA-8429-BE08D3FD7D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29856" name="Freeform 105">
              <a:extLst>
                <a:ext uri="{FF2B5EF4-FFF2-40B4-BE49-F238E27FC236}">
                  <a16:creationId xmlns:a16="http://schemas.microsoft.com/office/drawing/2014/main" id="{6EB8FEB9-A173-4BA4-B090-285C7DE97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57" name="Freeform 106">
              <a:extLst>
                <a:ext uri="{FF2B5EF4-FFF2-40B4-BE49-F238E27FC236}">
                  <a16:creationId xmlns:a16="http://schemas.microsoft.com/office/drawing/2014/main" id="{E58AD34A-6E25-4358-B867-5B409DCEC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  <a:gd name="T6" fmla="*/ 0 w 101"/>
                <a:gd name="T7" fmla="*/ 0 h 1"/>
                <a:gd name="T8" fmla="*/ 101 w 1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58" name="Freeform 107">
              <a:extLst>
                <a:ext uri="{FF2B5EF4-FFF2-40B4-BE49-F238E27FC236}">
                  <a16:creationId xmlns:a16="http://schemas.microsoft.com/office/drawing/2014/main" id="{43F41DBC-E76E-406A-804D-8330F8E4A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  <a:gd name="T6" fmla="*/ 0 w 4419"/>
                <a:gd name="T7" fmla="*/ 0 h 1"/>
                <a:gd name="T8" fmla="*/ 4419 w 44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59" name="Line 108">
              <a:extLst>
                <a:ext uri="{FF2B5EF4-FFF2-40B4-BE49-F238E27FC236}">
                  <a16:creationId xmlns:a16="http://schemas.microsoft.com/office/drawing/2014/main" id="{CA3AD137-92C6-4D90-9E5F-D3707C1149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60" name="Line 109">
              <a:extLst>
                <a:ext uri="{FF2B5EF4-FFF2-40B4-BE49-F238E27FC236}">
                  <a16:creationId xmlns:a16="http://schemas.microsoft.com/office/drawing/2014/main" id="{AAA9D024-8836-4BC9-B54F-7C157515E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61" name="Line 110">
              <a:extLst>
                <a:ext uri="{FF2B5EF4-FFF2-40B4-BE49-F238E27FC236}">
                  <a16:creationId xmlns:a16="http://schemas.microsoft.com/office/drawing/2014/main" id="{56BBA9B2-D3BB-490F-AF89-556604B2D7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62" name="Line 111">
              <a:extLst>
                <a:ext uri="{FF2B5EF4-FFF2-40B4-BE49-F238E27FC236}">
                  <a16:creationId xmlns:a16="http://schemas.microsoft.com/office/drawing/2014/main" id="{B6347304-1FCA-4570-9AB7-06CCE44173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63" name="Line 112">
              <a:extLst>
                <a:ext uri="{FF2B5EF4-FFF2-40B4-BE49-F238E27FC236}">
                  <a16:creationId xmlns:a16="http://schemas.microsoft.com/office/drawing/2014/main" id="{AC984211-DE49-4288-A80F-B81DEEA8D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64" name="Line 113">
              <a:extLst>
                <a:ext uri="{FF2B5EF4-FFF2-40B4-BE49-F238E27FC236}">
                  <a16:creationId xmlns:a16="http://schemas.microsoft.com/office/drawing/2014/main" id="{D7EE1764-EF89-46B6-BAD5-B49A2055CE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65" name="Line 114">
              <a:extLst>
                <a:ext uri="{FF2B5EF4-FFF2-40B4-BE49-F238E27FC236}">
                  <a16:creationId xmlns:a16="http://schemas.microsoft.com/office/drawing/2014/main" id="{2D09187C-1715-4005-9F20-76430AD41A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66" name="Line 115">
              <a:extLst>
                <a:ext uri="{FF2B5EF4-FFF2-40B4-BE49-F238E27FC236}">
                  <a16:creationId xmlns:a16="http://schemas.microsoft.com/office/drawing/2014/main" id="{C47928C4-DB95-4D57-B019-427D139A3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67" name="Freeform 116">
              <a:extLst>
                <a:ext uri="{FF2B5EF4-FFF2-40B4-BE49-F238E27FC236}">
                  <a16:creationId xmlns:a16="http://schemas.microsoft.com/office/drawing/2014/main" id="{64A4B3AE-37B7-4572-A538-0D8E111AE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68" name="Freeform 117">
              <a:extLst>
                <a:ext uri="{FF2B5EF4-FFF2-40B4-BE49-F238E27FC236}">
                  <a16:creationId xmlns:a16="http://schemas.microsoft.com/office/drawing/2014/main" id="{16B0BCA2-9864-43AA-B917-EA55C939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69" name="Freeform 118">
              <a:extLst>
                <a:ext uri="{FF2B5EF4-FFF2-40B4-BE49-F238E27FC236}">
                  <a16:creationId xmlns:a16="http://schemas.microsoft.com/office/drawing/2014/main" id="{50408BDD-14DB-41A3-A2AF-E979C5F6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  <a:gd name="T6" fmla="*/ 0 w 4"/>
                <a:gd name="T7" fmla="*/ 0 h 166"/>
                <a:gd name="T8" fmla="*/ 4 w 4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70" name="Freeform 119">
              <a:extLst>
                <a:ext uri="{FF2B5EF4-FFF2-40B4-BE49-F238E27FC236}">
                  <a16:creationId xmlns:a16="http://schemas.microsoft.com/office/drawing/2014/main" id="{461EDBE8-EDF0-44B9-940A-E05D2A96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  <a:gd name="T6" fmla="*/ 0 w 2"/>
                <a:gd name="T7" fmla="*/ 0 h 175"/>
                <a:gd name="T8" fmla="*/ 2 w 2"/>
                <a:gd name="T9" fmla="*/ 175 h 1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71" name="Freeform 120">
              <a:extLst>
                <a:ext uri="{FF2B5EF4-FFF2-40B4-BE49-F238E27FC236}">
                  <a16:creationId xmlns:a16="http://schemas.microsoft.com/office/drawing/2014/main" id="{3DF7ECFD-A572-4BD9-AC31-4B47BD831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72" name="Freeform 121">
              <a:extLst>
                <a:ext uri="{FF2B5EF4-FFF2-40B4-BE49-F238E27FC236}">
                  <a16:creationId xmlns:a16="http://schemas.microsoft.com/office/drawing/2014/main" id="{30ADCB95-8DDB-47F5-91BC-F18E5A488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  <a:gd name="T6" fmla="*/ 0 w 4422"/>
                <a:gd name="T7" fmla="*/ 0 h 1"/>
                <a:gd name="T8" fmla="*/ 4422 w 442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73" name="Line 122">
              <a:extLst>
                <a:ext uri="{FF2B5EF4-FFF2-40B4-BE49-F238E27FC236}">
                  <a16:creationId xmlns:a16="http://schemas.microsoft.com/office/drawing/2014/main" id="{DE4FEF10-8938-457B-B19C-3818582B2A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74" name="Line 123">
              <a:extLst>
                <a:ext uri="{FF2B5EF4-FFF2-40B4-BE49-F238E27FC236}">
                  <a16:creationId xmlns:a16="http://schemas.microsoft.com/office/drawing/2014/main" id="{01350FD5-6E3D-4A69-B289-FFB4AAE6D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75" name="Line 124">
              <a:extLst>
                <a:ext uri="{FF2B5EF4-FFF2-40B4-BE49-F238E27FC236}">
                  <a16:creationId xmlns:a16="http://schemas.microsoft.com/office/drawing/2014/main" id="{2849ADA4-5D6F-40EB-9CE0-57BA578AC1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76" name="Line 125">
              <a:extLst>
                <a:ext uri="{FF2B5EF4-FFF2-40B4-BE49-F238E27FC236}">
                  <a16:creationId xmlns:a16="http://schemas.microsoft.com/office/drawing/2014/main" id="{DE55EF57-C15F-46D3-9F38-B34F56AC42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77" name="Line 126">
              <a:extLst>
                <a:ext uri="{FF2B5EF4-FFF2-40B4-BE49-F238E27FC236}">
                  <a16:creationId xmlns:a16="http://schemas.microsoft.com/office/drawing/2014/main" id="{484E50CD-EFD7-4972-8F7E-584103EAEF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78" name="Line 127">
              <a:extLst>
                <a:ext uri="{FF2B5EF4-FFF2-40B4-BE49-F238E27FC236}">
                  <a16:creationId xmlns:a16="http://schemas.microsoft.com/office/drawing/2014/main" id="{2F2C39BE-ED89-4D8C-938A-AAA5B27591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79" name="Line 128">
              <a:extLst>
                <a:ext uri="{FF2B5EF4-FFF2-40B4-BE49-F238E27FC236}">
                  <a16:creationId xmlns:a16="http://schemas.microsoft.com/office/drawing/2014/main" id="{9F2BB02E-3446-46FA-8498-1FF1620CCB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80" name="Line 129">
              <a:extLst>
                <a:ext uri="{FF2B5EF4-FFF2-40B4-BE49-F238E27FC236}">
                  <a16:creationId xmlns:a16="http://schemas.microsoft.com/office/drawing/2014/main" id="{A2C6EF1C-37D4-4DCA-B41B-DFA6FBA59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81" name="Freeform 130">
              <a:extLst>
                <a:ext uri="{FF2B5EF4-FFF2-40B4-BE49-F238E27FC236}">
                  <a16:creationId xmlns:a16="http://schemas.microsoft.com/office/drawing/2014/main" id="{0E3734A6-1916-4605-8A65-CB9846F03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82" name="Line 131">
              <a:extLst>
                <a:ext uri="{FF2B5EF4-FFF2-40B4-BE49-F238E27FC236}">
                  <a16:creationId xmlns:a16="http://schemas.microsoft.com/office/drawing/2014/main" id="{FC90227A-622C-41DD-AEC6-63A81E4F7E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83" name="Line 132">
              <a:extLst>
                <a:ext uri="{FF2B5EF4-FFF2-40B4-BE49-F238E27FC236}">
                  <a16:creationId xmlns:a16="http://schemas.microsoft.com/office/drawing/2014/main" id="{ADD13A06-D906-4491-ACA8-3E730F3236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84" name="Line 133">
              <a:extLst>
                <a:ext uri="{FF2B5EF4-FFF2-40B4-BE49-F238E27FC236}">
                  <a16:creationId xmlns:a16="http://schemas.microsoft.com/office/drawing/2014/main" id="{9165818D-F602-493B-9A9C-74CCF9F5C7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85" name="Line 134">
              <a:extLst>
                <a:ext uri="{FF2B5EF4-FFF2-40B4-BE49-F238E27FC236}">
                  <a16:creationId xmlns:a16="http://schemas.microsoft.com/office/drawing/2014/main" id="{3066251C-1738-43CF-B899-F7EB1A9969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86" name="Line 135">
              <a:extLst>
                <a:ext uri="{FF2B5EF4-FFF2-40B4-BE49-F238E27FC236}">
                  <a16:creationId xmlns:a16="http://schemas.microsoft.com/office/drawing/2014/main" id="{0AA275FD-5C5D-4640-9965-A83FEDAB3A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87" name="Line 136">
              <a:extLst>
                <a:ext uri="{FF2B5EF4-FFF2-40B4-BE49-F238E27FC236}">
                  <a16:creationId xmlns:a16="http://schemas.microsoft.com/office/drawing/2014/main" id="{CD391B22-9212-4862-A28B-B73D1E0456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88" name="Line 137">
              <a:extLst>
                <a:ext uri="{FF2B5EF4-FFF2-40B4-BE49-F238E27FC236}">
                  <a16:creationId xmlns:a16="http://schemas.microsoft.com/office/drawing/2014/main" id="{85E161D4-3A60-4AED-A911-DC34DD90E5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89" name="Line 138">
              <a:extLst>
                <a:ext uri="{FF2B5EF4-FFF2-40B4-BE49-F238E27FC236}">
                  <a16:creationId xmlns:a16="http://schemas.microsoft.com/office/drawing/2014/main" id="{AB1A01F9-9EC0-4EB6-9062-AC507CC94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0" name="Freeform 139">
              <a:extLst>
                <a:ext uri="{FF2B5EF4-FFF2-40B4-BE49-F238E27FC236}">
                  <a16:creationId xmlns:a16="http://schemas.microsoft.com/office/drawing/2014/main" id="{26B4E91A-5E49-4C95-95BC-7ADD2BDFE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  <a:gd name="T6" fmla="*/ 0 w 3860"/>
                <a:gd name="T7" fmla="*/ 0 h 1"/>
                <a:gd name="T8" fmla="*/ 3860 w 386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1" name="Freeform 140">
              <a:extLst>
                <a:ext uri="{FF2B5EF4-FFF2-40B4-BE49-F238E27FC236}">
                  <a16:creationId xmlns:a16="http://schemas.microsoft.com/office/drawing/2014/main" id="{27968D2E-FAFD-48A5-9BA5-3AD5C2F8F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2" name="Rectangle 141">
              <a:extLst>
                <a:ext uri="{FF2B5EF4-FFF2-40B4-BE49-F238E27FC236}">
                  <a16:creationId xmlns:a16="http://schemas.microsoft.com/office/drawing/2014/main" id="{D5102E10-5A82-4415-8BE9-F09C6372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3" name="Text Box 142">
              <a:extLst>
                <a:ext uri="{FF2B5EF4-FFF2-40B4-BE49-F238E27FC236}">
                  <a16:creationId xmlns:a16="http://schemas.microsoft.com/office/drawing/2014/main" id="{7CE0CA28-7747-43CD-B528-C280A44E7E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7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29894" name="Freeform 143">
              <a:extLst>
                <a:ext uri="{FF2B5EF4-FFF2-40B4-BE49-F238E27FC236}">
                  <a16:creationId xmlns:a16="http://schemas.microsoft.com/office/drawing/2014/main" id="{AA5B573F-0A9A-4689-9C74-ADCD401A2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5" name="Freeform 144">
              <a:extLst>
                <a:ext uri="{FF2B5EF4-FFF2-40B4-BE49-F238E27FC236}">
                  <a16:creationId xmlns:a16="http://schemas.microsoft.com/office/drawing/2014/main" id="{8A03C449-A096-4D82-A41C-3977F5551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9"/>
                <a:gd name="T13" fmla="*/ 0 h 1469"/>
                <a:gd name="T14" fmla="*/ 169 w 16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6" name="Freeform 145">
              <a:extLst>
                <a:ext uri="{FF2B5EF4-FFF2-40B4-BE49-F238E27FC236}">
                  <a16:creationId xmlns:a16="http://schemas.microsoft.com/office/drawing/2014/main" id="{79EB806B-EB73-4310-8BDA-D198C825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7" name="Freeform 146">
              <a:extLst>
                <a:ext uri="{FF2B5EF4-FFF2-40B4-BE49-F238E27FC236}">
                  <a16:creationId xmlns:a16="http://schemas.microsoft.com/office/drawing/2014/main" id="{482F7977-7E35-4849-85C7-6AA1808E2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7"/>
                <a:gd name="T14" fmla="*/ 155 w 155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8" name="Freeform 147">
              <a:extLst>
                <a:ext uri="{FF2B5EF4-FFF2-40B4-BE49-F238E27FC236}">
                  <a16:creationId xmlns:a16="http://schemas.microsoft.com/office/drawing/2014/main" id="{0B0F7927-6234-4323-B740-F4E720294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9" name="Freeform 148">
              <a:extLst>
                <a:ext uri="{FF2B5EF4-FFF2-40B4-BE49-F238E27FC236}">
                  <a16:creationId xmlns:a16="http://schemas.microsoft.com/office/drawing/2014/main" id="{4145E9B8-B343-42C2-97D7-E91E0D51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00" name="Freeform 149">
              <a:extLst>
                <a:ext uri="{FF2B5EF4-FFF2-40B4-BE49-F238E27FC236}">
                  <a16:creationId xmlns:a16="http://schemas.microsoft.com/office/drawing/2014/main" id="{297A3EF3-275B-4D77-808C-EEDE20EC2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01" name="Freeform 150">
              <a:extLst>
                <a:ext uri="{FF2B5EF4-FFF2-40B4-BE49-F238E27FC236}">
                  <a16:creationId xmlns:a16="http://schemas.microsoft.com/office/drawing/2014/main" id="{95784B9F-FD6D-4FE7-B248-A1C6AFD4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9"/>
                <a:gd name="T14" fmla="*/ 155 w 155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02" name="Freeform 151">
              <a:extLst>
                <a:ext uri="{FF2B5EF4-FFF2-40B4-BE49-F238E27FC236}">
                  <a16:creationId xmlns:a16="http://schemas.microsoft.com/office/drawing/2014/main" id="{0D695B44-F3A2-45BE-92B3-E377715FC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03" name="Freeform 152">
              <a:extLst>
                <a:ext uri="{FF2B5EF4-FFF2-40B4-BE49-F238E27FC236}">
                  <a16:creationId xmlns:a16="http://schemas.microsoft.com/office/drawing/2014/main" id="{FF8C5CAE-69D8-46F0-986A-722DF350E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04" name="Freeform 153">
              <a:extLst>
                <a:ext uri="{FF2B5EF4-FFF2-40B4-BE49-F238E27FC236}">
                  <a16:creationId xmlns:a16="http://schemas.microsoft.com/office/drawing/2014/main" id="{B4F4FB59-C3C8-4124-8304-8CD7E25D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05" name="Freeform 154">
              <a:extLst>
                <a:ext uri="{FF2B5EF4-FFF2-40B4-BE49-F238E27FC236}">
                  <a16:creationId xmlns:a16="http://schemas.microsoft.com/office/drawing/2014/main" id="{CCE4ECD1-F6C2-4F95-81C3-D2327FBCD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"/>
                <a:gd name="T13" fmla="*/ 0 h 1467"/>
                <a:gd name="T14" fmla="*/ 158 w 158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06" name="Freeform 155">
              <a:extLst>
                <a:ext uri="{FF2B5EF4-FFF2-40B4-BE49-F238E27FC236}">
                  <a16:creationId xmlns:a16="http://schemas.microsoft.com/office/drawing/2014/main" id="{137E01D2-AA7D-4CA1-A9CC-88AB7D265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07" name="Freeform 156">
              <a:extLst>
                <a:ext uri="{FF2B5EF4-FFF2-40B4-BE49-F238E27FC236}">
                  <a16:creationId xmlns:a16="http://schemas.microsoft.com/office/drawing/2014/main" id="{FC9B4E41-D216-4694-B673-3BA5D2D65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9"/>
                <a:gd name="T13" fmla="*/ 0 h 1469"/>
                <a:gd name="T14" fmla="*/ 159 w 15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08" name="Freeform 157">
              <a:extLst>
                <a:ext uri="{FF2B5EF4-FFF2-40B4-BE49-F238E27FC236}">
                  <a16:creationId xmlns:a16="http://schemas.microsoft.com/office/drawing/2014/main" id="{34B2C11D-EC20-44FD-90CC-AE17CDB71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09" name="Freeform 158">
              <a:extLst>
                <a:ext uri="{FF2B5EF4-FFF2-40B4-BE49-F238E27FC236}">
                  <a16:creationId xmlns:a16="http://schemas.microsoft.com/office/drawing/2014/main" id="{2842BBF6-BD50-4FEE-80EF-FF26AC44B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0"/>
                <a:gd name="T19" fmla="*/ 0 h 660"/>
                <a:gd name="T20" fmla="*/ 730 w 730"/>
                <a:gd name="T21" fmla="*/ 660 h 6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10" name="Freeform 159">
              <a:extLst>
                <a:ext uri="{FF2B5EF4-FFF2-40B4-BE49-F238E27FC236}">
                  <a16:creationId xmlns:a16="http://schemas.microsoft.com/office/drawing/2014/main" id="{4D5CFB84-7F89-41D2-8CAD-A19305BB0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8"/>
                <a:gd name="T20" fmla="*/ 729 w 729"/>
                <a:gd name="T21" fmla="*/ 658 h 6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11" name="Freeform 160">
              <a:extLst>
                <a:ext uri="{FF2B5EF4-FFF2-40B4-BE49-F238E27FC236}">
                  <a16:creationId xmlns:a16="http://schemas.microsoft.com/office/drawing/2014/main" id="{CBFAB2EC-73E8-43DB-AB55-305E2B76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12" name="Freeform 161">
              <a:extLst>
                <a:ext uri="{FF2B5EF4-FFF2-40B4-BE49-F238E27FC236}">
                  <a16:creationId xmlns:a16="http://schemas.microsoft.com/office/drawing/2014/main" id="{F25FF420-54D1-4F6F-8450-ECF87E5FD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13" name="Freeform 162">
              <a:extLst>
                <a:ext uri="{FF2B5EF4-FFF2-40B4-BE49-F238E27FC236}">
                  <a16:creationId xmlns:a16="http://schemas.microsoft.com/office/drawing/2014/main" id="{88612418-AB11-4E71-B6E2-748C8EB0B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8"/>
                <a:gd name="T19" fmla="*/ 0 h 571"/>
                <a:gd name="T20" fmla="*/ 708 w 708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14" name="Freeform 163">
              <a:extLst>
                <a:ext uri="{FF2B5EF4-FFF2-40B4-BE49-F238E27FC236}">
                  <a16:creationId xmlns:a16="http://schemas.microsoft.com/office/drawing/2014/main" id="{14B3608A-02C4-4771-B345-08ADFEC2C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6"/>
                <a:gd name="T19" fmla="*/ 0 h 567"/>
                <a:gd name="T20" fmla="*/ 726 w 726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15" name="Freeform 164">
              <a:extLst>
                <a:ext uri="{FF2B5EF4-FFF2-40B4-BE49-F238E27FC236}">
                  <a16:creationId xmlns:a16="http://schemas.microsoft.com/office/drawing/2014/main" id="{EBAB6385-7C4B-4FCC-A66D-C4718BF76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4"/>
                <a:gd name="T19" fmla="*/ 0 h 567"/>
                <a:gd name="T20" fmla="*/ 714 w 714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16" name="Freeform 165">
              <a:extLst>
                <a:ext uri="{FF2B5EF4-FFF2-40B4-BE49-F238E27FC236}">
                  <a16:creationId xmlns:a16="http://schemas.microsoft.com/office/drawing/2014/main" id="{2EC2D92B-E7ED-40F3-ACEF-C3835D738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1"/>
                <a:gd name="T19" fmla="*/ 0 h 567"/>
                <a:gd name="T20" fmla="*/ 711 w 711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17" name="Freeform 166">
              <a:extLst>
                <a:ext uri="{FF2B5EF4-FFF2-40B4-BE49-F238E27FC236}">
                  <a16:creationId xmlns:a16="http://schemas.microsoft.com/office/drawing/2014/main" id="{31F5454F-6D74-4EC2-928A-DA819FD7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18" name="Freeform 167">
              <a:extLst>
                <a:ext uri="{FF2B5EF4-FFF2-40B4-BE49-F238E27FC236}">
                  <a16:creationId xmlns:a16="http://schemas.microsoft.com/office/drawing/2014/main" id="{0D206116-BC51-4629-9643-A54A22D94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19" name="Freeform 168">
              <a:extLst>
                <a:ext uri="{FF2B5EF4-FFF2-40B4-BE49-F238E27FC236}">
                  <a16:creationId xmlns:a16="http://schemas.microsoft.com/office/drawing/2014/main" id="{BF1910B9-2B82-41D6-B358-8C21253C4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20" name="Freeform 169">
              <a:extLst>
                <a:ext uri="{FF2B5EF4-FFF2-40B4-BE49-F238E27FC236}">
                  <a16:creationId xmlns:a16="http://schemas.microsoft.com/office/drawing/2014/main" id="{593FC84F-6795-4F9E-BC57-F652AC907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21" name="Freeform 170">
              <a:extLst>
                <a:ext uri="{FF2B5EF4-FFF2-40B4-BE49-F238E27FC236}">
                  <a16:creationId xmlns:a16="http://schemas.microsoft.com/office/drawing/2014/main" id="{591B3BB9-2300-4DD9-B22A-2C0B551D6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22" name="Freeform 171">
              <a:extLst>
                <a:ext uri="{FF2B5EF4-FFF2-40B4-BE49-F238E27FC236}">
                  <a16:creationId xmlns:a16="http://schemas.microsoft.com/office/drawing/2014/main" id="{1DA15DDB-05C8-41B5-8DD2-BC79478E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23" name="Freeform 172">
              <a:extLst>
                <a:ext uri="{FF2B5EF4-FFF2-40B4-BE49-F238E27FC236}">
                  <a16:creationId xmlns:a16="http://schemas.microsoft.com/office/drawing/2014/main" id="{6495C58B-E406-4416-BB80-C21B0DAF2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24" name="Freeform 173">
              <a:extLst>
                <a:ext uri="{FF2B5EF4-FFF2-40B4-BE49-F238E27FC236}">
                  <a16:creationId xmlns:a16="http://schemas.microsoft.com/office/drawing/2014/main" id="{28A91077-A66E-4E68-BB40-5816F4814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25" name="Freeform 174">
              <a:extLst>
                <a:ext uri="{FF2B5EF4-FFF2-40B4-BE49-F238E27FC236}">
                  <a16:creationId xmlns:a16="http://schemas.microsoft.com/office/drawing/2014/main" id="{7756100B-ABFC-4565-A641-B2E3B0F3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  <a:gd name="T6" fmla="*/ 0 w 4317"/>
                <a:gd name="T7" fmla="*/ 0 h 1"/>
                <a:gd name="T8" fmla="*/ 4317 w 431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26" name="Freeform 175">
              <a:extLst>
                <a:ext uri="{FF2B5EF4-FFF2-40B4-BE49-F238E27FC236}">
                  <a16:creationId xmlns:a16="http://schemas.microsoft.com/office/drawing/2014/main" id="{CD112401-4C24-4F54-829F-772E7190A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  <a:gd name="T6" fmla="*/ 0 w 3837"/>
                <a:gd name="T7" fmla="*/ 0 h 1"/>
                <a:gd name="T8" fmla="*/ 3837 w 383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27" name="Freeform 176">
              <a:extLst>
                <a:ext uri="{FF2B5EF4-FFF2-40B4-BE49-F238E27FC236}">
                  <a16:creationId xmlns:a16="http://schemas.microsoft.com/office/drawing/2014/main" id="{0B4F94DD-7DDF-4975-8064-EFA517A47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28" name="Freeform 177">
              <a:extLst>
                <a:ext uri="{FF2B5EF4-FFF2-40B4-BE49-F238E27FC236}">
                  <a16:creationId xmlns:a16="http://schemas.microsoft.com/office/drawing/2014/main" id="{5400C3BC-C344-4578-A7E4-62DAB39B2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29" name="Freeform 178">
              <a:extLst>
                <a:ext uri="{FF2B5EF4-FFF2-40B4-BE49-F238E27FC236}">
                  <a16:creationId xmlns:a16="http://schemas.microsoft.com/office/drawing/2014/main" id="{6F7DCB59-FD28-488A-A234-BA8D0182A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30" name="Freeform 179">
              <a:extLst>
                <a:ext uri="{FF2B5EF4-FFF2-40B4-BE49-F238E27FC236}">
                  <a16:creationId xmlns:a16="http://schemas.microsoft.com/office/drawing/2014/main" id="{1D60595F-2B82-4520-AB12-C086DA18B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  <a:gd name="T6" fmla="*/ 0 w 4"/>
                <a:gd name="T7" fmla="*/ 0 h 247"/>
                <a:gd name="T8" fmla="*/ 4 w 4"/>
                <a:gd name="T9" fmla="*/ 247 h 2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31" name="Freeform 180">
              <a:extLst>
                <a:ext uri="{FF2B5EF4-FFF2-40B4-BE49-F238E27FC236}">
                  <a16:creationId xmlns:a16="http://schemas.microsoft.com/office/drawing/2014/main" id="{54A0E663-024A-47DD-AEEB-F9B25C45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  <a:gd name="T6" fmla="*/ 0 w 1"/>
                <a:gd name="T7" fmla="*/ 0 h 151"/>
                <a:gd name="T8" fmla="*/ 1 w 1"/>
                <a:gd name="T9" fmla="*/ 151 h 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32" name="Line 181">
              <a:extLst>
                <a:ext uri="{FF2B5EF4-FFF2-40B4-BE49-F238E27FC236}">
                  <a16:creationId xmlns:a16="http://schemas.microsoft.com/office/drawing/2014/main" id="{1F93AC64-88D8-4115-A141-9A6F80A682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33" name="Line 182">
              <a:extLst>
                <a:ext uri="{FF2B5EF4-FFF2-40B4-BE49-F238E27FC236}">
                  <a16:creationId xmlns:a16="http://schemas.microsoft.com/office/drawing/2014/main" id="{896FA3B6-CD2F-4AA9-ADA2-6523505F76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34" name="Line 183">
              <a:extLst>
                <a:ext uri="{FF2B5EF4-FFF2-40B4-BE49-F238E27FC236}">
                  <a16:creationId xmlns:a16="http://schemas.microsoft.com/office/drawing/2014/main" id="{4AB86D5F-A9B5-454E-8D3B-B8D991533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35" name="Rectangle 184">
              <a:extLst>
                <a:ext uri="{FF2B5EF4-FFF2-40B4-BE49-F238E27FC236}">
                  <a16:creationId xmlns:a16="http://schemas.microsoft.com/office/drawing/2014/main" id="{00163A18-E14F-4A6A-AE60-2B60C9E11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36" name="Text Box 185">
              <a:extLst>
                <a:ext uri="{FF2B5EF4-FFF2-40B4-BE49-F238E27FC236}">
                  <a16:creationId xmlns:a16="http://schemas.microsoft.com/office/drawing/2014/main" id="{E088238D-078C-4235-A98C-03EF12BFE2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8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29937" name="Rectangle 186">
              <a:extLst>
                <a:ext uri="{FF2B5EF4-FFF2-40B4-BE49-F238E27FC236}">
                  <a16:creationId xmlns:a16="http://schemas.microsoft.com/office/drawing/2014/main" id="{C1C5B92B-BAC5-4E71-87D1-4DB37EE6C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38" name="Text Box 187">
              <a:extLst>
                <a:ext uri="{FF2B5EF4-FFF2-40B4-BE49-F238E27FC236}">
                  <a16:creationId xmlns:a16="http://schemas.microsoft.com/office/drawing/2014/main" id="{7EBC6B23-DB96-4F29-9D81-E47DEF14F9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0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29939" name="Rectangle 188">
              <a:extLst>
                <a:ext uri="{FF2B5EF4-FFF2-40B4-BE49-F238E27FC236}">
                  <a16:creationId xmlns:a16="http://schemas.microsoft.com/office/drawing/2014/main" id="{C2A72725-EADB-4332-B869-0C2157B0E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40" name="Text Box 189">
              <a:extLst>
                <a:ext uri="{FF2B5EF4-FFF2-40B4-BE49-F238E27FC236}">
                  <a16:creationId xmlns:a16="http://schemas.microsoft.com/office/drawing/2014/main" id="{8A5DD84A-1C70-43A9-845E-1AC93A749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29941" name="Line 190">
              <a:extLst>
                <a:ext uri="{FF2B5EF4-FFF2-40B4-BE49-F238E27FC236}">
                  <a16:creationId xmlns:a16="http://schemas.microsoft.com/office/drawing/2014/main" id="{950DC28B-5EB9-4DFF-93D6-919639F69A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42" name="Line 191">
              <a:extLst>
                <a:ext uri="{FF2B5EF4-FFF2-40B4-BE49-F238E27FC236}">
                  <a16:creationId xmlns:a16="http://schemas.microsoft.com/office/drawing/2014/main" id="{8D977276-A475-47EB-A295-44FA5CFECA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43" name="Line 192">
              <a:extLst>
                <a:ext uri="{FF2B5EF4-FFF2-40B4-BE49-F238E27FC236}">
                  <a16:creationId xmlns:a16="http://schemas.microsoft.com/office/drawing/2014/main" id="{DB170A1E-3DE0-4F96-A7D6-DCB944746F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44" name="Line 193">
              <a:extLst>
                <a:ext uri="{FF2B5EF4-FFF2-40B4-BE49-F238E27FC236}">
                  <a16:creationId xmlns:a16="http://schemas.microsoft.com/office/drawing/2014/main" id="{79244431-2ACB-4B5D-B275-FAAC4F8E55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45" name="Freeform 194">
              <a:extLst>
                <a:ext uri="{FF2B5EF4-FFF2-40B4-BE49-F238E27FC236}">
                  <a16:creationId xmlns:a16="http://schemas.microsoft.com/office/drawing/2014/main" id="{1A16FB16-656D-453E-A65D-FD265212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46" name="Freeform 195">
              <a:extLst>
                <a:ext uri="{FF2B5EF4-FFF2-40B4-BE49-F238E27FC236}">
                  <a16:creationId xmlns:a16="http://schemas.microsoft.com/office/drawing/2014/main" id="{ADFFC312-66F6-4C58-A35A-2261D821A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  <a:gd name="T6" fmla="*/ 0 w 1"/>
                <a:gd name="T7" fmla="*/ 0 h 525"/>
                <a:gd name="T8" fmla="*/ 1 w 1"/>
                <a:gd name="T9" fmla="*/ 525 h 5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47" name="Freeform 196">
              <a:extLst>
                <a:ext uri="{FF2B5EF4-FFF2-40B4-BE49-F238E27FC236}">
                  <a16:creationId xmlns:a16="http://schemas.microsoft.com/office/drawing/2014/main" id="{0ABC248D-A376-4615-A20B-CEF82018A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48" name="Text Box 197">
              <a:extLst>
                <a:ext uri="{FF2B5EF4-FFF2-40B4-BE49-F238E27FC236}">
                  <a16:creationId xmlns:a16="http://schemas.microsoft.com/office/drawing/2014/main" id="{1C6364AC-0CBC-4345-A392-3287F62AC1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949" name="Text Box 198">
              <a:extLst>
                <a:ext uri="{FF2B5EF4-FFF2-40B4-BE49-F238E27FC236}">
                  <a16:creationId xmlns:a16="http://schemas.microsoft.com/office/drawing/2014/main" id="{7A183491-8C81-4FD3-9605-21138491B3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950" name="Text Box 199">
              <a:extLst>
                <a:ext uri="{FF2B5EF4-FFF2-40B4-BE49-F238E27FC236}">
                  <a16:creationId xmlns:a16="http://schemas.microsoft.com/office/drawing/2014/main" id="{585E2D5D-2B25-41EE-85A8-72666A07C4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951" name="Text Box 200">
              <a:extLst>
                <a:ext uri="{FF2B5EF4-FFF2-40B4-BE49-F238E27FC236}">
                  <a16:creationId xmlns:a16="http://schemas.microsoft.com/office/drawing/2014/main" id="{51F45B7D-C6EA-4100-A490-4F65C0BE6F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952" name="Text Box 201">
              <a:extLst>
                <a:ext uri="{FF2B5EF4-FFF2-40B4-BE49-F238E27FC236}">
                  <a16:creationId xmlns:a16="http://schemas.microsoft.com/office/drawing/2014/main" id="{527EA45A-15DF-4595-99A3-D51467B578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953" name="Text Box 202">
              <a:extLst>
                <a:ext uri="{FF2B5EF4-FFF2-40B4-BE49-F238E27FC236}">
                  <a16:creationId xmlns:a16="http://schemas.microsoft.com/office/drawing/2014/main" id="{13BE9CFE-655C-461B-8E6E-F53E8AFEDF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954" name="Text Box 203">
              <a:extLst>
                <a:ext uri="{FF2B5EF4-FFF2-40B4-BE49-F238E27FC236}">
                  <a16:creationId xmlns:a16="http://schemas.microsoft.com/office/drawing/2014/main" id="{B7CD1157-3351-4B5F-B65A-08336CCA8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955" name="Text Box 204">
              <a:extLst>
                <a:ext uri="{FF2B5EF4-FFF2-40B4-BE49-F238E27FC236}">
                  <a16:creationId xmlns:a16="http://schemas.microsoft.com/office/drawing/2014/main" id="{7AB9E51D-9B71-48B3-9277-F138A5B14C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956" name="Text Box 205">
              <a:extLst>
                <a:ext uri="{FF2B5EF4-FFF2-40B4-BE49-F238E27FC236}">
                  <a16:creationId xmlns:a16="http://schemas.microsoft.com/office/drawing/2014/main" id="{97575825-5D30-43D8-B2AD-B10751E464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57" name="Text Box 206">
              <a:extLst>
                <a:ext uri="{FF2B5EF4-FFF2-40B4-BE49-F238E27FC236}">
                  <a16:creationId xmlns:a16="http://schemas.microsoft.com/office/drawing/2014/main" id="{1DB3CFB4-5F94-4894-A1C8-CE2B5354B4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58" name="Text Box 207">
              <a:extLst>
                <a:ext uri="{FF2B5EF4-FFF2-40B4-BE49-F238E27FC236}">
                  <a16:creationId xmlns:a16="http://schemas.microsoft.com/office/drawing/2014/main" id="{EB3C3724-1688-4B4C-95A3-5720F3A11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29959" name="Line 208">
              <a:extLst>
                <a:ext uri="{FF2B5EF4-FFF2-40B4-BE49-F238E27FC236}">
                  <a16:creationId xmlns:a16="http://schemas.microsoft.com/office/drawing/2014/main" id="{4C538BD6-AA44-4B12-8446-2EF43EC856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60" name="Text Box 209">
              <a:extLst>
                <a:ext uri="{FF2B5EF4-FFF2-40B4-BE49-F238E27FC236}">
                  <a16:creationId xmlns:a16="http://schemas.microsoft.com/office/drawing/2014/main" id="{DEBCAA30-021E-4271-95B1-F8DA3408A4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61" name="Text Box 210">
              <a:extLst>
                <a:ext uri="{FF2B5EF4-FFF2-40B4-BE49-F238E27FC236}">
                  <a16:creationId xmlns:a16="http://schemas.microsoft.com/office/drawing/2014/main" id="{2A4FC8D5-03F5-4AAA-8084-8DC08ADC6E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29962" name="Text Box 211">
              <a:extLst>
                <a:ext uri="{FF2B5EF4-FFF2-40B4-BE49-F238E27FC236}">
                  <a16:creationId xmlns:a16="http://schemas.microsoft.com/office/drawing/2014/main" id="{DCF164EF-02E6-4B0A-9F67-6BDDC76556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963" name="Text Box 212">
              <a:extLst>
                <a:ext uri="{FF2B5EF4-FFF2-40B4-BE49-F238E27FC236}">
                  <a16:creationId xmlns:a16="http://schemas.microsoft.com/office/drawing/2014/main" id="{7A3785BE-69C3-4E4B-B4F8-DAB706903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964" name="Text Box 213">
              <a:extLst>
                <a:ext uri="{FF2B5EF4-FFF2-40B4-BE49-F238E27FC236}">
                  <a16:creationId xmlns:a16="http://schemas.microsoft.com/office/drawing/2014/main" id="{9525C1F4-D554-4CC8-801A-8FA7C07CA7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行</a:t>
              </a:r>
            </a:p>
          </p:txBody>
        </p:sp>
        <p:sp>
          <p:nvSpPr>
            <p:cNvPr id="29965" name="Text Box 214">
              <a:extLst>
                <a:ext uri="{FF2B5EF4-FFF2-40B4-BE49-F238E27FC236}">
                  <a16:creationId xmlns:a16="http://schemas.microsoft.com/office/drawing/2014/main" id="{DB3B67EC-C65D-45E4-8AFA-E94164B6E5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</a:p>
          </p:txBody>
        </p:sp>
        <p:sp>
          <p:nvSpPr>
            <p:cNvPr id="29966" name="Text Box 215">
              <a:extLst>
                <a:ext uri="{FF2B5EF4-FFF2-40B4-BE49-F238E27FC236}">
                  <a16:creationId xmlns:a16="http://schemas.microsoft.com/office/drawing/2014/main" id="{64DF6F9E-EC1C-4C14-82FA-5FF4726A8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址</a:t>
              </a:r>
            </a:p>
          </p:txBody>
        </p:sp>
        <p:sp>
          <p:nvSpPr>
            <p:cNvPr id="29967" name="Text Box 216">
              <a:extLst>
                <a:ext uri="{FF2B5EF4-FFF2-40B4-BE49-F238E27FC236}">
                  <a16:creationId xmlns:a16="http://schemas.microsoft.com/office/drawing/2014/main" id="{C3B2CB16-E828-4039-9B48-12E07D543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</a:t>
              </a:r>
            </a:p>
          </p:txBody>
        </p:sp>
        <p:sp>
          <p:nvSpPr>
            <p:cNvPr id="29968" name="Text Box 217">
              <a:extLst>
                <a:ext uri="{FF2B5EF4-FFF2-40B4-BE49-F238E27FC236}">
                  <a16:creationId xmlns:a16="http://schemas.microsoft.com/office/drawing/2014/main" id="{F03A8AF8-7F86-4742-8C3C-06A413AD8A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29969" name="Text Box 218">
              <a:extLst>
                <a:ext uri="{FF2B5EF4-FFF2-40B4-BE49-F238E27FC236}">
                  <a16:creationId xmlns:a16="http://schemas.microsoft.com/office/drawing/2014/main" id="{11C29D5C-27FE-4B97-B120-B66874284D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列</a:t>
              </a:r>
            </a:p>
          </p:txBody>
        </p:sp>
        <p:sp>
          <p:nvSpPr>
            <p:cNvPr id="29970" name="Text Box 219">
              <a:extLst>
                <a:ext uri="{FF2B5EF4-FFF2-40B4-BE49-F238E27FC236}">
                  <a16:creationId xmlns:a16="http://schemas.microsoft.com/office/drawing/2014/main" id="{189DCA52-8B92-4D75-BD3E-8826931CDB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</a:p>
          </p:txBody>
        </p:sp>
        <p:sp>
          <p:nvSpPr>
            <p:cNvPr id="29971" name="Text Box 220">
              <a:extLst>
                <a:ext uri="{FF2B5EF4-FFF2-40B4-BE49-F238E27FC236}">
                  <a16:creationId xmlns:a16="http://schemas.microsoft.com/office/drawing/2014/main" id="{E30E663C-8F78-4220-BA5E-F9A909F52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址</a:t>
              </a:r>
            </a:p>
          </p:txBody>
        </p:sp>
        <p:sp>
          <p:nvSpPr>
            <p:cNvPr id="29972" name="Text Box 221">
              <a:extLst>
                <a:ext uri="{FF2B5EF4-FFF2-40B4-BE49-F238E27FC236}">
                  <a16:creationId xmlns:a16="http://schemas.microsoft.com/office/drawing/2014/main" id="{156D1054-28A0-46FA-9881-8934FD5DC2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</a:t>
              </a:r>
            </a:p>
          </p:txBody>
        </p:sp>
        <p:sp>
          <p:nvSpPr>
            <p:cNvPr id="29973" name="Text Box 222">
              <a:extLst>
                <a:ext uri="{FF2B5EF4-FFF2-40B4-BE49-F238E27FC236}">
                  <a16:creationId xmlns:a16="http://schemas.microsoft.com/office/drawing/2014/main" id="{E595251F-B26B-496C-BCA7-452FCEBD41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29974" name="Text Box 223">
              <a:extLst>
                <a:ext uri="{FF2B5EF4-FFF2-40B4-BE49-F238E27FC236}">
                  <a16:creationId xmlns:a16="http://schemas.microsoft.com/office/drawing/2014/main" id="{37A5F7C6-FC2E-43B8-90B6-037D562963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75" name="Text Box 224">
              <a:extLst>
                <a:ext uri="{FF2B5EF4-FFF2-40B4-BE49-F238E27FC236}">
                  <a16:creationId xmlns:a16="http://schemas.microsoft.com/office/drawing/2014/main" id="{14D20F70-FB5F-4827-9084-656A814A33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9976" name="Text Box 225">
              <a:extLst>
                <a:ext uri="{FF2B5EF4-FFF2-40B4-BE49-F238E27FC236}">
                  <a16:creationId xmlns:a16="http://schemas.microsoft.com/office/drawing/2014/main" id="{FC6FB379-0050-4660-90B7-165D712C79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9977" name="Text Box 226">
              <a:extLst>
                <a:ext uri="{FF2B5EF4-FFF2-40B4-BE49-F238E27FC236}">
                  <a16:creationId xmlns:a16="http://schemas.microsoft.com/office/drawing/2014/main" id="{637C8AC1-7802-49ED-A183-0D0D025E0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9978" name="Line 227">
              <a:extLst>
                <a:ext uri="{FF2B5EF4-FFF2-40B4-BE49-F238E27FC236}">
                  <a16:creationId xmlns:a16="http://schemas.microsoft.com/office/drawing/2014/main" id="{05057178-BCCE-40A6-8A90-E8F7B5A9D1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79" name="Line 228">
              <a:extLst>
                <a:ext uri="{FF2B5EF4-FFF2-40B4-BE49-F238E27FC236}">
                  <a16:creationId xmlns:a16="http://schemas.microsoft.com/office/drawing/2014/main" id="{CF81C0E3-4B02-488B-9363-AF1A08CDD5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80" name="Line 229">
              <a:extLst>
                <a:ext uri="{FF2B5EF4-FFF2-40B4-BE49-F238E27FC236}">
                  <a16:creationId xmlns:a16="http://schemas.microsoft.com/office/drawing/2014/main" id="{8C33E768-EC44-41C2-B61D-33DFDE2456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81" name="Line 230">
              <a:extLst>
                <a:ext uri="{FF2B5EF4-FFF2-40B4-BE49-F238E27FC236}">
                  <a16:creationId xmlns:a16="http://schemas.microsoft.com/office/drawing/2014/main" id="{315C5C82-DF01-4E79-9A8E-F09A17DCAC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82" name="Line 231">
              <a:extLst>
                <a:ext uri="{FF2B5EF4-FFF2-40B4-BE49-F238E27FC236}">
                  <a16:creationId xmlns:a16="http://schemas.microsoft.com/office/drawing/2014/main" id="{6555DBF4-4C9B-4FFD-981D-9771E7E4A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83" name="Line 232">
              <a:extLst>
                <a:ext uri="{FF2B5EF4-FFF2-40B4-BE49-F238E27FC236}">
                  <a16:creationId xmlns:a16="http://schemas.microsoft.com/office/drawing/2014/main" id="{F5B39A2A-EDB3-4827-83C1-802B91A854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84" name="Line 233">
              <a:extLst>
                <a:ext uri="{FF2B5EF4-FFF2-40B4-BE49-F238E27FC236}">
                  <a16:creationId xmlns:a16="http://schemas.microsoft.com/office/drawing/2014/main" id="{DDA0DA05-22E7-440D-801D-6786900882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85" name="Line 234">
              <a:extLst>
                <a:ext uri="{FF2B5EF4-FFF2-40B4-BE49-F238E27FC236}">
                  <a16:creationId xmlns:a16="http://schemas.microsoft.com/office/drawing/2014/main" id="{6168A221-D75B-4F44-B6B5-08096B7926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86" name="Line 235">
              <a:extLst>
                <a:ext uri="{FF2B5EF4-FFF2-40B4-BE49-F238E27FC236}">
                  <a16:creationId xmlns:a16="http://schemas.microsoft.com/office/drawing/2014/main" id="{0E8F8554-B9E5-450F-9F49-B67E39401D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87" name="Line 236">
              <a:extLst>
                <a:ext uri="{FF2B5EF4-FFF2-40B4-BE49-F238E27FC236}">
                  <a16:creationId xmlns:a16="http://schemas.microsoft.com/office/drawing/2014/main" id="{DA80E15B-9C58-4640-882F-A5300A48ED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88" name="Text Box 237">
              <a:extLst>
                <a:ext uri="{FF2B5EF4-FFF2-40B4-BE49-F238E27FC236}">
                  <a16:creationId xmlns:a16="http://schemas.microsoft.com/office/drawing/2014/main" id="{908DE083-64F3-44B1-AC59-6E8C732730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</a:t>
              </a:r>
            </a:p>
          </p:txBody>
        </p:sp>
        <p:sp>
          <p:nvSpPr>
            <p:cNvPr id="29989" name="Line 238">
              <a:extLst>
                <a:ext uri="{FF2B5EF4-FFF2-40B4-BE49-F238E27FC236}">
                  <a16:creationId xmlns:a16="http://schemas.microsoft.com/office/drawing/2014/main" id="{25FB7237-CF32-4BE5-AB88-2ACE7001AC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90" name="Text Box 239">
              <a:extLst>
                <a:ext uri="{FF2B5EF4-FFF2-40B4-BE49-F238E27FC236}">
                  <a16:creationId xmlns:a16="http://schemas.microsoft.com/office/drawing/2014/main" id="{F652ADF9-9B3E-4733-B669-A91683FFF1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CS</a:t>
              </a:r>
            </a:p>
          </p:txBody>
        </p:sp>
        <p:sp>
          <p:nvSpPr>
            <p:cNvPr id="29991" name="Line 240">
              <a:extLst>
                <a:ext uri="{FF2B5EF4-FFF2-40B4-BE49-F238E27FC236}">
                  <a16:creationId xmlns:a16="http://schemas.microsoft.com/office/drawing/2014/main" id="{9A2F390A-0219-4122-9E2A-C99BDF3C1E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702" name="Group 241">
            <a:extLst>
              <a:ext uri="{FF2B5EF4-FFF2-40B4-BE49-F238E27FC236}">
                <a16:creationId xmlns:a16="http://schemas.microsoft.com/office/drawing/2014/main" id="{B922399D-E070-4A45-A31F-E99AB6CFC314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8459788" cy="4778375"/>
            <a:chOff x="140" y="674"/>
            <a:chExt cx="5329" cy="3010"/>
          </a:xfrm>
        </p:grpSpPr>
        <p:grpSp>
          <p:nvGrpSpPr>
            <p:cNvPr id="29752" name="Group 242">
              <a:extLst>
                <a:ext uri="{FF2B5EF4-FFF2-40B4-BE49-F238E27FC236}">
                  <a16:creationId xmlns:a16="http://schemas.microsoft.com/office/drawing/2014/main" id="{E88FC911-163B-4054-BB1E-759CF4B1AF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29778" name="Text Box 243">
                <a:extLst>
                  <a:ext uri="{FF2B5EF4-FFF2-40B4-BE49-F238E27FC236}">
                    <a16:creationId xmlns:a16="http://schemas.microsoft.com/office/drawing/2014/main" id="{2B65521F-274B-46CC-98F3-695BB5BDEE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9779" name="Text Box 244">
                <a:extLst>
                  <a:ext uri="{FF2B5EF4-FFF2-40B4-BE49-F238E27FC236}">
                    <a16:creationId xmlns:a16="http://schemas.microsoft.com/office/drawing/2014/main" id="{5968C671-6AE3-46CC-AFA5-963FA3E4E7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9780" name="Text Box 245">
                <a:extLst>
                  <a:ext uri="{FF2B5EF4-FFF2-40B4-BE49-F238E27FC236}">
                    <a16:creationId xmlns:a16="http://schemas.microsoft.com/office/drawing/2014/main" id="{A7465DE6-F130-444F-836E-E10375EE86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9781" name="Text Box 246">
                <a:extLst>
                  <a:ext uri="{FF2B5EF4-FFF2-40B4-BE49-F238E27FC236}">
                    <a16:creationId xmlns:a16="http://schemas.microsoft.com/office/drawing/2014/main" id="{2F0769DD-137F-4E12-B2BB-EC0E1FE1A0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9782" name="Text Box 247">
                <a:extLst>
                  <a:ext uri="{FF2B5EF4-FFF2-40B4-BE49-F238E27FC236}">
                    <a16:creationId xmlns:a16="http://schemas.microsoft.com/office/drawing/2014/main" id="{191FAB69-A0C2-4CEF-9A6E-B5B3ADB492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9783" name="Text Box 248">
                <a:extLst>
                  <a:ext uri="{FF2B5EF4-FFF2-40B4-BE49-F238E27FC236}">
                    <a16:creationId xmlns:a16="http://schemas.microsoft.com/office/drawing/2014/main" id="{F28441F5-E69C-4FB2-9C38-3C7BBBDF5E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9784" name="Text Box 249">
                <a:extLst>
                  <a:ext uri="{FF2B5EF4-FFF2-40B4-BE49-F238E27FC236}">
                    <a16:creationId xmlns:a16="http://schemas.microsoft.com/office/drawing/2014/main" id="{FCA67676-7D67-40DD-90D7-C1031851B7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9785" name="Text Box 250">
                <a:extLst>
                  <a:ext uri="{FF2B5EF4-FFF2-40B4-BE49-F238E27FC236}">
                    <a16:creationId xmlns:a16="http://schemas.microsoft.com/office/drawing/2014/main" id="{076EAC36-2BC8-41A6-BDAD-E2084AD75B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9786" name="Text Box 251">
                <a:extLst>
                  <a:ext uri="{FF2B5EF4-FFF2-40B4-BE49-F238E27FC236}">
                    <a16:creationId xmlns:a16="http://schemas.microsoft.com/office/drawing/2014/main" id="{12AB85F6-8912-46EB-AD7E-9CF6E3A42F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9787" name="Text Box 252">
                <a:extLst>
                  <a:ext uri="{FF2B5EF4-FFF2-40B4-BE49-F238E27FC236}">
                    <a16:creationId xmlns:a16="http://schemas.microsoft.com/office/drawing/2014/main" id="{2EFB9356-54BD-4A3F-9A3A-08AC192B58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</p:grpSp>
        <p:grpSp>
          <p:nvGrpSpPr>
            <p:cNvPr id="29753" name="Group 253">
              <a:extLst>
                <a:ext uri="{FF2B5EF4-FFF2-40B4-BE49-F238E27FC236}">
                  <a16:creationId xmlns:a16="http://schemas.microsoft.com/office/drawing/2014/main" id="{6EA84685-0121-4A94-AD57-2C97BFAAF0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9754" name="Group 254">
                <a:extLst>
                  <a:ext uri="{FF2B5EF4-FFF2-40B4-BE49-F238E27FC236}">
                    <a16:creationId xmlns:a16="http://schemas.microsoft.com/office/drawing/2014/main" id="{4A672A81-2B9A-435D-9DED-01029F7F96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29759" name="Group 255">
                  <a:extLst>
                    <a:ext uri="{FF2B5EF4-FFF2-40B4-BE49-F238E27FC236}">
                      <a16:creationId xmlns:a16="http://schemas.microsoft.com/office/drawing/2014/main" id="{EE59D778-0045-4F40-AEDF-81F7C5E3BD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29770" name="Rectangle 256">
                    <a:extLst>
                      <a:ext uri="{FF2B5EF4-FFF2-40B4-BE49-F238E27FC236}">
                        <a16:creationId xmlns:a16="http://schemas.microsoft.com/office/drawing/2014/main" id="{F6B8D8E8-E478-4D6D-84C1-F66D4A9E89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29771" name="Rectangle 257">
                    <a:extLst>
                      <a:ext uri="{FF2B5EF4-FFF2-40B4-BE49-F238E27FC236}">
                        <a16:creationId xmlns:a16="http://schemas.microsoft.com/office/drawing/2014/main" id="{DDB50965-B119-44BB-9638-0BFA794BA1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9772" name="Rectangle 258">
                    <a:extLst>
                      <a:ext uri="{FF2B5EF4-FFF2-40B4-BE49-F238E27FC236}">
                        <a16:creationId xmlns:a16="http://schemas.microsoft.com/office/drawing/2014/main" id="{707E6622-FFB0-4F69-93F0-9658E53341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29773" name="Rectangle 259">
                    <a:extLst>
                      <a:ext uri="{FF2B5EF4-FFF2-40B4-BE49-F238E27FC236}">
                        <a16:creationId xmlns:a16="http://schemas.microsoft.com/office/drawing/2014/main" id="{73B10CCC-9857-433C-8C2D-6BBC7FCF7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29774" name="Rectangle 260">
                    <a:extLst>
                      <a:ext uri="{FF2B5EF4-FFF2-40B4-BE49-F238E27FC236}">
                        <a16:creationId xmlns:a16="http://schemas.microsoft.com/office/drawing/2014/main" id="{F283F35B-3249-43AB-9607-F81A563444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29775" name="Rectangle 261">
                    <a:extLst>
                      <a:ext uri="{FF2B5EF4-FFF2-40B4-BE49-F238E27FC236}">
                        <a16:creationId xmlns:a16="http://schemas.microsoft.com/office/drawing/2014/main" id="{C365814A-2818-4EE5-BE35-6C651536E4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29776" name="Rectangle 262">
                    <a:extLst>
                      <a:ext uri="{FF2B5EF4-FFF2-40B4-BE49-F238E27FC236}">
                        <a16:creationId xmlns:a16="http://schemas.microsoft.com/office/drawing/2014/main" id="{D78844AC-3F41-441B-8DA2-D328B33D11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29777" name="Rectangle 263">
                    <a:extLst>
                      <a:ext uri="{FF2B5EF4-FFF2-40B4-BE49-F238E27FC236}">
                        <a16:creationId xmlns:a16="http://schemas.microsoft.com/office/drawing/2014/main" id="{78BBC2C8-7310-4EA8-ADAD-39B7B5E09C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</p:grpSp>
            <p:grpSp>
              <p:nvGrpSpPr>
                <p:cNvPr id="29760" name="Group 264">
                  <a:extLst>
                    <a:ext uri="{FF2B5EF4-FFF2-40B4-BE49-F238E27FC236}">
                      <a16:creationId xmlns:a16="http://schemas.microsoft.com/office/drawing/2014/main" id="{88A10192-3190-478D-BCDF-ADCEEFA69E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29761" name="Freeform 265">
                    <a:extLst>
                      <a:ext uri="{FF2B5EF4-FFF2-40B4-BE49-F238E27FC236}">
                        <a16:creationId xmlns:a16="http://schemas.microsoft.com/office/drawing/2014/main" id="{20618387-705F-4546-9E45-5BCFC66316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62" name="Line 266">
                    <a:extLst>
                      <a:ext uri="{FF2B5EF4-FFF2-40B4-BE49-F238E27FC236}">
                        <a16:creationId xmlns:a16="http://schemas.microsoft.com/office/drawing/2014/main" id="{9FA17EE4-FBA6-4EF4-833E-6AE87C169D6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63" name="Line 267">
                    <a:extLst>
                      <a:ext uri="{FF2B5EF4-FFF2-40B4-BE49-F238E27FC236}">
                        <a16:creationId xmlns:a16="http://schemas.microsoft.com/office/drawing/2014/main" id="{897F8FF2-4561-4A17-A654-C5E983657B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64" name="Line 268">
                    <a:extLst>
                      <a:ext uri="{FF2B5EF4-FFF2-40B4-BE49-F238E27FC236}">
                        <a16:creationId xmlns:a16="http://schemas.microsoft.com/office/drawing/2014/main" id="{DAB023AF-A1B4-4E12-8A64-637C419E92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65" name="Line 269">
                    <a:extLst>
                      <a:ext uri="{FF2B5EF4-FFF2-40B4-BE49-F238E27FC236}">
                        <a16:creationId xmlns:a16="http://schemas.microsoft.com/office/drawing/2014/main" id="{58DB189B-B5CD-4815-94DE-820A255C68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66" name="Line 270">
                    <a:extLst>
                      <a:ext uri="{FF2B5EF4-FFF2-40B4-BE49-F238E27FC236}">
                        <a16:creationId xmlns:a16="http://schemas.microsoft.com/office/drawing/2014/main" id="{FEC1D5D1-97D0-4DF0-8C22-F57C0DBD86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67" name="Line 271">
                    <a:extLst>
                      <a:ext uri="{FF2B5EF4-FFF2-40B4-BE49-F238E27FC236}">
                        <a16:creationId xmlns:a16="http://schemas.microsoft.com/office/drawing/2014/main" id="{5985834B-07E6-4F9E-880D-18EFD6F0D2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68" name="Line 272">
                    <a:extLst>
                      <a:ext uri="{FF2B5EF4-FFF2-40B4-BE49-F238E27FC236}">
                        <a16:creationId xmlns:a16="http://schemas.microsoft.com/office/drawing/2014/main" id="{6330900E-F5B1-4D79-8A01-EA056895AC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69" name="Line 273">
                    <a:extLst>
                      <a:ext uri="{FF2B5EF4-FFF2-40B4-BE49-F238E27FC236}">
                        <a16:creationId xmlns:a16="http://schemas.microsoft.com/office/drawing/2014/main" id="{36D1A318-8CDB-4DBB-AA35-FE246595C6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29755" name="Text Box 274">
                <a:extLst>
                  <a:ext uri="{FF2B5EF4-FFF2-40B4-BE49-F238E27FC236}">
                    <a16:creationId xmlns:a16="http://schemas.microsoft.com/office/drawing/2014/main" id="{31839126-B116-4844-9783-B8B7FC886C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9756" name="Text Box 275">
                <a:extLst>
                  <a:ext uri="{FF2B5EF4-FFF2-40B4-BE49-F238E27FC236}">
                    <a16:creationId xmlns:a16="http://schemas.microsoft.com/office/drawing/2014/main" id="{531EAF9A-CCA6-4A18-888A-8DCFA7FA00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9757" name="Text Box 276">
                <a:extLst>
                  <a:ext uri="{FF2B5EF4-FFF2-40B4-BE49-F238E27FC236}">
                    <a16:creationId xmlns:a16="http://schemas.microsoft.com/office/drawing/2014/main" id="{3BBDB421-D763-4254-B7E4-5D71B17374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29758" name="Text Box 277">
                <a:extLst>
                  <a:ext uri="{FF2B5EF4-FFF2-40B4-BE49-F238E27FC236}">
                    <a16:creationId xmlns:a16="http://schemas.microsoft.com/office/drawing/2014/main" id="{1741FA9E-7742-43D6-9025-89BE221BA9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</p:grpSp>
      <p:grpSp>
        <p:nvGrpSpPr>
          <p:cNvPr id="16" name="Group 278">
            <a:extLst>
              <a:ext uri="{FF2B5EF4-FFF2-40B4-BE49-F238E27FC236}">
                <a16:creationId xmlns:a16="http://schemas.microsoft.com/office/drawing/2014/main" id="{3B83A833-D341-43B9-A3A1-6CB044092A98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29705" name="Group 279">
              <a:extLst>
                <a:ext uri="{FF2B5EF4-FFF2-40B4-BE49-F238E27FC236}">
                  <a16:creationId xmlns:a16="http://schemas.microsoft.com/office/drawing/2014/main" id="{0D2C3387-AAC2-4458-8FEE-4D6AF93EE5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9714" name="Group 280">
                <a:extLst>
                  <a:ext uri="{FF2B5EF4-FFF2-40B4-BE49-F238E27FC236}">
                    <a16:creationId xmlns:a16="http://schemas.microsoft.com/office/drawing/2014/main" id="{638B0F17-2F3B-44E1-A8B9-11FA943D5D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9747" name="Freeform 281">
                  <a:extLst>
                    <a:ext uri="{FF2B5EF4-FFF2-40B4-BE49-F238E27FC236}">
                      <a16:creationId xmlns:a16="http://schemas.microsoft.com/office/drawing/2014/main" id="{65CCF897-74CB-4203-9875-546756B950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9748" name="Freeform 282">
                  <a:extLst>
                    <a:ext uri="{FF2B5EF4-FFF2-40B4-BE49-F238E27FC236}">
                      <a16:creationId xmlns:a16="http://schemas.microsoft.com/office/drawing/2014/main" id="{E6D81F84-1DFF-42A0-941E-224E2EC0DF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9749" name="Freeform 283">
                  <a:extLst>
                    <a:ext uri="{FF2B5EF4-FFF2-40B4-BE49-F238E27FC236}">
                      <a16:creationId xmlns:a16="http://schemas.microsoft.com/office/drawing/2014/main" id="{5A523930-138C-47C1-BD66-99833A9B27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9750" name="Freeform 284">
                  <a:extLst>
                    <a:ext uri="{FF2B5EF4-FFF2-40B4-BE49-F238E27FC236}">
                      <a16:creationId xmlns:a16="http://schemas.microsoft.com/office/drawing/2014/main" id="{AD0769AA-FE98-473E-9601-EE064092A6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9751" name="Freeform 285">
                  <a:extLst>
                    <a:ext uri="{FF2B5EF4-FFF2-40B4-BE49-F238E27FC236}">
                      <a16:creationId xmlns:a16="http://schemas.microsoft.com/office/drawing/2014/main" id="{1E6C77D7-54D7-4C13-88C7-124DE51C88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29715" name="Group 286">
                <a:extLst>
                  <a:ext uri="{FF2B5EF4-FFF2-40B4-BE49-F238E27FC236}">
                    <a16:creationId xmlns:a16="http://schemas.microsoft.com/office/drawing/2014/main" id="{836969ED-2596-4E06-A958-623A80D7C8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9740" name="Group 287">
                  <a:extLst>
                    <a:ext uri="{FF2B5EF4-FFF2-40B4-BE49-F238E27FC236}">
                      <a16:creationId xmlns:a16="http://schemas.microsoft.com/office/drawing/2014/main" id="{55499AEF-6478-4453-BE98-4F99D333D0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9745" name="Line 288">
                    <a:extLst>
                      <a:ext uri="{FF2B5EF4-FFF2-40B4-BE49-F238E27FC236}">
                        <a16:creationId xmlns:a16="http://schemas.microsoft.com/office/drawing/2014/main" id="{97B7447C-C6E0-4AE6-8F97-AA2B6B54D6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46" name="Line 289">
                    <a:extLst>
                      <a:ext uri="{FF2B5EF4-FFF2-40B4-BE49-F238E27FC236}">
                        <a16:creationId xmlns:a16="http://schemas.microsoft.com/office/drawing/2014/main" id="{D159DA6F-1FC4-4BE7-806C-6B8EBDCF43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29741" name="Freeform 290">
                  <a:extLst>
                    <a:ext uri="{FF2B5EF4-FFF2-40B4-BE49-F238E27FC236}">
                      <a16:creationId xmlns:a16="http://schemas.microsoft.com/office/drawing/2014/main" id="{1F44E5E3-A3ED-40FB-8B56-B04A12290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29742" name="Group 291">
                  <a:extLst>
                    <a:ext uri="{FF2B5EF4-FFF2-40B4-BE49-F238E27FC236}">
                      <a16:creationId xmlns:a16="http://schemas.microsoft.com/office/drawing/2014/main" id="{0FEFBCBB-A60C-494D-942A-97545C9B0C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9743" name="Line 292">
                    <a:extLst>
                      <a:ext uri="{FF2B5EF4-FFF2-40B4-BE49-F238E27FC236}">
                        <a16:creationId xmlns:a16="http://schemas.microsoft.com/office/drawing/2014/main" id="{E4ACE6D8-6334-4A91-822D-B6E5F676CE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44" name="Line 293">
                    <a:extLst>
                      <a:ext uri="{FF2B5EF4-FFF2-40B4-BE49-F238E27FC236}">
                        <a16:creationId xmlns:a16="http://schemas.microsoft.com/office/drawing/2014/main" id="{FB886092-6370-453C-87D2-BF8945290C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716" name="Group 294">
                <a:extLst>
                  <a:ext uri="{FF2B5EF4-FFF2-40B4-BE49-F238E27FC236}">
                    <a16:creationId xmlns:a16="http://schemas.microsoft.com/office/drawing/2014/main" id="{2A4FE74C-5B31-404F-A884-6393470530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9733" name="Group 295">
                  <a:extLst>
                    <a:ext uri="{FF2B5EF4-FFF2-40B4-BE49-F238E27FC236}">
                      <a16:creationId xmlns:a16="http://schemas.microsoft.com/office/drawing/2014/main" id="{05FB25A0-8265-4047-A2EB-EC0D50A6D3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9738" name="Line 296">
                    <a:extLst>
                      <a:ext uri="{FF2B5EF4-FFF2-40B4-BE49-F238E27FC236}">
                        <a16:creationId xmlns:a16="http://schemas.microsoft.com/office/drawing/2014/main" id="{BB79038D-DE32-4D7A-88D4-2A5C29EC06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39" name="Line 297">
                    <a:extLst>
                      <a:ext uri="{FF2B5EF4-FFF2-40B4-BE49-F238E27FC236}">
                        <a16:creationId xmlns:a16="http://schemas.microsoft.com/office/drawing/2014/main" id="{4DA3D4CC-110D-45BA-A21C-53747D4E5F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29734" name="Freeform 298">
                  <a:extLst>
                    <a:ext uri="{FF2B5EF4-FFF2-40B4-BE49-F238E27FC236}">
                      <a16:creationId xmlns:a16="http://schemas.microsoft.com/office/drawing/2014/main" id="{61018963-8E2D-4193-8EB1-9FA72A80EC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29735" name="Group 299">
                  <a:extLst>
                    <a:ext uri="{FF2B5EF4-FFF2-40B4-BE49-F238E27FC236}">
                      <a16:creationId xmlns:a16="http://schemas.microsoft.com/office/drawing/2014/main" id="{BAA16461-4038-495A-87D0-EAAE59B0CFF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9736" name="Line 300">
                    <a:extLst>
                      <a:ext uri="{FF2B5EF4-FFF2-40B4-BE49-F238E27FC236}">
                        <a16:creationId xmlns:a16="http://schemas.microsoft.com/office/drawing/2014/main" id="{3D2A5D96-9CC9-4081-B790-2FCCD928B4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37" name="Line 301">
                    <a:extLst>
                      <a:ext uri="{FF2B5EF4-FFF2-40B4-BE49-F238E27FC236}">
                        <a16:creationId xmlns:a16="http://schemas.microsoft.com/office/drawing/2014/main" id="{013077D8-FF5C-4376-878A-B81FD5F7AB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717" name="Group 302">
                <a:extLst>
                  <a:ext uri="{FF2B5EF4-FFF2-40B4-BE49-F238E27FC236}">
                    <a16:creationId xmlns:a16="http://schemas.microsoft.com/office/drawing/2014/main" id="{D179A137-1580-4754-9A54-DC94055EA8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9726" name="Group 303">
                  <a:extLst>
                    <a:ext uri="{FF2B5EF4-FFF2-40B4-BE49-F238E27FC236}">
                      <a16:creationId xmlns:a16="http://schemas.microsoft.com/office/drawing/2014/main" id="{BC000AED-EFE3-417C-BBC4-A642479ED7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9731" name="Line 304">
                    <a:extLst>
                      <a:ext uri="{FF2B5EF4-FFF2-40B4-BE49-F238E27FC236}">
                        <a16:creationId xmlns:a16="http://schemas.microsoft.com/office/drawing/2014/main" id="{DFE4AEA8-4ED0-47D3-8B3D-909D2061D7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32" name="Line 305">
                    <a:extLst>
                      <a:ext uri="{FF2B5EF4-FFF2-40B4-BE49-F238E27FC236}">
                        <a16:creationId xmlns:a16="http://schemas.microsoft.com/office/drawing/2014/main" id="{D4975D67-E139-4276-8DBF-C9E1E8C6FE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29727" name="Freeform 306">
                  <a:extLst>
                    <a:ext uri="{FF2B5EF4-FFF2-40B4-BE49-F238E27FC236}">
                      <a16:creationId xmlns:a16="http://schemas.microsoft.com/office/drawing/2014/main" id="{7CA7B7BC-BF1F-44A2-8A4A-E309DAE3BC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29728" name="Group 307">
                  <a:extLst>
                    <a:ext uri="{FF2B5EF4-FFF2-40B4-BE49-F238E27FC236}">
                      <a16:creationId xmlns:a16="http://schemas.microsoft.com/office/drawing/2014/main" id="{6573A852-21AF-4826-ADA2-B503B14F79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9729" name="Line 308">
                    <a:extLst>
                      <a:ext uri="{FF2B5EF4-FFF2-40B4-BE49-F238E27FC236}">
                        <a16:creationId xmlns:a16="http://schemas.microsoft.com/office/drawing/2014/main" id="{60DEDB3C-8D7A-4227-8E39-F4307222B7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30" name="Line 309">
                    <a:extLst>
                      <a:ext uri="{FF2B5EF4-FFF2-40B4-BE49-F238E27FC236}">
                        <a16:creationId xmlns:a16="http://schemas.microsoft.com/office/drawing/2014/main" id="{FF86C687-1B6A-4E2D-916C-EAE4BC1688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718" name="Group 310">
                <a:extLst>
                  <a:ext uri="{FF2B5EF4-FFF2-40B4-BE49-F238E27FC236}">
                    <a16:creationId xmlns:a16="http://schemas.microsoft.com/office/drawing/2014/main" id="{2CB2C576-19B0-4C86-B636-959391C141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9719" name="Group 311">
                  <a:extLst>
                    <a:ext uri="{FF2B5EF4-FFF2-40B4-BE49-F238E27FC236}">
                      <a16:creationId xmlns:a16="http://schemas.microsoft.com/office/drawing/2014/main" id="{EAEF944E-1593-4D0C-BF19-B0B9ECEF08F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9724" name="Line 312">
                    <a:extLst>
                      <a:ext uri="{FF2B5EF4-FFF2-40B4-BE49-F238E27FC236}">
                        <a16:creationId xmlns:a16="http://schemas.microsoft.com/office/drawing/2014/main" id="{7BFB88D0-D3E4-4E58-B740-334283E1D1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25" name="Line 313">
                    <a:extLst>
                      <a:ext uri="{FF2B5EF4-FFF2-40B4-BE49-F238E27FC236}">
                        <a16:creationId xmlns:a16="http://schemas.microsoft.com/office/drawing/2014/main" id="{E24EEDD0-4AB9-4A07-97B0-15737F7DE0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29720" name="Freeform 314">
                  <a:extLst>
                    <a:ext uri="{FF2B5EF4-FFF2-40B4-BE49-F238E27FC236}">
                      <a16:creationId xmlns:a16="http://schemas.microsoft.com/office/drawing/2014/main" id="{EBCF7CDB-5E50-4952-ADFB-209A1F8EC2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29721" name="Group 315">
                  <a:extLst>
                    <a:ext uri="{FF2B5EF4-FFF2-40B4-BE49-F238E27FC236}">
                      <a16:creationId xmlns:a16="http://schemas.microsoft.com/office/drawing/2014/main" id="{F3315A7C-5593-4B80-B10A-75544C4C4E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9722" name="Line 316">
                    <a:extLst>
                      <a:ext uri="{FF2B5EF4-FFF2-40B4-BE49-F238E27FC236}">
                        <a16:creationId xmlns:a16="http://schemas.microsoft.com/office/drawing/2014/main" id="{2F8F3C30-B2FE-4A02-9EB1-BAF61E8F87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9723" name="Line 317">
                    <a:extLst>
                      <a:ext uri="{FF2B5EF4-FFF2-40B4-BE49-F238E27FC236}">
                        <a16:creationId xmlns:a16="http://schemas.microsoft.com/office/drawing/2014/main" id="{9C24FE45-27B8-4385-8B99-43B068828B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29706" name="Rectangle 318">
              <a:extLst>
                <a:ext uri="{FF2B5EF4-FFF2-40B4-BE49-F238E27FC236}">
                  <a16:creationId xmlns:a16="http://schemas.microsoft.com/office/drawing/2014/main" id="{B6D8F3DF-3997-4FAA-A4DC-B89A5559A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07" name="Text Box 319">
              <a:extLst>
                <a:ext uri="{FF2B5EF4-FFF2-40B4-BE49-F238E27FC236}">
                  <a16:creationId xmlns:a16="http://schemas.microsoft.com/office/drawing/2014/main" id="{0EFF7181-A9DF-4354-AAFE-7078211AD2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708" name="Rectangle 320">
              <a:extLst>
                <a:ext uri="{FF2B5EF4-FFF2-40B4-BE49-F238E27FC236}">
                  <a16:creationId xmlns:a16="http://schemas.microsoft.com/office/drawing/2014/main" id="{7243FF7B-C680-41F3-ACFE-C546AC1FF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29709" name="Rectangle 321">
              <a:extLst>
                <a:ext uri="{FF2B5EF4-FFF2-40B4-BE49-F238E27FC236}">
                  <a16:creationId xmlns:a16="http://schemas.microsoft.com/office/drawing/2014/main" id="{118C71C1-F7C2-4196-B419-3403D1460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29710" name="Rectangle 322">
              <a:extLst>
                <a:ext uri="{FF2B5EF4-FFF2-40B4-BE49-F238E27FC236}">
                  <a16:creationId xmlns:a16="http://schemas.microsoft.com/office/drawing/2014/main" id="{6FF5730A-CCE0-409C-B550-2A0A03FF0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29711" name="Text Box 323">
              <a:extLst>
                <a:ext uri="{FF2B5EF4-FFF2-40B4-BE49-F238E27FC236}">
                  <a16:creationId xmlns:a16="http://schemas.microsoft.com/office/drawing/2014/main" id="{939A6E66-51D1-4BDD-92A7-D1ED29680D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712" name="Text Box 324">
              <a:extLst>
                <a:ext uri="{FF2B5EF4-FFF2-40B4-BE49-F238E27FC236}">
                  <a16:creationId xmlns:a16="http://schemas.microsoft.com/office/drawing/2014/main" id="{1F822C3F-5135-41E4-A870-46387321C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29713" name="Text Box 325">
              <a:extLst>
                <a:ext uri="{FF2B5EF4-FFF2-40B4-BE49-F238E27FC236}">
                  <a16:creationId xmlns:a16="http://schemas.microsoft.com/office/drawing/2014/main" id="{31AD2CFC-A9E7-4E57-A3CB-370BDF146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22" name="Group 2">
            <a:extLst>
              <a:ext uri="{FF2B5EF4-FFF2-40B4-BE49-F238E27FC236}">
                <a16:creationId xmlns:a16="http://schemas.microsoft.com/office/drawing/2014/main" id="{B9EE647B-B446-4BA3-A8F3-9219F280698A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8921750" cy="5716588"/>
            <a:chOff x="140" y="674"/>
            <a:chExt cx="5620" cy="3601"/>
          </a:xfrm>
        </p:grpSpPr>
        <p:grpSp>
          <p:nvGrpSpPr>
            <p:cNvPr id="30756" name="Group 3">
              <a:extLst>
                <a:ext uri="{FF2B5EF4-FFF2-40B4-BE49-F238E27FC236}">
                  <a16:creationId xmlns:a16="http://schemas.microsoft.com/office/drawing/2014/main" id="{12BDBF3C-9E42-4D38-9DFF-8498B84A65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674"/>
              <a:ext cx="5620" cy="3601"/>
              <a:chOff x="140" y="674"/>
              <a:chExt cx="5620" cy="3601"/>
            </a:xfrm>
          </p:grpSpPr>
          <p:grpSp>
            <p:nvGrpSpPr>
              <p:cNvPr id="30805" name="Group 4">
                <a:extLst>
                  <a:ext uri="{FF2B5EF4-FFF2-40B4-BE49-F238E27FC236}">
                    <a16:creationId xmlns:a16="http://schemas.microsoft.com/office/drawing/2014/main" id="{FE227C17-A9EC-49BC-B089-65BC62A2B6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0" y="674"/>
                <a:ext cx="5620" cy="3601"/>
                <a:chOff x="140" y="674"/>
                <a:chExt cx="5620" cy="3601"/>
              </a:xfrm>
            </p:grpSpPr>
            <p:grpSp>
              <p:nvGrpSpPr>
                <p:cNvPr id="30831" name="Group 5">
                  <a:extLst>
                    <a:ext uri="{FF2B5EF4-FFF2-40B4-BE49-F238E27FC236}">
                      <a16:creationId xmlns:a16="http://schemas.microsoft.com/office/drawing/2014/main" id="{76A4387C-7BE1-4C0A-9A29-C2A7E5AEA1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0" y="674"/>
                  <a:ext cx="5620" cy="3601"/>
                  <a:chOff x="140" y="674"/>
                  <a:chExt cx="5620" cy="3601"/>
                </a:xfrm>
              </p:grpSpPr>
              <p:grpSp>
                <p:nvGrpSpPr>
                  <p:cNvPr id="30871" name="Group 6">
                    <a:extLst>
                      <a:ext uri="{FF2B5EF4-FFF2-40B4-BE49-F238E27FC236}">
                        <a16:creationId xmlns:a16="http://schemas.microsoft.com/office/drawing/2014/main" id="{7CC11CC9-3621-441E-AE69-C96B191A730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40" y="713"/>
                    <a:ext cx="5620" cy="3562"/>
                    <a:chOff x="140" y="713"/>
                    <a:chExt cx="5620" cy="3562"/>
                  </a:xfrm>
                </p:grpSpPr>
                <p:sp>
                  <p:nvSpPr>
                    <p:cNvPr id="30883" name="Rectangle 7">
                      <a:extLst>
                        <a:ext uri="{FF2B5EF4-FFF2-40B4-BE49-F238E27FC236}">
                          <a16:creationId xmlns:a16="http://schemas.microsoft.com/office/drawing/2014/main" id="{36C4D964-2FB2-44AD-877D-9B02AE722E6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2" y="713"/>
                      <a:ext cx="576" cy="3168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84" name="Rectangle 8">
                      <a:extLst>
                        <a:ext uri="{FF2B5EF4-FFF2-40B4-BE49-F238E27FC236}">
                          <a16:creationId xmlns:a16="http://schemas.microsoft.com/office/drawing/2014/main" id="{DAFC1F3B-F9D8-4CCE-91BF-8C66F157E7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28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15</a:t>
                      </a:r>
                    </a:p>
                  </p:txBody>
                </p:sp>
                <p:sp>
                  <p:nvSpPr>
                    <p:cNvPr id="30885" name="Text Box 9">
                      <a:extLst>
                        <a:ext uri="{FF2B5EF4-FFF2-40B4-BE49-F238E27FC236}">
                          <a16:creationId xmlns:a16="http://schemas.microsoft.com/office/drawing/2014/main" id="{B0B5FA29-1251-417E-90E1-B4C16F39174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8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0886" name="Rectangle 10">
                      <a:extLst>
                        <a:ext uri="{FF2B5EF4-FFF2-40B4-BE49-F238E27FC236}">
                          <a16:creationId xmlns:a16="http://schemas.microsoft.com/office/drawing/2014/main" id="{44654BF2-58B3-457A-97FF-C0AC89BE8B5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52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87" name="Rectangle 11">
                      <a:extLst>
                        <a:ext uri="{FF2B5EF4-FFF2-40B4-BE49-F238E27FC236}">
                          <a16:creationId xmlns:a16="http://schemas.microsoft.com/office/drawing/2014/main" id="{41D965F8-966C-45DB-B976-3D6BC2D31DF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69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31</a:t>
                      </a:r>
                    </a:p>
                  </p:txBody>
                </p:sp>
                <p:sp>
                  <p:nvSpPr>
                    <p:cNvPr id="30888" name="Text Box 12">
                      <a:extLst>
                        <a:ext uri="{FF2B5EF4-FFF2-40B4-BE49-F238E27FC236}">
                          <a16:creationId xmlns:a16="http://schemas.microsoft.com/office/drawing/2014/main" id="{02E3F9B1-8F01-4490-A5FA-650CE4269E8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549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0889" name="Rectangle 13">
                      <a:extLst>
                        <a:ext uri="{FF2B5EF4-FFF2-40B4-BE49-F238E27FC236}">
                          <a16:creationId xmlns:a16="http://schemas.microsoft.com/office/drawing/2014/main" id="{6F4F873D-2E2D-4035-9BEC-CFCB5922187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93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16</a:t>
                      </a:r>
                    </a:p>
                  </p:txBody>
                </p:sp>
                <p:sp>
                  <p:nvSpPr>
                    <p:cNvPr id="30890" name="Rectangle 14">
                      <a:extLst>
                        <a:ext uri="{FF2B5EF4-FFF2-40B4-BE49-F238E27FC236}">
                          <a16:creationId xmlns:a16="http://schemas.microsoft.com/office/drawing/2014/main" id="{E8906B8F-2A06-4649-ADD9-73BCBF841CE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44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47</a:t>
                      </a:r>
                    </a:p>
                  </p:txBody>
                </p:sp>
                <p:sp>
                  <p:nvSpPr>
                    <p:cNvPr id="30891" name="Text Box 15">
                      <a:extLst>
                        <a:ext uri="{FF2B5EF4-FFF2-40B4-BE49-F238E27FC236}">
                          <a16:creationId xmlns:a16="http://schemas.microsoft.com/office/drawing/2014/main" id="{5431ECF5-5536-4F74-A4C9-B38420B0288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24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0892" name="Rectangle 16">
                      <a:extLst>
                        <a:ext uri="{FF2B5EF4-FFF2-40B4-BE49-F238E27FC236}">
                          <a16:creationId xmlns:a16="http://schemas.microsoft.com/office/drawing/2014/main" id="{0F3786FC-8F2A-4BA7-85F3-AD014A7D58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68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32</a:t>
                      </a:r>
                    </a:p>
                  </p:txBody>
                </p:sp>
                <p:sp>
                  <p:nvSpPr>
                    <p:cNvPr id="30893" name="Rectangle 17">
                      <a:extLst>
                        <a:ext uri="{FF2B5EF4-FFF2-40B4-BE49-F238E27FC236}">
                          <a16:creationId xmlns:a16="http://schemas.microsoft.com/office/drawing/2014/main" id="{F549D495-A346-43D3-90E8-49072C5E245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80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63</a:t>
                      </a:r>
                    </a:p>
                  </p:txBody>
                </p:sp>
                <p:sp>
                  <p:nvSpPr>
                    <p:cNvPr id="30894" name="Text Box 18">
                      <a:extLst>
                        <a:ext uri="{FF2B5EF4-FFF2-40B4-BE49-F238E27FC236}">
                          <a16:creationId xmlns:a16="http://schemas.microsoft.com/office/drawing/2014/main" id="{CB394C17-3DE8-4D36-AC68-47CAC632D76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860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0895" name="Rectangle 19">
                      <a:extLst>
                        <a:ext uri="{FF2B5EF4-FFF2-40B4-BE49-F238E27FC236}">
                          <a16:creationId xmlns:a16="http://schemas.microsoft.com/office/drawing/2014/main" id="{28AA4DFD-3CD3-4DEC-A337-0A0792CBB11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04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48</a:t>
                      </a:r>
                    </a:p>
                  </p:txBody>
                </p:sp>
                <p:sp>
                  <p:nvSpPr>
                    <p:cNvPr id="30896" name="Rectangle 20">
                      <a:extLst>
                        <a:ext uri="{FF2B5EF4-FFF2-40B4-BE49-F238E27FC236}">
                          <a16:creationId xmlns:a16="http://schemas.microsoft.com/office/drawing/2014/main" id="{EC07FD71-9DA4-48B3-8332-286E6CBA7AA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28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15</a:t>
                      </a:r>
                    </a:p>
                  </p:txBody>
                </p:sp>
                <p:sp>
                  <p:nvSpPr>
                    <p:cNvPr id="30897" name="Rectangle 21">
                      <a:extLst>
                        <a:ext uri="{FF2B5EF4-FFF2-40B4-BE49-F238E27FC236}">
                          <a16:creationId xmlns:a16="http://schemas.microsoft.com/office/drawing/2014/main" id="{CBCD5E52-0468-4D34-9BFC-069E40E6BE9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52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98" name="Rectangle 22">
                      <a:extLst>
                        <a:ext uri="{FF2B5EF4-FFF2-40B4-BE49-F238E27FC236}">
                          <a16:creationId xmlns:a16="http://schemas.microsoft.com/office/drawing/2014/main" id="{7B2EFBCF-225A-4D4B-8CC3-40788F1B3F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69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31</a:t>
                      </a:r>
                    </a:p>
                  </p:txBody>
                </p:sp>
                <p:sp>
                  <p:nvSpPr>
                    <p:cNvPr id="30899" name="Rectangle 23">
                      <a:extLst>
                        <a:ext uri="{FF2B5EF4-FFF2-40B4-BE49-F238E27FC236}">
                          <a16:creationId xmlns:a16="http://schemas.microsoft.com/office/drawing/2014/main" id="{85DE9131-4C92-4481-962C-94F25D41BDD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93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16</a:t>
                      </a:r>
                    </a:p>
                  </p:txBody>
                </p:sp>
                <p:sp>
                  <p:nvSpPr>
                    <p:cNvPr id="30900" name="Rectangle 24">
                      <a:extLst>
                        <a:ext uri="{FF2B5EF4-FFF2-40B4-BE49-F238E27FC236}">
                          <a16:creationId xmlns:a16="http://schemas.microsoft.com/office/drawing/2014/main" id="{D44BA7B7-EBAC-463D-B19C-BC39D1B5882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44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47</a:t>
                      </a:r>
                    </a:p>
                  </p:txBody>
                </p:sp>
                <p:sp>
                  <p:nvSpPr>
                    <p:cNvPr id="30901" name="Rectangle 25">
                      <a:extLst>
                        <a:ext uri="{FF2B5EF4-FFF2-40B4-BE49-F238E27FC236}">
                          <a16:creationId xmlns:a16="http://schemas.microsoft.com/office/drawing/2014/main" id="{50F544BC-F0D0-4531-9611-5647F0E16B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68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32</a:t>
                      </a:r>
                    </a:p>
                  </p:txBody>
                </p:sp>
                <p:sp>
                  <p:nvSpPr>
                    <p:cNvPr id="30902" name="Rectangle 26">
                      <a:extLst>
                        <a:ext uri="{FF2B5EF4-FFF2-40B4-BE49-F238E27FC236}">
                          <a16:creationId xmlns:a16="http://schemas.microsoft.com/office/drawing/2014/main" id="{53854ED1-58C0-4945-94BE-0D9A8964E5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80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63</a:t>
                      </a:r>
                    </a:p>
                  </p:txBody>
                </p:sp>
                <p:sp>
                  <p:nvSpPr>
                    <p:cNvPr id="30903" name="Rectangle 27">
                      <a:extLst>
                        <a:ext uri="{FF2B5EF4-FFF2-40B4-BE49-F238E27FC236}">
                          <a16:creationId xmlns:a16="http://schemas.microsoft.com/office/drawing/2014/main" id="{CA527FAD-F9B8-4ADB-9BC0-E6561602B4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04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48</a:t>
                      </a:r>
                    </a:p>
                  </p:txBody>
                </p:sp>
                <p:sp>
                  <p:nvSpPr>
                    <p:cNvPr id="30904" name="Line 28">
                      <a:extLst>
                        <a:ext uri="{FF2B5EF4-FFF2-40B4-BE49-F238E27FC236}">
                          <a16:creationId xmlns:a16="http://schemas.microsoft.com/office/drawing/2014/main" id="{066BDD4C-CC47-41C9-9A4F-52B3F262EBA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2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05" name="Line 29">
                      <a:extLst>
                        <a:ext uri="{FF2B5EF4-FFF2-40B4-BE49-F238E27FC236}">
                          <a16:creationId xmlns:a16="http://schemas.microsoft.com/office/drawing/2014/main" id="{F8BAB660-A245-43CE-BEE7-CB7AE03B4F7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10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06" name="Freeform 30">
                      <a:extLst>
                        <a:ext uri="{FF2B5EF4-FFF2-40B4-BE49-F238E27FC236}">
                          <a16:creationId xmlns:a16="http://schemas.microsoft.com/office/drawing/2014/main" id="{43AABAB3-41BD-45AC-A607-7939EC2CEF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260" y="2709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07" name="Line 31">
                      <a:extLst>
                        <a:ext uri="{FF2B5EF4-FFF2-40B4-BE49-F238E27FC236}">
                          <a16:creationId xmlns:a16="http://schemas.microsoft.com/office/drawing/2014/main" id="{40E36D49-565D-464B-8847-CC0B2EA8E81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2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08" name="Line 32">
                      <a:extLst>
                        <a:ext uri="{FF2B5EF4-FFF2-40B4-BE49-F238E27FC236}">
                          <a16:creationId xmlns:a16="http://schemas.microsoft.com/office/drawing/2014/main" id="{74C66FE0-81F9-4742-856B-33AC6D7B654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4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09" name="Freeform 33">
                      <a:extLst>
                        <a:ext uri="{FF2B5EF4-FFF2-40B4-BE49-F238E27FC236}">
                          <a16:creationId xmlns:a16="http://schemas.microsoft.com/office/drawing/2014/main" id="{5C5F7FC7-9797-40F3-8E52-F3CEDA8334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34" y="2353"/>
                      <a:ext cx="112" cy="1"/>
                    </a:xfrm>
                    <a:custGeom>
                      <a:avLst/>
                      <a:gdLst>
                        <a:gd name="T0" fmla="*/ 0 w 112"/>
                        <a:gd name="T1" fmla="*/ 0 h 1"/>
                        <a:gd name="T2" fmla="*/ 112 w 112"/>
                        <a:gd name="T3" fmla="*/ 0 h 1"/>
                        <a:gd name="T4" fmla="*/ 0 60000 65536"/>
                        <a:gd name="T5" fmla="*/ 0 60000 65536"/>
                        <a:gd name="T6" fmla="*/ 0 w 112"/>
                        <a:gd name="T7" fmla="*/ 0 h 1"/>
                        <a:gd name="T8" fmla="*/ 112 w 112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12" h="1">
                          <a:moveTo>
                            <a:pt x="0" y="0"/>
                          </a:moveTo>
                          <a:lnTo>
                            <a:pt x="112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10" name="Freeform 34">
                      <a:extLst>
                        <a:ext uri="{FF2B5EF4-FFF2-40B4-BE49-F238E27FC236}">
                          <a16:creationId xmlns:a16="http://schemas.microsoft.com/office/drawing/2014/main" id="{FAB4E2D0-A59D-4235-9110-4827582CD7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059" y="1209"/>
                      <a:ext cx="152" cy="1469"/>
                    </a:xfrm>
                    <a:custGeom>
                      <a:avLst/>
                      <a:gdLst>
                        <a:gd name="T0" fmla="*/ 152 w 152"/>
                        <a:gd name="T1" fmla="*/ 1469 h 1469"/>
                        <a:gd name="T2" fmla="*/ 0 w 152"/>
                        <a:gd name="T3" fmla="*/ 1469 h 1469"/>
                        <a:gd name="T4" fmla="*/ 0 w 152"/>
                        <a:gd name="T5" fmla="*/ 0 h 1469"/>
                        <a:gd name="T6" fmla="*/ 95 w 152"/>
                        <a:gd name="T7" fmla="*/ 1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2"/>
                        <a:gd name="T13" fmla="*/ 0 h 1469"/>
                        <a:gd name="T14" fmla="*/ 152 w 152"/>
                        <a:gd name="T15" fmla="*/ 1469 h 1469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2" h="1469">
                          <a:moveTo>
                            <a:pt x="152" y="1469"/>
                          </a:moveTo>
                          <a:lnTo>
                            <a:pt x="0" y="1469"/>
                          </a:lnTo>
                          <a:lnTo>
                            <a:pt x="0" y="0"/>
                          </a:lnTo>
                          <a:lnTo>
                            <a:pt x="95" y="1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11" name="Freeform 35">
                      <a:extLst>
                        <a:ext uri="{FF2B5EF4-FFF2-40B4-BE49-F238E27FC236}">
                          <a16:creationId xmlns:a16="http://schemas.microsoft.com/office/drawing/2014/main" id="{92EAD13C-A600-438B-9074-3F5BCD0176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055" y="2353"/>
                      <a:ext cx="102" cy="1"/>
                    </a:xfrm>
                    <a:custGeom>
                      <a:avLst/>
                      <a:gdLst>
                        <a:gd name="T0" fmla="*/ 102 w 102"/>
                        <a:gd name="T1" fmla="*/ 0 h 1"/>
                        <a:gd name="T2" fmla="*/ 0 w 102"/>
                        <a:gd name="T3" fmla="*/ 0 h 1"/>
                        <a:gd name="T4" fmla="*/ 0 60000 65536"/>
                        <a:gd name="T5" fmla="*/ 0 60000 65536"/>
                        <a:gd name="T6" fmla="*/ 0 w 102"/>
                        <a:gd name="T7" fmla="*/ 0 h 1"/>
                        <a:gd name="T8" fmla="*/ 102 w 102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2" h="1">
                          <a:moveTo>
                            <a:pt x="102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12" name="Line 36">
                      <a:extLst>
                        <a:ext uri="{FF2B5EF4-FFF2-40B4-BE49-F238E27FC236}">
                          <a16:creationId xmlns:a16="http://schemas.microsoft.com/office/drawing/2014/main" id="{EF6657ED-B3CE-42FC-B062-EE180C94E8C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896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13" name="Line 37">
                      <a:extLst>
                        <a:ext uri="{FF2B5EF4-FFF2-40B4-BE49-F238E27FC236}">
                          <a16:creationId xmlns:a16="http://schemas.microsoft.com/office/drawing/2014/main" id="{B6DB48B5-0FA0-48A4-98C7-7598E037568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879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14" name="Freeform 38">
                      <a:extLst>
                        <a:ext uri="{FF2B5EF4-FFF2-40B4-BE49-F238E27FC236}">
                          <a16:creationId xmlns:a16="http://schemas.microsoft.com/office/drawing/2014/main" id="{14A99CD9-04A4-48DA-88BF-2BAA24FCBB2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31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15" name="Line 39">
                      <a:extLst>
                        <a:ext uri="{FF2B5EF4-FFF2-40B4-BE49-F238E27FC236}">
                          <a16:creationId xmlns:a16="http://schemas.microsoft.com/office/drawing/2014/main" id="{950A88FF-777B-46EB-A4C7-8886B5DE320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704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16" name="Line 40">
                      <a:extLst>
                        <a:ext uri="{FF2B5EF4-FFF2-40B4-BE49-F238E27FC236}">
                          <a16:creationId xmlns:a16="http://schemas.microsoft.com/office/drawing/2014/main" id="{1D8BFE04-E323-4BBB-9B65-B32CC3FB81A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783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17" name="Freeform 41">
                      <a:extLst>
                        <a:ext uri="{FF2B5EF4-FFF2-40B4-BE49-F238E27FC236}">
                          <a16:creationId xmlns:a16="http://schemas.microsoft.com/office/drawing/2014/main" id="{06CA0075-3CA7-488F-A05E-53A7D31105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05" y="2353"/>
                      <a:ext cx="103" cy="1"/>
                    </a:xfrm>
                    <a:custGeom>
                      <a:avLst/>
                      <a:gdLst>
                        <a:gd name="T0" fmla="*/ 0 w 103"/>
                        <a:gd name="T1" fmla="*/ 0 h 1"/>
                        <a:gd name="T2" fmla="*/ 103 w 103"/>
                        <a:gd name="T3" fmla="*/ 0 h 1"/>
                        <a:gd name="T4" fmla="*/ 0 60000 65536"/>
                        <a:gd name="T5" fmla="*/ 0 60000 65536"/>
                        <a:gd name="T6" fmla="*/ 0 w 103"/>
                        <a:gd name="T7" fmla="*/ 0 h 1"/>
                        <a:gd name="T8" fmla="*/ 103 w 103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3" h="1">
                          <a:moveTo>
                            <a:pt x="0" y="0"/>
                          </a:moveTo>
                          <a:lnTo>
                            <a:pt x="103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18" name="Freeform 42">
                      <a:extLst>
                        <a:ext uri="{FF2B5EF4-FFF2-40B4-BE49-F238E27FC236}">
                          <a16:creationId xmlns:a16="http://schemas.microsoft.com/office/drawing/2014/main" id="{3F4154F8-B6EF-45B5-A1FF-89568A9A41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11" y="2352"/>
                      <a:ext cx="113" cy="1"/>
                    </a:xfrm>
                    <a:custGeom>
                      <a:avLst/>
                      <a:gdLst>
                        <a:gd name="T0" fmla="*/ 113 w 113"/>
                        <a:gd name="T1" fmla="*/ 1 h 1"/>
                        <a:gd name="T2" fmla="*/ 0 w 113"/>
                        <a:gd name="T3" fmla="*/ 0 h 1"/>
                        <a:gd name="T4" fmla="*/ 0 60000 65536"/>
                        <a:gd name="T5" fmla="*/ 0 60000 65536"/>
                        <a:gd name="T6" fmla="*/ 0 w 113"/>
                        <a:gd name="T7" fmla="*/ 0 h 1"/>
                        <a:gd name="T8" fmla="*/ 113 w 113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13" h="1">
                          <a:moveTo>
                            <a:pt x="113" y="1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19" name="Line 43">
                      <a:extLst>
                        <a:ext uri="{FF2B5EF4-FFF2-40B4-BE49-F238E27FC236}">
                          <a16:creationId xmlns:a16="http://schemas.microsoft.com/office/drawing/2014/main" id="{14FE9FDD-C4B2-4FA2-ABF2-F4509E90BDA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20" name="Line 44">
                      <a:extLst>
                        <a:ext uri="{FF2B5EF4-FFF2-40B4-BE49-F238E27FC236}">
                          <a16:creationId xmlns:a16="http://schemas.microsoft.com/office/drawing/2014/main" id="{7AE6CD7E-9042-431C-BCF4-C0A190174A8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21" name="Freeform 45">
                      <a:extLst>
                        <a:ext uri="{FF2B5EF4-FFF2-40B4-BE49-F238E27FC236}">
                          <a16:creationId xmlns:a16="http://schemas.microsoft.com/office/drawing/2014/main" id="{194A72C5-3254-45D3-A104-352F193A841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12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22" name="Line 46">
                      <a:extLst>
                        <a:ext uri="{FF2B5EF4-FFF2-40B4-BE49-F238E27FC236}">
                          <a16:creationId xmlns:a16="http://schemas.microsoft.com/office/drawing/2014/main" id="{346A0AFC-2FE1-4604-AC9F-86D3D2113A7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23" name="Line 47">
                      <a:extLst>
                        <a:ext uri="{FF2B5EF4-FFF2-40B4-BE49-F238E27FC236}">
                          <a16:creationId xmlns:a16="http://schemas.microsoft.com/office/drawing/2014/main" id="{732FF9BE-FC6F-448D-A07F-1440D939AED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24" name="Freeform 48">
                      <a:extLst>
                        <a:ext uri="{FF2B5EF4-FFF2-40B4-BE49-F238E27FC236}">
                          <a16:creationId xmlns:a16="http://schemas.microsoft.com/office/drawing/2014/main" id="{675FBEEF-B5B3-4A2D-A1C9-41865A92470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86" y="2353"/>
                      <a:ext cx="109" cy="1"/>
                    </a:xfrm>
                    <a:custGeom>
                      <a:avLst/>
                      <a:gdLst>
                        <a:gd name="T0" fmla="*/ 0 w 109"/>
                        <a:gd name="T1" fmla="*/ 0 h 1"/>
                        <a:gd name="T2" fmla="*/ 109 w 109"/>
                        <a:gd name="T3" fmla="*/ 0 h 1"/>
                        <a:gd name="T4" fmla="*/ 0 60000 65536"/>
                        <a:gd name="T5" fmla="*/ 0 60000 65536"/>
                        <a:gd name="T6" fmla="*/ 0 w 109"/>
                        <a:gd name="T7" fmla="*/ 0 h 1"/>
                        <a:gd name="T8" fmla="*/ 109 w 109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9" h="1">
                          <a:moveTo>
                            <a:pt x="0" y="0"/>
                          </a:moveTo>
                          <a:lnTo>
                            <a:pt x="109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25" name="Freeform 49">
                      <a:extLst>
                        <a:ext uri="{FF2B5EF4-FFF2-40B4-BE49-F238E27FC236}">
                          <a16:creationId xmlns:a16="http://schemas.microsoft.com/office/drawing/2014/main" id="{0F089880-45B6-42D4-A91D-53BEC3ADAC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207" y="2353"/>
                      <a:ext cx="89" cy="1"/>
                    </a:xfrm>
                    <a:custGeom>
                      <a:avLst/>
                      <a:gdLst>
                        <a:gd name="T0" fmla="*/ 89 w 89"/>
                        <a:gd name="T1" fmla="*/ 0 h 1"/>
                        <a:gd name="T2" fmla="*/ 0 w 89"/>
                        <a:gd name="T3" fmla="*/ 0 h 1"/>
                        <a:gd name="T4" fmla="*/ 0 60000 65536"/>
                        <a:gd name="T5" fmla="*/ 0 60000 65536"/>
                        <a:gd name="T6" fmla="*/ 0 w 89"/>
                        <a:gd name="T7" fmla="*/ 0 h 1"/>
                        <a:gd name="T8" fmla="*/ 89 w 89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89" h="1">
                          <a:moveTo>
                            <a:pt x="89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26" name="Line 50">
                      <a:extLst>
                        <a:ext uri="{FF2B5EF4-FFF2-40B4-BE49-F238E27FC236}">
                          <a16:creationId xmlns:a16="http://schemas.microsoft.com/office/drawing/2014/main" id="{980E7DB6-777A-44F4-A481-10F82FC9365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053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27" name="Line 51">
                      <a:extLst>
                        <a:ext uri="{FF2B5EF4-FFF2-40B4-BE49-F238E27FC236}">
                          <a16:creationId xmlns:a16="http://schemas.microsoft.com/office/drawing/2014/main" id="{4FA69045-2B1A-4486-8E9F-1EE6EE64A0A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036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28" name="Freeform 52">
                      <a:extLst>
                        <a:ext uri="{FF2B5EF4-FFF2-40B4-BE49-F238E27FC236}">
                          <a16:creationId xmlns:a16="http://schemas.microsoft.com/office/drawing/2014/main" id="{729EDEB1-59CC-4E45-AB0A-BB9C6A4B24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88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29" name="Line 53">
                      <a:extLst>
                        <a:ext uri="{FF2B5EF4-FFF2-40B4-BE49-F238E27FC236}">
                          <a16:creationId xmlns:a16="http://schemas.microsoft.com/office/drawing/2014/main" id="{C75F6D56-892A-49A9-A6E9-93BD58A86E7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861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30" name="Line 54">
                      <a:extLst>
                        <a:ext uri="{FF2B5EF4-FFF2-40B4-BE49-F238E27FC236}">
                          <a16:creationId xmlns:a16="http://schemas.microsoft.com/office/drawing/2014/main" id="{1A2BE0EC-30F7-447B-93B9-00B01088964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940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31" name="Freeform 55">
                      <a:extLst>
                        <a:ext uri="{FF2B5EF4-FFF2-40B4-BE49-F238E27FC236}">
                          <a16:creationId xmlns:a16="http://schemas.microsoft.com/office/drawing/2014/main" id="{B8F5BDD3-820A-4B87-B275-AA1EE41C8B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62" y="2353"/>
                      <a:ext cx="115" cy="1"/>
                    </a:xfrm>
                    <a:custGeom>
                      <a:avLst/>
                      <a:gdLst>
                        <a:gd name="T0" fmla="*/ 0 w 115"/>
                        <a:gd name="T1" fmla="*/ 0 h 1"/>
                        <a:gd name="T2" fmla="*/ 115 w 115"/>
                        <a:gd name="T3" fmla="*/ 0 h 1"/>
                        <a:gd name="T4" fmla="*/ 0 60000 65536"/>
                        <a:gd name="T5" fmla="*/ 0 60000 65536"/>
                        <a:gd name="T6" fmla="*/ 0 w 115"/>
                        <a:gd name="T7" fmla="*/ 0 h 1"/>
                        <a:gd name="T8" fmla="*/ 115 w 115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15" h="1">
                          <a:moveTo>
                            <a:pt x="0" y="0"/>
                          </a:moveTo>
                          <a:lnTo>
                            <a:pt x="115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32" name="Freeform 56">
                      <a:extLst>
                        <a:ext uri="{FF2B5EF4-FFF2-40B4-BE49-F238E27FC236}">
                          <a16:creationId xmlns:a16="http://schemas.microsoft.com/office/drawing/2014/main" id="{E02FE64D-E99D-4FB2-A310-0BB2007C05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783" y="2353"/>
                      <a:ext cx="90" cy="1"/>
                    </a:xfrm>
                    <a:custGeom>
                      <a:avLst/>
                      <a:gdLst>
                        <a:gd name="T0" fmla="*/ 90 w 90"/>
                        <a:gd name="T1" fmla="*/ 0 h 1"/>
                        <a:gd name="T2" fmla="*/ 0 w 90"/>
                        <a:gd name="T3" fmla="*/ 0 h 1"/>
                        <a:gd name="T4" fmla="*/ 0 60000 65536"/>
                        <a:gd name="T5" fmla="*/ 0 60000 65536"/>
                        <a:gd name="T6" fmla="*/ 0 w 90"/>
                        <a:gd name="T7" fmla="*/ 0 h 1"/>
                        <a:gd name="T8" fmla="*/ 90 w 90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0" h="1">
                          <a:moveTo>
                            <a:pt x="9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33" name="Line 57">
                      <a:extLst>
                        <a:ext uri="{FF2B5EF4-FFF2-40B4-BE49-F238E27FC236}">
                          <a16:creationId xmlns:a16="http://schemas.microsoft.com/office/drawing/2014/main" id="{FD2B4037-8EA6-4B5D-ACC2-406DDD0541A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34" name="Line 58">
                      <a:extLst>
                        <a:ext uri="{FF2B5EF4-FFF2-40B4-BE49-F238E27FC236}">
                          <a16:creationId xmlns:a16="http://schemas.microsoft.com/office/drawing/2014/main" id="{7442CD2A-D386-445F-BA49-53CE2702276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35" name="Freeform 59">
                      <a:extLst>
                        <a:ext uri="{FF2B5EF4-FFF2-40B4-BE49-F238E27FC236}">
                          <a16:creationId xmlns:a16="http://schemas.microsoft.com/office/drawing/2014/main" id="{95D38BA8-3589-4638-90C2-1301519D68E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4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36" name="Line 60">
                      <a:extLst>
                        <a:ext uri="{FF2B5EF4-FFF2-40B4-BE49-F238E27FC236}">
                          <a16:creationId xmlns:a16="http://schemas.microsoft.com/office/drawing/2014/main" id="{822A29D0-0544-43A9-8B4D-C29D942A50E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37" name="Line 61">
                      <a:extLst>
                        <a:ext uri="{FF2B5EF4-FFF2-40B4-BE49-F238E27FC236}">
                          <a16:creationId xmlns:a16="http://schemas.microsoft.com/office/drawing/2014/main" id="{DEF0C659-D272-4053-88E4-CFBD1EEA9F9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38" name="Freeform 62">
                      <a:extLst>
                        <a:ext uri="{FF2B5EF4-FFF2-40B4-BE49-F238E27FC236}">
                          <a16:creationId xmlns:a16="http://schemas.microsoft.com/office/drawing/2014/main" id="{DA3AF30A-B432-4CA0-B40D-25393CF37F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51" y="2352"/>
                      <a:ext cx="100" cy="1"/>
                    </a:xfrm>
                    <a:custGeom>
                      <a:avLst/>
                      <a:gdLst>
                        <a:gd name="T0" fmla="*/ 0 w 100"/>
                        <a:gd name="T1" fmla="*/ 0 h 1"/>
                        <a:gd name="T2" fmla="*/ 100 w 100"/>
                        <a:gd name="T3" fmla="*/ 1 h 1"/>
                        <a:gd name="T4" fmla="*/ 0 60000 65536"/>
                        <a:gd name="T5" fmla="*/ 0 60000 65536"/>
                        <a:gd name="T6" fmla="*/ 0 w 100"/>
                        <a:gd name="T7" fmla="*/ 0 h 1"/>
                        <a:gd name="T8" fmla="*/ 100 w 100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0" h="1">
                          <a:moveTo>
                            <a:pt x="0" y="0"/>
                          </a:moveTo>
                          <a:lnTo>
                            <a:pt x="100" y="1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39" name="Freeform 63">
                      <a:extLst>
                        <a:ext uri="{FF2B5EF4-FFF2-40B4-BE49-F238E27FC236}">
                          <a16:creationId xmlns:a16="http://schemas.microsoft.com/office/drawing/2014/main" id="{6DBA9367-A427-484F-B6E2-2287BD64D45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59" y="2353"/>
                      <a:ext cx="108" cy="1"/>
                    </a:xfrm>
                    <a:custGeom>
                      <a:avLst/>
                      <a:gdLst>
                        <a:gd name="T0" fmla="*/ 108 w 108"/>
                        <a:gd name="T1" fmla="*/ 0 h 1"/>
                        <a:gd name="T2" fmla="*/ 0 w 108"/>
                        <a:gd name="T3" fmla="*/ 0 h 1"/>
                        <a:gd name="T4" fmla="*/ 0 60000 65536"/>
                        <a:gd name="T5" fmla="*/ 0 60000 65536"/>
                        <a:gd name="T6" fmla="*/ 0 w 108"/>
                        <a:gd name="T7" fmla="*/ 0 h 1"/>
                        <a:gd name="T8" fmla="*/ 108 w 108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8" h="1">
                          <a:moveTo>
                            <a:pt x="108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40" name="Line 64">
                      <a:extLst>
                        <a:ext uri="{FF2B5EF4-FFF2-40B4-BE49-F238E27FC236}">
                          <a16:creationId xmlns:a16="http://schemas.microsoft.com/office/drawing/2014/main" id="{BF7DC77F-D5AB-4F25-9873-265AD010270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205" y="2698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41" name="Line 65">
                      <a:extLst>
                        <a:ext uri="{FF2B5EF4-FFF2-40B4-BE49-F238E27FC236}">
                          <a16:creationId xmlns:a16="http://schemas.microsoft.com/office/drawing/2014/main" id="{456A74DB-8688-4376-9111-28A1D661B54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188" y="2696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42" name="Freeform 66">
                      <a:extLst>
                        <a:ext uri="{FF2B5EF4-FFF2-40B4-BE49-F238E27FC236}">
                          <a16:creationId xmlns:a16="http://schemas.microsoft.com/office/drawing/2014/main" id="{A2193F31-03D3-4191-833F-92E7768C3A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40" y="2695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43" name="Line 67">
                      <a:extLst>
                        <a:ext uri="{FF2B5EF4-FFF2-40B4-BE49-F238E27FC236}">
                          <a16:creationId xmlns:a16="http://schemas.microsoft.com/office/drawing/2014/main" id="{086864A6-D8DC-484C-B6B9-ADF031AC1F9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013" y="2698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44" name="Line 68">
                      <a:extLst>
                        <a:ext uri="{FF2B5EF4-FFF2-40B4-BE49-F238E27FC236}">
                          <a16:creationId xmlns:a16="http://schemas.microsoft.com/office/drawing/2014/main" id="{38543721-4F54-4C6F-B624-16936FB7154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092" y="2700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45" name="Freeform 69">
                      <a:extLst>
                        <a:ext uri="{FF2B5EF4-FFF2-40B4-BE49-F238E27FC236}">
                          <a16:creationId xmlns:a16="http://schemas.microsoft.com/office/drawing/2014/main" id="{A5F71337-5DB3-45BD-8D7C-9B6E2DA182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336" y="2351"/>
                      <a:ext cx="90" cy="2"/>
                    </a:xfrm>
                    <a:custGeom>
                      <a:avLst/>
                      <a:gdLst>
                        <a:gd name="T0" fmla="*/ 0 w 90"/>
                        <a:gd name="T1" fmla="*/ 0 h 2"/>
                        <a:gd name="T2" fmla="*/ 90 w 90"/>
                        <a:gd name="T3" fmla="*/ 2 h 2"/>
                        <a:gd name="T4" fmla="*/ 0 60000 65536"/>
                        <a:gd name="T5" fmla="*/ 0 60000 65536"/>
                        <a:gd name="T6" fmla="*/ 0 w 90"/>
                        <a:gd name="T7" fmla="*/ 0 h 2"/>
                        <a:gd name="T8" fmla="*/ 90 w 90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0" h="2">
                          <a:moveTo>
                            <a:pt x="0" y="0"/>
                          </a:moveTo>
                          <a:lnTo>
                            <a:pt x="90" y="2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46" name="Freeform 70">
                      <a:extLst>
                        <a:ext uri="{FF2B5EF4-FFF2-40B4-BE49-F238E27FC236}">
                          <a16:creationId xmlns:a16="http://schemas.microsoft.com/office/drawing/2014/main" id="{62078524-10DB-485D-B223-BF1CE4A9770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35" y="2353"/>
                      <a:ext cx="104" cy="1"/>
                    </a:xfrm>
                    <a:custGeom>
                      <a:avLst/>
                      <a:gdLst>
                        <a:gd name="T0" fmla="*/ 104 w 104"/>
                        <a:gd name="T1" fmla="*/ 0 h 1"/>
                        <a:gd name="T2" fmla="*/ 0 w 104"/>
                        <a:gd name="T3" fmla="*/ 0 h 1"/>
                        <a:gd name="T4" fmla="*/ 0 60000 65536"/>
                        <a:gd name="T5" fmla="*/ 0 60000 65536"/>
                        <a:gd name="T6" fmla="*/ 0 w 104"/>
                        <a:gd name="T7" fmla="*/ 0 h 1"/>
                        <a:gd name="T8" fmla="*/ 104 w 104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4" h="1">
                          <a:moveTo>
                            <a:pt x="104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30947" name="Group 71">
                      <a:extLst>
                        <a:ext uri="{FF2B5EF4-FFF2-40B4-BE49-F238E27FC236}">
                          <a16:creationId xmlns:a16="http://schemas.microsoft.com/office/drawing/2014/main" id="{DDBA1A17-B9EA-4452-BAEB-88184ACEFD2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68" y="2634"/>
                      <a:ext cx="192" cy="158"/>
                      <a:chOff x="4692" y="2634"/>
                      <a:chExt cx="192" cy="158"/>
                    </a:xfrm>
                  </p:grpSpPr>
                  <p:grpSp>
                    <p:nvGrpSpPr>
                      <p:cNvPr id="31094" name="Group 72">
                        <a:extLst>
                          <a:ext uri="{FF2B5EF4-FFF2-40B4-BE49-F238E27FC236}">
                            <a16:creationId xmlns:a16="http://schemas.microsoft.com/office/drawing/2014/main" id="{4A90FE6D-BAED-422E-91F3-CE597FFE9EB2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4836" y="2634"/>
                        <a:ext cx="48" cy="158"/>
                        <a:chOff x="4836" y="2634"/>
                        <a:chExt cx="48" cy="158"/>
                      </a:xfrm>
                    </p:grpSpPr>
                    <p:sp>
                      <p:nvSpPr>
                        <p:cNvPr id="31099" name="Line 73">
                          <a:extLst>
                            <a:ext uri="{FF2B5EF4-FFF2-40B4-BE49-F238E27FC236}">
                              <a16:creationId xmlns:a16="http://schemas.microsoft.com/office/drawing/2014/main" id="{981DA5A9-44DD-4562-987B-DA21F1347AAD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4805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100" name="Line 74">
                          <a:extLst>
                            <a:ext uri="{FF2B5EF4-FFF2-40B4-BE49-F238E27FC236}">
                              <a16:creationId xmlns:a16="http://schemas.microsoft.com/office/drawing/2014/main" id="{A7A5FC45-238D-4ADA-9255-8F8BCCD28049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4788" y="2711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31095" name="Freeform 75">
                        <a:extLst>
                          <a:ext uri="{FF2B5EF4-FFF2-40B4-BE49-F238E27FC236}">
                            <a16:creationId xmlns:a16="http://schemas.microsoft.com/office/drawing/2014/main" id="{7AD63982-C9E8-4E7D-B1D8-B4D054B131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740" y="2710"/>
                        <a:ext cx="96" cy="2"/>
                      </a:xfrm>
                      <a:custGeom>
                        <a:avLst/>
                        <a:gdLst>
                          <a:gd name="T0" fmla="*/ 0 w 96"/>
                          <a:gd name="T1" fmla="*/ 2 h 2"/>
                          <a:gd name="T2" fmla="*/ 96 w 96"/>
                          <a:gd name="T3" fmla="*/ 0 h 2"/>
                          <a:gd name="T4" fmla="*/ 0 60000 65536"/>
                          <a:gd name="T5" fmla="*/ 0 60000 65536"/>
                          <a:gd name="T6" fmla="*/ 0 w 96"/>
                          <a:gd name="T7" fmla="*/ 0 h 2"/>
                          <a:gd name="T8" fmla="*/ 96 w 96"/>
                          <a:gd name="T9" fmla="*/ 2 h 2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T6" t="T7" r="T8" b="T9"/>
                        <a:pathLst>
                          <a:path w="96" h="2">
                            <a:moveTo>
                              <a:pt x="0" y="2"/>
                            </a:moveTo>
                            <a:lnTo>
                              <a:pt x="96" y="0"/>
                            </a:lnTo>
                          </a:path>
                        </a:pathLst>
                      </a:cu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096" name="Group 76">
                        <a:extLst>
                          <a:ext uri="{FF2B5EF4-FFF2-40B4-BE49-F238E27FC236}">
                            <a16:creationId xmlns:a16="http://schemas.microsoft.com/office/drawing/2014/main" id="{99A97250-2726-475D-88CA-92049FC414C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4692" y="2634"/>
                        <a:ext cx="48" cy="158"/>
                        <a:chOff x="4692" y="2634"/>
                        <a:chExt cx="48" cy="158"/>
                      </a:xfrm>
                    </p:grpSpPr>
                    <p:sp>
                      <p:nvSpPr>
                        <p:cNvPr id="31097" name="Line 77">
                          <a:extLst>
                            <a:ext uri="{FF2B5EF4-FFF2-40B4-BE49-F238E27FC236}">
                              <a16:creationId xmlns:a16="http://schemas.microsoft.com/office/drawing/2014/main" id="{E2BFBFD1-0F17-4ABC-AEF3-F1654E1ACDBC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4613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098" name="Line 78">
                          <a:extLst>
                            <a:ext uri="{FF2B5EF4-FFF2-40B4-BE49-F238E27FC236}">
                              <a16:creationId xmlns:a16="http://schemas.microsoft.com/office/drawing/2014/main" id="{D92EA88B-3749-4D38-A9D1-DA2B6A467430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4692" y="2715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30948" name="Freeform 79">
                      <a:extLst>
                        <a:ext uri="{FF2B5EF4-FFF2-40B4-BE49-F238E27FC236}">
                          <a16:creationId xmlns:a16="http://schemas.microsoft.com/office/drawing/2014/main" id="{A13C8A7F-13BA-4CBE-AD2A-864C6F13D7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890" y="2353"/>
                      <a:ext cx="107" cy="1"/>
                    </a:xfrm>
                    <a:custGeom>
                      <a:avLst/>
                      <a:gdLst>
                        <a:gd name="T0" fmla="*/ 0 w 107"/>
                        <a:gd name="T1" fmla="*/ 0 h 1"/>
                        <a:gd name="T2" fmla="*/ 107 w 107"/>
                        <a:gd name="T3" fmla="*/ 0 h 1"/>
                        <a:gd name="T4" fmla="*/ 0 60000 65536"/>
                        <a:gd name="T5" fmla="*/ 0 60000 65536"/>
                        <a:gd name="T6" fmla="*/ 0 w 107"/>
                        <a:gd name="T7" fmla="*/ 0 h 1"/>
                        <a:gd name="T8" fmla="*/ 107 w 107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7" h="1">
                          <a:moveTo>
                            <a:pt x="0" y="0"/>
                          </a:moveTo>
                          <a:lnTo>
                            <a:pt x="107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49" name="Freeform 80">
                      <a:extLst>
                        <a:ext uri="{FF2B5EF4-FFF2-40B4-BE49-F238E27FC236}">
                          <a16:creationId xmlns:a16="http://schemas.microsoft.com/office/drawing/2014/main" id="{9BF4D638-6C42-4A09-B18E-95DD10D9AC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511" y="2353"/>
                      <a:ext cx="96" cy="1"/>
                    </a:xfrm>
                    <a:custGeom>
                      <a:avLst/>
                      <a:gdLst>
                        <a:gd name="T0" fmla="*/ 96 w 96"/>
                        <a:gd name="T1" fmla="*/ 0 h 1"/>
                        <a:gd name="T2" fmla="*/ 0 w 96"/>
                        <a:gd name="T3" fmla="*/ 0 h 1"/>
                        <a:gd name="T4" fmla="*/ 0 60000 65536"/>
                        <a:gd name="T5" fmla="*/ 0 60000 65536"/>
                        <a:gd name="T6" fmla="*/ 0 w 96"/>
                        <a:gd name="T7" fmla="*/ 0 h 1"/>
                        <a:gd name="T8" fmla="*/ 96 w 96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1">
                          <a:moveTo>
                            <a:pt x="96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30950" name="Group 81">
                      <a:extLst>
                        <a:ext uri="{FF2B5EF4-FFF2-40B4-BE49-F238E27FC236}">
                          <a16:creationId xmlns:a16="http://schemas.microsoft.com/office/drawing/2014/main" id="{1F01A070-1F8B-4635-ACE8-CF152C34B8F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235" y="2634"/>
                      <a:ext cx="192" cy="158"/>
                      <a:chOff x="5259" y="2634"/>
                      <a:chExt cx="192" cy="158"/>
                    </a:xfrm>
                  </p:grpSpPr>
                  <p:grpSp>
                    <p:nvGrpSpPr>
                      <p:cNvPr id="31087" name="Group 82">
                        <a:extLst>
                          <a:ext uri="{FF2B5EF4-FFF2-40B4-BE49-F238E27FC236}">
                            <a16:creationId xmlns:a16="http://schemas.microsoft.com/office/drawing/2014/main" id="{7C35E127-DC78-4057-A8B3-2E974A8BFD2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5403" y="2634"/>
                        <a:ext cx="48" cy="158"/>
                        <a:chOff x="5403" y="2634"/>
                        <a:chExt cx="48" cy="158"/>
                      </a:xfrm>
                    </p:grpSpPr>
                    <p:sp>
                      <p:nvSpPr>
                        <p:cNvPr id="31092" name="Line 83">
                          <a:extLst>
                            <a:ext uri="{FF2B5EF4-FFF2-40B4-BE49-F238E27FC236}">
                              <a16:creationId xmlns:a16="http://schemas.microsoft.com/office/drawing/2014/main" id="{6A8A0648-840E-4335-AF8D-F357F0EF2C51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5372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093" name="Line 84">
                          <a:extLst>
                            <a:ext uri="{FF2B5EF4-FFF2-40B4-BE49-F238E27FC236}">
                              <a16:creationId xmlns:a16="http://schemas.microsoft.com/office/drawing/2014/main" id="{F799CAB5-8436-4197-9D97-76A2F2CD2367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5355" y="2711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31088" name="Freeform 85">
                        <a:extLst>
                          <a:ext uri="{FF2B5EF4-FFF2-40B4-BE49-F238E27FC236}">
                            <a16:creationId xmlns:a16="http://schemas.microsoft.com/office/drawing/2014/main" id="{9D74F0C8-A7CB-4F81-BB70-5B424F85E3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307" y="2710"/>
                        <a:ext cx="96" cy="2"/>
                      </a:xfrm>
                      <a:custGeom>
                        <a:avLst/>
                        <a:gdLst>
                          <a:gd name="T0" fmla="*/ 0 w 96"/>
                          <a:gd name="T1" fmla="*/ 2 h 2"/>
                          <a:gd name="T2" fmla="*/ 96 w 96"/>
                          <a:gd name="T3" fmla="*/ 0 h 2"/>
                          <a:gd name="T4" fmla="*/ 0 60000 65536"/>
                          <a:gd name="T5" fmla="*/ 0 60000 65536"/>
                          <a:gd name="T6" fmla="*/ 0 w 96"/>
                          <a:gd name="T7" fmla="*/ 0 h 2"/>
                          <a:gd name="T8" fmla="*/ 96 w 96"/>
                          <a:gd name="T9" fmla="*/ 2 h 2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T6" t="T7" r="T8" b="T9"/>
                        <a:pathLst>
                          <a:path w="96" h="2">
                            <a:moveTo>
                              <a:pt x="0" y="2"/>
                            </a:moveTo>
                            <a:lnTo>
                              <a:pt x="96" y="0"/>
                            </a:lnTo>
                          </a:path>
                        </a:pathLst>
                      </a:cu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089" name="Group 86">
                        <a:extLst>
                          <a:ext uri="{FF2B5EF4-FFF2-40B4-BE49-F238E27FC236}">
                            <a16:creationId xmlns:a16="http://schemas.microsoft.com/office/drawing/2014/main" id="{CEBFBCD9-5454-4F7C-8E63-EC2C7602D92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5259" y="2634"/>
                        <a:ext cx="48" cy="158"/>
                        <a:chOff x="5259" y="2634"/>
                        <a:chExt cx="48" cy="158"/>
                      </a:xfrm>
                    </p:grpSpPr>
                    <p:sp>
                      <p:nvSpPr>
                        <p:cNvPr id="31090" name="Line 87">
                          <a:extLst>
                            <a:ext uri="{FF2B5EF4-FFF2-40B4-BE49-F238E27FC236}">
                              <a16:creationId xmlns:a16="http://schemas.microsoft.com/office/drawing/2014/main" id="{D0BE9987-9AF6-4BC7-AA59-C5706EABE3E1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5180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091" name="Line 88">
                          <a:extLst>
                            <a:ext uri="{FF2B5EF4-FFF2-40B4-BE49-F238E27FC236}">
                              <a16:creationId xmlns:a16="http://schemas.microsoft.com/office/drawing/2014/main" id="{921418F4-4E7F-4CE2-879C-273C835A574F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5259" y="2715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30951" name="Freeform 89">
                      <a:extLst>
                        <a:ext uri="{FF2B5EF4-FFF2-40B4-BE49-F238E27FC236}">
                          <a16:creationId xmlns:a16="http://schemas.microsoft.com/office/drawing/2014/main" id="{A7F4D5B5-B2F7-4EA8-8A74-951445EBD2F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467" y="2351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0 h 2"/>
                        <a:gd name="T2" fmla="*/ 96 w 96"/>
                        <a:gd name="T3" fmla="*/ 2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0"/>
                          </a:moveTo>
                          <a:lnTo>
                            <a:pt x="96" y="2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52" name="Freeform 90">
                      <a:extLst>
                        <a:ext uri="{FF2B5EF4-FFF2-40B4-BE49-F238E27FC236}">
                          <a16:creationId xmlns:a16="http://schemas.microsoft.com/office/drawing/2014/main" id="{115324F2-FDEF-445F-A140-B281E9B368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078" y="2353"/>
                      <a:ext cx="101" cy="1"/>
                    </a:xfrm>
                    <a:custGeom>
                      <a:avLst/>
                      <a:gdLst>
                        <a:gd name="T0" fmla="*/ 101 w 101"/>
                        <a:gd name="T1" fmla="*/ 0 h 1"/>
                        <a:gd name="T2" fmla="*/ 0 w 101"/>
                        <a:gd name="T3" fmla="*/ 0 h 1"/>
                        <a:gd name="T4" fmla="*/ 0 60000 65536"/>
                        <a:gd name="T5" fmla="*/ 0 60000 65536"/>
                        <a:gd name="T6" fmla="*/ 0 w 101"/>
                        <a:gd name="T7" fmla="*/ 0 h 1"/>
                        <a:gd name="T8" fmla="*/ 101 w 101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1" h="1">
                          <a:moveTo>
                            <a:pt x="101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53" name="Freeform 91">
                      <a:extLst>
                        <a:ext uri="{FF2B5EF4-FFF2-40B4-BE49-F238E27FC236}">
                          <a16:creationId xmlns:a16="http://schemas.microsoft.com/office/drawing/2014/main" id="{6457226F-090E-4414-A003-63BF824E73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08" y="856"/>
                      <a:ext cx="4419" cy="1"/>
                    </a:xfrm>
                    <a:custGeom>
                      <a:avLst/>
                      <a:gdLst>
                        <a:gd name="T0" fmla="*/ 0 w 4419"/>
                        <a:gd name="T1" fmla="*/ 1 h 1"/>
                        <a:gd name="T2" fmla="*/ 4419 w 4419"/>
                        <a:gd name="T3" fmla="*/ 0 h 1"/>
                        <a:gd name="T4" fmla="*/ 0 60000 65536"/>
                        <a:gd name="T5" fmla="*/ 0 60000 65536"/>
                        <a:gd name="T6" fmla="*/ 0 w 4419"/>
                        <a:gd name="T7" fmla="*/ 0 h 1"/>
                        <a:gd name="T8" fmla="*/ 4419 w 4419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19" h="1">
                          <a:moveTo>
                            <a:pt x="0" y="1"/>
                          </a:moveTo>
                          <a:lnTo>
                            <a:pt x="4419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54" name="Line 92">
                      <a:extLst>
                        <a:ext uri="{FF2B5EF4-FFF2-40B4-BE49-F238E27FC236}">
                          <a16:creationId xmlns:a16="http://schemas.microsoft.com/office/drawing/2014/main" id="{B7756953-EECA-4CB6-AF9A-363F50A1392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92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55" name="Line 93">
                      <a:extLst>
                        <a:ext uri="{FF2B5EF4-FFF2-40B4-BE49-F238E27FC236}">
                          <a16:creationId xmlns:a16="http://schemas.microsoft.com/office/drawing/2014/main" id="{7F945A5A-3144-4FA0-A116-F5C507A0E7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68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56" name="Line 94">
                      <a:extLst>
                        <a:ext uri="{FF2B5EF4-FFF2-40B4-BE49-F238E27FC236}">
                          <a16:creationId xmlns:a16="http://schemas.microsoft.com/office/drawing/2014/main" id="{0F8771CF-2DC6-4F7B-994A-4E52BD5020F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44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57" name="Line 95">
                      <a:extLst>
                        <a:ext uri="{FF2B5EF4-FFF2-40B4-BE49-F238E27FC236}">
                          <a16:creationId xmlns:a16="http://schemas.microsoft.com/office/drawing/2014/main" id="{B2B82C9C-F66E-42C8-8597-A9E570FD313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20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58" name="Line 96">
                      <a:extLst>
                        <a:ext uri="{FF2B5EF4-FFF2-40B4-BE49-F238E27FC236}">
                          <a16:creationId xmlns:a16="http://schemas.microsoft.com/office/drawing/2014/main" id="{863B366D-6BAB-4DE6-90B0-1F2158E01B3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96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59" name="Line 97">
                      <a:extLst>
                        <a:ext uri="{FF2B5EF4-FFF2-40B4-BE49-F238E27FC236}">
                          <a16:creationId xmlns:a16="http://schemas.microsoft.com/office/drawing/2014/main" id="{A729E362-4A0B-4444-9549-9784F0F37C9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72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60" name="Line 98">
                      <a:extLst>
                        <a:ext uri="{FF2B5EF4-FFF2-40B4-BE49-F238E27FC236}">
                          <a16:creationId xmlns:a16="http://schemas.microsoft.com/office/drawing/2014/main" id="{9D7B6FB3-2734-446C-AE1A-AA2B93EE513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48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61" name="Line 99">
                      <a:extLst>
                        <a:ext uri="{FF2B5EF4-FFF2-40B4-BE49-F238E27FC236}">
                          <a16:creationId xmlns:a16="http://schemas.microsoft.com/office/drawing/2014/main" id="{FAEE00A5-C706-4CBF-8441-56B24284232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24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none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62" name="Freeform 100">
                      <a:extLst>
                        <a:ext uri="{FF2B5EF4-FFF2-40B4-BE49-F238E27FC236}">
                          <a16:creationId xmlns:a16="http://schemas.microsoft.com/office/drawing/2014/main" id="{D2BDDBEE-474A-41D9-8F59-0CF72C6187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05" y="2708"/>
                      <a:ext cx="1" cy="166"/>
                    </a:xfrm>
                    <a:custGeom>
                      <a:avLst/>
                      <a:gdLst>
                        <a:gd name="T0" fmla="*/ 1 w 1"/>
                        <a:gd name="T1" fmla="*/ 0 h 166"/>
                        <a:gd name="T2" fmla="*/ 0 w 1"/>
                        <a:gd name="T3" fmla="*/ 166 h 166"/>
                        <a:gd name="T4" fmla="*/ 0 60000 65536"/>
                        <a:gd name="T5" fmla="*/ 0 60000 65536"/>
                        <a:gd name="T6" fmla="*/ 0 w 1"/>
                        <a:gd name="T7" fmla="*/ 0 h 166"/>
                        <a:gd name="T8" fmla="*/ 1 w 1"/>
                        <a:gd name="T9" fmla="*/ 166 h 16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66">
                          <a:moveTo>
                            <a:pt x="1" y="0"/>
                          </a:moveTo>
                          <a:lnTo>
                            <a:pt x="0" y="1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63" name="Freeform 101">
                      <a:extLst>
                        <a:ext uri="{FF2B5EF4-FFF2-40B4-BE49-F238E27FC236}">
                          <a16:creationId xmlns:a16="http://schemas.microsoft.com/office/drawing/2014/main" id="{2F31F7D3-6663-475D-9C20-9C55C17042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80" y="2708"/>
                      <a:ext cx="47" cy="501"/>
                    </a:xfrm>
                    <a:custGeom>
                      <a:avLst/>
                      <a:gdLst>
                        <a:gd name="T0" fmla="*/ 0 w 1"/>
                        <a:gd name="T1" fmla="*/ 0 h 406"/>
                        <a:gd name="T2" fmla="*/ 0 w 1"/>
                        <a:gd name="T3" fmla="*/ 2695 h 406"/>
                        <a:gd name="T4" fmla="*/ 0 60000 65536"/>
                        <a:gd name="T5" fmla="*/ 0 60000 65536"/>
                        <a:gd name="T6" fmla="*/ 0 w 1"/>
                        <a:gd name="T7" fmla="*/ 0 h 406"/>
                        <a:gd name="T8" fmla="*/ 1 w 1"/>
                        <a:gd name="T9" fmla="*/ 406 h 40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406">
                          <a:moveTo>
                            <a:pt x="0" y="0"/>
                          </a:moveTo>
                          <a:lnTo>
                            <a:pt x="0" y="40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64" name="Freeform 102">
                      <a:extLst>
                        <a:ext uri="{FF2B5EF4-FFF2-40B4-BE49-F238E27FC236}">
                          <a16:creationId xmlns:a16="http://schemas.microsoft.com/office/drawing/2014/main" id="{62E2D60F-0565-4945-B797-AF105FC632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54" y="2708"/>
                      <a:ext cx="4" cy="166"/>
                    </a:xfrm>
                    <a:custGeom>
                      <a:avLst/>
                      <a:gdLst>
                        <a:gd name="T0" fmla="*/ 4 w 4"/>
                        <a:gd name="T1" fmla="*/ 0 h 166"/>
                        <a:gd name="T2" fmla="*/ 0 w 4"/>
                        <a:gd name="T3" fmla="*/ 166 h 166"/>
                        <a:gd name="T4" fmla="*/ 0 60000 65536"/>
                        <a:gd name="T5" fmla="*/ 0 60000 65536"/>
                        <a:gd name="T6" fmla="*/ 0 w 4"/>
                        <a:gd name="T7" fmla="*/ 0 h 166"/>
                        <a:gd name="T8" fmla="*/ 4 w 4"/>
                        <a:gd name="T9" fmla="*/ 166 h 16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" h="166">
                          <a:moveTo>
                            <a:pt x="4" y="0"/>
                          </a:moveTo>
                          <a:lnTo>
                            <a:pt x="0" y="1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65" name="Freeform 103">
                      <a:extLst>
                        <a:ext uri="{FF2B5EF4-FFF2-40B4-BE49-F238E27FC236}">
                          <a16:creationId xmlns:a16="http://schemas.microsoft.com/office/drawing/2014/main" id="{0DE7D584-3B8D-45C3-A5A1-5757036BE4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06" y="2708"/>
                      <a:ext cx="2" cy="175"/>
                    </a:xfrm>
                    <a:custGeom>
                      <a:avLst/>
                      <a:gdLst>
                        <a:gd name="T0" fmla="*/ 2 w 2"/>
                        <a:gd name="T1" fmla="*/ 0 h 175"/>
                        <a:gd name="T2" fmla="*/ 0 w 2"/>
                        <a:gd name="T3" fmla="*/ 175 h 175"/>
                        <a:gd name="T4" fmla="*/ 0 60000 65536"/>
                        <a:gd name="T5" fmla="*/ 0 60000 65536"/>
                        <a:gd name="T6" fmla="*/ 0 w 2"/>
                        <a:gd name="T7" fmla="*/ 0 h 175"/>
                        <a:gd name="T8" fmla="*/ 2 w 2"/>
                        <a:gd name="T9" fmla="*/ 175 h 175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2" h="175">
                          <a:moveTo>
                            <a:pt x="2" y="0"/>
                          </a:moveTo>
                          <a:lnTo>
                            <a:pt x="0" y="175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66" name="Freeform 104">
                      <a:extLst>
                        <a:ext uri="{FF2B5EF4-FFF2-40B4-BE49-F238E27FC236}">
                          <a16:creationId xmlns:a16="http://schemas.microsoft.com/office/drawing/2014/main" id="{8FE14F66-0DBB-4841-87C3-D57B14B3B5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760" y="2697"/>
                      <a:ext cx="1" cy="176"/>
                    </a:xfrm>
                    <a:custGeom>
                      <a:avLst/>
                      <a:gdLst>
                        <a:gd name="T0" fmla="*/ 0 w 1"/>
                        <a:gd name="T1" fmla="*/ 0 h 176"/>
                        <a:gd name="T2" fmla="*/ 0 w 1"/>
                        <a:gd name="T3" fmla="*/ 176 h 176"/>
                        <a:gd name="T4" fmla="*/ 0 60000 65536"/>
                        <a:gd name="T5" fmla="*/ 0 60000 65536"/>
                        <a:gd name="T6" fmla="*/ 0 w 1"/>
                        <a:gd name="T7" fmla="*/ 0 h 176"/>
                        <a:gd name="T8" fmla="*/ 1 w 1"/>
                        <a:gd name="T9" fmla="*/ 176 h 17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76">
                          <a:moveTo>
                            <a:pt x="0" y="0"/>
                          </a:moveTo>
                          <a:lnTo>
                            <a:pt x="0" y="17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67" name="Freeform 105">
                      <a:extLst>
                        <a:ext uri="{FF2B5EF4-FFF2-40B4-BE49-F238E27FC236}">
                          <a16:creationId xmlns:a16="http://schemas.microsoft.com/office/drawing/2014/main" id="{8A904299-3DD1-4003-ADDE-E298344575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08" y="1480"/>
                      <a:ext cx="4422" cy="1"/>
                    </a:xfrm>
                    <a:custGeom>
                      <a:avLst/>
                      <a:gdLst>
                        <a:gd name="T0" fmla="*/ 0 w 4422"/>
                        <a:gd name="T1" fmla="*/ 1 h 1"/>
                        <a:gd name="T2" fmla="*/ 4422 w 4422"/>
                        <a:gd name="T3" fmla="*/ 0 h 1"/>
                        <a:gd name="T4" fmla="*/ 0 60000 65536"/>
                        <a:gd name="T5" fmla="*/ 0 60000 65536"/>
                        <a:gd name="T6" fmla="*/ 0 w 4422"/>
                        <a:gd name="T7" fmla="*/ 0 h 1"/>
                        <a:gd name="T8" fmla="*/ 4422 w 4422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22" h="1">
                          <a:moveTo>
                            <a:pt x="0" y="1"/>
                          </a:moveTo>
                          <a:lnTo>
                            <a:pt x="4422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68" name="Line 106">
                      <a:extLst>
                        <a:ext uri="{FF2B5EF4-FFF2-40B4-BE49-F238E27FC236}">
                          <a16:creationId xmlns:a16="http://schemas.microsoft.com/office/drawing/2014/main" id="{1BD7AE84-E655-4C39-A39C-749743FD970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92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69" name="Line 107">
                      <a:extLst>
                        <a:ext uri="{FF2B5EF4-FFF2-40B4-BE49-F238E27FC236}">
                          <a16:creationId xmlns:a16="http://schemas.microsoft.com/office/drawing/2014/main" id="{5EE8A3F6-1618-4518-A0CF-A42EDC33177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68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70" name="Line 108">
                      <a:extLst>
                        <a:ext uri="{FF2B5EF4-FFF2-40B4-BE49-F238E27FC236}">
                          <a16:creationId xmlns:a16="http://schemas.microsoft.com/office/drawing/2014/main" id="{080CE943-1311-43BC-9A43-5CCA0F816F9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44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71" name="Line 109">
                      <a:extLst>
                        <a:ext uri="{FF2B5EF4-FFF2-40B4-BE49-F238E27FC236}">
                          <a16:creationId xmlns:a16="http://schemas.microsoft.com/office/drawing/2014/main" id="{E9AD1094-5B91-4BD4-8C42-D6DAB2DD1DC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20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72" name="Line 110">
                      <a:extLst>
                        <a:ext uri="{FF2B5EF4-FFF2-40B4-BE49-F238E27FC236}">
                          <a16:creationId xmlns:a16="http://schemas.microsoft.com/office/drawing/2014/main" id="{466E92BD-C32A-41AC-989C-319F7C03896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96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73" name="Line 111">
                      <a:extLst>
                        <a:ext uri="{FF2B5EF4-FFF2-40B4-BE49-F238E27FC236}">
                          <a16:creationId xmlns:a16="http://schemas.microsoft.com/office/drawing/2014/main" id="{CADB7071-D06F-42A6-8F8D-50EAF37705E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72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74" name="Line 112">
                      <a:extLst>
                        <a:ext uri="{FF2B5EF4-FFF2-40B4-BE49-F238E27FC236}">
                          <a16:creationId xmlns:a16="http://schemas.microsoft.com/office/drawing/2014/main" id="{1EDFE3DE-742E-4963-957C-9AB244F26DE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48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75" name="Line 113">
                      <a:extLst>
                        <a:ext uri="{FF2B5EF4-FFF2-40B4-BE49-F238E27FC236}">
                          <a16:creationId xmlns:a16="http://schemas.microsoft.com/office/drawing/2014/main" id="{D5852737-15A0-4790-815D-1A598113B39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24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none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76" name="Freeform 114">
                      <a:extLst>
                        <a:ext uri="{FF2B5EF4-FFF2-40B4-BE49-F238E27FC236}">
                          <a16:creationId xmlns:a16="http://schemas.microsoft.com/office/drawing/2014/main" id="{D5921A9D-85D9-4D80-BB59-425F77F883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08" y="2056"/>
                      <a:ext cx="4418" cy="1"/>
                    </a:xfrm>
                    <a:custGeom>
                      <a:avLst/>
                      <a:gdLst>
                        <a:gd name="T0" fmla="*/ 0 w 4418"/>
                        <a:gd name="T1" fmla="*/ 1 h 1"/>
                        <a:gd name="T2" fmla="*/ 4418 w 4418"/>
                        <a:gd name="T3" fmla="*/ 0 h 1"/>
                        <a:gd name="T4" fmla="*/ 0 60000 65536"/>
                        <a:gd name="T5" fmla="*/ 0 60000 65536"/>
                        <a:gd name="T6" fmla="*/ 0 w 4418"/>
                        <a:gd name="T7" fmla="*/ 0 h 1"/>
                        <a:gd name="T8" fmla="*/ 4418 w 4418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18" h="1">
                          <a:moveTo>
                            <a:pt x="0" y="1"/>
                          </a:moveTo>
                          <a:lnTo>
                            <a:pt x="4418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77" name="Line 115">
                      <a:extLst>
                        <a:ext uri="{FF2B5EF4-FFF2-40B4-BE49-F238E27FC236}">
                          <a16:creationId xmlns:a16="http://schemas.microsoft.com/office/drawing/2014/main" id="{6695B83D-0F9A-4B94-ABDC-078D267F569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92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78" name="Line 116">
                      <a:extLst>
                        <a:ext uri="{FF2B5EF4-FFF2-40B4-BE49-F238E27FC236}">
                          <a16:creationId xmlns:a16="http://schemas.microsoft.com/office/drawing/2014/main" id="{0F0664D9-E3F1-4BD1-9416-06670381645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68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79" name="Line 117">
                      <a:extLst>
                        <a:ext uri="{FF2B5EF4-FFF2-40B4-BE49-F238E27FC236}">
                          <a16:creationId xmlns:a16="http://schemas.microsoft.com/office/drawing/2014/main" id="{FF729533-9F52-42FD-8916-D3562E7FEAF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44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80" name="Line 118">
                      <a:extLst>
                        <a:ext uri="{FF2B5EF4-FFF2-40B4-BE49-F238E27FC236}">
                          <a16:creationId xmlns:a16="http://schemas.microsoft.com/office/drawing/2014/main" id="{86B3AF00-EDD6-44FD-9B9C-39FF6E0E732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20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81" name="Line 119">
                      <a:extLst>
                        <a:ext uri="{FF2B5EF4-FFF2-40B4-BE49-F238E27FC236}">
                          <a16:creationId xmlns:a16="http://schemas.microsoft.com/office/drawing/2014/main" id="{87EA5F24-E00F-4546-B28D-076078771AD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96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82" name="Line 120">
                      <a:extLst>
                        <a:ext uri="{FF2B5EF4-FFF2-40B4-BE49-F238E27FC236}">
                          <a16:creationId xmlns:a16="http://schemas.microsoft.com/office/drawing/2014/main" id="{EAB0B5CE-DB58-492A-957C-EBD87FDAA3E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72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83" name="Line 121">
                      <a:extLst>
                        <a:ext uri="{FF2B5EF4-FFF2-40B4-BE49-F238E27FC236}">
                          <a16:creationId xmlns:a16="http://schemas.microsoft.com/office/drawing/2014/main" id="{57E91FD5-BAA5-463E-B4BF-A3664048698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48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84" name="Line 122">
                      <a:extLst>
                        <a:ext uri="{FF2B5EF4-FFF2-40B4-BE49-F238E27FC236}">
                          <a16:creationId xmlns:a16="http://schemas.microsoft.com/office/drawing/2014/main" id="{1FBC43E9-6673-4CFC-88C1-8F72611573F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24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none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85" name="Freeform 123">
                      <a:extLst>
                        <a:ext uri="{FF2B5EF4-FFF2-40B4-BE49-F238E27FC236}">
                          <a16:creationId xmlns:a16="http://schemas.microsoft.com/office/drawing/2014/main" id="{FEEC4729-A2D1-42C3-B5C1-5C4D894CA8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09" y="2879"/>
                      <a:ext cx="3860" cy="1"/>
                    </a:xfrm>
                    <a:custGeom>
                      <a:avLst/>
                      <a:gdLst>
                        <a:gd name="T0" fmla="*/ 0 w 3860"/>
                        <a:gd name="T1" fmla="*/ 1 h 1"/>
                        <a:gd name="T2" fmla="*/ 3860 w 3860"/>
                        <a:gd name="T3" fmla="*/ 0 h 1"/>
                        <a:gd name="T4" fmla="*/ 0 60000 65536"/>
                        <a:gd name="T5" fmla="*/ 0 60000 65536"/>
                        <a:gd name="T6" fmla="*/ 0 w 3860"/>
                        <a:gd name="T7" fmla="*/ 0 h 1"/>
                        <a:gd name="T8" fmla="*/ 3860 w 3860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3860" h="1">
                          <a:moveTo>
                            <a:pt x="0" y="1"/>
                          </a:moveTo>
                          <a:lnTo>
                            <a:pt x="386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86" name="Freeform 124">
                      <a:extLst>
                        <a:ext uri="{FF2B5EF4-FFF2-40B4-BE49-F238E27FC236}">
                          <a16:creationId xmlns:a16="http://schemas.microsoft.com/office/drawing/2014/main" id="{93913AA8-56EE-42AA-9056-BFA21F43253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12" y="3209"/>
                      <a:ext cx="4418" cy="1"/>
                    </a:xfrm>
                    <a:custGeom>
                      <a:avLst/>
                      <a:gdLst>
                        <a:gd name="T0" fmla="*/ 0 w 4418"/>
                        <a:gd name="T1" fmla="*/ 1 h 1"/>
                        <a:gd name="T2" fmla="*/ 4418 w 4418"/>
                        <a:gd name="T3" fmla="*/ 0 h 1"/>
                        <a:gd name="T4" fmla="*/ 0 60000 65536"/>
                        <a:gd name="T5" fmla="*/ 0 60000 65536"/>
                        <a:gd name="T6" fmla="*/ 0 w 4418"/>
                        <a:gd name="T7" fmla="*/ 0 h 1"/>
                        <a:gd name="T8" fmla="*/ 4418 w 4418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18" h="1">
                          <a:moveTo>
                            <a:pt x="0" y="1"/>
                          </a:moveTo>
                          <a:lnTo>
                            <a:pt x="4418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87" name="Rectangle 125">
                      <a:extLst>
                        <a:ext uri="{FF2B5EF4-FFF2-40B4-BE49-F238E27FC236}">
                          <a16:creationId xmlns:a16="http://schemas.microsoft.com/office/drawing/2014/main" id="{D7AB9AAB-EAB1-4F1E-A423-1BA4451DF6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41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88" name="Text Box 126">
                      <a:extLst>
                        <a:ext uri="{FF2B5EF4-FFF2-40B4-BE49-F238E27FC236}">
                          <a16:creationId xmlns:a16="http://schemas.microsoft.com/office/drawing/2014/main" id="{4F3AA03C-D507-4FEA-89E0-5BCFBBD77BC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172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读写电路</a:t>
                      </a:r>
                    </a:p>
                  </p:txBody>
                </p:sp>
                <p:sp>
                  <p:nvSpPr>
                    <p:cNvPr id="30989" name="Freeform 127">
                      <a:extLst>
                        <a:ext uri="{FF2B5EF4-FFF2-40B4-BE49-F238E27FC236}">
                          <a16:creationId xmlns:a16="http://schemas.microsoft.com/office/drawing/2014/main" id="{3BF6BFC2-D296-4AF4-BBE2-F94FA2777B3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02" y="1211"/>
                      <a:ext cx="145" cy="1466"/>
                    </a:xfrm>
                    <a:custGeom>
                      <a:avLst/>
                      <a:gdLst>
                        <a:gd name="T0" fmla="*/ 37 w 145"/>
                        <a:gd name="T1" fmla="*/ 0 h 1466"/>
                        <a:gd name="T2" fmla="*/ 145 w 145"/>
                        <a:gd name="T3" fmla="*/ 0 h 1466"/>
                        <a:gd name="T4" fmla="*/ 144 w 145"/>
                        <a:gd name="T5" fmla="*/ 1466 h 1466"/>
                        <a:gd name="T6" fmla="*/ 0 w 145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5"/>
                        <a:gd name="T13" fmla="*/ 0 h 1466"/>
                        <a:gd name="T14" fmla="*/ 145 w 145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5" h="1466">
                          <a:moveTo>
                            <a:pt x="37" y="0"/>
                          </a:moveTo>
                          <a:lnTo>
                            <a:pt x="145" y="0"/>
                          </a:lnTo>
                          <a:lnTo>
                            <a:pt x="144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90" name="Freeform 128">
                      <a:extLst>
                        <a:ext uri="{FF2B5EF4-FFF2-40B4-BE49-F238E27FC236}">
                          <a16:creationId xmlns:a16="http://schemas.microsoft.com/office/drawing/2014/main" id="{0A33F2BC-0ECC-44CC-9224-2E23A99644C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13" y="1211"/>
                      <a:ext cx="169" cy="1469"/>
                    </a:xfrm>
                    <a:custGeom>
                      <a:avLst/>
                      <a:gdLst>
                        <a:gd name="T0" fmla="*/ 169 w 169"/>
                        <a:gd name="T1" fmla="*/ 1468 h 1469"/>
                        <a:gd name="T2" fmla="*/ 0 w 169"/>
                        <a:gd name="T3" fmla="*/ 1469 h 1469"/>
                        <a:gd name="T4" fmla="*/ 1 w 169"/>
                        <a:gd name="T5" fmla="*/ 0 h 1469"/>
                        <a:gd name="T6" fmla="*/ 105 w 169"/>
                        <a:gd name="T7" fmla="*/ 0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69"/>
                        <a:gd name="T13" fmla="*/ 0 h 1469"/>
                        <a:gd name="T14" fmla="*/ 169 w 169"/>
                        <a:gd name="T15" fmla="*/ 1469 h 1469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69" h="1469">
                          <a:moveTo>
                            <a:pt x="169" y="1468"/>
                          </a:moveTo>
                          <a:lnTo>
                            <a:pt x="0" y="1469"/>
                          </a:lnTo>
                          <a:lnTo>
                            <a:pt x="1" y="0"/>
                          </a:lnTo>
                          <a:lnTo>
                            <a:pt x="105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91" name="Freeform 129">
                      <a:extLst>
                        <a:ext uri="{FF2B5EF4-FFF2-40B4-BE49-F238E27FC236}">
                          <a16:creationId xmlns:a16="http://schemas.microsoft.com/office/drawing/2014/main" id="{8AEB0230-06A6-4641-9290-A7A61364E1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7" y="1211"/>
                      <a:ext cx="141" cy="1466"/>
                    </a:xfrm>
                    <a:custGeom>
                      <a:avLst/>
                      <a:gdLst>
                        <a:gd name="T0" fmla="*/ 38 w 141"/>
                        <a:gd name="T1" fmla="*/ 0 h 1466"/>
                        <a:gd name="T2" fmla="*/ 141 w 141"/>
                        <a:gd name="T3" fmla="*/ 0 h 1466"/>
                        <a:gd name="T4" fmla="*/ 140 w 141"/>
                        <a:gd name="T5" fmla="*/ 1466 h 1466"/>
                        <a:gd name="T6" fmla="*/ 0 w 141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1"/>
                        <a:gd name="T13" fmla="*/ 0 h 1466"/>
                        <a:gd name="T14" fmla="*/ 141 w 141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1" h="1466">
                          <a:moveTo>
                            <a:pt x="38" y="0"/>
                          </a:moveTo>
                          <a:lnTo>
                            <a:pt x="141" y="0"/>
                          </a:lnTo>
                          <a:lnTo>
                            <a:pt x="140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92" name="Freeform 130">
                      <a:extLst>
                        <a:ext uri="{FF2B5EF4-FFF2-40B4-BE49-F238E27FC236}">
                          <a16:creationId xmlns:a16="http://schemas.microsoft.com/office/drawing/2014/main" id="{EAF65306-4308-46A9-8418-7E40FCBC9B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208" y="1211"/>
                      <a:ext cx="155" cy="1467"/>
                    </a:xfrm>
                    <a:custGeom>
                      <a:avLst/>
                      <a:gdLst>
                        <a:gd name="T0" fmla="*/ 155 w 155"/>
                        <a:gd name="T1" fmla="*/ 1467 h 1467"/>
                        <a:gd name="T2" fmla="*/ 3 w 155"/>
                        <a:gd name="T3" fmla="*/ 1467 h 1467"/>
                        <a:gd name="T4" fmla="*/ 0 w 155"/>
                        <a:gd name="T5" fmla="*/ 1 h 1467"/>
                        <a:gd name="T6" fmla="*/ 89 w 155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5"/>
                        <a:gd name="T13" fmla="*/ 0 h 1467"/>
                        <a:gd name="T14" fmla="*/ 155 w 155"/>
                        <a:gd name="T15" fmla="*/ 1467 h 1467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5" h="1467">
                          <a:moveTo>
                            <a:pt x="155" y="1467"/>
                          </a:moveTo>
                          <a:lnTo>
                            <a:pt x="3" y="1467"/>
                          </a:lnTo>
                          <a:lnTo>
                            <a:pt x="0" y="1"/>
                          </a:lnTo>
                          <a:lnTo>
                            <a:pt x="89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93" name="Freeform 131">
                      <a:extLst>
                        <a:ext uri="{FF2B5EF4-FFF2-40B4-BE49-F238E27FC236}">
                          <a16:creationId xmlns:a16="http://schemas.microsoft.com/office/drawing/2014/main" id="{08362021-C4EC-4A2C-A93D-D4B05D554FE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57" y="1211"/>
                      <a:ext cx="142" cy="1466"/>
                    </a:xfrm>
                    <a:custGeom>
                      <a:avLst/>
                      <a:gdLst>
                        <a:gd name="T0" fmla="*/ 34 w 142"/>
                        <a:gd name="T1" fmla="*/ 0 h 1466"/>
                        <a:gd name="T2" fmla="*/ 142 w 142"/>
                        <a:gd name="T3" fmla="*/ 0 h 1466"/>
                        <a:gd name="T4" fmla="*/ 141 w 142"/>
                        <a:gd name="T5" fmla="*/ 1466 h 1466"/>
                        <a:gd name="T6" fmla="*/ 0 w 142"/>
                        <a:gd name="T7" fmla="*/ 1464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2"/>
                        <a:gd name="T13" fmla="*/ 0 h 1466"/>
                        <a:gd name="T14" fmla="*/ 142 w 142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2" h="1466">
                          <a:moveTo>
                            <a:pt x="34" y="0"/>
                          </a:moveTo>
                          <a:lnTo>
                            <a:pt x="142" y="0"/>
                          </a:lnTo>
                          <a:lnTo>
                            <a:pt x="141" y="1466"/>
                          </a:lnTo>
                          <a:lnTo>
                            <a:pt x="0" y="1464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94" name="Freeform 132">
                      <a:extLst>
                        <a:ext uri="{FF2B5EF4-FFF2-40B4-BE49-F238E27FC236}">
                          <a16:creationId xmlns:a16="http://schemas.microsoft.com/office/drawing/2014/main" id="{8A0EA1C9-B4F6-4561-BB5D-389DF46539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787" y="1211"/>
                      <a:ext cx="152" cy="1467"/>
                    </a:xfrm>
                    <a:custGeom>
                      <a:avLst/>
                      <a:gdLst>
                        <a:gd name="T0" fmla="*/ 152 w 152"/>
                        <a:gd name="T1" fmla="*/ 1467 h 1467"/>
                        <a:gd name="T2" fmla="*/ 0 w 152"/>
                        <a:gd name="T3" fmla="*/ 1467 h 1467"/>
                        <a:gd name="T4" fmla="*/ 0 w 152"/>
                        <a:gd name="T5" fmla="*/ 1 h 1467"/>
                        <a:gd name="T6" fmla="*/ 77 w 152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2"/>
                        <a:gd name="T13" fmla="*/ 0 h 1467"/>
                        <a:gd name="T14" fmla="*/ 152 w 152"/>
                        <a:gd name="T15" fmla="*/ 1467 h 1467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2" h="1467">
                          <a:moveTo>
                            <a:pt x="152" y="1467"/>
                          </a:moveTo>
                          <a:lnTo>
                            <a:pt x="0" y="1467"/>
                          </a:lnTo>
                          <a:lnTo>
                            <a:pt x="0" y="1"/>
                          </a:lnTo>
                          <a:lnTo>
                            <a:pt x="77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95" name="Freeform 133">
                      <a:extLst>
                        <a:ext uri="{FF2B5EF4-FFF2-40B4-BE49-F238E27FC236}">
                          <a16:creationId xmlns:a16="http://schemas.microsoft.com/office/drawing/2014/main" id="{2BE8121E-8FDF-45F3-B828-B98082466F7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30" y="1211"/>
                      <a:ext cx="145" cy="1466"/>
                    </a:xfrm>
                    <a:custGeom>
                      <a:avLst/>
                      <a:gdLst>
                        <a:gd name="T0" fmla="*/ 37 w 145"/>
                        <a:gd name="T1" fmla="*/ 0 h 1466"/>
                        <a:gd name="T2" fmla="*/ 145 w 145"/>
                        <a:gd name="T3" fmla="*/ 0 h 1466"/>
                        <a:gd name="T4" fmla="*/ 144 w 145"/>
                        <a:gd name="T5" fmla="*/ 1466 h 1466"/>
                        <a:gd name="T6" fmla="*/ 0 w 145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5"/>
                        <a:gd name="T13" fmla="*/ 0 h 1466"/>
                        <a:gd name="T14" fmla="*/ 145 w 145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5" h="1466">
                          <a:moveTo>
                            <a:pt x="37" y="0"/>
                          </a:moveTo>
                          <a:lnTo>
                            <a:pt x="145" y="0"/>
                          </a:lnTo>
                          <a:lnTo>
                            <a:pt x="144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96" name="Freeform 134">
                      <a:extLst>
                        <a:ext uri="{FF2B5EF4-FFF2-40B4-BE49-F238E27FC236}">
                          <a16:creationId xmlns:a16="http://schemas.microsoft.com/office/drawing/2014/main" id="{2277BA0B-62CD-4483-977A-898E269C93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60" y="1209"/>
                      <a:ext cx="155" cy="1469"/>
                    </a:xfrm>
                    <a:custGeom>
                      <a:avLst/>
                      <a:gdLst>
                        <a:gd name="T0" fmla="*/ 155 w 155"/>
                        <a:gd name="T1" fmla="*/ 1469 h 1469"/>
                        <a:gd name="T2" fmla="*/ 3 w 155"/>
                        <a:gd name="T3" fmla="*/ 1469 h 1469"/>
                        <a:gd name="T4" fmla="*/ 0 w 155"/>
                        <a:gd name="T5" fmla="*/ 0 h 1469"/>
                        <a:gd name="T6" fmla="*/ 103 w 155"/>
                        <a:gd name="T7" fmla="*/ 2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5"/>
                        <a:gd name="T13" fmla="*/ 0 h 1469"/>
                        <a:gd name="T14" fmla="*/ 155 w 155"/>
                        <a:gd name="T15" fmla="*/ 1469 h 1469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5" h="1469">
                          <a:moveTo>
                            <a:pt x="155" y="1469"/>
                          </a:moveTo>
                          <a:lnTo>
                            <a:pt x="3" y="1469"/>
                          </a:lnTo>
                          <a:lnTo>
                            <a:pt x="0" y="0"/>
                          </a:lnTo>
                          <a:lnTo>
                            <a:pt x="103" y="2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97" name="Freeform 135">
                      <a:extLst>
                        <a:ext uri="{FF2B5EF4-FFF2-40B4-BE49-F238E27FC236}">
                          <a16:creationId xmlns:a16="http://schemas.microsoft.com/office/drawing/2014/main" id="{6972197D-BCB9-4D86-B130-8F70D198BD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0" y="1211"/>
                      <a:ext cx="141" cy="1466"/>
                    </a:xfrm>
                    <a:custGeom>
                      <a:avLst/>
                      <a:gdLst>
                        <a:gd name="T0" fmla="*/ 42 w 141"/>
                        <a:gd name="T1" fmla="*/ 0 h 1466"/>
                        <a:gd name="T2" fmla="*/ 141 w 141"/>
                        <a:gd name="T3" fmla="*/ 0 h 1466"/>
                        <a:gd name="T4" fmla="*/ 140 w 141"/>
                        <a:gd name="T5" fmla="*/ 1466 h 1466"/>
                        <a:gd name="T6" fmla="*/ 0 w 141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1"/>
                        <a:gd name="T13" fmla="*/ 0 h 1466"/>
                        <a:gd name="T14" fmla="*/ 141 w 141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1" h="1466">
                          <a:moveTo>
                            <a:pt x="42" y="0"/>
                          </a:moveTo>
                          <a:lnTo>
                            <a:pt x="141" y="0"/>
                          </a:lnTo>
                          <a:lnTo>
                            <a:pt x="140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98" name="Freeform 136">
                      <a:extLst>
                        <a:ext uri="{FF2B5EF4-FFF2-40B4-BE49-F238E27FC236}">
                          <a16:creationId xmlns:a16="http://schemas.microsoft.com/office/drawing/2014/main" id="{651C991D-C2EE-4456-BDB5-63B5B9DCE0A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39" y="1211"/>
                      <a:ext cx="152" cy="1467"/>
                    </a:xfrm>
                    <a:custGeom>
                      <a:avLst/>
                      <a:gdLst>
                        <a:gd name="T0" fmla="*/ 152 w 152"/>
                        <a:gd name="T1" fmla="*/ 1467 h 1467"/>
                        <a:gd name="T2" fmla="*/ 0 w 152"/>
                        <a:gd name="T3" fmla="*/ 1467 h 1467"/>
                        <a:gd name="T4" fmla="*/ 0 w 152"/>
                        <a:gd name="T5" fmla="*/ 1 h 1467"/>
                        <a:gd name="T6" fmla="*/ 103 w 152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2"/>
                        <a:gd name="T13" fmla="*/ 0 h 1467"/>
                        <a:gd name="T14" fmla="*/ 152 w 152"/>
                        <a:gd name="T15" fmla="*/ 1467 h 1467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2" h="1467">
                          <a:moveTo>
                            <a:pt x="152" y="1467"/>
                          </a:moveTo>
                          <a:lnTo>
                            <a:pt x="0" y="1467"/>
                          </a:lnTo>
                          <a:lnTo>
                            <a:pt x="0" y="1"/>
                          </a:lnTo>
                          <a:lnTo>
                            <a:pt x="103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999" name="Freeform 137">
                      <a:extLst>
                        <a:ext uri="{FF2B5EF4-FFF2-40B4-BE49-F238E27FC236}">
                          <a16:creationId xmlns:a16="http://schemas.microsoft.com/office/drawing/2014/main" id="{9939ED4A-AC53-41B3-8CE4-2D5B90DC8A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280" y="1211"/>
                      <a:ext cx="147" cy="1466"/>
                    </a:xfrm>
                    <a:custGeom>
                      <a:avLst/>
                      <a:gdLst>
                        <a:gd name="T0" fmla="*/ 51 w 147"/>
                        <a:gd name="T1" fmla="*/ 0 h 1466"/>
                        <a:gd name="T2" fmla="*/ 147 w 147"/>
                        <a:gd name="T3" fmla="*/ 0 h 1466"/>
                        <a:gd name="T4" fmla="*/ 146 w 147"/>
                        <a:gd name="T5" fmla="*/ 1466 h 1466"/>
                        <a:gd name="T6" fmla="*/ 0 w 147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7"/>
                        <a:gd name="T13" fmla="*/ 0 h 1466"/>
                        <a:gd name="T14" fmla="*/ 147 w 147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7" h="1466">
                          <a:moveTo>
                            <a:pt x="51" y="0"/>
                          </a:moveTo>
                          <a:lnTo>
                            <a:pt x="147" y="0"/>
                          </a:lnTo>
                          <a:lnTo>
                            <a:pt x="146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00" name="Freeform 138">
                      <a:extLst>
                        <a:ext uri="{FF2B5EF4-FFF2-40B4-BE49-F238E27FC236}">
                          <a16:creationId xmlns:a16="http://schemas.microsoft.com/office/drawing/2014/main" id="{F2D5CF9F-FF02-41F5-B785-E6BD53EA5B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509" y="1211"/>
                      <a:ext cx="158" cy="1467"/>
                    </a:xfrm>
                    <a:custGeom>
                      <a:avLst/>
                      <a:gdLst>
                        <a:gd name="T0" fmla="*/ 158 w 158"/>
                        <a:gd name="T1" fmla="*/ 1467 h 1467"/>
                        <a:gd name="T2" fmla="*/ 0 w 158"/>
                        <a:gd name="T3" fmla="*/ 1467 h 1467"/>
                        <a:gd name="T4" fmla="*/ 0 w 158"/>
                        <a:gd name="T5" fmla="*/ 0 h 1467"/>
                        <a:gd name="T6" fmla="*/ 95 w 158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8"/>
                        <a:gd name="T13" fmla="*/ 0 h 1467"/>
                        <a:gd name="T14" fmla="*/ 158 w 158"/>
                        <a:gd name="T15" fmla="*/ 1467 h 1467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8" h="1467">
                          <a:moveTo>
                            <a:pt x="158" y="1467"/>
                          </a:moveTo>
                          <a:lnTo>
                            <a:pt x="0" y="1467"/>
                          </a:lnTo>
                          <a:lnTo>
                            <a:pt x="0" y="0"/>
                          </a:lnTo>
                          <a:lnTo>
                            <a:pt x="95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01" name="Freeform 139">
                      <a:extLst>
                        <a:ext uri="{FF2B5EF4-FFF2-40B4-BE49-F238E27FC236}">
                          <a16:creationId xmlns:a16="http://schemas.microsoft.com/office/drawing/2014/main" id="{0C655068-4590-4ED9-8F07-B3FCC7DB0F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861" y="1211"/>
                      <a:ext cx="142" cy="1466"/>
                    </a:xfrm>
                    <a:custGeom>
                      <a:avLst/>
                      <a:gdLst>
                        <a:gd name="T0" fmla="*/ 34 w 142"/>
                        <a:gd name="T1" fmla="*/ 0 h 1466"/>
                        <a:gd name="T2" fmla="*/ 142 w 142"/>
                        <a:gd name="T3" fmla="*/ 0 h 1466"/>
                        <a:gd name="T4" fmla="*/ 141 w 142"/>
                        <a:gd name="T5" fmla="*/ 1466 h 1466"/>
                        <a:gd name="T6" fmla="*/ 0 w 142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2"/>
                        <a:gd name="T13" fmla="*/ 0 h 1466"/>
                        <a:gd name="T14" fmla="*/ 142 w 142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2" h="1466">
                          <a:moveTo>
                            <a:pt x="34" y="0"/>
                          </a:moveTo>
                          <a:lnTo>
                            <a:pt x="142" y="0"/>
                          </a:lnTo>
                          <a:lnTo>
                            <a:pt x="141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02" name="Freeform 140">
                      <a:extLst>
                        <a:ext uri="{FF2B5EF4-FFF2-40B4-BE49-F238E27FC236}">
                          <a16:creationId xmlns:a16="http://schemas.microsoft.com/office/drawing/2014/main" id="{ABA592DE-1296-4B4E-B69F-6BBD0149E0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069" y="1211"/>
                      <a:ext cx="159" cy="1469"/>
                    </a:xfrm>
                    <a:custGeom>
                      <a:avLst/>
                      <a:gdLst>
                        <a:gd name="T0" fmla="*/ 159 w 159"/>
                        <a:gd name="T1" fmla="*/ 1467 h 1469"/>
                        <a:gd name="T2" fmla="*/ 0 w 159"/>
                        <a:gd name="T3" fmla="*/ 1469 h 1469"/>
                        <a:gd name="T4" fmla="*/ 1 w 159"/>
                        <a:gd name="T5" fmla="*/ 0 h 1469"/>
                        <a:gd name="T6" fmla="*/ 104 w 159"/>
                        <a:gd name="T7" fmla="*/ 0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9"/>
                        <a:gd name="T13" fmla="*/ 0 h 1469"/>
                        <a:gd name="T14" fmla="*/ 159 w 159"/>
                        <a:gd name="T15" fmla="*/ 1469 h 1469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9" h="1469">
                          <a:moveTo>
                            <a:pt x="159" y="1467"/>
                          </a:moveTo>
                          <a:lnTo>
                            <a:pt x="0" y="1469"/>
                          </a:lnTo>
                          <a:lnTo>
                            <a:pt x="1" y="0"/>
                          </a:lnTo>
                          <a:lnTo>
                            <a:pt x="104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03" name="Freeform 141">
                      <a:extLst>
                        <a:ext uri="{FF2B5EF4-FFF2-40B4-BE49-F238E27FC236}">
                          <a16:creationId xmlns:a16="http://schemas.microsoft.com/office/drawing/2014/main" id="{B80C0C88-4CFB-475E-96FD-F716470599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417" y="1211"/>
                      <a:ext cx="147" cy="1466"/>
                    </a:xfrm>
                    <a:custGeom>
                      <a:avLst/>
                      <a:gdLst>
                        <a:gd name="T0" fmla="*/ 47 w 147"/>
                        <a:gd name="T1" fmla="*/ 0 h 1466"/>
                        <a:gd name="T2" fmla="*/ 147 w 147"/>
                        <a:gd name="T3" fmla="*/ 0 h 1466"/>
                        <a:gd name="T4" fmla="*/ 146 w 147"/>
                        <a:gd name="T5" fmla="*/ 1466 h 1466"/>
                        <a:gd name="T6" fmla="*/ 0 w 147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7"/>
                        <a:gd name="T13" fmla="*/ 0 h 1466"/>
                        <a:gd name="T14" fmla="*/ 147 w 147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7" h="1466">
                          <a:moveTo>
                            <a:pt x="47" y="0"/>
                          </a:moveTo>
                          <a:lnTo>
                            <a:pt x="147" y="0"/>
                          </a:lnTo>
                          <a:lnTo>
                            <a:pt x="146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04" name="Freeform 142">
                      <a:extLst>
                        <a:ext uri="{FF2B5EF4-FFF2-40B4-BE49-F238E27FC236}">
                          <a16:creationId xmlns:a16="http://schemas.microsoft.com/office/drawing/2014/main" id="{8280FB57-44CE-4B18-9D0B-0D6502BB133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055" y="2738"/>
                      <a:ext cx="730" cy="660"/>
                    </a:xfrm>
                    <a:custGeom>
                      <a:avLst/>
                      <a:gdLst>
                        <a:gd name="T0" fmla="*/ 160 w 730"/>
                        <a:gd name="T1" fmla="*/ 4 h 660"/>
                        <a:gd name="T2" fmla="*/ 0 w 730"/>
                        <a:gd name="T3" fmla="*/ 3 h 660"/>
                        <a:gd name="T4" fmla="*/ 0 w 730"/>
                        <a:gd name="T5" fmla="*/ 660 h 660"/>
                        <a:gd name="T6" fmla="*/ 558 w 730"/>
                        <a:gd name="T7" fmla="*/ 657 h 660"/>
                        <a:gd name="T8" fmla="*/ 558 w 730"/>
                        <a:gd name="T9" fmla="*/ 0 h 660"/>
                        <a:gd name="T10" fmla="*/ 730 w 730"/>
                        <a:gd name="T11" fmla="*/ 1 h 660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30"/>
                        <a:gd name="T19" fmla="*/ 0 h 660"/>
                        <a:gd name="T20" fmla="*/ 730 w 730"/>
                        <a:gd name="T21" fmla="*/ 660 h 660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30" h="660">
                          <a:moveTo>
                            <a:pt x="160" y="4"/>
                          </a:moveTo>
                          <a:lnTo>
                            <a:pt x="0" y="3"/>
                          </a:lnTo>
                          <a:lnTo>
                            <a:pt x="0" y="660"/>
                          </a:lnTo>
                          <a:lnTo>
                            <a:pt x="558" y="657"/>
                          </a:lnTo>
                          <a:lnTo>
                            <a:pt x="558" y="0"/>
                          </a:lnTo>
                          <a:lnTo>
                            <a:pt x="730" y="1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05" name="Freeform 143">
                      <a:extLst>
                        <a:ext uri="{FF2B5EF4-FFF2-40B4-BE49-F238E27FC236}">
                          <a16:creationId xmlns:a16="http://schemas.microsoft.com/office/drawing/2014/main" id="{8DB80665-4586-4D81-BE89-F593BB76E1F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207" y="2744"/>
                      <a:ext cx="729" cy="658"/>
                    </a:xfrm>
                    <a:custGeom>
                      <a:avLst/>
                      <a:gdLst>
                        <a:gd name="T0" fmla="*/ 153 w 729"/>
                        <a:gd name="T1" fmla="*/ 0 h 658"/>
                        <a:gd name="T2" fmla="*/ 0 w 729"/>
                        <a:gd name="T3" fmla="*/ 0 h 658"/>
                        <a:gd name="T4" fmla="*/ 0 w 729"/>
                        <a:gd name="T5" fmla="*/ 657 h 658"/>
                        <a:gd name="T6" fmla="*/ 583 w 729"/>
                        <a:gd name="T7" fmla="*/ 658 h 658"/>
                        <a:gd name="T8" fmla="*/ 582 w 729"/>
                        <a:gd name="T9" fmla="*/ 3 h 658"/>
                        <a:gd name="T10" fmla="*/ 729 w 729"/>
                        <a:gd name="T11" fmla="*/ 3 h 65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29"/>
                        <a:gd name="T19" fmla="*/ 0 h 658"/>
                        <a:gd name="T20" fmla="*/ 729 w 729"/>
                        <a:gd name="T21" fmla="*/ 658 h 65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29" h="658">
                          <a:moveTo>
                            <a:pt x="153" y="0"/>
                          </a:moveTo>
                          <a:lnTo>
                            <a:pt x="0" y="0"/>
                          </a:lnTo>
                          <a:lnTo>
                            <a:pt x="0" y="657"/>
                          </a:lnTo>
                          <a:lnTo>
                            <a:pt x="583" y="658"/>
                          </a:lnTo>
                          <a:lnTo>
                            <a:pt x="582" y="3"/>
                          </a:lnTo>
                          <a:lnTo>
                            <a:pt x="729" y="3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06" name="Freeform 144">
                      <a:extLst>
                        <a:ext uri="{FF2B5EF4-FFF2-40B4-BE49-F238E27FC236}">
                          <a16:creationId xmlns:a16="http://schemas.microsoft.com/office/drawing/2014/main" id="{58B1090F-AB78-4BFC-9E04-EFDE84E855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56" y="2744"/>
                      <a:ext cx="729" cy="657"/>
                    </a:xfrm>
                    <a:custGeom>
                      <a:avLst/>
                      <a:gdLst>
                        <a:gd name="T0" fmla="*/ 158 w 729"/>
                        <a:gd name="T1" fmla="*/ 0 h 657"/>
                        <a:gd name="T2" fmla="*/ 0 w 729"/>
                        <a:gd name="T3" fmla="*/ 0 h 657"/>
                        <a:gd name="T4" fmla="*/ 0 w 729"/>
                        <a:gd name="T5" fmla="*/ 657 h 657"/>
                        <a:gd name="T6" fmla="*/ 579 w 729"/>
                        <a:gd name="T7" fmla="*/ 654 h 657"/>
                        <a:gd name="T8" fmla="*/ 582 w 729"/>
                        <a:gd name="T9" fmla="*/ 3 h 657"/>
                        <a:gd name="T10" fmla="*/ 729 w 729"/>
                        <a:gd name="T11" fmla="*/ 3 h 65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29"/>
                        <a:gd name="T19" fmla="*/ 0 h 657"/>
                        <a:gd name="T20" fmla="*/ 729 w 729"/>
                        <a:gd name="T21" fmla="*/ 657 h 65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29" h="657">
                          <a:moveTo>
                            <a:pt x="158" y="0"/>
                          </a:moveTo>
                          <a:lnTo>
                            <a:pt x="0" y="0"/>
                          </a:lnTo>
                          <a:lnTo>
                            <a:pt x="0" y="657"/>
                          </a:lnTo>
                          <a:lnTo>
                            <a:pt x="579" y="654"/>
                          </a:lnTo>
                          <a:lnTo>
                            <a:pt x="582" y="3"/>
                          </a:lnTo>
                          <a:lnTo>
                            <a:pt x="729" y="3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07" name="Freeform 145">
                      <a:extLst>
                        <a:ext uri="{FF2B5EF4-FFF2-40B4-BE49-F238E27FC236}">
                          <a16:creationId xmlns:a16="http://schemas.microsoft.com/office/drawing/2014/main" id="{EC90DECF-E258-4927-8E1D-2B6B4AE5B8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508" y="2744"/>
                      <a:ext cx="729" cy="657"/>
                    </a:xfrm>
                    <a:custGeom>
                      <a:avLst/>
                      <a:gdLst>
                        <a:gd name="T0" fmla="*/ 161 w 729"/>
                        <a:gd name="T1" fmla="*/ 2 h 657"/>
                        <a:gd name="T2" fmla="*/ 0 w 729"/>
                        <a:gd name="T3" fmla="*/ 0 h 657"/>
                        <a:gd name="T4" fmla="*/ 0 w 729"/>
                        <a:gd name="T5" fmla="*/ 657 h 657"/>
                        <a:gd name="T6" fmla="*/ 579 w 729"/>
                        <a:gd name="T7" fmla="*/ 654 h 657"/>
                        <a:gd name="T8" fmla="*/ 582 w 729"/>
                        <a:gd name="T9" fmla="*/ 3 h 657"/>
                        <a:gd name="T10" fmla="*/ 729 w 729"/>
                        <a:gd name="T11" fmla="*/ 3 h 65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29"/>
                        <a:gd name="T19" fmla="*/ 0 h 657"/>
                        <a:gd name="T20" fmla="*/ 729 w 729"/>
                        <a:gd name="T21" fmla="*/ 657 h 65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29" h="657">
                          <a:moveTo>
                            <a:pt x="161" y="2"/>
                          </a:moveTo>
                          <a:lnTo>
                            <a:pt x="0" y="0"/>
                          </a:lnTo>
                          <a:lnTo>
                            <a:pt x="0" y="657"/>
                          </a:lnTo>
                          <a:lnTo>
                            <a:pt x="579" y="654"/>
                          </a:lnTo>
                          <a:lnTo>
                            <a:pt x="582" y="3"/>
                          </a:lnTo>
                          <a:lnTo>
                            <a:pt x="729" y="3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08" name="Freeform 146">
                      <a:extLst>
                        <a:ext uri="{FF2B5EF4-FFF2-40B4-BE49-F238E27FC236}">
                          <a16:creationId xmlns:a16="http://schemas.microsoft.com/office/drawing/2014/main" id="{3E1B6CD3-5039-4F15-B934-4DD3B428FF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00" y="2735"/>
                      <a:ext cx="708" cy="571"/>
                    </a:xfrm>
                    <a:custGeom>
                      <a:avLst/>
                      <a:gdLst>
                        <a:gd name="T0" fmla="*/ 0 w 708"/>
                        <a:gd name="T1" fmla="*/ 0 h 571"/>
                        <a:gd name="T2" fmla="*/ 132 w 708"/>
                        <a:gd name="T3" fmla="*/ 0 h 571"/>
                        <a:gd name="T4" fmla="*/ 133 w 708"/>
                        <a:gd name="T5" fmla="*/ 571 h 571"/>
                        <a:gd name="T6" fmla="*/ 708 w 708"/>
                        <a:gd name="T7" fmla="*/ 570 h 571"/>
                        <a:gd name="T8" fmla="*/ 708 w 708"/>
                        <a:gd name="T9" fmla="*/ 9 h 571"/>
                        <a:gd name="T10" fmla="*/ 573 w 708"/>
                        <a:gd name="T11" fmla="*/ 9 h 571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08"/>
                        <a:gd name="T19" fmla="*/ 0 h 571"/>
                        <a:gd name="T20" fmla="*/ 708 w 708"/>
                        <a:gd name="T21" fmla="*/ 571 h 571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08" h="571">
                          <a:moveTo>
                            <a:pt x="0" y="0"/>
                          </a:moveTo>
                          <a:lnTo>
                            <a:pt x="132" y="0"/>
                          </a:lnTo>
                          <a:lnTo>
                            <a:pt x="133" y="571"/>
                          </a:lnTo>
                          <a:lnTo>
                            <a:pt x="708" y="570"/>
                          </a:lnTo>
                          <a:lnTo>
                            <a:pt x="708" y="9"/>
                          </a:lnTo>
                          <a:lnTo>
                            <a:pt x="573" y="9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09" name="Freeform 147">
                      <a:extLst>
                        <a:ext uri="{FF2B5EF4-FFF2-40B4-BE49-F238E27FC236}">
                          <a16:creationId xmlns:a16="http://schemas.microsoft.com/office/drawing/2014/main" id="{D7710460-0DBE-404E-AF65-CDEBF1F895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52" y="2735"/>
                      <a:ext cx="726" cy="567"/>
                    </a:xfrm>
                    <a:custGeom>
                      <a:avLst/>
                      <a:gdLst>
                        <a:gd name="T0" fmla="*/ 0 w 726"/>
                        <a:gd name="T1" fmla="*/ 0 h 567"/>
                        <a:gd name="T2" fmla="*/ 148 w 726"/>
                        <a:gd name="T3" fmla="*/ 1 h 567"/>
                        <a:gd name="T4" fmla="*/ 147 w 726"/>
                        <a:gd name="T5" fmla="*/ 567 h 567"/>
                        <a:gd name="T6" fmla="*/ 726 w 726"/>
                        <a:gd name="T7" fmla="*/ 567 h 567"/>
                        <a:gd name="T8" fmla="*/ 726 w 726"/>
                        <a:gd name="T9" fmla="*/ 6 h 567"/>
                        <a:gd name="T10" fmla="*/ 579 w 726"/>
                        <a:gd name="T11" fmla="*/ 6 h 56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26"/>
                        <a:gd name="T19" fmla="*/ 0 h 567"/>
                        <a:gd name="T20" fmla="*/ 726 w 726"/>
                        <a:gd name="T21" fmla="*/ 567 h 56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26" h="567">
                          <a:moveTo>
                            <a:pt x="0" y="0"/>
                          </a:moveTo>
                          <a:lnTo>
                            <a:pt x="148" y="1"/>
                          </a:lnTo>
                          <a:lnTo>
                            <a:pt x="147" y="567"/>
                          </a:lnTo>
                          <a:lnTo>
                            <a:pt x="726" y="567"/>
                          </a:lnTo>
                          <a:lnTo>
                            <a:pt x="726" y="6"/>
                          </a:lnTo>
                          <a:lnTo>
                            <a:pt x="579" y="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10" name="Freeform 148">
                      <a:extLst>
                        <a:ext uri="{FF2B5EF4-FFF2-40B4-BE49-F238E27FC236}">
                          <a16:creationId xmlns:a16="http://schemas.microsoft.com/office/drawing/2014/main" id="{7651C218-F3B1-43A5-8BE9-85B2B485A8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04" y="2738"/>
                      <a:ext cx="714" cy="567"/>
                    </a:xfrm>
                    <a:custGeom>
                      <a:avLst/>
                      <a:gdLst>
                        <a:gd name="T0" fmla="*/ 0 w 714"/>
                        <a:gd name="T1" fmla="*/ 0 h 567"/>
                        <a:gd name="T2" fmla="*/ 136 w 714"/>
                        <a:gd name="T3" fmla="*/ 1 h 567"/>
                        <a:gd name="T4" fmla="*/ 135 w 714"/>
                        <a:gd name="T5" fmla="*/ 567 h 567"/>
                        <a:gd name="T6" fmla="*/ 714 w 714"/>
                        <a:gd name="T7" fmla="*/ 567 h 567"/>
                        <a:gd name="T8" fmla="*/ 714 w 714"/>
                        <a:gd name="T9" fmla="*/ 6 h 567"/>
                        <a:gd name="T10" fmla="*/ 576 w 714"/>
                        <a:gd name="T11" fmla="*/ 5 h 56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14"/>
                        <a:gd name="T19" fmla="*/ 0 h 567"/>
                        <a:gd name="T20" fmla="*/ 714 w 714"/>
                        <a:gd name="T21" fmla="*/ 567 h 56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14" h="567">
                          <a:moveTo>
                            <a:pt x="0" y="0"/>
                          </a:moveTo>
                          <a:lnTo>
                            <a:pt x="136" y="1"/>
                          </a:lnTo>
                          <a:lnTo>
                            <a:pt x="135" y="567"/>
                          </a:lnTo>
                          <a:lnTo>
                            <a:pt x="714" y="567"/>
                          </a:lnTo>
                          <a:lnTo>
                            <a:pt x="714" y="6"/>
                          </a:lnTo>
                          <a:lnTo>
                            <a:pt x="576" y="5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11" name="Freeform 149">
                      <a:extLst>
                        <a:ext uri="{FF2B5EF4-FFF2-40B4-BE49-F238E27FC236}">
                          <a16:creationId xmlns:a16="http://schemas.microsoft.com/office/drawing/2014/main" id="{09BA89EE-B05E-420E-91CC-22986DE657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859" y="2738"/>
                      <a:ext cx="711" cy="567"/>
                    </a:xfrm>
                    <a:custGeom>
                      <a:avLst/>
                      <a:gdLst>
                        <a:gd name="T0" fmla="*/ 0 w 711"/>
                        <a:gd name="T1" fmla="*/ 0 h 567"/>
                        <a:gd name="T2" fmla="*/ 130 w 711"/>
                        <a:gd name="T3" fmla="*/ 1 h 567"/>
                        <a:gd name="T4" fmla="*/ 132 w 711"/>
                        <a:gd name="T5" fmla="*/ 567 h 567"/>
                        <a:gd name="T6" fmla="*/ 711 w 711"/>
                        <a:gd name="T7" fmla="*/ 567 h 567"/>
                        <a:gd name="T8" fmla="*/ 711 w 711"/>
                        <a:gd name="T9" fmla="*/ 6 h 567"/>
                        <a:gd name="T10" fmla="*/ 564 w 711"/>
                        <a:gd name="T11" fmla="*/ 6 h 56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11"/>
                        <a:gd name="T19" fmla="*/ 0 h 567"/>
                        <a:gd name="T20" fmla="*/ 711 w 711"/>
                        <a:gd name="T21" fmla="*/ 567 h 56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11" h="567">
                          <a:moveTo>
                            <a:pt x="0" y="0"/>
                          </a:moveTo>
                          <a:lnTo>
                            <a:pt x="130" y="1"/>
                          </a:lnTo>
                          <a:lnTo>
                            <a:pt x="132" y="567"/>
                          </a:lnTo>
                          <a:lnTo>
                            <a:pt x="711" y="567"/>
                          </a:lnTo>
                          <a:lnTo>
                            <a:pt x="711" y="6"/>
                          </a:lnTo>
                          <a:lnTo>
                            <a:pt x="564" y="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12" name="Freeform 150">
                      <a:extLst>
                        <a:ext uri="{FF2B5EF4-FFF2-40B4-BE49-F238E27FC236}">
                          <a16:creationId xmlns:a16="http://schemas.microsoft.com/office/drawing/2014/main" id="{7D60AB5A-2919-4775-87AC-7F803375F4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22" y="3398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  <a:gd name="T6" fmla="*/ 0 w 1"/>
                        <a:gd name="T7" fmla="*/ 0 h 150"/>
                        <a:gd name="T8" fmla="*/ 1 w 1"/>
                        <a:gd name="T9" fmla="*/ 150 h 150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13" name="Freeform 151">
                      <a:extLst>
                        <a:ext uri="{FF2B5EF4-FFF2-40B4-BE49-F238E27FC236}">
                          <a16:creationId xmlns:a16="http://schemas.microsoft.com/office/drawing/2014/main" id="{FDA8C2E7-F0BF-4672-A3E0-899CD2432B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91" y="3401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  <a:gd name="T6" fmla="*/ 0 w 1"/>
                        <a:gd name="T7" fmla="*/ 0 h 150"/>
                        <a:gd name="T8" fmla="*/ 1 w 1"/>
                        <a:gd name="T9" fmla="*/ 150 h 150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14" name="Freeform 152">
                      <a:extLst>
                        <a:ext uri="{FF2B5EF4-FFF2-40B4-BE49-F238E27FC236}">
                          <a16:creationId xmlns:a16="http://schemas.microsoft.com/office/drawing/2014/main" id="{E1FF98C0-D863-4A1A-ABB2-F8D509D8ED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43" y="3401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  <a:gd name="T6" fmla="*/ 0 w 1"/>
                        <a:gd name="T7" fmla="*/ 0 h 150"/>
                        <a:gd name="T8" fmla="*/ 1 w 1"/>
                        <a:gd name="T9" fmla="*/ 150 h 150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15" name="Freeform 153">
                      <a:extLst>
                        <a:ext uri="{FF2B5EF4-FFF2-40B4-BE49-F238E27FC236}">
                          <a16:creationId xmlns:a16="http://schemas.microsoft.com/office/drawing/2014/main" id="{CFC08A30-1C3F-4DDA-BE77-27624D3F41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795" y="3401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  <a:gd name="T6" fmla="*/ 0 w 1"/>
                        <a:gd name="T7" fmla="*/ 0 h 150"/>
                        <a:gd name="T8" fmla="*/ 1 w 1"/>
                        <a:gd name="T9" fmla="*/ 150 h 150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16" name="Freeform 154">
                      <a:extLst>
                        <a:ext uri="{FF2B5EF4-FFF2-40B4-BE49-F238E27FC236}">
                          <a16:creationId xmlns:a16="http://schemas.microsoft.com/office/drawing/2014/main" id="{FC031D9B-0FB8-4FA1-A987-88E3B30AA7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276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  <a:gd name="T6" fmla="*/ 0 w 1"/>
                        <a:gd name="T7" fmla="*/ 0 h 246"/>
                        <a:gd name="T8" fmla="*/ 1 w 1"/>
                        <a:gd name="T9" fmla="*/ 246 h 24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17" name="Freeform 155">
                      <a:extLst>
                        <a:ext uri="{FF2B5EF4-FFF2-40B4-BE49-F238E27FC236}">
                          <a16:creationId xmlns:a16="http://schemas.microsoft.com/office/drawing/2014/main" id="{28A247C7-7731-40A3-B5F6-5E1D963C68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24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  <a:gd name="T6" fmla="*/ 0 w 1"/>
                        <a:gd name="T7" fmla="*/ 0 h 246"/>
                        <a:gd name="T8" fmla="*/ 1 w 1"/>
                        <a:gd name="T9" fmla="*/ 246 h 24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18" name="Freeform 156">
                      <a:extLst>
                        <a:ext uri="{FF2B5EF4-FFF2-40B4-BE49-F238E27FC236}">
                          <a16:creationId xmlns:a16="http://schemas.microsoft.com/office/drawing/2014/main" id="{648F331A-D8A8-4792-B904-654BDF8715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72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  <a:gd name="T6" fmla="*/ 0 w 1"/>
                        <a:gd name="T7" fmla="*/ 0 h 246"/>
                        <a:gd name="T8" fmla="*/ 1 w 1"/>
                        <a:gd name="T9" fmla="*/ 246 h 24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19" name="Freeform 157">
                      <a:extLst>
                        <a:ext uri="{FF2B5EF4-FFF2-40B4-BE49-F238E27FC236}">
                          <a16:creationId xmlns:a16="http://schemas.microsoft.com/office/drawing/2014/main" id="{79D44159-7442-437A-888C-C5F43A9099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19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  <a:gd name="T6" fmla="*/ 0 w 1"/>
                        <a:gd name="T7" fmla="*/ 0 h 246"/>
                        <a:gd name="T8" fmla="*/ 1 w 1"/>
                        <a:gd name="T9" fmla="*/ 246 h 24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20" name="Freeform 158">
                      <a:extLst>
                        <a:ext uri="{FF2B5EF4-FFF2-40B4-BE49-F238E27FC236}">
                          <a16:creationId xmlns:a16="http://schemas.microsoft.com/office/drawing/2014/main" id="{9A11D4DD-A83E-46C2-A584-62E405BE61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56" y="4025"/>
                      <a:ext cx="4317" cy="1"/>
                    </a:xfrm>
                    <a:custGeom>
                      <a:avLst/>
                      <a:gdLst>
                        <a:gd name="T0" fmla="*/ 0 w 4317"/>
                        <a:gd name="T1" fmla="*/ 0 h 1"/>
                        <a:gd name="T2" fmla="*/ 4317 w 4317"/>
                        <a:gd name="T3" fmla="*/ 0 h 1"/>
                        <a:gd name="T4" fmla="*/ 0 60000 65536"/>
                        <a:gd name="T5" fmla="*/ 0 60000 65536"/>
                        <a:gd name="T6" fmla="*/ 0 w 4317"/>
                        <a:gd name="T7" fmla="*/ 0 h 1"/>
                        <a:gd name="T8" fmla="*/ 4317 w 4317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317" h="1">
                          <a:moveTo>
                            <a:pt x="0" y="0"/>
                          </a:moveTo>
                          <a:lnTo>
                            <a:pt x="4317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21" name="Freeform 159">
                      <a:extLst>
                        <a:ext uri="{FF2B5EF4-FFF2-40B4-BE49-F238E27FC236}">
                          <a16:creationId xmlns:a16="http://schemas.microsoft.com/office/drawing/2014/main" id="{E60A92FF-EC9C-4D62-AF77-9138FF2E93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56" y="4121"/>
                      <a:ext cx="3837" cy="1"/>
                    </a:xfrm>
                    <a:custGeom>
                      <a:avLst/>
                      <a:gdLst>
                        <a:gd name="T0" fmla="*/ 0 w 3837"/>
                        <a:gd name="T1" fmla="*/ 0 h 1"/>
                        <a:gd name="T2" fmla="*/ 3837 w 3837"/>
                        <a:gd name="T3" fmla="*/ 0 h 1"/>
                        <a:gd name="T4" fmla="*/ 0 60000 65536"/>
                        <a:gd name="T5" fmla="*/ 0 60000 65536"/>
                        <a:gd name="T6" fmla="*/ 0 w 3837"/>
                        <a:gd name="T7" fmla="*/ 0 h 1"/>
                        <a:gd name="T8" fmla="*/ 3837 w 3837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3837" h="1">
                          <a:moveTo>
                            <a:pt x="0" y="0"/>
                          </a:moveTo>
                          <a:lnTo>
                            <a:pt x="3837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22" name="Freeform 160">
                      <a:extLst>
                        <a:ext uri="{FF2B5EF4-FFF2-40B4-BE49-F238E27FC236}">
                          <a16:creationId xmlns:a16="http://schemas.microsoft.com/office/drawing/2014/main" id="{68169BC5-825C-475E-BDDC-731EF1CDC56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22" y="3881"/>
                      <a:ext cx="1" cy="243"/>
                    </a:xfrm>
                    <a:custGeom>
                      <a:avLst/>
                      <a:gdLst>
                        <a:gd name="T0" fmla="*/ 0 w 1"/>
                        <a:gd name="T1" fmla="*/ 0 h 243"/>
                        <a:gd name="T2" fmla="*/ 0 w 1"/>
                        <a:gd name="T3" fmla="*/ 243 h 243"/>
                        <a:gd name="T4" fmla="*/ 0 60000 65536"/>
                        <a:gd name="T5" fmla="*/ 0 60000 65536"/>
                        <a:gd name="T6" fmla="*/ 0 w 1"/>
                        <a:gd name="T7" fmla="*/ 0 h 243"/>
                        <a:gd name="T8" fmla="*/ 1 w 1"/>
                        <a:gd name="T9" fmla="*/ 243 h 243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3">
                          <a:moveTo>
                            <a:pt x="0" y="0"/>
                          </a:moveTo>
                          <a:lnTo>
                            <a:pt x="0" y="243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23" name="Freeform 161">
                      <a:extLst>
                        <a:ext uri="{FF2B5EF4-FFF2-40B4-BE49-F238E27FC236}">
                          <a16:creationId xmlns:a16="http://schemas.microsoft.com/office/drawing/2014/main" id="{B8C9F290-AF10-42FA-9E26-027C2E8741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91" y="3881"/>
                      <a:ext cx="1" cy="243"/>
                    </a:xfrm>
                    <a:custGeom>
                      <a:avLst/>
                      <a:gdLst>
                        <a:gd name="T0" fmla="*/ 0 w 1"/>
                        <a:gd name="T1" fmla="*/ 0 h 243"/>
                        <a:gd name="T2" fmla="*/ 0 w 1"/>
                        <a:gd name="T3" fmla="*/ 243 h 243"/>
                        <a:gd name="T4" fmla="*/ 0 60000 65536"/>
                        <a:gd name="T5" fmla="*/ 0 60000 65536"/>
                        <a:gd name="T6" fmla="*/ 0 w 1"/>
                        <a:gd name="T7" fmla="*/ 0 h 243"/>
                        <a:gd name="T8" fmla="*/ 1 w 1"/>
                        <a:gd name="T9" fmla="*/ 243 h 243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3">
                          <a:moveTo>
                            <a:pt x="0" y="0"/>
                          </a:moveTo>
                          <a:lnTo>
                            <a:pt x="0" y="243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24" name="Freeform 162">
                      <a:extLst>
                        <a:ext uri="{FF2B5EF4-FFF2-40B4-BE49-F238E27FC236}">
                          <a16:creationId xmlns:a16="http://schemas.microsoft.com/office/drawing/2014/main" id="{C00368A7-8376-4A98-B7A8-80B8CBC0D2F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43" y="3881"/>
                      <a:ext cx="1" cy="243"/>
                    </a:xfrm>
                    <a:custGeom>
                      <a:avLst/>
                      <a:gdLst>
                        <a:gd name="T0" fmla="*/ 0 w 1"/>
                        <a:gd name="T1" fmla="*/ 0 h 243"/>
                        <a:gd name="T2" fmla="*/ 0 w 1"/>
                        <a:gd name="T3" fmla="*/ 243 h 243"/>
                        <a:gd name="T4" fmla="*/ 0 60000 65536"/>
                        <a:gd name="T5" fmla="*/ 0 60000 65536"/>
                        <a:gd name="T6" fmla="*/ 0 w 1"/>
                        <a:gd name="T7" fmla="*/ 0 h 243"/>
                        <a:gd name="T8" fmla="*/ 1 w 1"/>
                        <a:gd name="T9" fmla="*/ 243 h 243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3">
                          <a:moveTo>
                            <a:pt x="0" y="0"/>
                          </a:moveTo>
                          <a:lnTo>
                            <a:pt x="0" y="243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25" name="Freeform 163">
                      <a:extLst>
                        <a:ext uri="{FF2B5EF4-FFF2-40B4-BE49-F238E27FC236}">
                          <a16:creationId xmlns:a16="http://schemas.microsoft.com/office/drawing/2014/main" id="{42E0D182-D996-4092-B8E6-B450A530BA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791" y="3881"/>
                      <a:ext cx="4" cy="247"/>
                    </a:xfrm>
                    <a:custGeom>
                      <a:avLst/>
                      <a:gdLst>
                        <a:gd name="T0" fmla="*/ 4 w 4"/>
                        <a:gd name="T1" fmla="*/ 0 h 247"/>
                        <a:gd name="T2" fmla="*/ 0 w 4"/>
                        <a:gd name="T3" fmla="*/ 247 h 247"/>
                        <a:gd name="T4" fmla="*/ 0 60000 65536"/>
                        <a:gd name="T5" fmla="*/ 0 60000 65536"/>
                        <a:gd name="T6" fmla="*/ 0 w 4"/>
                        <a:gd name="T7" fmla="*/ 0 h 247"/>
                        <a:gd name="T8" fmla="*/ 4 w 4"/>
                        <a:gd name="T9" fmla="*/ 247 h 247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" h="247">
                          <a:moveTo>
                            <a:pt x="4" y="0"/>
                          </a:moveTo>
                          <a:lnTo>
                            <a:pt x="0" y="247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none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26" name="Freeform 164">
                      <a:extLst>
                        <a:ext uri="{FF2B5EF4-FFF2-40B4-BE49-F238E27FC236}">
                          <a16:creationId xmlns:a16="http://schemas.microsoft.com/office/drawing/2014/main" id="{48C9027E-716C-4680-B534-8C0BFDCF22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277" y="3881"/>
                      <a:ext cx="1" cy="151"/>
                    </a:xfrm>
                    <a:custGeom>
                      <a:avLst/>
                      <a:gdLst>
                        <a:gd name="T0" fmla="*/ 0 w 1"/>
                        <a:gd name="T1" fmla="*/ 0 h 151"/>
                        <a:gd name="T2" fmla="*/ 0 w 1"/>
                        <a:gd name="T3" fmla="*/ 151 h 151"/>
                        <a:gd name="T4" fmla="*/ 0 60000 65536"/>
                        <a:gd name="T5" fmla="*/ 0 60000 65536"/>
                        <a:gd name="T6" fmla="*/ 0 w 1"/>
                        <a:gd name="T7" fmla="*/ 0 h 151"/>
                        <a:gd name="T8" fmla="*/ 1 w 1"/>
                        <a:gd name="T9" fmla="*/ 151 h 15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51">
                          <a:moveTo>
                            <a:pt x="0" y="0"/>
                          </a:moveTo>
                          <a:lnTo>
                            <a:pt x="0" y="151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none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27" name="Line 165">
                      <a:extLst>
                        <a:ext uri="{FF2B5EF4-FFF2-40B4-BE49-F238E27FC236}">
                          <a16:creationId xmlns:a16="http://schemas.microsoft.com/office/drawing/2014/main" id="{F7299D46-5850-4172-8C73-45BB0E63C51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24" y="38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28" name="Line 166">
                      <a:extLst>
                        <a:ext uri="{FF2B5EF4-FFF2-40B4-BE49-F238E27FC236}">
                          <a16:creationId xmlns:a16="http://schemas.microsoft.com/office/drawing/2014/main" id="{CDD0F8B4-41C3-4DB1-8341-660CB99285B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973" y="38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29" name="Line 167">
                      <a:extLst>
                        <a:ext uri="{FF2B5EF4-FFF2-40B4-BE49-F238E27FC236}">
                          <a16:creationId xmlns:a16="http://schemas.microsoft.com/office/drawing/2014/main" id="{2D1A4859-B424-422A-AD21-830CDEC5296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20" y="38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30" name="Rectangle 168">
                      <a:extLst>
                        <a:ext uri="{FF2B5EF4-FFF2-40B4-BE49-F238E27FC236}">
                          <a16:creationId xmlns:a16="http://schemas.microsoft.com/office/drawing/2014/main" id="{61876C53-95D3-4FCD-9125-CCA7CEEBDF6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17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31" name="Text Box 169">
                      <a:extLst>
                        <a:ext uri="{FF2B5EF4-FFF2-40B4-BE49-F238E27FC236}">
                          <a16:creationId xmlns:a16="http://schemas.microsoft.com/office/drawing/2014/main" id="{49235378-E76E-4525-B9FE-EB7F08C2437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348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读写电路</a:t>
                      </a:r>
                    </a:p>
                  </p:txBody>
                </p:sp>
                <p:sp>
                  <p:nvSpPr>
                    <p:cNvPr id="31032" name="Rectangle 170">
                      <a:extLst>
                        <a:ext uri="{FF2B5EF4-FFF2-40B4-BE49-F238E27FC236}">
                          <a16:creationId xmlns:a16="http://schemas.microsoft.com/office/drawing/2014/main" id="{63C1EFBD-77DB-49EC-894B-2FE548C382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69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33" name="Text Box 171">
                      <a:extLst>
                        <a:ext uri="{FF2B5EF4-FFF2-40B4-BE49-F238E27FC236}">
                          <a16:creationId xmlns:a16="http://schemas.microsoft.com/office/drawing/2014/main" id="{7A249862-2938-4783-8227-3C702DD3EF7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500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读写电路</a:t>
                      </a:r>
                    </a:p>
                  </p:txBody>
                </p:sp>
                <p:sp>
                  <p:nvSpPr>
                    <p:cNvPr id="31034" name="Rectangle 172">
                      <a:extLst>
                        <a:ext uri="{FF2B5EF4-FFF2-40B4-BE49-F238E27FC236}">
                          <a16:creationId xmlns:a16="http://schemas.microsoft.com/office/drawing/2014/main" id="{F035457A-26FA-4003-A0B5-CB2DD20570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21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35" name="Text Box 173">
                      <a:extLst>
                        <a:ext uri="{FF2B5EF4-FFF2-40B4-BE49-F238E27FC236}">
                          <a16:creationId xmlns:a16="http://schemas.microsoft.com/office/drawing/2014/main" id="{FA77A8E7-CBDF-43AE-B5E3-FB3FB083366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652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读写电路</a:t>
                      </a:r>
                    </a:p>
                  </p:txBody>
                </p:sp>
                <p:sp>
                  <p:nvSpPr>
                    <p:cNvPr id="31036" name="Line 174">
                      <a:extLst>
                        <a:ext uri="{FF2B5EF4-FFF2-40B4-BE49-F238E27FC236}">
                          <a16:creationId xmlns:a16="http://schemas.microsoft.com/office/drawing/2014/main" id="{99DE8EED-EAAC-4D6D-882B-83212147598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64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37" name="Line 175">
                      <a:extLst>
                        <a:ext uri="{FF2B5EF4-FFF2-40B4-BE49-F238E27FC236}">
                          <a16:creationId xmlns:a16="http://schemas.microsoft.com/office/drawing/2014/main" id="{F69C6AD7-1C8E-421E-A328-3E2A609E6C1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44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38" name="Line 176">
                      <a:extLst>
                        <a:ext uri="{FF2B5EF4-FFF2-40B4-BE49-F238E27FC236}">
                          <a16:creationId xmlns:a16="http://schemas.microsoft.com/office/drawing/2014/main" id="{E87A9038-F01D-4D8E-9799-0A2BBAF7041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293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39" name="Line 177">
                      <a:extLst>
                        <a:ext uri="{FF2B5EF4-FFF2-40B4-BE49-F238E27FC236}">
                          <a16:creationId xmlns:a16="http://schemas.microsoft.com/office/drawing/2014/main" id="{82C539BF-B659-4A7D-B298-05030B8AB56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420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40" name="Freeform 178">
                      <a:extLst>
                        <a:ext uri="{FF2B5EF4-FFF2-40B4-BE49-F238E27FC236}">
                          <a16:creationId xmlns:a16="http://schemas.microsoft.com/office/drawing/2014/main" id="{F9BE0AF6-90D5-4AF2-90D4-2277200E517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3" y="2708"/>
                      <a:ext cx="47" cy="501"/>
                    </a:xfrm>
                    <a:custGeom>
                      <a:avLst/>
                      <a:gdLst>
                        <a:gd name="T0" fmla="*/ 0 w 1"/>
                        <a:gd name="T1" fmla="*/ 0 h 406"/>
                        <a:gd name="T2" fmla="*/ 0 w 1"/>
                        <a:gd name="T3" fmla="*/ 2695 h 406"/>
                        <a:gd name="T4" fmla="*/ 0 60000 65536"/>
                        <a:gd name="T5" fmla="*/ 0 60000 65536"/>
                        <a:gd name="T6" fmla="*/ 0 w 1"/>
                        <a:gd name="T7" fmla="*/ 0 h 406"/>
                        <a:gd name="T8" fmla="*/ 1 w 1"/>
                        <a:gd name="T9" fmla="*/ 406 h 40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406">
                          <a:moveTo>
                            <a:pt x="0" y="0"/>
                          </a:moveTo>
                          <a:lnTo>
                            <a:pt x="0" y="40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41" name="Freeform 179">
                      <a:extLst>
                        <a:ext uri="{FF2B5EF4-FFF2-40B4-BE49-F238E27FC236}">
                          <a16:creationId xmlns:a16="http://schemas.microsoft.com/office/drawing/2014/main" id="{F9A2B6CF-6753-4046-88D4-75AE335971A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85" y="2691"/>
                      <a:ext cx="1" cy="525"/>
                    </a:xfrm>
                    <a:custGeom>
                      <a:avLst/>
                      <a:gdLst>
                        <a:gd name="T0" fmla="*/ 0 w 1"/>
                        <a:gd name="T1" fmla="*/ 0 h 525"/>
                        <a:gd name="T2" fmla="*/ 0 w 1"/>
                        <a:gd name="T3" fmla="*/ 525 h 525"/>
                        <a:gd name="T4" fmla="*/ 0 60000 65536"/>
                        <a:gd name="T5" fmla="*/ 0 60000 65536"/>
                        <a:gd name="T6" fmla="*/ 0 w 1"/>
                        <a:gd name="T7" fmla="*/ 0 h 525"/>
                        <a:gd name="T8" fmla="*/ 1 w 1"/>
                        <a:gd name="T9" fmla="*/ 525 h 525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525">
                          <a:moveTo>
                            <a:pt x="0" y="0"/>
                          </a:moveTo>
                          <a:lnTo>
                            <a:pt x="0" y="525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42" name="Freeform 180">
                      <a:extLst>
                        <a:ext uri="{FF2B5EF4-FFF2-40B4-BE49-F238E27FC236}">
                          <a16:creationId xmlns:a16="http://schemas.microsoft.com/office/drawing/2014/main" id="{591805F3-F2B9-4F6F-98F3-FC110567D0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325" y="2708"/>
                      <a:ext cx="47" cy="501"/>
                    </a:xfrm>
                    <a:custGeom>
                      <a:avLst/>
                      <a:gdLst>
                        <a:gd name="T0" fmla="*/ 0 w 1"/>
                        <a:gd name="T1" fmla="*/ 0 h 406"/>
                        <a:gd name="T2" fmla="*/ 0 w 1"/>
                        <a:gd name="T3" fmla="*/ 2695 h 406"/>
                        <a:gd name="T4" fmla="*/ 0 60000 65536"/>
                        <a:gd name="T5" fmla="*/ 0 60000 65536"/>
                        <a:gd name="T6" fmla="*/ 0 w 1"/>
                        <a:gd name="T7" fmla="*/ 0 h 406"/>
                        <a:gd name="T8" fmla="*/ 1 w 1"/>
                        <a:gd name="T9" fmla="*/ 406 h 40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406">
                          <a:moveTo>
                            <a:pt x="0" y="0"/>
                          </a:moveTo>
                          <a:lnTo>
                            <a:pt x="0" y="40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  <a:tailEnd type="none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43" name="Text Box 181">
                      <a:extLst>
                        <a:ext uri="{FF2B5EF4-FFF2-40B4-BE49-F238E27FC236}">
                          <a16:creationId xmlns:a16="http://schemas.microsoft.com/office/drawing/2014/main" id="{8F0BB875-6A3F-49E2-A72E-A438752CE9BB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1193" y="164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1044" name="Text Box 182">
                      <a:extLst>
                        <a:ext uri="{FF2B5EF4-FFF2-40B4-BE49-F238E27FC236}">
                          <a16:creationId xmlns:a16="http://schemas.microsoft.com/office/drawing/2014/main" id="{0F7A47CC-10A7-46F0-A736-C8692D22649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1769" y="164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1045" name="Text Box 183">
                      <a:extLst>
                        <a:ext uri="{FF2B5EF4-FFF2-40B4-BE49-F238E27FC236}">
                          <a16:creationId xmlns:a16="http://schemas.microsoft.com/office/drawing/2014/main" id="{A73328C3-C022-4AB5-BC14-726A25FCDD0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2345" y="164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1046" name="Text Box 184">
                      <a:extLst>
                        <a:ext uri="{FF2B5EF4-FFF2-40B4-BE49-F238E27FC236}">
                          <a16:creationId xmlns:a16="http://schemas.microsoft.com/office/drawing/2014/main" id="{65412D85-E17F-4614-A3CF-150CA3BCC36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2921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1047" name="Text Box 185">
                      <a:extLst>
                        <a:ext uri="{FF2B5EF4-FFF2-40B4-BE49-F238E27FC236}">
                          <a16:creationId xmlns:a16="http://schemas.microsoft.com/office/drawing/2014/main" id="{DE8FC59B-28A6-46A0-B815-77EE7FAA7DC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3496" y="1627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1048" name="Text Box 186">
                      <a:extLst>
                        <a:ext uri="{FF2B5EF4-FFF2-40B4-BE49-F238E27FC236}">
                          <a16:creationId xmlns:a16="http://schemas.microsoft.com/office/drawing/2014/main" id="{F2C518C8-CD47-440C-8CEF-FA49F51D243A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4073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1049" name="Text Box 187">
                      <a:extLst>
                        <a:ext uri="{FF2B5EF4-FFF2-40B4-BE49-F238E27FC236}">
                          <a16:creationId xmlns:a16="http://schemas.microsoft.com/office/drawing/2014/main" id="{A5806F31-D0B5-4482-B1F8-CB86D3D931D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4649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1050" name="Text Box 188">
                      <a:extLst>
                        <a:ext uri="{FF2B5EF4-FFF2-40B4-BE49-F238E27FC236}">
                          <a16:creationId xmlns:a16="http://schemas.microsoft.com/office/drawing/2014/main" id="{6512F40D-3BF9-4ADF-AE57-415B451F7C2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5244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1051" name="Text Box 189">
                      <a:extLst>
                        <a:ext uri="{FF2B5EF4-FFF2-40B4-BE49-F238E27FC236}">
                          <a16:creationId xmlns:a16="http://schemas.microsoft.com/office/drawing/2014/main" id="{08013E58-1E54-4298-B40E-9CF86690508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0" y="791"/>
                      <a:ext cx="188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1052" name="Text Box 190">
                      <a:extLst>
                        <a:ext uri="{FF2B5EF4-FFF2-40B4-BE49-F238E27FC236}">
                          <a16:creationId xmlns:a16="http://schemas.microsoft.com/office/drawing/2014/main" id="{DEE35D3F-A8B9-4462-8683-FC7EF8C910A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0" y="1383"/>
                      <a:ext cx="188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31053" name="Text Box 191">
                      <a:extLst>
                        <a:ext uri="{FF2B5EF4-FFF2-40B4-BE49-F238E27FC236}">
                          <a16:creationId xmlns:a16="http://schemas.microsoft.com/office/drawing/2014/main" id="{9ACB902B-ED04-4B18-AE65-6B8A7303328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24" y="1959"/>
                      <a:ext cx="260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63</a:t>
                      </a:r>
                    </a:p>
                  </p:txBody>
                </p:sp>
                <p:sp>
                  <p:nvSpPr>
                    <p:cNvPr id="31054" name="Line 192">
                      <a:extLst>
                        <a:ext uri="{FF2B5EF4-FFF2-40B4-BE49-F238E27FC236}">
                          <a16:creationId xmlns:a16="http://schemas.microsoft.com/office/drawing/2014/main" id="{5238710A-696E-4FF8-AC3E-2C34112C002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32" y="2537"/>
                      <a:ext cx="57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55" name="Text Box 193">
                      <a:extLst>
                        <a:ext uri="{FF2B5EF4-FFF2-40B4-BE49-F238E27FC236}">
                          <a16:creationId xmlns:a16="http://schemas.microsoft.com/office/drawing/2014/main" id="{37641E3D-0B3E-4E04-928B-684E24DFD13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0" y="2727"/>
                      <a:ext cx="188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1056" name="Text Box 194">
                      <a:extLst>
                        <a:ext uri="{FF2B5EF4-FFF2-40B4-BE49-F238E27FC236}">
                          <a16:creationId xmlns:a16="http://schemas.microsoft.com/office/drawing/2014/main" id="{EFD5A201-7E4B-4D93-B0B2-D701A4A33B2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24" y="3159"/>
                      <a:ext cx="260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15</a:t>
                      </a:r>
                    </a:p>
                  </p:txBody>
                </p:sp>
                <p:sp>
                  <p:nvSpPr>
                    <p:cNvPr id="31057" name="Text Box 195">
                      <a:extLst>
                        <a:ext uri="{FF2B5EF4-FFF2-40B4-BE49-F238E27FC236}">
                          <a16:creationId xmlns:a16="http://schemas.microsoft.com/office/drawing/2014/main" id="{6B92A9DA-3052-433D-8CCE-CBD59DF99018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665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1058" name="Text Box 196">
                      <a:extLst>
                        <a:ext uri="{FF2B5EF4-FFF2-40B4-BE49-F238E27FC236}">
                          <a16:creationId xmlns:a16="http://schemas.microsoft.com/office/drawing/2014/main" id="{6252676A-685E-41BA-AB54-268635D8072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665" y="2876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3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…</a:t>
                      </a:r>
                    </a:p>
                  </p:txBody>
                </p:sp>
                <p:sp>
                  <p:nvSpPr>
                    <p:cNvPr id="31059" name="Text Box 197">
                      <a:extLst>
                        <a:ext uri="{FF2B5EF4-FFF2-40B4-BE49-F238E27FC236}">
                          <a16:creationId xmlns:a16="http://schemas.microsoft.com/office/drawing/2014/main" id="{4B8B76A5-C66D-446F-9EB5-D4D05BF3F1BB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015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行</a:t>
                      </a:r>
                    </a:p>
                  </p:txBody>
                </p:sp>
                <p:sp>
                  <p:nvSpPr>
                    <p:cNvPr id="31060" name="Text Box 198">
                      <a:extLst>
                        <a:ext uri="{FF2B5EF4-FFF2-40B4-BE49-F238E27FC236}">
                          <a16:creationId xmlns:a16="http://schemas.microsoft.com/office/drawing/2014/main" id="{7669BF5B-3137-4C5A-BA7B-5DF9CD53FA4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263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地</a:t>
                      </a:r>
                    </a:p>
                  </p:txBody>
                </p:sp>
                <p:sp>
                  <p:nvSpPr>
                    <p:cNvPr id="31061" name="Text Box 199">
                      <a:extLst>
                        <a:ext uri="{FF2B5EF4-FFF2-40B4-BE49-F238E27FC236}">
                          <a16:creationId xmlns:a16="http://schemas.microsoft.com/office/drawing/2014/main" id="{73D2F3D0-7C5F-4C52-9DD0-9505DB892E6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511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址</a:t>
                      </a:r>
                    </a:p>
                  </p:txBody>
                </p:sp>
                <p:sp>
                  <p:nvSpPr>
                    <p:cNvPr id="31062" name="Text Box 200">
                      <a:extLst>
                        <a:ext uri="{FF2B5EF4-FFF2-40B4-BE49-F238E27FC236}">
                          <a16:creationId xmlns:a16="http://schemas.microsoft.com/office/drawing/2014/main" id="{47744FEE-A7AA-48A2-AD08-FE49394E5C68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758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译</a:t>
                      </a:r>
                    </a:p>
                  </p:txBody>
                </p:sp>
                <p:sp>
                  <p:nvSpPr>
                    <p:cNvPr id="31063" name="Text Box 201">
                      <a:extLst>
                        <a:ext uri="{FF2B5EF4-FFF2-40B4-BE49-F238E27FC236}">
                          <a16:creationId xmlns:a16="http://schemas.microsoft.com/office/drawing/2014/main" id="{7B5EFD69-C5FD-4515-B635-728B4DB520D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2006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码</a:t>
                      </a:r>
                    </a:p>
                  </p:txBody>
                </p:sp>
                <p:sp>
                  <p:nvSpPr>
                    <p:cNvPr id="31064" name="Text Box 202">
                      <a:extLst>
                        <a:ext uri="{FF2B5EF4-FFF2-40B4-BE49-F238E27FC236}">
                          <a16:creationId xmlns:a16="http://schemas.microsoft.com/office/drawing/2014/main" id="{DE365483-F347-4914-AD01-4BF4E18A625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2635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列</a:t>
                      </a:r>
                    </a:p>
                  </p:txBody>
                </p:sp>
                <p:sp>
                  <p:nvSpPr>
                    <p:cNvPr id="31065" name="Text Box 203">
                      <a:extLst>
                        <a:ext uri="{FF2B5EF4-FFF2-40B4-BE49-F238E27FC236}">
                          <a16:creationId xmlns:a16="http://schemas.microsoft.com/office/drawing/2014/main" id="{3561835C-5FA4-4A2E-BE39-0300A09AB09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2883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地</a:t>
                      </a:r>
                    </a:p>
                  </p:txBody>
                </p:sp>
                <p:sp>
                  <p:nvSpPr>
                    <p:cNvPr id="31066" name="Text Box 204">
                      <a:extLst>
                        <a:ext uri="{FF2B5EF4-FFF2-40B4-BE49-F238E27FC236}">
                          <a16:creationId xmlns:a16="http://schemas.microsoft.com/office/drawing/2014/main" id="{3394C614-BD56-4C92-A003-2BCF3A3DACE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3131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址</a:t>
                      </a:r>
                    </a:p>
                  </p:txBody>
                </p:sp>
                <p:sp>
                  <p:nvSpPr>
                    <p:cNvPr id="31067" name="Text Box 205">
                      <a:extLst>
                        <a:ext uri="{FF2B5EF4-FFF2-40B4-BE49-F238E27FC236}">
                          <a16:creationId xmlns:a16="http://schemas.microsoft.com/office/drawing/2014/main" id="{6E310F91-C2D1-4538-AB7E-E490D5F5DCA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3378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译</a:t>
                      </a:r>
                    </a:p>
                  </p:txBody>
                </p:sp>
                <p:sp>
                  <p:nvSpPr>
                    <p:cNvPr id="31068" name="Text Box 206">
                      <a:extLst>
                        <a:ext uri="{FF2B5EF4-FFF2-40B4-BE49-F238E27FC236}">
                          <a16:creationId xmlns:a16="http://schemas.microsoft.com/office/drawing/2014/main" id="{DC9007F8-451B-4B51-8FDD-646792C698C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3626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码</a:t>
                      </a:r>
                    </a:p>
                  </p:txBody>
                </p:sp>
                <p:sp>
                  <p:nvSpPr>
                    <p:cNvPr id="31069" name="Text Box 207">
                      <a:extLst>
                        <a:ext uri="{FF2B5EF4-FFF2-40B4-BE49-F238E27FC236}">
                          <a16:creationId xmlns:a16="http://schemas.microsoft.com/office/drawing/2014/main" id="{48F76F2E-F969-49F0-BB64-7976D372029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944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6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I/O</a:t>
                      </a:r>
                      <a:r>
                        <a:rPr kumimoji="1" lang="en-US" altLang="zh-CN" sz="1600" b="1" i="0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31070" name="Text Box 208">
                      <a:extLst>
                        <a:ext uri="{FF2B5EF4-FFF2-40B4-BE49-F238E27FC236}">
                          <a16:creationId xmlns:a16="http://schemas.microsoft.com/office/drawing/2014/main" id="{108B7D98-1967-4F40-9264-1382E9A16DD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104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6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I/O</a:t>
                      </a:r>
                      <a:r>
                        <a:rPr kumimoji="1" lang="en-US" altLang="zh-CN" sz="1600" b="1" i="0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2</a:t>
                      </a:r>
                    </a:p>
                  </p:txBody>
                </p:sp>
                <p:sp>
                  <p:nvSpPr>
                    <p:cNvPr id="31071" name="Text Box 209">
                      <a:extLst>
                        <a:ext uri="{FF2B5EF4-FFF2-40B4-BE49-F238E27FC236}">
                          <a16:creationId xmlns:a16="http://schemas.microsoft.com/office/drawing/2014/main" id="{5682065F-554C-4157-BDFD-9040B2AED658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256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6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I/O</a:t>
                      </a:r>
                      <a:r>
                        <a:rPr kumimoji="1" lang="en-US" altLang="zh-CN" sz="1600" b="1" i="0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3</a:t>
                      </a:r>
                    </a:p>
                  </p:txBody>
                </p:sp>
                <p:sp>
                  <p:nvSpPr>
                    <p:cNvPr id="31072" name="Text Box 210">
                      <a:extLst>
                        <a:ext uri="{FF2B5EF4-FFF2-40B4-BE49-F238E27FC236}">
                          <a16:creationId xmlns:a16="http://schemas.microsoft.com/office/drawing/2014/main" id="{44DE3446-8AF6-45D3-A134-2A4132DA539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414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6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I/O</a:t>
                      </a:r>
                      <a:r>
                        <a:rPr kumimoji="1" lang="en-US" altLang="zh-CN" sz="1600" b="1" i="0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4</a:t>
                      </a:r>
                    </a:p>
                  </p:txBody>
                </p:sp>
                <p:sp>
                  <p:nvSpPr>
                    <p:cNvPr id="31073" name="Line 211">
                      <a:extLst>
                        <a:ext uri="{FF2B5EF4-FFF2-40B4-BE49-F238E27FC236}">
                          <a16:creationId xmlns:a16="http://schemas.microsoft.com/office/drawing/2014/main" id="{E2308795-1EC4-4D27-94C5-748B13354D5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905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74" name="Line 212">
                      <a:extLst>
                        <a:ext uri="{FF2B5EF4-FFF2-40B4-BE49-F238E27FC236}">
                          <a16:creationId xmlns:a16="http://schemas.microsoft.com/office/drawing/2014/main" id="{257FBAFC-53F5-4CA5-A730-EAB074DE9E5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164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75" name="Line 213">
                      <a:extLst>
                        <a:ext uri="{FF2B5EF4-FFF2-40B4-BE49-F238E27FC236}">
                          <a16:creationId xmlns:a16="http://schemas.microsoft.com/office/drawing/2014/main" id="{A6B1FC88-5FBC-47EA-BD8A-B98AE872492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423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76" name="Line 214">
                      <a:extLst>
                        <a:ext uri="{FF2B5EF4-FFF2-40B4-BE49-F238E27FC236}">
                          <a16:creationId xmlns:a16="http://schemas.microsoft.com/office/drawing/2014/main" id="{60F74064-511B-4D23-9212-4F11D233CEA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68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77" name="Line 215">
                      <a:extLst>
                        <a:ext uri="{FF2B5EF4-FFF2-40B4-BE49-F238E27FC236}">
                          <a16:creationId xmlns:a16="http://schemas.microsoft.com/office/drawing/2014/main" id="{614717A4-0FCB-408D-871B-1599CA36BAB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941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78" name="Line 216">
                      <a:extLst>
                        <a:ext uri="{FF2B5EF4-FFF2-40B4-BE49-F238E27FC236}">
                          <a16:creationId xmlns:a16="http://schemas.microsoft.com/office/drawing/2014/main" id="{6473AACB-2998-4C29-BED8-6DA3826E1A1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2201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79" name="Line 217">
                      <a:extLst>
                        <a:ext uri="{FF2B5EF4-FFF2-40B4-BE49-F238E27FC236}">
                          <a16:creationId xmlns:a16="http://schemas.microsoft.com/office/drawing/2014/main" id="{3E9A30D9-6ADD-445F-935A-2FD15C3E418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287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80" name="Line 218">
                      <a:extLst>
                        <a:ext uri="{FF2B5EF4-FFF2-40B4-BE49-F238E27FC236}">
                          <a16:creationId xmlns:a16="http://schemas.microsoft.com/office/drawing/2014/main" id="{FE568B66-D202-4DEC-92A1-E177ACB0AD6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3131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81" name="Line 219">
                      <a:extLst>
                        <a:ext uri="{FF2B5EF4-FFF2-40B4-BE49-F238E27FC236}">
                          <a16:creationId xmlns:a16="http://schemas.microsoft.com/office/drawing/2014/main" id="{B85B02F9-43E8-4758-A96A-5E59AB72985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3390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82" name="Line 220">
                      <a:extLst>
                        <a:ext uri="{FF2B5EF4-FFF2-40B4-BE49-F238E27FC236}">
                          <a16:creationId xmlns:a16="http://schemas.microsoft.com/office/drawing/2014/main" id="{4C816476-A3EA-44CE-908E-39BEB44627B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3650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83" name="Text Box 221">
                      <a:extLst>
                        <a:ext uri="{FF2B5EF4-FFF2-40B4-BE49-F238E27FC236}">
                          <a16:creationId xmlns:a16="http://schemas.microsoft.com/office/drawing/2014/main" id="{114D8DC3-123E-4AA8-985A-511659FD114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48" y="3890"/>
                      <a:ext cx="356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WE</a:t>
                      </a:r>
                    </a:p>
                  </p:txBody>
                </p:sp>
                <p:sp>
                  <p:nvSpPr>
                    <p:cNvPr id="31084" name="Line 222">
                      <a:extLst>
                        <a:ext uri="{FF2B5EF4-FFF2-40B4-BE49-F238E27FC236}">
                          <a16:creationId xmlns:a16="http://schemas.microsoft.com/office/drawing/2014/main" id="{C41BF7DE-EF38-4CC0-A0C1-3B09159F186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82" y="3923"/>
                      <a:ext cx="288" cy="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085" name="Text Box 223">
                      <a:extLst>
                        <a:ext uri="{FF2B5EF4-FFF2-40B4-BE49-F238E27FC236}">
                          <a16:creationId xmlns:a16="http://schemas.microsoft.com/office/drawing/2014/main" id="{05A818F4-93B7-47A9-934E-3009BFC8D20A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8" y="4025"/>
                      <a:ext cx="321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CS</a:t>
                      </a:r>
                    </a:p>
                  </p:txBody>
                </p:sp>
                <p:sp>
                  <p:nvSpPr>
                    <p:cNvPr id="31086" name="Line 224">
                      <a:extLst>
                        <a:ext uri="{FF2B5EF4-FFF2-40B4-BE49-F238E27FC236}">
                          <a16:creationId xmlns:a16="http://schemas.microsoft.com/office/drawing/2014/main" id="{1C5FF109-4E47-427D-9EBF-998FE17F277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726" y="4079"/>
                      <a:ext cx="192" cy="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0872" name="Group 225">
                    <a:extLst>
                      <a:ext uri="{FF2B5EF4-FFF2-40B4-BE49-F238E27FC236}">
                        <a16:creationId xmlns:a16="http://schemas.microsoft.com/office/drawing/2014/main" id="{AD01CB9C-7054-4941-A4DE-AAB4DB3D631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40" y="674"/>
                    <a:ext cx="196" cy="3010"/>
                    <a:chOff x="140" y="674"/>
                    <a:chExt cx="196" cy="3010"/>
                  </a:xfrm>
                </p:grpSpPr>
                <p:sp>
                  <p:nvSpPr>
                    <p:cNvPr id="30873" name="Text Box 226">
                      <a:extLst>
                        <a:ext uri="{FF2B5EF4-FFF2-40B4-BE49-F238E27FC236}">
                          <a16:creationId xmlns:a16="http://schemas.microsoft.com/office/drawing/2014/main" id="{A4945C94-C8E8-477A-A74F-5C461E73311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674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966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74" name="Text Box 227">
                      <a:extLst>
                        <a:ext uri="{FF2B5EF4-FFF2-40B4-BE49-F238E27FC236}">
                          <a16:creationId xmlns:a16="http://schemas.microsoft.com/office/drawing/2014/main" id="{956C61E2-F3FE-4780-8AE2-83B476952A9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933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966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75" name="Text Box 228">
                      <a:extLst>
                        <a:ext uri="{FF2B5EF4-FFF2-40B4-BE49-F238E27FC236}">
                          <a16:creationId xmlns:a16="http://schemas.microsoft.com/office/drawing/2014/main" id="{B1BF5AB3-026F-4F48-9CE9-97235AEE781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192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966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76" name="Text Box 229">
                      <a:extLst>
                        <a:ext uri="{FF2B5EF4-FFF2-40B4-BE49-F238E27FC236}">
                          <a16:creationId xmlns:a16="http://schemas.microsoft.com/office/drawing/2014/main" id="{C4BAF138-1403-4AAA-AB60-F16EA72F29D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451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966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77" name="Text Box 230">
                      <a:extLst>
                        <a:ext uri="{FF2B5EF4-FFF2-40B4-BE49-F238E27FC236}">
                          <a16:creationId xmlns:a16="http://schemas.microsoft.com/office/drawing/2014/main" id="{FD62FCF7-EC7A-40CB-9954-C5864256B5A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710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966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78" name="Text Box 231">
                      <a:extLst>
                        <a:ext uri="{FF2B5EF4-FFF2-40B4-BE49-F238E27FC236}">
                          <a16:creationId xmlns:a16="http://schemas.microsoft.com/office/drawing/2014/main" id="{65E6F88D-D5AC-4427-AAA5-0A45FAFF35C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970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966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79" name="Text Box 232">
                      <a:extLst>
                        <a:ext uri="{FF2B5EF4-FFF2-40B4-BE49-F238E27FC236}">
                          <a16:creationId xmlns:a16="http://schemas.microsoft.com/office/drawing/2014/main" id="{79954091-F77F-47B3-B40E-7CEFFB89F76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2657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966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80" name="Text Box 233">
                      <a:extLst>
                        <a:ext uri="{FF2B5EF4-FFF2-40B4-BE49-F238E27FC236}">
                          <a16:creationId xmlns:a16="http://schemas.microsoft.com/office/drawing/2014/main" id="{9764FF89-3D56-4FCB-8E7B-BE69A038B9E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2916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966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81" name="Text Box 234">
                      <a:extLst>
                        <a:ext uri="{FF2B5EF4-FFF2-40B4-BE49-F238E27FC236}">
                          <a16:creationId xmlns:a16="http://schemas.microsoft.com/office/drawing/2014/main" id="{613B8CD9-7388-409B-ABDA-1DF4B248A958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3175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966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82" name="Text Box 235">
                      <a:extLst>
                        <a:ext uri="{FF2B5EF4-FFF2-40B4-BE49-F238E27FC236}">
                          <a16:creationId xmlns:a16="http://schemas.microsoft.com/office/drawing/2014/main" id="{361C727B-D8BE-4C56-B34D-933D0441948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3434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966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</p:grpSp>
            </p:grpSp>
            <p:grpSp>
              <p:nvGrpSpPr>
                <p:cNvPr id="30832" name="Group 236">
                  <a:extLst>
                    <a:ext uri="{FF2B5EF4-FFF2-40B4-BE49-F238E27FC236}">
                      <a16:creationId xmlns:a16="http://schemas.microsoft.com/office/drawing/2014/main" id="{434B9F2D-36B7-421A-BE68-777527CCD4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5" y="2633"/>
                  <a:ext cx="3945" cy="253"/>
                  <a:chOff x="915" y="2633"/>
                  <a:chExt cx="3945" cy="253"/>
                </a:xfrm>
              </p:grpSpPr>
              <p:grpSp>
                <p:nvGrpSpPr>
                  <p:cNvPr id="30833" name="Group 237">
                    <a:extLst>
                      <a:ext uri="{FF2B5EF4-FFF2-40B4-BE49-F238E27FC236}">
                        <a16:creationId xmlns:a16="http://schemas.microsoft.com/office/drawing/2014/main" id="{5F2D891E-D3AC-4F7F-BAC6-D9697400AE3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15" y="2696"/>
                    <a:ext cx="3858" cy="190"/>
                    <a:chOff x="915" y="2696"/>
                    <a:chExt cx="3858" cy="190"/>
                  </a:xfrm>
                </p:grpSpPr>
                <p:sp>
                  <p:nvSpPr>
                    <p:cNvPr id="30866" name="Freeform 238">
                      <a:extLst>
                        <a:ext uri="{FF2B5EF4-FFF2-40B4-BE49-F238E27FC236}">
                          <a16:creationId xmlns:a16="http://schemas.microsoft.com/office/drawing/2014/main" id="{2E48FA59-B919-4E7D-963D-1B47448519E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04" y="2707"/>
                      <a:ext cx="1" cy="166"/>
                    </a:xfrm>
                    <a:custGeom>
                      <a:avLst/>
                      <a:gdLst>
                        <a:gd name="T0" fmla="*/ 0 w 1"/>
                        <a:gd name="T1" fmla="*/ 0 h 166"/>
                        <a:gd name="T2" fmla="*/ 1 w 1"/>
                        <a:gd name="T3" fmla="*/ 166 h 166"/>
                        <a:gd name="T4" fmla="*/ 0 60000 65536"/>
                        <a:gd name="T5" fmla="*/ 0 60000 65536"/>
                        <a:gd name="T6" fmla="*/ 0 w 1"/>
                        <a:gd name="T7" fmla="*/ 0 h 166"/>
                        <a:gd name="T8" fmla="*/ 1 w 1"/>
                        <a:gd name="T9" fmla="*/ 166 h 16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66">
                          <a:moveTo>
                            <a:pt x="0" y="0"/>
                          </a:moveTo>
                          <a:lnTo>
                            <a:pt x="1" y="1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folHlink"/>
                      </a:solidFill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67" name="Freeform 239">
                      <a:extLst>
                        <a:ext uri="{FF2B5EF4-FFF2-40B4-BE49-F238E27FC236}">
                          <a16:creationId xmlns:a16="http://schemas.microsoft.com/office/drawing/2014/main" id="{A0A529FE-999A-4550-BC09-7B97D143B1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57" y="2710"/>
                      <a:ext cx="1" cy="166"/>
                    </a:xfrm>
                    <a:custGeom>
                      <a:avLst/>
                      <a:gdLst>
                        <a:gd name="T0" fmla="*/ 0 w 1"/>
                        <a:gd name="T1" fmla="*/ 0 h 166"/>
                        <a:gd name="T2" fmla="*/ 1 w 1"/>
                        <a:gd name="T3" fmla="*/ 166 h 166"/>
                        <a:gd name="T4" fmla="*/ 0 60000 65536"/>
                        <a:gd name="T5" fmla="*/ 0 60000 65536"/>
                        <a:gd name="T6" fmla="*/ 0 w 1"/>
                        <a:gd name="T7" fmla="*/ 0 h 166"/>
                        <a:gd name="T8" fmla="*/ 1 w 1"/>
                        <a:gd name="T9" fmla="*/ 166 h 16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66">
                          <a:moveTo>
                            <a:pt x="0" y="0"/>
                          </a:moveTo>
                          <a:lnTo>
                            <a:pt x="1" y="16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folHlink"/>
                      </a:solidFill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68" name="Freeform 240">
                      <a:extLst>
                        <a:ext uri="{FF2B5EF4-FFF2-40B4-BE49-F238E27FC236}">
                          <a16:creationId xmlns:a16="http://schemas.microsoft.com/office/drawing/2014/main" id="{C9A736B8-0EFD-435F-9D25-0730CB80B7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09" y="2710"/>
                      <a:ext cx="1" cy="176"/>
                    </a:xfrm>
                    <a:custGeom>
                      <a:avLst/>
                      <a:gdLst>
                        <a:gd name="T0" fmla="*/ 0 w 1"/>
                        <a:gd name="T1" fmla="*/ 0 h 176"/>
                        <a:gd name="T2" fmla="*/ 0 w 1"/>
                        <a:gd name="T3" fmla="*/ 176 h 176"/>
                        <a:gd name="T4" fmla="*/ 0 60000 65536"/>
                        <a:gd name="T5" fmla="*/ 0 60000 65536"/>
                        <a:gd name="T6" fmla="*/ 0 w 1"/>
                        <a:gd name="T7" fmla="*/ 0 h 176"/>
                        <a:gd name="T8" fmla="*/ 1 w 1"/>
                        <a:gd name="T9" fmla="*/ 176 h 17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76">
                          <a:moveTo>
                            <a:pt x="0" y="0"/>
                          </a:moveTo>
                          <a:lnTo>
                            <a:pt x="0" y="17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folHlink"/>
                      </a:solidFill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69" name="Freeform 241">
                      <a:extLst>
                        <a:ext uri="{FF2B5EF4-FFF2-40B4-BE49-F238E27FC236}">
                          <a16:creationId xmlns:a16="http://schemas.microsoft.com/office/drawing/2014/main" id="{F7ED3356-B668-418F-BEFC-DAB8002D933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761" y="2696"/>
                      <a:ext cx="1" cy="178"/>
                    </a:xfrm>
                    <a:custGeom>
                      <a:avLst/>
                      <a:gdLst>
                        <a:gd name="T0" fmla="*/ 0 w 1"/>
                        <a:gd name="T1" fmla="*/ 0 h 178"/>
                        <a:gd name="T2" fmla="*/ 0 w 1"/>
                        <a:gd name="T3" fmla="*/ 178 h 178"/>
                        <a:gd name="T4" fmla="*/ 0 60000 65536"/>
                        <a:gd name="T5" fmla="*/ 0 60000 65536"/>
                        <a:gd name="T6" fmla="*/ 0 w 1"/>
                        <a:gd name="T7" fmla="*/ 0 h 178"/>
                        <a:gd name="T8" fmla="*/ 1 w 1"/>
                        <a:gd name="T9" fmla="*/ 178 h 178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78">
                          <a:moveTo>
                            <a:pt x="0" y="0"/>
                          </a:moveTo>
                          <a:lnTo>
                            <a:pt x="0" y="178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70" name="Freeform 242">
                      <a:extLst>
                        <a:ext uri="{FF2B5EF4-FFF2-40B4-BE49-F238E27FC236}">
                          <a16:creationId xmlns:a16="http://schemas.microsoft.com/office/drawing/2014/main" id="{9F52C768-CBD4-49C6-A78E-1E528210EF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15" y="2865"/>
                      <a:ext cx="3858" cy="2"/>
                    </a:xfrm>
                    <a:custGeom>
                      <a:avLst/>
                      <a:gdLst>
                        <a:gd name="T0" fmla="*/ 0 w 3858"/>
                        <a:gd name="T1" fmla="*/ 2 h 2"/>
                        <a:gd name="T2" fmla="*/ 3858 w 3858"/>
                        <a:gd name="T3" fmla="*/ 0 h 2"/>
                        <a:gd name="T4" fmla="*/ 0 60000 65536"/>
                        <a:gd name="T5" fmla="*/ 0 60000 65536"/>
                        <a:gd name="T6" fmla="*/ 0 w 3858"/>
                        <a:gd name="T7" fmla="*/ 0 h 2"/>
                        <a:gd name="T8" fmla="*/ 3858 w 3858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3858" h="2">
                          <a:moveTo>
                            <a:pt x="0" y="2"/>
                          </a:moveTo>
                          <a:lnTo>
                            <a:pt x="3858" y="0"/>
                          </a:lnTo>
                        </a:path>
                      </a:pathLst>
                    </a:custGeom>
                    <a:noFill/>
                    <a:ln w="762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0834" name="Group 243">
                    <a:extLst>
                      <a:ext uri="{FF2B5EF4-FFF2-40B4-BE49-F238E27FC236}">
                        <a16:creationId xmlns:a16="http://schemas.microsoft.com/office/drawing/2014/main" id="{47C3881C-3689-40B5-B57E-AA803D32D0A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13" y="2633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30859" name="Group 244">
                      <a:extLst>
                        <a:ext uri="{FF2B5EF4-FFF2-40B4-BE49-F238E27FC236}">
                          <a16:creationId xmlns:a16="http://schemas.microsoft.com/office/drawing/2014/main" id="{5199EBC8-7134-4F82-AF84-4F8AC967232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30864" name="Line 245">
                        <a:extLst>
                          <a:ext uri="{FF2B5EF4-FFF2-40B4-BE49-F238E27FC236}">
                            <a16:creationId xmlns:a16="http://schemas.microsoft.com/office/drawing/2014/main" id="{01767669-3FBC-4248-8BC1-F189F528B5A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30865" name="Line 246">
                        <a:extLst>
                          <a:ext uri="{FF2B5EF4-FFF2-40B4-BE49-F238E27FC236}">
                            <a16:creationId xmlns:a16="http://schemas.microsoft.com/office/drawing/2014/main" id="{8605983F-8CE6-4C32-B903-999135C6FB5B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30860" name="Freeform 247">
                      <a:extLst>
                        <a:ext uri="{FF2B5EF4-FFF2-40B4-BE49-F238E27FC236}">
                          <a16:creationId xmlns:a16="http://schemas.microsoft.com/office/drawing/2014/main" id="{FDF5AB16-D13D-48F6-A29D-CBD02CFCEA6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30861" name="Group 248">
                      <a:extLst>
                        <a:ext uri="{FF2B5EF4-FFF2-40B4-BE49-F238E27FC236}">
                          <a16:creationId xmlns:a16="http://schemas.microsoft.com/office/drawing/2014/main" id="{711DA06E-F93D-48DF-BB02-D4492C2A08C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30862" name="Line 249">
                        <a:extLst>
                          <a:ext uri="{FF2B5EF4-FFF2-40B4-BE49-F238E27FC236}">
                            <a16:creationId xmlns:a16="http://schemas.microsoft.com/office/drawing/2014/main" id="{46784BCD-32EA-40E1-B0F4-CD1EDB35DBB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30863" name="Line 250">
                        <a:extLst>
                          <a:ext uri="{FF2B5EF4-FFF2-40B4-BE49-F238E27FC236}">
                            <a16:creationId xmlns:a16="http://schemas.microsoft.com/office/drawing/2014/main" id="{1FF761FC-6487-4246-8C89-1309FE6B7C4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0835" name="Group 251">
                    <a:extLst>
                      <a:ext uri="{FF2B5EF4-FFF2-40B4-BE49-F238E27FC236}">
                        <a16:creationId xmlns:a16="http://schemas.microsoft.com/office/drawing/2014/main" id="{3AA87D31-2E4D-428C-9477-6277E3AE15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65" y="2635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30852" name="Group 252">
                      <a:extLst>
                        <a:ext uri="{FF2B5EF4-FFF2-40B4-BE49-F238E27FC236}">
                          <a16:creationId xmlns:a16="http://schemas.microsoft.com/office/drawing/2014/main" id="{85950E92-0424-42FA-9202-6DAEE777F0D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30857" name="Line 253">
                        <a:extLst>
                          <a:ext uri="{FF2B5EF4-FFF2-40B4-BE49-F238E27FC236}">
                            <a16:creationId xmlns:a16="http://schemas.microsoft.com/office/drawing/2014/main" id="{7A246E73-DBD9-4E67-A11F-3214D192CC6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30858" name="Line 254">
                        <a:extLst>
                          <a:ext uri="{FF2B5EF4-FFF2-40B4-BE49-F238E27FC236}">
                            <a16:creationId xmlns:a16="http://schemas.microsoft.com/office/drawing/2014/main" id="{C8E113EE-FB32-4AD7-A911-E7F01FDF30CB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30853" name="Freeform 255">
                      <a:extLst>
                        <a:ext uri="{FF2B5EF4-FFF2-40B4-BE49-F238E27FC236}">
                          <a16:creationId xmlns:a16="http://schemas.microsoft.com/office/drawing/2014/main" id="{5B279BAE-93BF-4BFF-9173-11D12BE83B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30854" name="Group 256">
                      <a:extLst>
                        <a:ext uri="{FF2B5EF4-FFF2-40B4-BE49-F238E27FC236}">
                          <a16:creationId xmlns:a16="http://schemas.microsoft.com/office/drawing/2014/main" id="{49EB96FF-28F2-449C-9EE7-21041BDCF42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30855" name="Line 257">
                        <a:extLst>
                          <a:ext uri="{FF2B5EF4-FFF2-40B4-BE49-F238E27FC236}">
                            <a16:creationId xmlns:a16="http://schemas.microsoft.com/office/drawing/2014/main" id="{02983E54-18B1-4D3D-938E-30CFFE660450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30856" name="Line 258">
                        <a:extLst>
                          <a:ext uri="{FF2B5EF4-FFF2-40B4-BE49-F238E27FC236}">
                            <a16:creationId xmlns:a16="http://schemas.microsoft.com/office/drawing/2014/main" id="{6B6EAF94-D4BB-4A78-906A-49F7372E9C3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0836" name="Group 259">
                    <a:extLst>
                      <a:ext uri="{FF2B5EF4-FFF2-40B4-BE49-F238E27FC236}">
                        <a16:creationId xmlns:a16="http://schemas.microsoft.com/office/drawing/2014/main" id="{1BB56467-B6DE-4B59-838F-BF3CAE4C0C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517" y="2635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30845" name="Group 260">
                      <a:extLst>
                        <a:ext uri="{FF2B5EF4-FFF2-40B4-BE49-F238E27FC236}">
                          <a16:creationId xmlns:a16="http://schemas.microsoft.com/office/drawing/2014/main" id="{C2AE3FA0-E462-4611-904B-45EC4DF3118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30850" name="Line 261">
                        <a:extLst>
                          <a:ext uri="{FF2B5EF4-FFF2-40B4-BE49-F238E27FC236}">
                            <a16:creationId xmlns:a16="http://schemas.microsoft.com/office/drawing/2014/main" id="{B8AE4767-D3A6-48EA-9353-4BA2E609956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30851" name="Line 262">
                        <a:extLst>
                          <a:ext uri="{FF2B5EF4-FFF2-40B4-BE49-F238E27FC236}">
                            <a16:creationId xmlns:a16="http://schemas.microsoft.com/office/drawing/2014/main" id="{CD5BFF2C-CADB-49CC-88AF-60B3418A4B2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30846" name="Freeform 263">
                      <a:extLst>
                        <a:ext uri="{FF2B5EF4-FFF2-40B4-BE49-F238E27FC236}">
                          <a16:creationId xmlns:a16="http://schemas.microsoft.com/office/drawing/2014/main" id="{579EAE23-BA1B-4E9C-A1B9-42967C8FB1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30847" name="Group 264">
                      <a:extLst>
                        <a:ext uri="{FF2B5EF4-FFF2-40B4-BE49-F238E27FC236}">
                          <a16:creationId xmlns:a16="http://schemas.microsoft.com/office/drawing/2014/main" id="{CDF5874D-BCB4-415E-98C7-F024F52D204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30848" name="Line 265">
                        <a:extLst>
                          <a:ext uri="{FF2B5EF4-FFF2-40B4-BE49-F238E27FC236}">
                            <a16:creationId xmlns:a16="http://schemas.microsoft.com/office/drawing/2014/main" id="{84BB98CE-2F83-4E66-8CB9-28407B4D672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30849" name="Line 266">
                        <a:extLst>
                          <a:ext uri="{FF2B5EF4-FFF2-40B4-BE49-F238E27FC236}">
                            <a16:creationId xmlns:a16="http://schemas.microsoft.com/office/drawing/2014/main" id="{9AFED0E2-260C-4F69-A291-EFBEC48DBF2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0837" name="Group 267">
                    <a:extLst>
                      <a:ext uri="{FF2B5EF4-FFF2-40B4-BE49-F238E27FC236}">
                        <a16:creationId xmlns:a16="http://schemas.microsoft.com/office/drawing/2014/main" id="{A47F8FE1-0302-4786-8C81-BED985D01FD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668" y="2635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30838" name="Group 268">
                      <a:extLst>
                        <a:ext uri="{FF2B5EF4-FFF2-40B4-BE49-F238E27FC236}">
                          <a16:creationId xmlns:a16="http://schemas.microsoft.com/office/drawing/2014/main" id="{BAD2D12E-8BB2-49E2-B88D-DF4D3F76363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30843" name="Line 269">
                        <a:extLst>
                          <a:ext uri="{FF2B5EF4-FFF2-40B4-BE49-F238E27FC236}">
                            <a16:creationId xmlns:a16="http://schemas.microsoft.com/office/drawing/2014/main" id="{76B13608-FB46-403E-9DD1-75F46EF95D3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30844" name="Line 270">
                        <a:extLst>
                          <a:ext uri="{FF2B5EF4-FFF2-40B4-BE49-F238E27FC236}">
                            <a16:creationId xmlns:a16="http://schemas.microsoft.com/office/drawing/2014/main" id="{089964E0-D08B-4F8B-820A-C34D36CC54FB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30839" name="Freeform 271">
                      <a:extLst>
                        <a:ext uri="{FF2B5EF4-FFF2-40B4-BE49-F238E27FC236}">
                          <a16:creationId xmlns:a16="http://schemas.microsoft.com/office/drawing/2014/main" id="{BAC55519-0003-42DF-ABF2-872553E37A4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30840" name="Group 272">
                      <a:extLst>
                        <a:ext uri="{FF2B5EF4-FFF2-40B4-BE49-F238E27FC236}">
                          <a16:creationId xmlns:a16="http://schemas.microsoft.com/office/drawing/2014/main" id="{A61ABBAA-386C-4470-B318-904432B25C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30841" name="Line 273">
                        <a:extLst>
                          <a:ext uri="{FF2B5EF4-FFF2-40B4-BE49-F238E27FC236}">
                            <a16:creationId xmlns:a16="http://schemas.microsoft.com/office/drawing/2014/main" id="{E994468D-E1B2-479B-9065-71644546E60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30842" name="Line 274">
                        <a:extLst>
                          <a:ext uri="{FF2B5EF4-FFF2-40B4-BE49-F238E27FC236}">
                            <a16:creationId xmlns:a16="http://schemas.microsoft.com/office/drawing/2014/main" id="{D4EE8685-2EE4-4A71-87AF-BFB2686926D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</p:grpSp>
          </p:grpSp>
          <p:grpSp>
            <p:nvGrpSpPr>
              <p:cNvPr id="30806" name="Group 275">
                <a:extLst>
                  <a:ext uri="{FF2B5EF4-FFF2-40B4-BE49-F238E27FC236}">
                    <a16:creationId xmlns:a16="http://schemas.microsoft.com/office/drawing/2014/main" id="{8839AFD0-4ABA-4746-BC69-F5DC71A2A6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30807" name="Group 276">
                  <a:extLst>
                    <a:ext uri="{FF2B5EF4-FFF2-40B4-BE49-F238E27FC236}">
                      <a16:creationId xmlns:a16="http://schemas.microsoft.com/office/drawing/2014/main" id="{D68E3F3B-C24C-410B-A81C-51AE4D7E58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02" y="857"/>
                  <a:ext cx="4567" cy="430"/>
                  <a:chOff x="902" y="857"/>
                  <a:chExt cx="4567" cy="430"/>
                </a:xfrm>
              </p:grpSpPr>
              <p:grpSp>
                <p:nvGrpSpPr>
                  <p:cNvPr id="30812" name="Group 277">
                    <a:extLst>
                      <a:ext uri="{FF2B5EF4-FFF2-40B4-BE49-F238E27FC236}">
                        <a16:creationId xmlns:a16="http://schemas.microsoft.com/office/drawing/2014/main" id="{5A5AE4B5-CE85-4FF2-84F3-E81C0F735F8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152" y="1013"/>
                    <a:ext cx="4317" cy="274"/>
                    <a:chOff x="1176" y="1068"/>
                    <a:chExt cx="4317" cy="274"/>
                  </a:xfrm>
                </p:grpSpPr>
                <p:sp>
                  <p:nvSpPr>
                    <p:cNvPr id="30823" name="Rectangle 278">
                      <a:extLst>
                        <a:ext uri="{FF2B5EF4-FFF2-40B4-BE49-F238E27FC236}">
                          <a16:creationId xmlns:a16="http://schemas.microsoft.com/office/drawing/2014/main" id="{65FA10CC-6370-4149-969E-EB8FA185B0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5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15</a:t>
                      </a:r>
                    </a:p>
                  </p:txBody>
                </p:sp>
                <p:sp>
                  <p:nvSpPr>
                    <p:cNvPr id="30824" name="Rectangle 279">
                      <a:extLst>
                        <a:ext uri="{FF2B5EF4-FFF2-40B4-BE49-F238E27FC236}">
                          <a16:creationId xmlns:a16="http://schemas.microsoft.com/office/drawing/2014/main" id="{F2508465-C4DD-4D93-9195-C34B6E466B2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30825" name="Rectangle 280">
                      <a:extLst>
                        <a:ext uri="{FF2B5EF4-FFF2-40B4-BE49-F238E27FC236}">
                          <a16:creationId xmlns:a16="http://schemas.microsoft.com/office/drawing/2014/main" id="{9F1876EC-8DF9-4B4E-AA0F-42705188187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9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31</a:t>
                      </a:r>
                    </a:p>
                  </p:txBody>
                </p:sp>
                <p:sp>
                  <p:nvSpPr>
                    <p:cNvPr id="30826" name="Rectangle 281">
                      <a:extLst>
                        <a:ext uri="{FF2B5EF4-FFF2-40B4-BE49-F238E27FC236}">
                          <a16:creationId xmlns:a16="http://schemas.microsoft.com/office/drawing/2014/main" id="{10C4A600-80AE-40E6-8899-E727D70FB3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1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16</a:t>
                      </a:r>
                    </a:p>
                  </p:txBody>
                </p:sp>
                <p:sp>
                  <p:nvSpPr>
                    <p:cNvPr id="30827" name="Rectangle 282">
                      <a:extLst>
                        <a:ext uri="{FF2B5EF4-FFF2-40B4-BE49-F238E27FC236}">
                          <a16:creationId xmlns:a16="http://schemas.microsoft.com/office/drawing/2014/main" id="{5CBE8C78-4F64-4CD8-A58A-860784499FF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67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47</a:t>
                      </a:r>
                    </a:p>
                  </p:txBody>
                </p:sp>
                <p:sp>
                  <p:nvSpPr>
                    <p:cNvPr id="30828" name="Rectangle 283">
                      <a:extLst>
                        <a:ext uri="{FF2B5EF4-FFF2-40B4-BE49-F238E27FC236}">
                          <a16:creationId xmlns:a16="http://schemas.microsoft.com/office/drawing/2014/main" id="{191D080B-1560-44A2-BFEF-AD77D7CCEC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91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32</a:t>
                      </a:r>
                    </a:p>
                  </p:txBody>
                </p:sp>
                <p:sp>
                  <p:nvSpPr>
                    <p:cNvPr id="30829" name="Rectangle 284">
                      <a:extLst>
                        <a:ext uri="{FF2B5EF4-FFF2-40B4-BE49-F238E27FC236}">
                          <a16:creationId xmlns:a16="http://schemas.microsoft.com/office/drawing/2014/main" id="{6F350A2F-F72D-41C4-A5F0-FF95C6E18D1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05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63</a:t>
                      </a:r>
                    </a:p>
                  </p:txBody>
                </p:sp>
                <p:sp>
                  <p:nvSpPr>
                    <p:cNvPr id="30830" name="Rectangle 285">
                      <a:extLst>
                        <a:ext uri="{FF2B5EF4-FFF2-40B4-BE49-F238E27FC236}">
                          <a16:creationId xmlns:a16="http://schemas.microsoft.com/office/drawing/2014/main" id="{553AA2E0-9105-4D11-A8B5-04AEB254E19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2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48</a:t>
                      </a:r>
                    </a:p>
                  </p:txBody>
                </p:sp>
              </p:grpSp>
              <p:grpSp>
                <p:nvGrpSpPr>
                  <p:cNvPr id="30813" name="Group 286">
                    <a:extLst>
                      <a:ext uri="{FF2B5EF4-FFF2-40B4-BE49-F238E27FC236}">
                        <a16:creationId xmlns:a16="http://schemas.microsoft.com/office/drawing/2014/main" id="{33BF7622-29D6-4097-9EF6-B0C4D80F2BB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02" y="857"/>
                    <a:ext cx="4419" cy="145"/>
                    <a:chOff x="902" y="857"/>
                    <a:chExt cx="4419" cy="145"/>
                  </a:xfrm>
                </p:grpSpPr>
                <p:sp>
                  <p:nvSpPr>
                    <p:cNvPr id="30814" name="Freeform 287">
                      <a:extLst>
                        <a:ext uri="{FF2B5EF4-FFF2-40B4-BE49-F238E27FC236}">
                          <a16:creationId xmlns:a16="http://schemas.microsoft.com/office/drawing/2014/main" id="{4607229B-B4ED-4530-963B-C8C26C5FD3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02" y="857"/>
                      <a:ext cx="4419" cy="1"/>
                    </a:xfrm>
                    <a:custGeom>
                      <a:avLst/>
                      <a:gdLst>
                        <a:gd name="T0" fmla="*/ 0 w 4419"/>
                        <a:gd name="T1" fmla="*/ 1 h 1"/>
                        <a:gd name="T2" fmla="*/ 4419 w 4419"/>
                        <a:gd name="T3" fmla="*/ 0 h 1"/>
                        <a:gd name="T4" fmla="*/ 0 60000 65536"/>
                        <a:gd name="T5" fmla="*/ 0 60000 65536"/>
                        <a:gd name="T6" fmla="*/ 0 w 4419"/>
                        <a:gd name="T7" fmla="*/ 0 h 1"/>
                        <a:gd name="T8" fmla="*/ 4419 w 4419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19" h="1">
                          <a:moveTo>
                            <a:pt x="0" y="1"/>
                          </a:moveTo>
                          <a:lnTo>
                            <a:pt x="4419" y="0"/>
                          </a:lnTo>
                        </a:path>
                      </a:pathLst>
                    </a:custGeom>
                    <a:noFill/>
                    <a:ln w="762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15" name="Line 288">
                      <a:extLst>
                        <a:ext uri="{FF2B5EF4-FFF2-40B4-BE49-F238E27FC236}">
                          <a16:creationId xmlns:a16="http://schemas.microsoft.com/office/drawing/2014/main" id="{8CD05528-73BB-48D4-AF57-785D81B0C4E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16" name="Line 289">
                      <a:extLst>
                        <a:ext uri="{FF2B5EF4-FFF2-40B4-BE49-F238E27FC236}">
                          <a16:creationId xmlns:a16="http://schemas.microsoft.com/office/drawing/2014/main" id="{6A358982-2C90-4D9D-9E43-EF69E3DD568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17" name="Line 290">
                      <a:extLst>
                        <a:ext uri="{FF2B5EF4-FFF2-40B4-BE49-F238E27FC236}">
                          <a16:creationId xmlns:a16="http://schemas.microsoft.com/office/drawing/2014/main" id="{697F74BD-C0D1-4F4B-B035-A5BFED3E4E9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2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18" name="Line 291">
                      <a:extLst>
                        <a:ext uri="{FF2B5EF4-FFF2-40B4-BE49-F238E27FC236}">
                          <a16:creationId xmlns:a16="http://schemas.microsoft.com/office/drawing/2014/main" id="{2FD197D7-AFAE-4B8A-A928-CC1A20C9B1E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00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19" name="Line 292">
                      <a:extLst>
                        <a:ext uri="{FF2B5EF4-FFF2-40B4-BE49-F238E27FC236}">
                          <a16:creationId xmlns:a16="http://schemas.microsoft.com/office/drawing/2014/main" id="{BF33319C-58B6-4F7F-A5B0-E9BA8AAB272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76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20" name="Line 293">
                      <a:extLst>
                        <a:ext uri="{FF2B5EF4-FFF2-40B4-BE49-F238E27FC236}">
                          <a16:creationId xmlns:a16="http://schemas.microsoft.com/office/drawing/2014/main" id="{F512A17C-407E-4D62-824D-E9272DE7996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5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21" name="Line 294">
                      <a:extLst>
                        <a:ext uri="{FF2B5EF4-FFF2-40B4-BE49-F238E27FC236}">
                          <a16:creationId xmlns:a16="http://schemas.microsoft.com/office/drawing/2014/main" id="{BC4A1E5F-2CBA-47EC-8BD4-1A7D81E234F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2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822" name="Line 295">
                      <a:extLst>
                        <a:ext uri="{FF2B5EF4-FFF2-40B4-BE49-F238E27FC236}">
                          <a16:creationId xmlns:a16="http://schemas.microsoft.com/office/drawing/2014/main" id="{EFCF0CD9-F998-46F0-9344-12365A12BD0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0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30808" name="Text Box 296">
                  <a:extLst>
                    <a:ext uri="{FF2B5EF4-FFF2-40B4-BE49-F238E27FC236}">
                      <a16:creationId xmlns:a16="http://schemas.microsoft.com/office/drawing/2014/main" id="{4FB75C89-1BDF-41A7-A8CF-F5B6624679F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0809" name="Text Box 297">
                  <a:extLst>
                    <a:ext uri="{FF2B5EF4-FFF2-40B4-BE49-F238E27FC236}">
                      <a16:creationId xmlns:a16="http://schemas.microsoft.com/office/drawing/2014/main" id="{423CF8A4-CCC3-4618-92C6-60E855CF156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54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0810" name="Text Box 298">
                  <a:extLst>
                    <a:ext uri="{FF2B5EF4-FFF2-40B4-BE49-F238E27FC236}">
                      <a16:creationId xmlns:a16="http://schemas.microsoft.com/office/drawing/2014/main" id="{3164A0A3-A2DE-4999-B353-46DAAD770E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18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0811" name="Text Box 299">
                  <a:extLst>
                    <a:ext uri="{FF2B5EF4-FFF2-40B4-BE49-F238E27FC236}">
                      <a16:creationId xmlns:a16="http://schemas.microsoft.com/office/drawing/2014/main" id="{4B780D2D-A285-47E9-878E-2C7D30D565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6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</p:grpSp>
        </p:grpSp>
        <p:grpSp>
          <p:nvGrpSpPr>
            <p:cNvPr id="30757" name="Group 300">
              <a:extLst>
                <a:ext uri="{FF2B5EF4-FFF2-40B4-BE49-F238E27FC236}">
                  <a16:creationId xmlns:a16="http://schemas.microsoft.com/office/drawing/2014/main" id="{2FFDE854-54FF-47F8-87B9-482C34E7FA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1649"/>
              <a:ext cx="4166" cy="1237"/>
              <a:chOff x="915" y="1649"/>
              <a:chExt cx="4166" cy="1237"/>
            </a:xfrm>
          </p:grpSpPr>
          <p:grpSp>
            <p:nvGrpSpPr>
              <p:cNvPr id="30758" name="Group 301">
                <a:extLst>
                  <a:ext uri="{FF2B5EF4-FFF2-40B4-BE49-F238E27FC236}">
                    <a16:creationId xmlns:a16="http://schemas.microsoft.com/office/drawing/2014/main" id="{30CE3113-460E-48A0-98BE-139F73A7CD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33"/>
                <a:ext cx="3945" cy="253"/>
                <a:chOff x="915" y="2633"/>
                <a:chExt cx="3945" cy="253"/>
              </a:xfrm>
            </p:grpSpPr>
            <p:grpSp>
              <p:nvGrpSpPr>
                <p:cNvPr id="30767" name="Group 302">
                  <a:extLst>
                    <a:ext uri="{FF2B5EF4-FFF2-40B4-BE49-F238E27FC236}">
                      <a16:creationId xmlns:a16="http://schemas.microsoft.com/office/drawing/2014/main" id="{C53624B6-5BCF-4153-8B3E-CAF12C2008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30800" name="Freeform 303">
                    <a:extLst>
                      <a:ext uri="{FF2B5EF4-FFF2-40B4-BE49-F238E27FC236}">
                        <a16:creationId xmlns:a16="http://schemas.microsoft.com/office/drawing/2014/main" id="{1EEDF401-2A98-494D-B7C4-CC4B83BC7B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0801" name="Freeform 304">
                    <a:extLst>
                      <a:ext uri="{FF2B5EF4-FFF2-40B4-BE49-F238E27FC236}">
                        <a16:creationId xmlns:a16="http://schemas.microsoft.com/office/drawing/2014/main" id="{EEFE134C-A6CC-48E5-B1DE-FC79ABE4D2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0802" name="Freeform 305">
                    <a:extLst>
                      <a:ext uri="{FF2B5EF4-FFF2-40B4-BE49-F238E27FC236}">
                        <a16:creationId xmlns:a16="http://schemas.microsoft.com/office/drawing/2014/main" id="{A8CE7F96-BA3E-449D-921E-532DA6B465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0803" name="Freeform 306">
                    <a:extLst>
                      <a:ext uri="{FF2B5EF4-FFF2-40B4-BE49-F238E27FC236}">
                        <a16:creationId xmlns:a16="http://schemas.microsoft.com/office/drawing/2014/main" id="{AD0096D3-7AE0-4321-B350-EF716A34C4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  <a:gd name="T6" fmla="*/ 0 w 1"/>
                      <a:gd name="T7" fmla="*/ 0 h 178"/>
                      <a:gd name="T8" fmla="*/ 1 w 1"/>
                      <a:gd name="T9" fmla="*/ 178 h 178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0804" name="Freeform 307">
                    <a:extLst>
                      <a:ext uri="{FF2B5EF4-FFF2-40B4-BE49-F238E27FC236}">
                        <a16:creationId xmlns:a16="http://schemas.microsoft.com/office/drawing/2014/main" id="{7BA480E5-E6B2-4323-BD34-69C934BBD7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  <a:gd name="T6" fmla="*/ 0 w 3858"/>
                      <a:gd name="T7" fmla="*/ 0 h 2"/>
                      <a:gd name="T8" fmla="*/ 3858 w 3858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30768" name="Group 308">
                  <a:extLst>
                    <a:ext uri="{FF2B5EF4-FFF2-40B4-BE49-F238E27FC236}">
                      <a16:creationId xmlns:a16="http://schemas.microsoft.com/office/drawing/2014/main" id="{DD53774A-DAEF-4F13-86F3-F2DF61FB92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13" y="2633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0793" name="Group 309">
                    <a:extLst>
                      <a:ext uri="{FF2B5EF4-FFF2-40B4-BE49-F238E27FC236}">
                        <a16:creationId xmlns:a16="http://schemas.microsoft.com/office/drawing/2014/main" id="{777C14DA-483B-440D-A126-AF4753F908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0798" name="Line 310">
                      <a:extLst>
                        <a:ext uri="{FF2B5EF4-FFF2-40B4-BE49-F238E27FC236}">
                          <a16:creationId xmlns:a16="http://schemas.microsoft.com/office/drawing/2014/main" id="{698D71C8-A1EF-483F-850A-6ABDB5193F1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799" name="Line 311">
                      <a:extLst>
                        <a:ext uri="{FF2B5EF4-FFF2-40B4-BE49-F238E27FC236}">
                          <a16:creationId xmlns:a16="http://schemas.microsoft.com/office/drawing/2014/main" id="{CE1D7FCE-9D99-4001-B668-AE0D2CDCA3D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0794" name="Freeform 312">
                    <a:extLst>
                      <a:ext uri="{FF2B5EF4-FFF2-40B4-BE49-F238E27FC236}">
                        <a16:creationId xmlns:a16="http://schemas.microsoft.com/office/drawing/2014/main" id="{D8DEC991-9AC8-4CF6-A146-96735472B4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0795" name="Group 313">
                    <a:extLst>
                      <a:ext uri="{FF2B5EF4-FFF2-40B4-BE49-F238E27FC236}">
                        <a16:creationId xmlns:a16="http://schemas.microsoft.com/office/drawing/2014/main" id="{9D568DA3-45E8-46D9-86C7-F31CF25F80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0796" name="Line 314">
                      <a:extLst>
                        <a:ext uri="{FF2B5EF4-FFF2-40B4-BE49-F238E27FC236}">
                          <a16:creationId xmlns:a16="http://schemas.microsoft.com/office/drawing/2014/main" id="{85856654-2B00-4D5C-BDFF-1FF933E6035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797" name="Line 315">
                      <a:extLst>
                        <a:ext uri="{FF2B5EF4-FFF2-40B4-BE49-F238E27FC236}">
                          <a16:creationId xmlns:a16="http://schemas.microsoft.com/office/drawing/2014/main" id="{6015C8A1-496E-4A78-A2B7-9378E4ECFBD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0769" name="Group 316">
                  <a:extLst>
                    <a:ext uri="{FF2B5EF4-FFF2-40B4-BE49-F238E27FC236}">
                      <a16:creationId xmlns:a16="http://schemas.microsoft.com/office/drawing/2014/main" id="{F85BD74F-9C64-4AC9-9AD6-B8213927E8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65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0786" name="Group 317">
                    <a:extLst>
                      <a:ext uri="{FF2B5EF4-FFF2-40B4-BE49-F238E27FC236}">
                        <a16:creationId xmlns:a16="http://schemas.microsoft.com/office/drawing/2014/main" id="{1023F12C-A044-49A0-B3E0-31B57282ABB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0791" name="Line 318">
                      <a:extLst>
                        <a:ext uri="{FF2B5EF4-FFF2-40B4-BE49-F238E27FC236}">
                          <a16:creationId xmlns:a16="http://schemas.microsoft.com/office/drawing/2014/main" id="{1BE6321D-334F-4448-94BD-091B551FC76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792" name="Line 319">
                      <a:extLst>
                        <a:ext uri="{FF2B5EF4-FFF2-40B4-BE49-F238E27FC236}">
                          <a16:creationId xmlns:a16="http://schemas.microsoft.com/office/drawing/2014/main" id="{9F18EBA9-7510-4F84-B7E0-AE7585DDBE7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0787" name="Freeform 320">
                    <a:extLst>
                      <a:ext uri="{FF2B5EF4-FFF2-40B4-BE49-F238E27FC236}">
                        <a16:creationId xmlns:a16="http://schemas.microsoft.com/office/drawing/2014/main" id="{025F663A-9A8A-42C5-AC04-26190294B1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0788" name="Group 321">
                    <a:extLst>
                      <a:ext uri="{FF2B5EF4-FFF2-40B4-BE49-F238E27FC236}">
                        <a16:creationId xmlns:a16="http://schemas.microsoft.com/office/drawing/2014/main" id="{3F4F66DC-58B1-481D-AC4C-F0BC2DC499D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0789" name="Line 322">
                      <a:extLst>
                        <a:ext uri="{FF2B5EF4-FFF2-40B4-BE49-F238E27FC236}">
                          <a16:creationId xmlns:a16="http://schemas.microsoft.com/office/drawing/2014/main" id="{66A54512-46DF-4D8B-9347-911E6687822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790" name="Line 323">
                      <a:extLst>
                        <a:ext uri="{FF2B5EF4-FFF2-40B4-BE49-F238E27FC236}">
                          <a16:creationId xmlns:a16="http://schemas.microsoft.com/office/drawing/2014/main" id="{AFFE755D-B022-4AD3-B512-26FF55D5773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0770" name="Group 324">
                  <a:extLst>
                    <a:ext uri="{FF2B5EF4-FFF2-40B4-BE49-F238E27FC236}">
                      <a16:creationId xmlns:a16="http://schemas.microsoft.com/office/drawing/2014/main" id="{4406F3A3-E8F8-40A6-B92D-581456420EC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17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0779" name="Group 325">
                    <a:extLst>
                      <a:ext uri="{FF2B5EF4-FFF2-40B4-BE49-F238E27FC236}">
                        <a16:creationId xmlns:a16="http://schemas.microsoft.com/office/drawing/2014/main" id="{B7869EBE-BA09-4A7E-A30C-571A44D681E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0784" name="Line 326">
                      <a:extLst>
                        <a:ext uri="{FF2B5EF4-FFF2-40B4-BE49-F238E27FC236}">
                          <a16:creationId xmlns:a16="http://schemas.microsoft.com/office/drawing/2014/main" id="{A4F5E428-A551-4C43-AEB7-A300ABDF0B5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785" name="Line 327">
                      <a:extLst>
                        <a:ext uri="{FF2B5EF4-FFF2-40B4-BE49-F238E27FC236}">
                          <a16:creationId xmlns:a16="http://schemas.microsoft.com/office/drawing/2014/main" id="{BD176375-7955-44EC-8D95-CBC7E86B878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0780" name="Freeform 328">
                    <a:extLst>
                      <a:ext uri="{FF2B5EF4-FFF2-40B4-BE49-F238E27FC236}">
                        <a16:creationId xmlns:a16="http://schemas.microsoft.com/office/drawing/2014/main" id="{74C50EE9-FE1E-4232-9E0A-8E636977DE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0781" name="Group 329">
                    <a:extLst>
                      <a:ext uri="{FF2B5EF4-FFF2-40B4-BE49-F238E27FC236}">
                        <a16:creationId xmlns:a16="http://schemas.microsoft.com/office/drawing/2014/main" id="{7DE032A4-28A4-4B2A-A370-38EC6ABBB92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0782" name="Line 330">
                      <a:extLst>
                        <a:ext uri="{FF2B5EF4-FFF2-40B4-BE49-F238E27FC236}">
                          <a16:creationId xmlns:a16="http://schemas.microsoft.com/office/drawing/2014/main" id="{0D6E75FC-9756-4BBC-B972-0951B06B764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783" name="Line 331">
                      <a:extLst>
                        <a:ext uri="{FF2B5EF4-FFF2-40B4-BE49-F238E27FC236}">
                          <a16:creationId xmlns:a16="http://schemas.microsoft.com/office/drawing/2014/main" id="{962987EA-D489-4E22-B00F-057DCE28484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0771" name="Group 332">
                  <a:extLst>
                    <a:ext uri="{FF2B5EF4-FFF2-40B4-BE49-F238E27FC236}">
                      <a16:creationId xmlns:a16="http://schemas.microsoft.com/office/drawing/2014/main" id="{9790712E-F10C-4B91-8C6C-11193012D5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68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0772" name="Group 333">
                    <a:extLst>
                      <a:ext uri="{FF2B5EF4-FFF2-40B4-BE49-F238E27FC236}">
                        <a16:creationId xmlns:a16="http://schemas.microsoft.com/office/drawing/2014/main" id="{25DE568C-1637-428E-A2DE-A8C4641C366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0777" name="Line 334">
                      <a:extLst>
                        <a:ext uri="{FF2B5EF4-FFF2-40B4-BE49-F238E27FC236}">
                          <a16:creationId xmlns:a16="http://schemas.microsoft.com/office/drawing/2014/main" id="{38D9B5CC-5718-40A2-A92B-96C39629793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778" name="Line 335">
                      <a:extLst>
                        <a:ext uri="{FF2B5EF4-FFF2-40B4-BE49-F238E27FC236}">
                          <a16:creationId xmlns:a16="http://schemas.microsoft.com/office/drawing/2014/main" id="{3B5757CB-32A8-458F-8F6A-5F5E6789997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0773" name="Freeform 336">
                    <a:extLst>
                      <a:ext uri="{FF2B5EF4-FFF2-40B4-BE49-F238E27FC236}">
                        <a16:creationId xmlns:a16="http://schemas.microsoft.com/office/drawing/2014/main" id="{19AE7819-8A19-4B7A-A891-07507CD9AF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0774" name="Group 337">
                    <a:extLst>
                      <a:ext uri="{FF2B5EF4-FFF2-40B4-BE49-F238E27FC236}">
                        <a16:creationId xmlns:a16="http://schemas.microsoft.com/office/drawing/2014/main" id="{D532C478-892F-4FD9-AF8B-B00AC1DCAD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0775" name="Line 338">
                      <a:extLst>
                        <a:ext uri="{FF2B5EF4-FFF2-40B4-BE49-F238E27FC236}">
                          <a16:creationId xmlns:a16="http://schemas.microsoft.com/office/drawing/2014/main" id="{5F9BD867-1FBB-4077-8196-74844813E1B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0776" name="Line 339">
                      <a:extLst>
                        <a:ext uri="{FF2B5EF4-FFF2-40B4-BE49-F238E27FC236}">
                          <a16:creationId xmlns:a16="http://schemas.microsoft.com/office/drawing/2014/main" id="{C1493206-8EF4-4383-8099-C475FCB1BCB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30759" name="Rectangle 340">
                <a:extLst>
                  <a:ext uri="{FF2B5EF4-FFF2-40B4-BE49-F238E27FC236}">
                    <a16:creationId xmlns:a16="http://schemas.microsoft.com/office/drawing/2014/main" id="{572D68EF-B34F-4D21-9837-DE585E2F5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0760" name="Text Box 341">
                <a:extLst>
                  <a:ext uri="{FF2B5EF4-FFF2-40B4-BE49-F238E27FC236}">
                    <a16:creationId xmlns:a16="http://schemas.microsoft.com/office/drawing/2014/main" id="{D4EC6F40-158A-4A65-B1AC-E3F77B18A1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2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0761" name="Rectangle 342">
                <a:extLst>
                  <a:ext uri="{FF2B5EF4-FFF2-40B4-BE49-F238E27FC236}">
                    <a16:creationId xmlns:a16="http://schemas.microsoft.com/office/drawing/2014/main" id="{F711CB1E-3F4F-46E1-A5B6-D7E62DA63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30762" name="Rectangle 343">
                <a:extLst>
                  <a:ext uri="{FF2B5EF4-FFF2-40B4-BE49-F238E27FC236}">
                    <a16:creationId xmlns:a16="http://schemas.microsoft.com/office/drawing/2014/main" id="{6D6F6750-8EE6-4388-93E8-0D39A1E3C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30763" name="Rectangle 344">
                <a:extLst>
                  <a:ext uri="{FF2B5EF4-FFF2-40B4-BE49-F238E27FC236}">
                    <a16:creationId xmlns:a16="http://schemas.microsoft.com/office/drawing/2014/main" id="{26DB5E5D-D40C-4A10-85FA-EE768E7E9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30764" name="Text Box 345">
                <a:extLst>
                  <a:ext uri="{FF2B5EF4-FFF2-40B4-BE49-F238E27FC236}">
                    <a16:creationId xmlns:a16="http://schemas.microsoft.com/office/drawing/2014/main" id="{61091C5B-3993-4D51-9B12-CE2A291E2B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6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0765" name="Text Box 346">
                <a:extLst>
                  <a:ext uri="{FF2B5EF4-FFF2-40B4-BE49-F238E27FC236}">
                    <a16:creationId xmlns:a16="http://schemas.microsoft.com/office/drawing/2014/main" id="{E1BD9C23-237E-4F6B-A5FE-7E7F6F99D5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64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0766" name="Text Box 347">
                <a:extLst>
                  <a:ext uri="{FF2B5EF4-FFF2-40B4-BE49-F238E27FC236}">
                    <a16:creationId xmlns:a16="http://schemas.microsoft.com/office/drawing/2014/main" id="{7A9311C6-592E-4FD9-A17E-4444B5FCDF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19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</p:grpSp>
      <p:grpSp>
        <p:nvGrpSpPr>
          <p:cNvPr id="30723" name="Group 348">
            <a:extLst>
              <a:ext uri="{FF2B5EF4-FFF2-40B4-BE49-F238E27FC236}">
                <a16:creationId xmlns:a16="http://schemas.microsoft.com/office/drawing/2014/main" id="{6AE1C2C5-8D75-466E-9287-1549A6814543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30739" name="Line 349">
              <a:extLst>
                <a:ext uri="{FF2B5EF4-FFF2-40B4-BE49-F238E27FC236}">
                  <a16:creationId xmlns:a16="http://schemas.microsoft.com/office/drawing/2014/main" id="{ECACA294-6344-4A87-BF1A-81D3724729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40" name="Freeform 350">
              <a:extLst>
                <a:ext uri="{FF2B5EF4-FFF2-40B4-BE49-F238E27FC236}">
                  <a16:creationId xmlns:a16="http://schemas.microsoft.com/office/drawing/2014/main" id="{64E2D271-49EC-46D5-947C-1E3E47FA0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41" name="Line 351">
              <a:extLst>
                <a:ext uri="{FF2B5EF4-FFF2-40B4-BE49-F238E27FC236}">
                  <a16:creationId xmlns:a16="http://schemas.microsoft.com/office/drawing/2014/main" id="{0CFE68D4-19C9-497D-9B2A-94479A4D05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42" name="Freeform 352">
              <a:extLst>
                <a:ext uri="{FF2B5EF4-FFF2-40B4-BE49-F238E27FC236}">
                  <a16:creationId xmlns:a16="http://schemas.microsoft.com/office/drawing/2014/main" id="{92728301-EFAE-42C1-8BB2-53BC43B32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43" name="Line 353">
              <a:extLst>
                <a:ext uri="{FF2B5EF4-FFF2-40B4-BE49-F238E27FC236}">
                  <a16:creationId xmlns:a16="http://schemas.microsoft.com/office/drawing/2014/main" id="{0E0E4121-EFAE-45EF-9B25-C4392E5B9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44" name="Text Box 354">
              <a:extLst>
                <a:ext uri="{FF2B5EF4-FFF2-40B4-BE49-F238E27FC236}">
                  <a16:creationId xmlns:a16="http://schemas.microsoft.com/office/drawing/2014/main" id="{596F3B40-3B91-4AE4-94D5-01ED95F389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30745" name="Text Box 355">
              <a:extLst>
                <a:ext uri="{FF2B5EF4-FFF2-40B4-BE49-F238E27FC236}">
                  <a16:creationId xmlns:a16="http://schemas.microsoft.com/office/drawing/2014/main" id="{CFE694F8-CF3B-4B41-B64A-05154C9EC0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30746" name="Text Box 356">
              <a:extLst>
                <a:ext uri="{FF2B5EF4-FFF2-40B4-BE49-F238E27FC236}">
                  <a16:creationId xmlns:a16="http://schemas.microsoft.com/office/drawing/2014/main" id="{47840CDF-0311-4214-A243-F3F85D1FC1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30747" name="Text Box 357">
              <a:extLst>
                <a:ext uri="{FF2B5EF4-FFF2-40B4-BE49-F238E27FC236}">
                  <a16:creationId xmlns:a16="http://schemas.microsoft.com/office/drawing/2014/main" id="{72CD100A-CBB0-483E-A5C6-5FD0CA088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30748" name="Line 358">
              <a:extLst>
                <a:ext uri="{FF2B5EF4-FFF2-40B4-BE49-F238E27FC236}">
                  <a16:creationId xmlns:a16="http://schemas.microsoft.com/office/drawing/2014/main" id="{C886B628-0DA7-45A7-B0CC-FAA7E10F19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49" name="Line 359">
              <a:extLst>
                <a:ext uri="{FF2B5EF4-FFF2-40B4-BE49-F238E27FC236}">
                  <a16:creationId xmlns:a16="http://schemas.microsoft.com/office/drawing/2014/main" id="{08B314A9-877F-4ABD-9300-5477A543F0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50" name="Line 360">
              <a:extLst>
                <a:ext uri="{FF2B5EF4-FFF2-40B4-BE49-F238E27FC236}">
                  <a16:creationId xmlns:a16="http://schemas.microsoft.com/office/drawing/2014/main" id="{D185BD9F-ED76-4740-B808-1FDD00B275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51" name="Line 361">
              <a:extLst>
                <a:ext uri="{FF2B5EF4-FFF2-40B4-BE49-F238E27FC236}">
                  <a16:creationId xmlns:a16="http://schemas.microsoft.com/office/drawing/2014/main" id="{1AD03F13-5A88-4D21-9E65-AF67530458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52" name="Line 362">
              <a:extLst>
                <a:ext uri="{FF2B5EF4-FFF2-40B4-BE49-F238E27FC236}">
                  <a16:creationId xmlns:a16="http://schemas.microsoft.com/office/drawing/2014/main" id="{EC82E205-E444-4AF7-AF27-C0A357D72DD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53" name="Line 363">
              <a:extLst>
                <a:ext uri="{FF2B5EF4-FFF2-40B4-BE49-F238E27FC236}">
                  <a16:creationId xmlns:a16="http://schemas.microsoft.com/office/drawing/2014/main" id="{C71BCE80-5D3D-4738-B7F2-D48A8FBEB8C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54" name="Line 364">
              <a:extLst>
                <a:ext uri="{FF2B5EF4-FFF2-40B4-BE49-F238E27FC236}">
                  <a16:creationId xmlns:a16="http://schemas.microsoft.com/office/drawing/2014/main" id="{324F4698-5E46-4296-B959-9B808023363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55" name="Line 365">
              <a:extLst>
                <a:ext uri="{FF2B5EF4-FFF2-40B4-BE49-F238E27FC236}">
                  <a16:creationId xmlns:a16="http://schemas.microsoft.com/office/drawing/2014/main" id="{CDCF4A89-24DE-45C2-9170-DFDCF961B52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2804" name="Group 368">
            <a:extLst>
              <a:ext uri="{FF2B5EF4-FFF2-40B4-BE49-F238E27FC236}">
                <a16:creationId xmlns:a16="http://schemas.microsoft.com/office/drawing/2014/main" id="{937D7DDC-E2BE-40FB-923D-F1D1AD9C2226}"/>
              </a:ext>
            </a:extLst>
          </p:cNvPr>
          <p:cNvGrpSpPr>
            <a:grpSpLocks/>
          </p:cNvGrpSpPr>
          <p:nvPr/>
        </p:nvGrpSpPr>
        <p:grpSpPr bwMode="auto">
          <a:xfrm>
            <a:off x="1828800" y="1608138"/>
            <a:ext cx="5934075" cy="434975"/>
            <a:chOff x="1156" y="1013"/>
            <a:chExt cx="3738" cy="274"/>
          </a:xfrm>
        </p:grpSpPr>
        <p:sp>
          <p:nvSpPr>
            <p:cNvPr id="30735" name="Rectangle 369">
              <a:extLst>
                <a:ext uri="{FF2B5EF4-FFF2-40B4-BE49-F238E27FC236}">
                  <a16:creationId xmlns:a16="http://schemas.microsoft.com/office/drawing/2014/main" id="{8C75B3E2-AE5A-41A7-81A9-B3A4FBA13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0736" name="Rectangle 370">
              <a:extLst>
                <a:ext uri="{FF2B5EF4-FFF2-40B4-BE49-F238E27FC236}">
                  <a16:creationId xmlns:a16="http://schemas.microsoft.com/office/drawing/2014/main" id="{87E6EE67-E228-481B-8AB9-024A22519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0737" name="Rectangle 371">
              <a:extLst>
                <a:ext uri="{FF2B5EF4-FFF2-40B4-BE49-F238E27FC236}">
                  <a16:creationId xmlns:a16="http://schemas.microsoft.com/office/drawing/2014/main" id="{807CD64D-57C5-487D-B012-69879D528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0738" name="Rectangle 372">
              <a:extLst>
                <a:ext uri="{FF2B5EF4-FFF2-40B4-BE49-F238E27FC236}">
                  <a16:creationId xmlns:a16="http://schemas.microsoft.com/office/drawing/2014/main" id="{A7E2B119-0D15-4BDE-A8B5-72A620935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</p:grpSp>
      <p:grpSp>
        <p:nvGrpSpPr>
          <p:cNvPr id="32805" name="Group 373">
            <a:extLst>
              <a:ext uri="{FF2B5EF4-FFF2-40B4-BE49-F238E27FC236}">
                <a16:creationId xmlns:a16="http://schemas.microsoft.com/office/drawing/2014/main" id="{29945626-3E66-4785-A679-C876F735BC09}"/>
              </a:ext>
            </a:extLst>
          </p:cNvPr>
          <p:cNvGrpSpPr>
            <a:grpSpLocks/>
          </p:cNvGrpSpPr>
          <p:nvPr/>
        </p:nvGrpSpPr>
        <p:grpSpPr bwMode="auto">
          <a:xfrm>
            <a:off x="1028700" y="6175375"/>
            <a:ext cx="565150" cy="612775"/>
            <a:chOff x="648" y="3890"/>
            <a:chExt cx="356" cy="386"/>
          </a:xfrm>
        </p:grpSpPr>
        <p:grpSp>
          <p:nvGrpSpPr>
            <p:cNvPr id="30729" name="Group 374">
              <a:extLst>
                <a:ext uri="{FF2B5EF4-FFF2-40B4-BE49-F238E27FC236}">
                  <a16:creationId xmlns:a16="http://schemas.microsoft.com/office/drawing/2014/main" id="{6348B8A6-0E74-4AF2-BB1F-F4484EF426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" y="4026"/>
              <a:ext cx="321" cy="250"/>
              <a:chOff x="668" y="4026"/>
              <a:chExt cx="321" cy="250"/>
            </a:xfrm>
          </p:grpSpPr>
          <p:sp>
            <p:nvSpPr>
              <p:cNvPr id="30733" name="Text Box 375">
                <a:extLst>
                  <a:ext uri="{FF2B5EF4-FFF2-40B4-BE49-F238E27FC236}">
                    <a16:creationId xmlns:a16="http://schemas.microsoft.com/office/drawing/2014/main" id="{CF7B57C9-B00E-4910-A7D1-86384C533F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8" y="4026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CS</a:t>
                </a:r>
              </a:p>
            </p:txBody>
          </p:sp>
          <p:sp>
            <p:nvSpPr>
              <p:cNvPr id="30734" name="Line 376">
                <a:extLst>
                  <a:ext uri="{FF2B5EF4-FFF2-40B4-BE49-F238E27FC236}">
                    <a16:creationId xmlns:a16="http://schemas.microsoft.com/office/drawing/2014/main" id="{F6E37AFE-1680-46E0-A5AE-AEA7F8FEC5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4" y="4078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0730" name="Group 377">
              <a:extLst>
                <a:ext uri="{FF2B5EF4-FFF2-40B4-BE49-F238E27FC236}">
                  <a16:creationId xmlns:a16="http://schemas.microsoft.com/office/drawing/2014/main" id="{C58EBEE4-5B32-4EEE-80A9-78F0665EB5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3890"/>
              <a:ext cx="356" cy="231"/>
              <a:chOff x="648" y="3890"/>
              <a:chExt cx="356" cy="231"/>
            </a:xfrm>
          </p:grpSpPr>
          <p:sp>
            <p:nvSpPr>
              <p:cNvPr id="30731" name="Text Box 378">
                <a:extLst>
                  <a:ext uri="{FF2B5EF4-FFF2-40B4-BE49-F238E27FC236}">
                    <a16:creationId xmlns:a16="http://schemas.microsoft.com/office/drawing/2014/main" id="{DF8700AD-43CA-44E1-A7B6-4C762F01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WE</a:t>
                </a:r>
              </a:p>
            </p:txBody>
          </p:sp>
          <p:sp>
            <p:nvSpPr>
              <p:cNvPr id="30732" name="Line 379">
                <a:extLst>
                  <a:ext uri="{FF2B5EF4-FFF2-40B4-BE49-F238E27FC236}">
                    <a16:creationId xmlns:a16="http://schemas.microsoft.com/office/drawing/2014/main" id="{82973253-FAD1-4999-B0FF-7246246BD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2" y="3922"/>
                <a:ext cx="288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381" name="Text Box 21">
            <a:extLst>
              <a:ext uri="{FF2B5EF4-FFF2-40B4-BE49-F238E27FC236}">
                <a16:creationId xmlns:a16="http://schemas.microsoft.com/office/drawing/2014/main" id="{784C3BC8-F729-4758-8865-DE9D6F0207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③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2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6" name="Group 2">
            <a:extLst>
              <a:ext uri="{FF2B5EF4-FFF2-40B4-BE49-F238E27FC236}">
                <a16:creationId xmlns:a16="http://schemas.microsoft.com/office/drawing/2014/main" id="{048D2912-4CFF-4876-89DC-D7773EC0CBDD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grpSp>
          <p:nvGrpSpPr>
            <p:cNvPr id="31857" name="Group 3">
              <a:extLst>
                <a:ext uri="{FF2B5EF4-FFF2-40B4-BE49-F238E27FC236}">
                  <a16:creationId xmlns:a16="http://schemas.microsoft.com/office/drawing/2014/main" id="{EBB17236-6115-449F-9443-20D82D5566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713"/>
              <a:ext cx="5620" cy="3562"/>
              <a:chOff x="140" y="713"/>
              <a:chExt cx="5620" cy="3562"/>
            </a:xfrm>
          </p:grpSpPr>
          <p:sp>
            <p:nvSpPr>
              <p:cNvPr id="31906" name="Rectangle 4">
                <a:extLst>
                  <a:ext uri="{FF2B5EF4-FFF2-40B4-BE49-F238E27FC236}">
                    <a16:creationId xmlns:a16="http://schemas.microsoft.com/office/drawing/2014/main" id="{31CF8B63-B479-4D69-AE81-61379558F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07" name="Rectangle 5">
                <a:extLst>
                  <a:ext uri="{FF2B5EF4-FFF2-40B4-BE49-F238E27FC236}">
                    <a16:creationId xmlns:a16="http://schemas.microsoft.com/office/drawing/2014/main" id="{B4C510C4-4BC5-41BC-B8FD-3FE0C0F49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31908" name="Text Box 6">
                <a:extLst>
                  <a:ext uri="{FF2B5EF4-FFF2-40B4-BE49-F238E27FC236}">
                    <a16:creationId xmlns:a16="http://schemas.microsoft.com/office/drawing/2014/main" id="{4E42E5D1-6D66-4F8E-AB9D-1B31293136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1909" name="Rectangle 7">
                <a:extLst>
                  <a:ext uri="{FF2B5EF4-FFF2-40B4-BE49-F238E27FC236}">
                    <a16:creationId xmlns:a16="http://schemas.microsoft.com/office/drawing/2014/main" id="{12CE6C41-D261-433D-8B43-C7D206AE4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1910" name="Rectangle 8">
                <a:extLst>
                  <a:ext uri="{FF2B5EF4-FFF2-40B4-BE49-F238E27FC236}">
                    <a16:creationId xmlns:a16="http://schemas.microsoft.com/office/drawing/2014/main" id="{3B1D7F8F-D67A-42E9-9D55-ABB759FC6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31911" name="Text Box 9">
                <a:extLst>
                  <a:ext uri="{FF2B5EF4-FFF2-40B4-BE49-F238E27FC236}">
                    <a16:creationId xmlns:a16="http://schemas.microsoft.com/office/drawing/2014/main" id="{0A707582-AFF3-40D8-8F08-1E08DC102C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1912" name="Rectangle 10">
                <a:extLst>
                  <a:ext uri="{FF2B5EF4-FFF2-40B4-BE49-F238E27FC236}">
                    <a16:creationId xmlns:a16="http://schemas.microsoft.com/office/drawing/2014/main" id="{4F3D5363-A745-4E43-A991-C4A3988AE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31913" name="Rectangle 11">
                <a:extLst>
                  <a:ext uri="{FF2B5EF4-FFF2-40B4-BE49-F238E27FC236}">
                    <a16:creationId xmlns:a16="http://schemas.microsoft.com/office/drawing/2014/main" id="{70437768-B1EB-430A-B4E0-8AAD7E772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31914" name="Text Box 12">
                <a:extLst>
                  <a:ext uri="{FF2B5EF4-FFF2-40B4-BE49-F238E27FC236}">
                    <a16:creationId xmlns:a16="http://schemas.microsoft.com/office/drawing/2014/main" id="{979EEDFD-04CA-43BB-9DE7-E427D66DEA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1915" name="Rectangle 13">
                <a:extLst>
                  <a:ext uri="{FF2B5EF4-FFF2-40B4-BE49-F238E27FC236}">
                    <a16:creationId xmlns:a16="http://schemas.microsoft.com/office/drawing/2014/main" id="{1BA049BC-3459-4EF9-9F2A-54E34BB6F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31916" name="Rectangle 14">
                <a:extLst>
                  <a:ext uri="{FF2B5EF4-FFF2-40B4-BE49-F238E27FC236}">
                    <a16:creationId xmlns:a16="http://schemas.microsoft.com/office/drawing/2014/main" id="{AA76A038-2EDF-4E94-B422-6DC3C1A94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31917" name="Text Box 15">
                <a:extLst>
                  <a:ext uri="{FF2B5EF4-FFF2-40B4-BE49-F238E27FC236}">
                    <a16:creationId xmlns:a16="http://schemas.microsoft.com/office/drawing/2014/main" id="{1DEAE5CE-2F6C-46B9-957B-CC4979929B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1918" name="Rectangle 16">
                <a:extLst>
                  <a:ext uri="{FF2B5EF4-FFF2-40B4-BE49-F238E27FC236}">
                    <a16:creationId xmlns:a16="http://schemas.microsoft.com/office/drawing/2014/main" id="{37590E96-6C12-4C20-B01D-0157C8C5E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31919" name="Rectangle 17">
                <a:extLst>
                  <a:ext uri="{FF2B5EF4-FFF2-40B4-BE49-F238E27FC236}">
                    <a16:creationId xmlns:a16="http://schemas.microsoft.com/office/drawing/2014/main" id="{10AEFC0A-4838-471B-A257-D4A167192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31920" name="Rectangle 18">
                <a:extLst>
                  <a:ext uri="{FF2B5EF4-FFF2-40B4-BE49-F238E27FC236}">
                    <a16:creationId xmlns:a16="http://schemas.microsoft.com/office/drawing/2014/main" id="{3E931747-A9E4-49A8-86DB-9140866A6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1921" name="Rectangle 19">
                <a:extLst>
                  <a:ext uri="{FF2B5EF4-FFF2-40B4-BE49-F238E27FC236}">
                    <a16:creationId xmlns:a16="http://schemas.microsoft.com/office/drawing/2014/main" id="{ACE7A616-2F98-4F61-83F8-FE6023153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31922" name="Rectangle 20">
                <a:extLst>
                  <a:ext uri="{FF2B5EF4-FFF2-40B4-BE49-F238E27FC236}">
                    <a16:creationId xmlns:a16="http://schemas.microsoft.com/office/drawing/2014/main" id="{052B05DE-BB46-4B87-83BF-82D7A54B7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31923" name="Rectangle 21">
                <a:extLst>
                  <a:ext uri="{FF2B5EF4-FFF2-40B4-BE49-F238E27FC236}">
                    <a16:creationId xmlns:a16="http://schemas.microsoft.com/office/drawing/2014/main" id="{FB7467C1-F0F4-4AD7-A7F4-2FEC8228A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31924" name="Rectangle 22">
                <a:extLst>
                  <a:ext uri="{FF2B5EF4-FFF2-40B4-BE49-F238E27FC236}">
                    <a16:creationId xmlns:a16="http://schemas.microsoft.com/office/drawing/2014/main" id="{5B5041EE-6E1F-41A8-8627-9B7896366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31925" name="Rectangle 23">
                <a:extLst>
                  <a:ext uri="{FF2B5EF4-FFF2-40B4-BE49-F238E27FC236}">
                    <a16:creationId xmlns:a16="http://schemas.microsoft.com/office/drawing/2014/main" id="{D392B6E4-5EA7-46A8-81FB-DA97CE6F6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31926" name="Rectangle 24">
                <a:extLst>
                  <a:ext uri="{FF2B5EF4-FFF2-40B4-BE49-F238E27FC236}">
                    <a16:creationId xmlns:a16="http://schemas.microsoft.com/office/drawing/2014/main" id="{3919D8DC-BAAF-4A61-B3F8-33B4E1E19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31927" name="Line 25">
                <a:extLst>
                  <a:ext uri="{FF2B5EF4-FFF2-40B4-BE49-F238E27FC236}">
                    <a16:creationId xmlns:a16="http://schemas.microsoft.com/office/drawing/2014/main" id="{6F203F26-DDE3-431C-A18D-6904D8799F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28" name="Line 26">
                <a:extLst>
                  <a:ext uri="{FF2B5EF4-FFF2-40B4-BE49-F238E27FC236}">
                    <a16:creationId xmlns:a16="http://schemas.microsoft.com/office/drawing/2014/main" id="{00702792-FA5D-4733-8032-36A2340EE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29" name="Freeform 27">
                <a:extLst>
                  <a:ext uri="{FF2B5EF4-FFF2-40B4-BE49-F238E27FC236}">
                    <a16:creationId xmlns:a16="http://schemas.microsoft.com/office/drawing/2014/main" id="{A4C85436-544A-436D-81E7-C3F99DB21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30" name="Line 28">
                <a:extLst>
                  <a:ext uri="{FF2B5EF4-FFF2-40B4-BE49-F238E27FC236}">
                    <a16:creationId xmlns:a16="http://schemas.microsoft.com/office/drawing/2014/main" id="{EFBAE620-3B00-48C2-A95B-1342CDDC00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31" name="Line 29">
                <a:extLst>
                  <a:ext uri="{FF2B5EF4-FFF2-40B4-BE49-F238E27FC236}">
                    <a16:creationId xmlns:a16="http://schemas.microsoft.com/office/drawing/2014/main" id="{661ED7D4-AB34-404F-ADF2-75543996EE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32" name="Freeform 30">
                <a:extLst>
                  <a:ext uri="{FF2B5EF4-FFF2-40B4-BE49-F238E27FC236}">
                    <a16:creationId xmlns:a16="http://schemas.microsoft.com/office/drawing/2014/main" id="{C0627A8F-4BE3-4118-AFF5-1928E1392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33" name="Freeform 31">
                <a:extLst>
                  <a:ext uri="{FF2B5EF4-FFF2-40B4-BE49-F238E27FC236}">
                    <a16:creationId xmlns:a16="http://schemas.microsoft.com/office/drawing/2014/main" id="{38F0B7BE-0AE1-4783-8ED5-FF8932F7D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9"/>
                  <a:gd name="T14" fmla="*/ 152 w 152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34" name="Freeform 32">
                <a:extLst>
                  <a:ext uri="{FF2B5EF4-FFF2-40B4-BE49-F238E27FC236}">
                    <a16:creationId xmlns:a16="http://schemas.microsoft.com/office/drawing/2014/main" id="{C9799ECB-D901-42A5-8F80-6484BE50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35" name="Line 33">
                <a:extLst>
                  <a:ext uri="{FF2B5EF4-FFF2-40B4-BE49-F238E27FC236}">
                    <a16:creationId xmlns:a16="http://schemas.microsoft.com/office/drawing/2014/main" id="{BFDE591A-A1EE-4B14-B446-F4F93D133E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36" name="Line 34">
                <a:extLst>
                  <a:ext uri="{FF2B5EF4-FFF2-40B4-BE49-F238E27FC236}">
                    <a16:creationId xmlns:a16="http://schemas.microsoft.com/office/drawing/2014/main" id="{A4B08B83-29DB-4276-BEC5-8863C484ED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37" name="Freeform 35">
                <a:extLst>
                  <a:ext uri="{FF2B5EF4-FFF2-40B4-BE49-F238E27FC236}">
                    <a16:creationId xmlns:a16="http://schemas.microsoft.com/office/drawing/2014/main" id="{CB79D58E-F14D-48CB-9099-F0D5B74CD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38" name="Line 36">
                <a:extLst>
                  <a:ext uri="{FF2B5EF4-FFF2-40B4-BE49-F238E27FC236}">
                    <a16:creationId xmlns:a16="http://schemas.microsoft.com/office/drawing/2014/main" id="{8CA469CA-1ED1-420E-8EA6-2174D856D9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39" name="Line 37">
                <a:extLst>
                  <a:ext uri="{FF2B5EF4-FFF2-40B4-BE49-F238E27FC236}">
                    <a16:creationId xmlns:a16="http://schemas.microsoft.com/office/drawing/2014/main" id="{4758BF64-6CE9-4CBF-A4FE-2DC921B15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40" name="Freeform 38">
                <a:extLst>
                  <a:ext uri="{FF2B5EF4-FFF2-40B4-BE49-F238E27FC236}">
                    <a16:creationId xmlns:a16="http://schemas.microsoft.com/office/drawing/2014/main" id="{60F33B11-3116-42E9-96AE-C3FE8B296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41" name="Freeform 39">
                <a:extLst>
                  <a:ext uri="{FF2B5EF4-FFF2-40B4-BE49-F238E27FC236}">
                    <a16:creationId xmlns:a16="http://schemas.microsoft.com/office/drawing/2014/main" id="{ABCC50C5-AEB7-4224-9AE2-21245304D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42" name="Line 40">
                <a:extLst>
                  <a:ext uri="{FF2B5EF4-FFF2-40B4-BE49-F238E27FC236}">
                    <a16:creationId xmlns:a16="http://schemas.microsoft.com/office/drawing/2014/main" id="{15077FB4-9E38-4DD4-B201-827B53FD5F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43" name="Line 41">
                <a:extLst>
                  <a:ext uri="{FF2B5EF4-FFF2-40B4-BE49-F238E27FC236}">
                    <a16:creationId xmlns:a16="http://schemas.microsoft.com/office/drawing/2014/main" id="{72E80AD1-4BA8-482E-8742-B28422A067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44" name="Freeform 42">
                <a:extLst>
                  <a:ext uri="{FF2B5EF4-FFF2-40B4-BE49-F238E27FC236}">
                    <a16:creationId xmlns:a16="http://schemas.microsoft.com/office/drawing/2014/main" id="{7287CB89-0196-4EAA-A082-2E0158F88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45" name="Line 43">
                <a:extLst>
                  <a:ext uri="{FF2B5EF4-FFF2-40B4-BE49-F238E27FC236}">
                    <a16:creationId xmlns:a16="http://schemas.microsoft.com/office/drawing/2014/main" id="{8B90E4D5-5BF7-4E78-8125-B969561C5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46" name="Line 44">
                <a:extLst>
                  <a:ext uri="{FF2B5EF4-FFF2-40B4-BE49-F238E27FC236}">
                    <a16:creationId xmlns:a16="http://schemas.microsoft.com/office/drawing/2014/main" id="{9877AD47-1337-4347-BD51-2767451DE1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47" name="Freeform 45">
                <a:extLst>
                  <a:ext uri="{FF2B5EF4-FFF2-40B4-BE49-F238E27FC236}">
                    <a16:creationId xmlns:a16="http://schemas.microsoft.com/office/drawing/2014/main" id="{E3A559DC-1E18-4658-B09B-F3D7025D0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48" name="Freeform 46">
                <a:extLst>
                  <a:ext uri="{FF2B5EF4-FFF2-40B4-BE49-F238E27FC236}">
                    <a16:creationId xmlns:a16="http://schemas.microsoft.com/office/drawing/2014/main" id="{BA113CEA-43BE-4153-95A2-9A886756A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49" name="Line 47">
                <a:extLst>
                  <a:ext uri="{FF2B5EF4-FFF2-40B4-BE49-F238E27FC236}">
                    <a16:creationId xmlns:a16="http://schemas.microsoft.com/office/drawing/2014/main" id="{D1DC23C2-B3F7-460F-A7F9-058B470791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50" name="Line 48">
                <a:extLst>
                  <a:ext uri="{FF2B5EF4-FFF2-40B4-BE49-F238E27FC236}">
                    <a16:creationId xmlns:a16="http://schemas.microsoft.com/office/drawing/2014/main" id="{DBE8212A-5B29-44A1-AEF7-23B0049B13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51" name="Freeform 49">
                <a:extLst>
                  <a:ext uri="{FF2B5EF4-FFF2-40B4-BE49-F238E27FC236}">
                    <a16:creationId xmlns:a16="http://schemas.microsoft.com/office/drawing/2014/main" id="{0E6E2B5F-0571-407D-B990-E811E1FA8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52" name="Line 50">
                <a:extLst>
                  <a:ext uri="{FF2B5EF4-FFF2-40B4-BE49-F238E27FC236}">
                    <a16:creationId xmlns:a16="http://schemas.microsoft.com/office/drawing/2014/main" id="{BE9651EB-6D07-474F-9708-219BA1FC2F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53" name="Line 51">
                <a:extLst>
                  <a:ext uri="{FF2B5EF4-FFF2-40B4-BE49-F238E27FC236}">
                    <a16:creationId xmlns:a16="http://schemas.microsoft.com/office/drawing/2014/main" id="{37C7D8B8-BCE6-4E45-AF38-997AC01931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54" name="Freeform 52">
                <a:extLst>
                  <a:ext uri="{FF2B5EF4-FFF2-40B4-BE49-F238E27FC236}">
                    <a16:creationId xmlns:a16="http://schemas.microsoft.com/office/drawing/2014/main" id="{1DB6584D-ADBC-4CD7-86A5-BBC32CD6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55" name="Freeform 53">
                <a:extLst>
                  <a:ext uri="{FF2B5EF4-FFF2-40B4-BE49-F238E27FC236}">
                    <a16:creationId xmlns:a16="http://schemas.microsoft.com/office/drawing/2014/main" id="{10C282AB-E85D-4724-B961-9E297B12B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56" name="Line 54">
                <a:extLst>
                  <a:ext uri="{FF2B5EF4-FFF2-40B4-BE49-F238E27FC236}">
                    <a16:creationId xmlns:a16="http://schemas.microsoft.com/office/drawing/2014/main" id="{E32585D2-5A8A-43E6-A660-5903D3193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57" name="Line 55">
                <a:extLst>
                  <a:ext uri="{FF2B5EF4-FFF2-40B4-BE49-F238E27FC236}">
                    <a16:creationId xmlns:a16="http://schemas.microsoft.com/office/drawing/2014/main" id="{35917178-1BCE-4136-8B22-110A79AAB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58" name="Freeform 56">
                <a:extLst>
                  <a:ext uri="{FF2B5EF4-FFF2-40B4-BE49-F238E27FC236}">
                    <a16:creationId xmlns:a16="http://schemas.microsoft.com/office/drawing/2014/main" id="{A01940BB-BDA4-4D2D-8E03-BAEACD0AB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59" name="Line 57">
                <a:extLst>
                  <a:ext uri="{FF2B5EF4-FFF2-40B4-BE49-F238E27FC236}">
                    <a16:creationId xmlns:a16="http://schemas.microsoft.com/office/drawing/2014/main" id="{3CB51D41-DF7A-4126-BAC1-C5E5894B75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60" name="Line 58">
                <a:extLst>
                  <a:ext uri="{FF2B5EF4-FFF2-40B4-BE49-F238E27FC236}">
                    <a16:creationId xmlns:a16="http://schemas.microsoft.com/office/drawing/2014/main" id="{46B5265E-3FBC-4735-989D-ADCE0FEB17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61" name="Freeform 59">
                <a:extLst>
                  <a:ext uri="{FF2B5EF4-FFF2-40B4-BE49-F238E27FC236}">
                    <a16:creationId xmlns:a16="http://schemas.microsoft.com/office/drawing/2014/main" id="{EE7AEB2B-FC2C-4475-90ED-89AAB26D4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62" name="Freeform 60">
                <a:extLst>
                  <a:ext uri="{FF2B5EF4-FFF2-40B4-BE49-F238E27FC236}">
                    <a16:creationId xmlns:a16="http://schemas.microsoft.com/office/drawing/2014/main" id="{754CC75A-FC2F-4E7A-B3CE-05CFDB9B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63" name="Line 61">
                <a:extLst>
                  <a:ext uri="{FF2B5EF4-FFF2-40B4-BE49-F238E27FC236}">
                    <a16:creationId xmlns:a16="http://schemas.microsoft.com/office/drawing/2014/main" id="{DF3764BD-5EB4-4ECD-BF3C-FAE362B7F1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64" name="Line 62">
                <a:extLst>
                  <a:ext uri="{FF2B5EF4-FFF2-40B4-BE49-F238E27FC236}">
                    <a16:creationId xmlns:a16="http://schemas.microsoft.com/office/drawing/2014/main" id="{EC3DA451-3949-4FAE-858A-FF52D9F705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65" name="Freeform 63">
                <a:extLst>
                  <a:ext uri="{FF2B5EF4-FFF2-40B4-BE49-F238E27FC236}">
                    <a16:creationId xmlns:a16="http://schemas.microsoft.com/office/drawing/2014/main" id="{3D24315C-2AC5-40A2-A2E9-C7976F365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66" name="Line 64">
                <a:extLst>
                  <a:ext uri="{FF2B5EF4-FFF2-40B4-BE49-F238E27FC236}">
                    <a16:creationId xmlns:a16="http://schemas.microsoft.com/office/drawing/2014/main" id="{67D89BE1-FBDF-4C84-9093-5CB39C2389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67" name="Line 65">
                <a:extLst>
                  <a:ext uri="{FF2B5EF4-FFF2-40B4-BE49-F238E27FC236}">
                    <a16:creationId xmlns:a16="http://schemas.microsoft.com/office/drawing/2014/main" id="{AF9BB709-B955-422B-9FCA-4AADADA60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68" name="Freeform 66">
                <a:extLst>
                  <a:ext uri="{FF2B5EF4-FFF2-40B4-BE49-F238E27FC236}">
                    <a16:creationId xmlns:a16="http://schemas.microsoft.com/office/drawing/2014/main" id="{BD2C0027-5A25-46C0-ABB9-1167345E1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69" name="Freeform 67">
                <a:extLst>
                  <a:ext uri="{FF2B5EF4-FFF2-40B4-BE49-F238E27FC236}">
                    <a16:creationId xmlns:a16="http://schemas.microsoft.com/office/drawing/2014/main" id="{75E9C2F8-7566-488A-93C2-036539F22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1970" name="Group 68">
                <a:extLst>
                  <a:ext uri="{FF2B5EF4-FFF2-40B4-BE49-F238E27FC236}">
                    <a16:creationId xmlns:a16="http://schemas.microsoft.com/office/drawing/2014/main" id="{6FC6D1C8-E162-4F0A-A3C8-0EF99DD86A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32117" name="Group 69">
                  <a:extLst>
                    <a:ext uri="{FF2B5EF4-FFF2-40B4-BE49-F238E27FC236}">
                      <a16:creationId xmlns:a16="http://schemas.microsoft.com/office/drawing/2014/main" id="{7FCD57C1-9631-496F-9558-DBA4AD3D88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32122" name="Line 70">
                    <a:extLst>
                      <a:ext uri="{FF2B5EF4-FFF2-40B4-BE49-F238E27FC236}">
                        <a16:creationId xmlns:a16="http://schemas.microsoft.com/office/drawing/2014/main" id="{B5FB4BD9-F9D8-4EEB-934A-7C8138A370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123" name="Line 71">
                    <a:extLst>
                      <a:ext uri="{FF2B5EF4-FFF2-40B4-BE49-F238E27FC236}">
                        <a16:creationId xmlns:a16="http://schemas.microsoft.com/office/drawing/2014/main" id="{CADD8DB6-6877-457E-B28F-E1073664D5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2118" name="Freeform 72">
                  <a:extLst>
                    <a:ext uri="{FF2B5EF4-FFF2-40B4-BE49-F238E27FC236}">
                      <a16:creationId xmlns:a16="http://schemas.microsoft.com/office/drawing/2014/main" id="{B03F314F-328F-4757-BDF4-4574FCF087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2119" name="Group 73">
                  <a:extLst>
                    <a:ext uri="{FF2B5EF4-FFF2-40B4-BE49-F238E27FC236}">
                      <a16:creationId xmlns:a16="http://schemas.microsoft.com/office/drawing/2014/main" id="{BFD51C3F-6518-457A-A026-FFC7A353C0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32120" name="Line 74">
                    <a:extLst>
                      <a:ext uri="{FF2B5EF4-FFF2-40B4-BE49-F238E27FC236}">
                        <a16:creationId xmlns:a16="http://schemas.microsoft.com/office/drawing/2014/main" id="{A9CE1319-2726-40AC-BE43-9DDDE5B187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121" name="Line 75">
                    <a:extLst>
                      <a:ext uri="{FF2B5EF4-FFF2-40B4-BE49-F238E27FC236}">
                        <a16:creationId xmlns:a16="http://schemas.microsoft.com/office/drawing/2014/main" id="{2D29663F-9AE6-4C43-934B-5076679C53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31971" name="Freeform 76">
                <a:extLst>
                  <a:ext uri="{FF2B5EF4-FFF2-40B4-BE49-F238E27FC236}">
                    <a16:creationId xmlns:a16="http://schemas.microsoft.com/office/drawing/2014/main" id="{73596682-7144-40CB-A216-5E3A33CA6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72" name="Freeform 77">
                <a:extLst>
                  <a:ext uri="{FF2B5EF4-FFF2-40B4-BE49-F238E27FC236}">
                    <a16:creationId xmlns:a16="http://schemas.microsoft.com/office/drawing/2014/main" id="{D83A923C-6C8B-4737-9998-5892019FB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1973" name="Group 78">
                <a:extLst>
                  <a:ext uri="{FF2B5EF4-FFF2-40B4-BE49-F238E27FC236}">
                    <a16:creationId xmlns:a16="http://schemas.microsoft.com/office/drawing/2014/main" id="{EB681AB3-C2A0-402C-9E67-7D4745B958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32110" name="Group 79">
                  <a:extLst>
                    <a:ext uri="{FF2B5EF4-FFF2-40B4-BE49-F238E27FC236}">
                      <a16:creationId xmlns:a16="http://schemas.microsoft.com/office/drawing/2014/main" id="{87CD2D2C-01A1-4D0D-8436-04F4578AA1A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32115" name="Line 80">
                    <a:extLst>
                      <a:ext uri="{FF2B5EF4-FFF2-40B4-BE49-F238E27FC236}">
                        <a16:creationId xmlns:a16="http://schemas.microsoft.com/office/drawing/2014/main" id="{ED4D5ECD-F677-4E5C-9018-55F2D8B152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116" name="Line 81">
                    <a:extLst>
                      <a:ext uri="{FF2B5EF4-FFF2-40B4-BE49-F238E27FC236}">
                        <a16:creationId xmlns:a16="http://schemas.microsoft.com/office/drawing/2014/main" id="{311CB422-D9D9-4057-907D-5708DB618E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2111" name="Freeform 82">
                  <a:extLst>
                    <a:ext uri="{FF2B5EF4-FFF2-40B4-BE49-F238E27FC236}">
                      <a16:creationId xmlns:a16="http://schemas.microsoft.com/office/drawing/2014/main" id="{82AC8F41-DD3A-45A4-8A79-F9BA786B3E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2112" name="Group 83">
                  <a:extLst>
                    <a:ext uri="{FF2B5EF4-FFF2-40B4-BE49-F238E27FC236}">
                      <a16:creationId xmlns:a16="http://schemas.microsoft.com/office/drawing/2014/main" id="{090F4C71-C1FB-454E-8FF7-2B93AD2CC0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32113" name="Line 84">
                    <a:extLst>
                      <a:ext uri="{FF2B5EF4-FFF2-40B4-BE49-F238E27FC236}">
                        <a16:creationId xmlns:a16="http://schemas.microsoft.com/office/drawing/2014/main" id="{ED3AF2AA-E754-4C7C-B049-00874C9D2C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114" name="Line 85">
                    <a:extLst>
                      <a:ext uri="{FF2B5EF4-FFF2-40B4-BE49-F238E27FC236}">
                        <a16:creationId xmlns:a16="http://schemas.microsoft.com/office/drawing/2014/main" id="{D8BDA862-9503-44D2-BE61-5EDDCC774D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31974" name="Freeform 86">
                <a:extLst>
                  <a:ext uri="{FF2B5EF4-FFF2-40B4-BE49-F238E27FC236}">
                    <a16:creationId xmlns:a16="http://schemas.microsoft.com/office/drawing/2014/main" id="{F9415B87-9949-4719-8F33-B8A5D7126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75" name="Freeform 87">
                <a:extLst>
                  <a:ext uri="{FF2B5EF4-FFF2-40B4-BE49-F238E27FC236}">
                    <a16:creationId xmlns:a16="http://schemas.microsoft.com/office/drawing/2014/main" id="{3110C30F-DAD1-42A3-B496-F676D9CE7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76" name="Freeform 88">
                <a:extLst>
                  <a:ext uri="{FF2B5EF4-FFF2-40B4-BE49-F238E27FC236}">
                    <a16:creationId xmlns:a16="http://schemas.microsoft.com/office/drawing/2014/main" id="{F8EE882C-6093-4349-A097-F05198F9D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77" name="Line 89">
                <a:extLst>
                  <a:ext uri="{FF2B5EF4-FFF2-40B4-BE49-F238E27FC236}">
                    <a16:creationId xmlns:a16="http://schemas.microsoft.com/office/drawing/2014/main" id="{266E7D66-1BCF-48B3-AD65-34BDF09021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78" name="Line 90">
                <a:extLst>
                  <a:ext uri="{FF2B5EF4-FFF2-40B4-BE49-F238E27FC236}">
                    <a16:creationId xmlns:a16="http://schemas.microsoft.com/office/drawing/2014/main" id="{15CA0BC9-83A6-4DDE-9393-FFCF054CAD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79" name="Line 91">
                <a:extLst>
                  <a:ext uri="{FF2B5EF4-FFF2-40B4-BE49-F238E27FC236}">
                    <a16:creationId xmlns:a16="http://schemas.microsoft.com/office/drawing/2014/main" id="{D87ED305-8FEC-4077-8BE6-4442E89A61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80" name="Line 92">
                <a:extLst>
                  <a:ext uri="{FF2B5EF4-FFF2-40B4-BE49-F238E27FC236}">
                    <a16:creationId xmlns:a16="http://schemas.microsoft.com/office/drawing/2014/main" id="{852C3A8A-9FCE-414B-9043-8389472995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81" name="Line 93">
                <a:extLst>
                  <a:ext uri="{FF2B5EF4-FFF2-40B4-BE49-F238E27FC236}">
                    <a16:creationId xmlns:a16="http://schemas.microsoft.com/office/drawing/2014/main" id="{26A8DAC0-56DC-4147-BA25-6153BCD3DC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82" name="Line 94">
                <a:extLst>
                  <a:ext uri="{FF2B5EF4-FFF2-40B4-BE49-F238E27FC236}">
                    <a16:creationId xmlns:a16="http://schemas.microsoft.com/office/drawing/2014/main" id="{38EE6877-A897-40C4-8B31-F318CECA29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83" name="Line 95">
                <a:extLst>
                  <a:ext uri="{FF2B5EF4-FFF2-40B4-BE49-F238E27FC236}">
                    <a16:creationId xmlns:a16="http://schemas.microsoft.com/office/drawing/2014/main" id="{570FE84E-4E70-43CB-ADB4-77223B093A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84" name="Line 96">
                <a:extLst>
                  <a:ext uri="{FF2B5EF4-FFF2-40B4-BE49-F238E27FC236}">
                    <a16:creationId xmlns:a16="http://schemas.microsoft.com/office/drawing/2014/main" id="{4C402478-BEEB-4F0D-99B7-33651C3BCB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85" name="Freeform 97">
                <a:extLst>
                  <a:ext uri="{FF2B5EF4-FFF2-40B4-BE49-F238E27FC236}">
                    <a16:creationId xmlns:a16="http://schemas.microsoft.com/office/drawing/2014/main" id="{89ED0751-67DA-4853-A405-03481CBBB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86" name="Freeform 98">
                <a:extLst>
                  <a:ext uri="{FF2B5EF4-FFF2-40B4-BE49-F238E27FC236}">
                    <a16:creationId xmlns:a16="http://schemas.microsoft.com/office/drawing/2014/main" id="{E36EF508-F821-4712-8D60-669093AA7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87" name="Freeform 99">
                <a:extLst>
                  <a:ext uri="{FF2B5EF4-FFF2-40B4-BE49-F238E27FC236}">
                    <a16:creationId xmlns:a16="http://schemas.microsoft.com/office/drawing/2014/main" id="{E276E76C-0975-4231-84CF-543FF98C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  <a:gd name="T6" fmla="*/ 0 w 4"/>
                  <a:gd name="T7" fmla="*/ 0 h 166"/>
                  <a:gd name="T8" fmla="*/ 4 w 4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88" name="Freeform 100">
                <a:extLst>
                  <a:ext uri="{FF2B5EF4-FFF2-40B4-BE49-F238E27FC236}">
                    <a16:creationId xmlns:a16="http://schemas.microsoft.com/office/drawing/2014/main" id="{78A378E3-ED50-4976-8A1D-DB7C28820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89" name="Freeform 101">
                <a:extLst>
                  <a:ext uri="{FF2B5EF4-FFF2-40B4-BE49-F238E27FC236}">
                    <a16:creationId xmlns:a16="http://schemas.microsoft.com/office/drawing/2014/main" id="{A5AA5A52-66B2-4F46-AD5B-88A079E0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90" name="Freeform 102">
                <a:extLst>
                  <a:ext uri="{FF2B5EF4-FFF2-40B4-BE49-F238E27FC236}">
                    <a16:creationId xmlns:a16="http://schemas.microsoft.com/office/drawing/2014/main" id="{40497FDA-E87B-42B4-A1DC-AE91A9C98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91" name="Line 103">
                <a:extLst>
                  <a:ext uri="{FF2B5EF4-FFF2-40B4-BE49-F238E27FC236}">
                    <a16:creationId xmlns:a16="http://schemas.microsoft.com/office/drawing/2014/main" id="{91E3FA89-2B2B-4372-B8CB-296C1AB46C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92" name="Line 104">
                <a:extLst>
                  <a:ext uri="{FF2B5EF4-FFF2-40B4-BE49-F238E27FC236}">
                    <a16:creationId xmlns:a16="http://schemas.microsoft.com/office/drawing/2014/main" id="{89F9FE38-365B-4342-8575-CBDC5CBC0A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93" name="Line 105">
                <a:extLst>
                  <a:ext uri="{FF2B5EF4-FFF2-40B4-BE49-F238E27FC236}">
                    <a16:creationId xmlns:a16="http://schemas.microsoft.com/office/drawing/2014/main" id="{90D84B53-D519-4722-BC9A-98B4FE1F60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94" name="Line 106">
                <a:extLst>
                  <a:ext uri="{FF2B5EF4-FFF2-40B4-BE49-F238E27FC236}">
                    <a16:creationId xmlns:a16="http://schemas.microsoft.com/office/drawing/2014/main" id="{F8F45DC4-723B-4A39-8236-7EC2AEAC74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95" name="Line 107">
                <a:extLst>
                  <a:ext uri="{FF2B5EF4-FFF2-40B4-BE49-F238E27FC236}">
                    <a16:creationId xmlns:a16="http://schemas.microsoft.com/office/drawing/2014/main" id="{79297C76-9A40-4967-967C-AA05D526C1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96" name="Line 108">
                <a:extLst>
                  <a:ext uri="{FF2B5EF4-FFF2-40B4-BE49-F238E27FC236}">
                    <a16:creationId xmlns:a16="http://schemas.microsoft.com/office/drawing/2014/main" id="{EFA18181-E2EA-46FF-90AA-D21EF81BD9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97" name="Line 109">
                <a:extLst>
                  <a:ext uri="{FF2B5EF4-FFF2-40B4-BE49-F238E27FC236}">
                    <a16:creationId xmlns:a16="http://schemas.microsoft.com/office/drawing/2014/main" id="{F51E711E-6EB6-467D-B5A0-E44B78C9BA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98" name="Line 110">
                <a:extLst>
                  <a:ext uri="{FF2B5EF4-FFF2-40B4-BE49-F238E27FC236}">
                    <a16:creationId xmlns:a16="http://schemas.microsoft.com/office/drawing/2014/main" id="{1FEFBA65-34FB-4BA0-9953-0AA2463AB0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99" name="Freeform 111">
                <a:extLst>
                  <a:ext uri="{FF2B5EF4-FFF2-40B4-BE49-F238E27FC236}">
                    <a16:creationId xmlns:a16="http://schemas.microsoft.com/office/drawing/2014/main" id="{109CC08B-B482-43BD-86AE-41BE1F308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00" name="Line 112">
                <a:extLst>
                  <a:ext uri="{FF2B5EF4-FFF2-40B4-BE49-F238E27FC236}">
                    <a16:creationId xmlns:a16="http://schemas.microsoft.com/office/drawing/2014/main" id="{1A9F0469-1CF5-4310-A5E3-F73288EB7F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01" name="Line 113">
                <a:extLst>
                  <a:ext uri="{FF2B5EF4-FFF2-40B4-BE49-F238E27FC236}">
                    <a16:creationId xmlns:a16="http://schemas.microsoft.com/office/drawing/2014/main" id="{3B7FBEAB-937E-4D9E-A9F0-6630F7BC8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02" name="Line 114">
                <a:extLst>
                  <a:ext uri="{FF2B5EF4-FFF2-40B4-BE49-F238E27FC236}">
                    <a16:creationId xmlns:a16="http://schemas.microsoft.com/office/drawing/2014/main" id="{75DF9075-12BE-46B4-851E-407E2B531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03" name="Line 115">
                <a:extLst>
                  <a:ext uri="{FF2B5EF4-FFF2-40B4-BE49-F238E27FC236}">
                    <a16:creationId xmlns:a16="http://schemas.microsoft.com/office/drawing/2014/main" id="{DA7A2505-5024-4742-BC51-84A511C9ED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04" name="Line 116">
                <a:extLst>
                  <a:ext uri="{FF2B5EF4-FFF2-40B4-BE49-F238E27FC236}">
                    <a16:creationId xmlns:a16="http://schemas.microsoft.com/office/drawing/2014/main" id="{B2352DFA-C943-4607-9AF5-B47EC9A75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05" name="Line 117">
                <a:extLst>
                  <a:ext uri="{FF2B5EF4-FFF2-40B4-BE49-F238E27FC236}">
                    <a16:creationId xmlns:a16="http://schemas.microsoft.com/office/drawing/2014/main" id="{EC0F27BF-B873-4289-889C-E8011F2A07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06" name="Line 118">
                <a:extLst>
                  <a:ext uri="{FF2B5EF4-FFF2-40B4-BE49-F238E27FC236}">
                    <a16:creationId xmlns:a16="http://schemas.microsoft.com/office/drawing/2014/main" id="{31D31084-9E24-4C96-9EB8-5714981569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07" name="Line 119">
                <a:extLst>
                  <a:ext uri="{FF2B5EF4-FFF2-40B4-BE49-F238E27FC236}">
                    <a16:creationId xmlns:a16="http://schemas.microsoft.com/office/drawing/2014/main" id="{AA82D492-153C-48AD-AC42-F5A8945FBF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08" name="Freeform 120">
                <a:extLst>
                  <a:ext uri="{FF2B5EF4-FFF2-40B4-BE49-F238E27FC236}">
                    <a16:creationId xmlns:a16="http://schemas.microsoft.com/office/drawing/2014/main" id="{00BBCE90-D200-4E26-B30D-E528E10A3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09" name="Freeform 121">
                <a:extLst>
                  <a:ext uri="{FF2B5EF4-FFF2-40B4-BE49-F238E27FC236}">
                    <a16:creationId xmlns:a16="http://schemas.microsoft.com/office/drawing/2014/main" id="{FFC380AA-C7B8-4B71-907C-233B7233F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10" name="Rectangle 122">
                <a:extLst>
                  <a:ext uri="{FF2B5EF4-FFF2-40B4-BE49-F238E27FC236}">
                    <a16:creationId xmlns:a16="http://schemas.microsoft.com/office/drawing/2014/main" id="{6CD3319C-0442-4C1B-ABF3-4F0E9AE2A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11" name="Text Box 123">
                <a:extLst>
                  <a:ext uri="{FF2B5EF4-FFF2-40B4-BE49-F238E27FC236}">
                    <a16:creationId xmlns:a16="http://schemas.microsoft.com/office/drawing/2014/main" id="{6438A6A2-A39E-469F-A1FF-EA9294485D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2012" name="Freeform 124">
                <a:extLst>
                  <a:ext uri="{FF2B5EF4-FFF2-40B4-BE49-F238E27FC236}">
                    <a16:creationId xmlns:a16="http://schemas.microsoft.com/office/drawing/2014/main" id="{465C6D8C-AEB9-46AE-9521-BFE647C8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13" name="Freeform 125">
                <a:extLst>
                  <a:ext uri="{FF2B5EF4-FFF2-40B4-BE49-F238E27FC236}">
                    <a16:creationId xmlns:a16="http://schemas.microsoft.com/office/drawing/2014/main" id="{5E88AF70-63BC-4974-877B-244FCD2A9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14" name="Freeform 126">
                <a:extLst>
                  <a:ext uri="{FF2B5EF4-FFF2-40B4-BE49-F238E27FC236}">
                    <a16:creationId xmlns:a16="http://schemas.microsoft.com/office/drawing/2014/main" id="{6DC7A992-C9DE-4968-94A5-2F96A16FD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15" name="Freeform 127">
                <a:extLst>
                  <a:ext uri="{FF2B5EF4-FFF2-40B4-BE49-F238E27FC236}">
                    <a16:creationId xmlns:a16="http://schemas.microsoft.com/office/drawing/2014/main" id="{B321FBAC-A155-459E-BE2F-48B8FFDD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7"/>
                  <a:gd name="T14" fmla="*/ 155 w 155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16" name="Freeform 128">
                <a:extLst>
                  <a:ext uri="{FF2B5EF4-FFF2-40B4-BE49-F238E27FC236}">
                    <a16:creationId xmlns:a16="http://schemas.microsoft.com/office/drawing/2014/main" id="{2A763240-5A42-44A7-85FC-CCE0CB83E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17" name="Freeform 129">
                <a:extLst>
                  <a:ext uri="{FF2B5EF4-FFF2-40B4-BE49-F238E27FC236}">
                    <a16:creationId xmlns:a16="http://schemas.microsoft.com/office/drawing/2014/main" id="{BCD3A845-163C-454C-8F33-017F82720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18" name="Freeform 130">
                <a:extLst>
                  <a:ext uri="{FF2B5EF4-FFF2-40B4-BE49-F238E27FC236}">
                    <a16:creationId xmlns:a16="http://schemas.microsoft.com/office/drawing/2014/main" id="{205C003C-7604-43B9-8965-F30121502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19" name="Freeform 131">
                <a:extLst>
                  <a:ext uri="{FF2B5EF4-FFF2-40B4-BE49-F238E27FC236}">
                    <a16:creationId xmlns:a16="http://schemas.microsoft.com/office/drawing/2014/main" id="{6CDAA9BF-8ACD-4BB5-812A-F0550F811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9"/>
                  <a:gd name="T14" fmla="*/ 155 w 155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20" name="Freeform 132">
                <a:extLst>
                  <a:ext uri="{FF2B5EF4-FFF2-40B4-BE49-F238E27FC236}">
                    <a16:creationId xmlns:a16="http://schemas.microsoft.com/office/drawing/2014/main" id="{871E692F-8667-4AEA-A0EE-84027D78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21" name="Freeform 133">
                <a:extLst>
                  <a:ext uri="{FF2B5EF4-FFF2-40B4-BE49-F238E27FC236}">
                    <a16:creationId xmlns:a16="http://schemas.microsoft.com/office/drawing/2014/main" id="{3499F96F-1D87-45E2-BD56-3F566626D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22" name="Freeform 134">
                <a:extLst>
                  <a:ext uri="{FF2B5EF4-FFF2-40B4-BE49-F238E27FC236}">
                    <a16:creationId xmlns:a16="http://schemas.microsoft.com/office/drawing/2014/main" id="{F9E53F49-4ADC-4FBA-BE5B-C7EB68D02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23" name="Freeform 135">
                <a:extLst>
                  <a:ext uri="{FF2B5EF4-FFF2-40B4-BE49-F238E27FC236}">
                    <a16:creationId xmlns:a16="http://schemas.microsoft.com/office/drawing/2014/main" id="{9730BC5C-69B3-41A8-A987-9EA847837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24" name="Freeform 136">
                <a:extLst>
                  <a:ext uri="{FF2B5EF4-FFF2-40B4-BE49-F238E27FC236}">
                    <a16:creationId xmlns:a16="http://schemas.microsoft.com/office/drawing/2014/main" id="{51FD3637-0340-4A01-BB61-5AC51EF32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25" name="Freeform 137">
                <a:extLst>
                  <a:ext uri="{FF2B5EF4-FFF2-40B4-BE49-F238E27FC236}">
                    <a16:creationId xmlns:a16="http://schemas.microsoft.com/office/drawing/2014/main" id="{AE1668B1-2809-44F9-A2D9-941F812E7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26" name="Freeform 138">
                <a:extLst>
                  <a:ext uri="{FF2B5EF4-FFF2-40B4-BE49-F238E27FC236}">
                    <a16:creationId xmlns:a16="http://schemas.microsoft.com/office/drawing/2014/main" id="{252018E8-9B6C-4E89-BC2B-6D2E90AB4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27" name="Freeform 139">
                <a:extLst>
                  <a:ext uri="{FF2B5EF4-FFF2-40B4-BE49-F238E27FC236}">
                    <a16:creationId xmlns:a16="http://schemas.microsoft.com/office/drawing/2014/main" id="{9EF6BDE9-AB93-497E-9B30-7BF3A6722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28" name="Freeform 140">
                <a:extLst>
                  <a:ext uri="{FF2B5EF4-FFF2-40B4-BE49-F238E27FC236}">
                    <a16:creationId xmlns:a16="http://schemas.microsoft.com/office/drawing/2014/main" id="{786727AC-690D-4A2B-B91B-EAE14FA8A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8"/>
                  <a:gd name="T20" fmla="*/ 729 w 729"/>
                  <a:gd name="T21" fmla="*/ 658 h 6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29" name="Freeform 141">
                <a:extLst>
                  <a:ext uri="{FF2B5EF4-FFF2-40B4-BE49-F238E27FC236}">
                    <a16:creationId xmlns:a16="http://schemas.microsoft.com/office/drawing/2014/main" id="{7D4AEDED-61A7-4C8A-B5E1-69F8A8CF3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30" name="Freeform 142">
                <a:extLst>
                  <a:ext uri="{FF2B5EF4-FFF2-40B4-BE49-F238E27FC236}">
                    <a16:creationId xmlns:a16="http://schemas.microsoft.com/office/drawing/2014/main" id="{E7C167D7-9221-406F-BEBF-E5400A82D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31" name="Freeform 143">
                <a:extLst>
                  <a:ext uri="{FF2B5EF4-FFF2-40B4-BE49-F238E27FC236}">
                    <a16:creationId xmlns:a16="http://schemas.microsoft.com/office/drawing/2014/main" id="{3F4F389D-5301-4633-8175-ADCB5B05D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1"/>
                  <a:gd name="T20" fmla="*/ 708 w 708"/>
                  <a:gd name="T21" fmla="*/ 571 h 5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32" name="Freeform 144">
                <a:extLst>
                  <a:ext uri="{FF2B5EF4-FFF2-40B4-BE49-F238E27FC236}">
                    <a16:creationId xmlns:a16="http://schemas.microsoft.com/office/drawing/2014/main" id="{854F7565-5FCF-4314-87D9-9720A842F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33" name="Freeform 145">
                <a:extLst>
                  <a:ext uri="{FF2B5EF4-FFF2-40B4-BE49-F238E27FC236}">
                    <a16:creationId xmlns:a16="http://schemas.microsoft.com/office/drawing/2014/main" id="{AF5B728B-0FC7-4D4A-A766-388E9B0C0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34" name="Freeform 146">
                <a:extLst>
                  <a:ext uri="{FF2B5EF4-FFF2-40B4-BE49-F238E27FC236}">
                    <a16:creationId xmlns:a16="http://schemas.microsoft.com/office/drawing/2014/main" id="{A8842DBF-DFE2-401B-82C0-86F1D9E3B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35" name="Freeform 147">
                <a:extLst>
                  <a:ext uri="{FF2B5EF4-FFF2-40B4-BE49-F238E27FC236}">
                    <a16:creationId xmlns:a16="http://schemas.microsoft.com/office/drawing/2014/main" id="{CCD20EC7-273D-4519-882C-DB403BC1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36" name="Freeform 148">
                <a:extLst>
                  <a:ext uri="{FF2B5EF4-FFF2-40B4-BE49-F238E27FC236}">
                    <a16:creationId xmlns:a16="http://schemas.microsoft.com/office/drawing/2014/main" id="{64380AD0-8F72-44D9-8DD4-49C23AADE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37" name="Freeform 149">
                <a:extLst>
                  <a:ext uri="{FF2B5EF4-FFF2-40B4-BE49-F238E27FC236}">
                    <a16:creationId xmlns:a16="http://schemas.microsoft.com/office/drawing/2014/main" id="{CF052489-822A-4946-B81A-7571823D2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38" name="Freeform 150">
                <a:extLst>
                  <a:ext uri="{FF2B5EF4-FFF2-40B4-BE49-F238E27FC236}">
                    <a16:creationId xmlns:a16="http://schemas.microsoft.com/office/drawing/2014/main" id="{522B88F2-8424-4B00-81A2-F6D7866E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39" name="Freeform 151">
                <a:extLst>
                  <a:ext uri="{FF2B5EF4-FFF2-40B4-BE49-F238E27FC236}">
                    <a16:creationId xmlns:a16="http://schemas.microsoft.com/office/drawing/2014/main" id="{C4C86C8E-E2DE-4250-9096-E6D9A751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40" name="Freeform 152">
                <a:extLst>
                  <a:ext uri="{FF2B5EF4-FFF2-40B4-BE49-F238E27FC236}">
                    <a16:creationId xmlns:a16="http://schemas.microsoft.com/office/drawing/2014/main" id="{304B7B35-6D5C-405A-8F60-9F4FB7AA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41" name="Freeform 153">
                <a:extLst>
                  <a:ext uri="{FF2B5EF4-FFF2-40B4-BE49-F238E27FC236}">
                    <a16:creationId xmlns:a16="http://schemas.microsoft.com/office/drawing/2014/main" id="{53437C59-433E-47DF-9F0F-A6F924B92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42" name="Freeform 154">
                <a:extLst>
                  <a:ext uri="{FF2B5EF4-FFF2-40B4-BE49-F238E27FC236}">
                    <a16:creationId xmlns:a16="http://schemas.microsoft.com/office/drawing/2014/main" id="{219C57EC-1EAD-495F-A8FE-780F05C36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43" name="Freeform 155">
                <a:extLst>
                  <a:ext uri="{FF2B5EF4-FFF2-40B4-BE49-F238E27FC236}">
                    <a16:creationId xmlns:a16="http://schemas.microsoft.com/office/drawing/2014/main" id="{CFF235AC-EE6C-4F7C-9565-192E1FECC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44" name="Freeform 156">
                <a:extLst>
                  <a:ext uri="{FF2B5EF4-FFF2-40B4-BE49-F238E27FC236}">
                    <a16:creationId xmlns:a16="http://schemas.microsoft.com/office/drawing/2014/main" id="{DA648D4A-A8C7-4336-8DD3-89D14BD89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45" name="Freeform 157">
                <a:extLst>
                  <a:ext uri="{FF2B5EF4-FFF2-40B4-BE49-F238E27FC236}">
                    <a16:creationId xmlns:a16="http://schemas.microsoft.com/office/drawing/2014/main" id="{C33B452B-5FC0-459D-A740-AAB359B1F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46" name="Freeform 158">
                <a:extLst>
                  <a:ext uri="{FF2B5EF4-FFF2-40B4-BE49-F238E27FC236}">
                    <a16:creationId xmlns:a16="http://schemas.microsoft.com/office/drawing/2014/main" id="{5E544C81-3639-4FF1-B6C7-ED21F9CDD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47" name="Freeform 159">
                <a:extLst>
                  <a:ext uri="{FF2B5EF4-FFF2-40B4-BE49-F238E27FC236}">
                    <a16:creationId xmlns:a16="http://schemas.microsoft.com/office/drawing/2014/main" id="{E527C95F-E683-4BC6-82EC-544E4DD2F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48" name="Freeform 160">
                <a:extLst>
                  <a:ext uri="{FF2B5EF4-FFF2-40B4-BE49-F238E27FC236}">
                    <a16:creationId xmlns:a16="http://schemas.microsoft.com/office/drawing/2014/main" id="{592A25A4-30C1-42E6-B7EB-44D9649F4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49" name="Freeform 161">
                <a:extLst>
                  <a:ext uri="{FF2B5EF4-FFF2-40B4-BE49-F238E27FC236}">
                    <a16:creationId xmlns:a16="http://schemas.microsoft.com/office/drawing/2014/main" id="{9BA9C58A-8939-4D65-957E-166074FA5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50" name="Line 162">
                <a:extLst>
                  <a:ext uri="{FF2B5EF4-FFF2-40B4-BE49-F238E27FC236}">
                    <a16:creationId xmlns:a16="http://schemas.microsoft.com/office/drawing/2014/main" id="{7D5564EB-3CDC-4C31-8569-F82E822568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51" name="Line 163">
                <a:extLst>
                  <a:ext uri="{FF2B5EF4-FFF2-40B4-BE49-F238E27FC236}">
                    <a16:creationId xmlns:a16="http://schemas.microsoft.com/office/drawing/2014/main" id="{73B32D09-F875-4BE2-99ED-535537A47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52" name="Line 164">
                <a:extLst>
                  <a:ext uri="{FF2B5EF4-FFF2-40B4-BE49-F238E27FC236}">
                    <a16:creationId xmlns:a16="http://schemas.microsoft.com/office/drawing/2014/main" id="{24748FCB-B515-4B15-A446-864C81C02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53" name="Rectangle 165">
                <a:extLst>
                  <a:ext uri="{FF2B5EF4-FFF2-40B4-BE49-F238E27FC236}">
                    <a16:creationId xmlns:a16="http://schemas.microsoft.com/office/drawing/2014/main" id="{3F467635-DD8B-45CB-81CC-30290EB07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54" name="Text Box 166">
                <a:extLst>
                  <a:ext uri="{FF2B5EF4-FFF2-40B4-BE49-F238E27FC236}">
                    <a16:creationId xmlns:a16="http://schemas.microsoft.com/office/drawing/2014/main" id="{DDA9EC57-9AC9-444B-8D66-2637263BA1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2055" name="Rectangle 167">
                <a:extLst>
                  <a:ext uri="{FF2B5EF4-FFF2-40B4-BE49-F238E27FC236}">
                    <a16:creationId xmlns:a16="http://schemas.microsoft.com/office/drawing/2014/main" id="{93F4DC7C-CF24-4E00-8641-742D6CD1C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56" name="Text Box 168">
                <a:extLst>
                  <a:ext uri="{FF2B5EF4-FFF2-40B4-BE49-F238E27FC236}">
                    <a16:creationId xmlns:a16="http://schemas.microsoft.com/office/drawing/2014/main" id="{F71DDCB6-45E6-4A04-B2CB-ACB8F063E3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2057" name="Rectangle 169">
                <a:extLst>
                  <a:ext uri="{FF2B5EF4-FFF2-40B4-BE49-F238E27FC236}">
                    <a16:creationId xmlns:a16="http://schemas.microsoft.com/office/drawing/2014/main" id="{AECEBFA1-3898-4D45-84CA-88B371E97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58" name="Text Box 170">
                <a:extLst>
                  <a:ext uri="{FF2B5EF4-FFF2-40B4-BE49-F238E27FC236}">
                    <a16:creationId xmlns:a16="http://schemas.microsoft.com/office/drawing/2014/main" id="{00FB3206-9DED-4EAF-A42E-F678278F90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2059" name="Line 171">
                <a:extLst>
                  <a:ext uri="{FF2B5EF4-FFF2-40B4-BE49-F238E27FC236}">
                    <a16:creationId xmlns:a16="http://schemas.microsoft.com/office/drawing/2014/main" id="{45015FDE-E95F-4399-BA96-806CAF0A6A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60" name="Line 172">
                <a:extLst>
                  <a:ext uri="{FF2B5EF4-FFF2-40B4-BE49-F238E27FC236}">
                    <a16:creationId xmlns:a16="http://schemas.microsoft.com/office/drawing/2014/main" id="{F843F55A-3C77-4B55-912F-C48BE3EE96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61" name="Line 173">
                <a:extLst>
                  <a:ext uri="{FF2B5EF4-FFF2-40B4-BE49-F238E27FC236}">
                    <a16:creationId xmlns:a16="http://schemas.microsoft.com/office/drawing/2014/main" id="{72B408C8-CE56-438F-AADB-735DE556AD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62" name="Line 174">
                <a:extLst>
                  <a:ext uri="{FF2B5EF4-FFF2-40B4-BE49-F238E27FC236}">
                    <a16:creationId xmlns:a16="http://schemas.microsoft.com/office/drawing/2014/main" id="{FE1DD871-3697-4AD5-985C-FED9E93563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63" name="Freeform 175">
                <a:extLst>
                  <a:ext uri="{FF2B5EF4-FFF2-40B4-BE49-F238E27FC236}">
                    <a16:creationId xmlns:a16="http://schemas.microsoft.com/office/drawing/2014/main" id="{9150EC8B-DE92-4A2A-A07A-9A34011A9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64" name="Freeform 176">
                <a:extLst>
                  <a:ext uri="{FF2B5EF4-FFF2-40B4-BE49-F238E27FC236}">
                    <a16:creationId xmlns:a16="http://schemas.microsoft.com/office/drawing/2014/main" id="{572FD2B8-3977-4C55-A950-06A94EC62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  <a:gd name="T6" fmla="*/ 0 w 1"/>
                  <a:gd name="T7" fmla="*/ 0 h 525"/>
                  <a:gd name="T8" fmla="*/ 1 w 1"/>
                  <a:gd name="T9" fmla="*/ 525 h 52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65" name="Freeform 177">
                <a:extLst>
                  <a:ext uri="{FF2B5EF4-FFF2-40B4-BE49-F238E27FC236}">
                    <a16:creationId xmlns:a16="http://schemas.microsoft.com/office/drawing/2014/main" id="{E4680277-665B-4654-A26D-B22FE12B9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66" name="Text Box 178">
                <a:extLst>
                  <a:ext uri="{FF2B5EF4-FFF2-40B4-BE49-F238E27FC236}">
                    <a16:creationId xmlns:a16="http://schemas.microsoft.com/office/drawing/2014/main" id="{A99963F3-C93E-4046-B5A2-BBCB61F509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2067" name="Text Box 179">
                <a:extLst>
                  <a:ext uri="{FF2B5EF4-FFF2-40B4-BE49-F238E27FC236}">
                    <a16:creationId xmlns:a16="http://schemas.microsoft.com/office/drawing/2014/main" id="{E2B7F88F-B68F-4094-917D-CC963C3F9C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2068" name="Text Box 180">
                <a:extLst>
                  <a:ext uri="{FF2B5EF4-FFF2-40B4-BE49-F238E27FC236}">
                    <a16:creationId xmlns:a16="http://schemas.microsoft.com/office/drawing/2014/main" id="{E9123D99-7037-4388-B6DA-93A728D51F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2069" name="Text Box 181">
                <a:extLst>
                  <a:ext uri="{FF2B5EF4-FFF2-40B4-BE49-F238E27FC236}">
                    <a16:creationId xmlns:a16="http://schemas.microsoft.com/office/drawing/2014/main" id="{E8259A40-8087-43B9-A40A-44EADBA336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2070" name="Text Box 182">
                <a:extLst>
                  <a:ext uri="{FF2B5EF4-FFF2-40B4-BE49-F238E27FC236}">
                    <a16:creationId xmlns:a16="http://schemas.microsoft.com/office/drawing/2014/main" id="{95B3BD76-AE7B-471F-94D2-603FDE5044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2071" name="Text Box 183">
                <a:extLst>
                  <a:ext uri="{FF2B5EF4-FFF2-40B4-BE49-F238E27FC236}">
                    <a16:creationId xmlns:a16="http://schemas.microsoft.com/office/drawing/2014/main" id="{F6751E46-88B1-4F5C-A230-C48A28F38F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2072" name="Text Box 184">
                <a:extLst>
                  <a:ext uri="{FF2B5EF4-FFF2-40B4-BE49-F238E27FC236}">
                    <a16:creationId xmlns:a16="http://schemas.microsoft.com/office/drawing/2014/main" id="{12C2A57A-2534-4CF7-BDE5-0B9E225FC1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2073" name="Text Box 185">
                <a:extLst>
                  <a:ext uri="{FF2B5EF4-FFF2-40B4-BE49-F238E27FC236}">
                    <a16:creationId xmlns:a16="http://schemas.microsoft.com/office/drawing/2014/main" id="{D63616CA-6E44-458B-8330-19DDD0BEDC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2074" name="Text Box 186">
                <a:extLst>
                  <a:ext uri="{FF2B5EF4-FFF2-40B4-BE49-F238E27FC236}">
                    <a16:creationId xmlns:a16="http://schemas.microsoft.com/office/drawing/2014/main" id="{420EA839-E0EB-4777-A950-B2A93D065A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2075" name="Text Box 187">
                <a:extLst>
                  <a:ext uri="{FF2B5EF4-FFF2-40B4-BE49-F238E27FC236}">
                    <a16:creationId xmlns:a16="http://schemas.microsoft.com/office/drawing/2014/main" id="{827AAB45-1A10-4BB9-B01E-899172C4BD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2076" name="Text Box 188">
                <a:extLst>
                  <a:ext uri="{FF2B5EF4-FFF2-40B4-BE49-F238E27FC236}">
                    <a16:creationId xmlns:a16="http://schemas.microsoft.com/office/drawing/2014/main" id="{75EBE186-1FA3-4027-8AF0-47D054839B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32077" name="Line 189">
                <a:extLst>
                  <a:ext uri="{FF2B5EF4-FFF2-40B4-BE49-F238E27FC236}">
                    <a16:creationId xmlns:a16="http://schemas.microsoft.com/office/drawing/2014/main" id="{F7E3D5A4-5D8F-45BF-B9AB-79D61E890A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78" name="Text Box 190">
                <a:extLst>
                  <a:ext uri="{FF2B5EF4-FFF2-40B4-BE49-F238E27FC236}">
                    <a16:creationId xmlns:a16="http://schemas.microsoft.com/office/drawing/2014/main" id="{D61AF0D6-6195-4271-9AFF-0704F9C4DF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2079" name="Text Box 191">
                <a:extLst>
                  <a:ext uri="{FF2B5EF4-FFF2-40B4-BE49-F238E27FC236}">
                    <a16:creationId xmlns:a16="http://schemas.microsoft.com/office/drawing/2014/main" id="{0E325866-3204-4B74-80D4-44665E44E4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32080" name="Text Box 192">
                <a:extLst>
                  <a:ext uri="{FF2B5EF4-FFF2-40B4-BE49-F238E27FC236}">
                    <a16:creationId xmlns:a16="http://schemas.microsoft.com/office/drawing/2014/main" id="{FB1E4A63-FDB5-4243-AA43-5E13F1BE42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2081" name="Text Box 193">
                <a:extLst>
                  <a:ext uri="{FF2B5EF4-FFF2-40B4-BE49-F238E27FC236}">
                    <a16:creationId xmlns:a16="http://schemas.microsoft.com/office/drawing/2014/main" id="{997B48BD-F143-4581-81BF-83837A5FEB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2082" name="Text Box 194">
                <a:extLst>
                  <a:ext uri="{FF2B5EF4-FFF2-40B4-BE49-F238E27FC236}">
                    <a16:creationId xmlns:a16="http://schemas.microsoft.com/office/drawing/2014/main" id="{D9D26CB8-0F62-474E-8C7F-A0AEF29042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行</a:t>
                </a:r>
              </a:p>
            </p:txBody>
          </p:sp>
          <p:sp>
            <p:nvSpPr>
              <p:cNvPr id="32083" name="Text Box 195">
                <a:extLst>
                  <a:ext uri="{FF2B5EF4-FFF2-40B4-BE49-F238E27FC236}">
                    <a16:creationId xmlns:a16="http://schemas.microsoft.com/office/drawing/2014/main" id="{F6BB4D2C-61EF-4DFC-A7B2-704D78665C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32084" name="Text Box 196">
                <a:extLst>
                  <a:ext uri="{FF2B5EF4-FFF2-40B4-BE49-F238E27FC236}">
                    <a16:creationId xmlns:a16="http://schemas.microsoft.com/office/drawing/2014/main" id="{4982335F-01AF-4471-9CBB-341045C5DF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32085" name="Text Box 197">
                <a:extLst>
                  <a:ext uri="{FF2B5EF4-FFF2-40B4-BE49-F238E27FC236}">
                    <a16:creationId xmlns:a16="http://schemas.microsoft.com/office/drawing/2014/main" id="{05DD0081-9DBB-4FA2-B8CC-173260D81A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32086" name="Text Box 198">
                <a:extLst>
                  <a:ext uri="{FF2B5EF4-FFF2-40B4-BE49-F238E27FC236}">
                    <a16:creationId xmlns:a16="http://schemas.microsoft.com/office/drawing/2014/main" id="{D7CF03A5-BA69-4E49-8F37-19ACAAAEF0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32087" name="Text Box 199">
                <a:extLst>
                  <a:ext uri="{FF2B5EF4-FFF2-40B4-BE49-F238E27FC236}">
                    <a16:creationId xmlns:a16="http://schemas.microsoft.com/office/drawing/2014/main" id="{332477FF-ECA5-4FC1-8649-ED4CB871A0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列</a:t>
                </a:r>
              </a:p>
            </p:txBody>
          </p:sp>
          <p:sp>
            <p:nvSpPr>
              <p:cNvPr id="32088" name="Text Box 200">
                <a:extLst>
                  <a:ext uri="{FF2B5EF4-FFF2-40B4-BE49-F238E27FC236}">
                    <a16:creationId xmlns:a16="http://schemas.microsoft.com/office/drawing/2014/main" id="{0D01CAF9-0F56-4B4E-8BC7-163E16ED21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32089" name="Text Box 201">
                <a:extLst>
                  <a:ext uri="{FF2B5EF4-FFF2-40B4-BE49-F238E27FC236}">
                    <a16:creationId xmlns:a16="http://schemas.microsoft.com/office/drawing/2014/main" id="{339615E8-ADDA-409E-A92E-6A1A9073D0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32090" name="Text Box 202">
                <a:extLst>
                  <a:ext uri="{FF2B5EF4-FFF2-40B4-BE49-F238E27FC236}">
                    <a16:creationId xmlns:a16="http://schemas.microsoft.com/office/drawing/2014/main" id="{28D9DB92-DA6A-4532-80DE-F52AFFEC0B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32091" name="Text Box 203">
                <a:extLst>
                  <a:ext uri="{FF2B5EF4-FFF2-40B4-BE49-F238E27FC236}">
                    <a16:creationId xmlns:a16="http://schemas.microsoft.com/office/drawing/2014/main" id="{7522D985-24CA-4AD3-8E49-884476A073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32092" name="Text Box 204">
                <a:extLst>
                  <a:ext uri="{FF2B5EF4-FFF2-40B4-BE49-F238E27FC236}">
                    <a16:creationId xmlns:a16="http://schemas.microsoft.com/office/drawing/2014/main" id="{E49FD1D6-9ACD-40AE-94A6-202ECD50C0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2093" name="Text Box 205">
                <a:extLst>
                  <a:ext uri="{FF2B5EF4-FFF2-40B4-BE49-F238E27FC236}">
                    <a16:creationId xmlns:a16="http://schemas.microsoft.com/office/drawing/2014/main" id="{5615A4B8-9B4A-4FA1-9735-515961EF1C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32094" name="Text Box 206">
                <a:extLst>
                  <a:ext uri="{FF2B5EF4-FFF2-40B4-BE49-F238E27FC236}">
                    <a16:creationId xmlns:a16="http://schemas.microsoft.com/office/drawing/2014/main" id="{A465607C-F922-42D7-B945-E32C1B1A8D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32095" name="Text Box 207">
                <a:extLst>
                  <a:ext uri="{FF2B5EF4-FFF2-40B4-BE49-F238E27FC236}">
                    <a16:creationId xmlns:a16="http://schemas.microsoft.com/office/drawing/2014/main" id="{9DEEA729-12C6-46C2-A856-6D40D05CE3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32096" name="Line 208">
                <a:extLst>
                  <a:ext uri="{FF2B5EF4-FFF2-40B4-BE49-F238E27FC236}">
                    <a16:creationId xmlns:a16="http://schemas.microsoft.com/office/drawing/2014/main" id="{AE7C8E8E-C297-4EE0-996D-490DC81EA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97" name="Line 209">
                <a:extLst>
                  <a:ext uri="{FF2B5EF4-FFF2-40B4-BE49-F238E27FC236}">
                    <a16:creationId xmlns:a16="http://schemas.microsoft.com/office/drawing/2014/main" id="{96FE2B7C-CB35-4A27-97E4-4EF4D26568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98" name="Line 210">
                <a:extLst>
                  <a:ext uri="{FF2B5EF4-FFF2-40B4-BE49-F238E27FC236}">
                    <a16:creationId xmlns:a16="http://schemas.microsoft.com/office/drawing/2014/main" id="{3191AE8D-B839-46BB-9828-6DB5F2837D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99" name="Line 211">
                <a:extLst>
                  <a:ext uri="{FF2B5EF4-FFF2-40B4-BE49-F238E27FC236}">
                    <a16:creationId xmlns:a16="http://schemas.microsoft.com/office/drawing/2014/main" id="{3F8B968C-5888-446E-A5AF-F25FC0D00B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00" name="Line 212">
                <a:extLst>
                  <a:ext uri="{FF2B5EF4-FFF2-40B4-BE49-F238E27FC236}">
                    <a16:creationId xmlns:a16="http://schemas.microsoft.com/office/drawing/2014/main" id="{B810D355-2274-4513-B52C-872CE4C47C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01" name="Line 213">
                <a:extLst>
                  <a:ext uri="{FF2B5EF4-FFF2-40B4-BE49-F238E27FC236}">
                    <a16:creationId xmlns:a16="http://schemas.microsoft.com/office/drawing/2014/main" id="{86318FE7-737A-4A53-AD5F-C982BD9DDA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02" name="Line 214">
                <a:extLst>
                  <a:ext uri="{FF2B5EF4-FFF2-40B4-BE49-F238E27FC236}">
                    <a16:creationId xmlns:a16="http://schemas.microsoft.com/office/drawing/2014/main" id="{A3561EBB-E438-4208-9D06-5B7FB1C9EB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03" name="Line 215">
                <a:extLst>
                  <a:ext uri="{FF2B5EF4-FFF2-40B4-BE49-F238E27FC236}">
                    <a16:creationId xmlns:a16="http://schemas.microsoft.com/office/drawing/2014/main" id="{71B12B17-611F-4844-A20E-F03EA36942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04" name="Line 216">
                <a:extLst>
                  <a:ext uri="{FF2B5EF4-FFF2-40B4-BE49-F238E27FC236}">
                    <a16:creationId xmlns:a16="http://schemas.microsoft.com/office/drawing/2014/main" id="{0F01114D-99EB-463F-9809-4CEF4F52E1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05" name="Line 217">
                <a:extLst>
                  <a:ext uri="{FF2B5EF4-FFF2-40B4-BE49-F238E27FC236}">
                    <a16:creationId xmlns:a16="http://schemas.microsoft.com/office/drawing/2014/main" id="{217E32B4-2772-4C88-85B3-49CF9A4FD6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06" name="Text Box 218">
                <a:extLst>
                  <a:ext uri="{FF2B5EF4-FFF2-40B4-BE49-F238E27FC236}">
                    <a16:creationId xmlns:a16="http://schemas.microsoft.com/office/drawing/2014/main" id="{2A872F9D-1BA8-4C01-B285-BE5F6C0421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WE</a:t>
                </a:r>
              </a:p>
            </p:txBody>
          </p:sp>
          <p:sp>
            <p:nvSpPr>
              <p:cNvPr id="32107" name="Line 219">
                <a:extLst>
                  <a:ext uri="{FF2B5EF4-FFF2-40B4-BE49-F238E27FC236}">
                    <a16:creationId xmlns:a16="http://schemas.microsoft.com/office/drawing/2014/main" id="{91D0C355-2CD3-45B3-B7F5-3D6BCD8F8B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08" name="Text Box 220">
                <a:extLst>
                  <a:ext uri="{FF2B5EF4-FFF2-40B4-BE49-F238E27FC236}">
                    <a16:creationId xmlns:a16="http://schemas.microsoft.com/office/drawing/2014/main" id="{942D19B0-87ED-4C5A-BEFB-4C186889DD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CS</a:t>
                </a:r>
              </a:p>
            </p:txBody>
          </p:sp>
          <p:sp>
            <p:nvSpPr>
              <p:cNvPr id="32109" name="Line 221">
                <a:extLst>
                  <a:ext uri="{FF2B5EF4-FFF2-40B4-BE49-F238E27FC236}">
                    <a16:creationId xmlns:a16="http://schemas.microsoft.com/office/drawing/2014/main" id="{20541575-7FAA-47DB-AD57-E5B983369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1858" name="Group 222">
              <a:extLst>
                <a:ext uri="{FF2B5EF4-FFF2-40B4-BE49-F238E27FC236}">
                  <a16:creationId xmlns:a16="http://schemas.microsoft.com/office/drawing/2014/main" id="{4332606D-82C7-40E8-BCCA-9C86F13CFA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1649"/>
              <a:ext cx="4166" cy="1237"/>
              <a:chOff x="915" y="1649"/>
              <a:chExt cx="4166" cy="1237"/>
            </a:xfrm>
          </p:grpSpPr>
          <p:grpSp>
            <p:nvGrpSpPr>
              <p:cNvPr id="31859" name="Group 223">
                <a:extLst>
                  <a:ext uri="{FF2B5EF4-FFF2-40B4-BE49-F238E27FC236}">
                    <a16:creationId xmlns:a16="http://schemas.microsoft.com/office/drawing/2014/main" id="{F075E0AF-8690-4645-BFB1-E0BCBDF0C1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33"/>
                <a:ext cx="3945" cy="253"/>
                <a:chOff x="915" y="2633"/>
                <a:chExt cx="3945" cy="253"/>
              </a:xfrm>
            </p:grpSpPr>
            <p:grpSp>
              <p:nvGrpSpPr>
                <p:cNvPr id="31868" name="Group 224">
                  <a:extLst>
                    <a:ext uri="{FF2B5EF4-FFF2-40B4-BE49-F238E27FC236}">
                      <a16:creationId xmlns:a16="http://schemas.microsoft.com/office/drawing/2014/main" id="{7AB80097-BFD1-4C63-948B-BB98387F3E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31901" name="Freeform 225">
                    <a:extLst>
                      <a:ext uri="{FF2B5EF4-FFF2-40B4-BE49-F238E27FC236}">
                        <a16:creationId xmlns:a16="http://schemas.microsoft.com/office/drawing/2014/main" id="{378B4A06-7E1D-4E4E-B8E6-F9A297CD03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902" name="Freeform 226">
                    <a:extLst>
                      <a:ext uri="{FF2B5EF4-FFF2-40B4-BE49-F238E27FC236}">
                        <a16:creationId xmlns:a16="http://schemas.microsoft.com/office/drawing/2014/main" id="{83EF1685-2061-4B1D-B60A-5E5E805A0D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903" name="Freeform 227">
                    <a:extLst>
                      <a:ext uri="{FF2B5EF4-FFF2-40B4-BE49-F238E27FC236}">
                        <a16:creationId xmlns:a16="http://schemas.microsoft.com/office/drawing/2014/main" id="{944E42E0-E464-4F39-BA49-0031937CA8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904" name="Freeform 228">
                    <a:extLst>
                      <a:ext uri="{FF2B5EF4-FFF2-40B4-BE49-F238E27FC236}">
                        <a16:creationId xmlns:a16="http://schemas.microsoft.com/office/drawing/2014/main" id="{6C16A09C-A5CE-44BD-ACF2-44E2AD10C0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  <a:gd name="T6" fmla="*/ 0 w 1"/>
                      <a:gd name="T7" fmla="*/ 0 h 178"/>
                      <a:gd name="T8" fmla="*/ 1 w 1"/>
                      <a:gd name="T9" fmla="*/ 178 h 178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905" name="Freeform 229">
                    <a:extLst>
                      <a:ext uri="{FF2B5EF4-FFF2-40B4-BE49-F238E27FC236}">
                        <a16:creationId xmlns:a16="http://schemas.microsoft.com/office/drawing/2014/main" id="{6F508F2E-E1E0-48B5-924A-57D5B62EC5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  <a:gd name="T6" fmla="*/ 0 w 3858"/>
                      <a:gd name="T7" fmla="*/ 0 h 2"/>
                      <a:gd name="T8" fmla="*/ 3858 w 3858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31869" name="Group 230">
                  <a:extLst>
                    <a:ext uri="{FF2B5EF4-FFF2-40B4-BE49-F238E27FC236}">
                      <a16:creationId xmlns:a16="http://schemas.microsoft.com/office/drawing/2014/main" id="{D8D7B2E2-C79C-4582-B689-95F37106CE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13" y="2633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1894" name="Group 231">
                    <a:extLst>
                      <a:ext uri="{FF2B5EF4-FFF2-40B4-BE49-F238E27FC236}">
                        <a16:creationId xmlns:a16="http://schemas.microsoft.com/office/drawing/2014/main" id="{174B975C-24D2-461F-B4C1-6C0E223F842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1899" name="Line 232">
                      <a:extLst>
                        <a:ext uri="{FF2B5EF4-FFF2-40B4-BE49-F238E27FC236}">
                          <a16:creationId xmlns:a16="http://schemas.microsoft.com/office/drawing/2014/main" id="{3F5B9CB1-7EF5-4029-8968-9D408DD875E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900" name="Line 233">
                      <a:extLst>
                        <a:ext uri="{FF2B5EF4-FFF2-40B4-BE49-F238E27FC236}">
                          <a16:creationId xmlns:a16="http://schemas.microsoft.com/office/drawing/2014/main" id="{5F595D90-A050-4FA8-A1BE-A1041FFA464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1895" name="Freeform 234">
                    <a:extLst>
                      <a:ext uri="{FF2B5EF4-FFF2-40B4-BE49-F238E27FC236}">
                        <a16:creationId xmlns:a16="http://schemas.microsoft.com/office/drawing/2014/main" id="{E7433AA9-DE3F-432E-851E-D891A312B9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1896" name="Group 235">
                    <a:extLst>
                      <a:ext uri="{FF2B5EF4-FFF2-40B4-BE49-F238E27FC236}">
                        <a16:creationId xmlns:a16="http://schemas.microsoft.com/office/drawing/2014/main" id="{0755111E-85F2-483D-98F1-E136642C32B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1897" name="Line 236">
                      <a:extLst>
                        <a:ext uri="{FF2B5EF4-FFF2-40B4-BE49-F238E27FC236}">
                          <a16:creationId xmlns:a16="http://schemas.microsoft.com/office/drawing/2014/main" id="{04FBB0FA-A650-48F8-9BDC-25F5191042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898" name="Line 237">
                      <a:extLst>
                        <a:ext uri="{FF2B5EF4-FFF2-40B4-BE49-F238E27FC236}">
                          <a16:creationId xmlns:a16="http://schemas.microsoft.com/office/drawing/2014/main" id="{06CE8619-93AD-4B85-9926-347AEC2A699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1870" name="Group 238">
                  <a:extLst>
                    <a:ext uri="{FF2B5EF4-FFF2-40B4-BE49-F238E27FC236}">
                      <a16:creationId xmlns:a16="http://schemas.microsoft.com/office/drawing/2014/main" id="{32BEE3F7-2974-49A7-83E3-DAECA3E466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65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1887" name="Group 239">
                    <a:extLst>
                      <a:ext uri="{FF2B5EF4-FFF2-40B4-BE49-F238E27FC236}">
                        <a16:creationId xmlns:a16="http://schemas.microsoft.com/office/drawing/2014/main" id="{1BD10277-8748-40F2-8B0D-2F6CFC4F30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1892" name="Line 240">
                      <a:extLst>
                        <a:ext uri="{FF2B5EF4-FFF2-40B4-BE49-F238E27FC236}">
                          <a16:creationId xmlns:a16="http://schemas.microsoft.com/office/drawing/2014/main" id="{DC408EDC-9115-476C-BA04-6A81385B0B5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893" name="Line 241">
                      <a:extLst>
                        <a:ext uri="{FF2B5EF4-FFF2-40B4-BE49-F238E27FC236}">
                          <a16:creationId xmlns:a16="http://schemas.microsoft.com/office/drawing/2014/main" id="{2C7207C0-A72A-4F4A-9D0C-A09E2337942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1888" name="Freeform 242">
                    <a:extLst>
                      <a:ext uri="{FF2B5EF4-FFF2-40B4-BE49-F238E27FC236}">
                        <a16:creationId xmlns:a16="http://schemas.microsoft.com/office/drawing/2014/main" id="{7D71C195-ACCB-4F27-876A-7E3B1A8CBA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1889" name="Group 243">
                    <a:extLst>
                      <a:ext uri="{FF2B5EF4-FFF2-40B4-BE49-F238E27FC236}">
                        <a16:creationId xmlns:a16="http://schemas.microsoft.com/office/drawing/2014/main" id="{4F52FABB-EE48-4738-91EC-EFF92C5B4E2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1890" name="Line 244">
                      <a:extLst>
                        <a:ext uri="{FF2B5EF4-FFF2-40B4-BE49-F238E27FC236}">
                          <a16:creationId xmlns:a16="http://schemas.microsoft.com/office/drawing/2014/main" id="{FCB7FA7D-002F-421B-8F33-A9E23261B12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891" name="Line 245">
                      <a:extLst>
                        <a:ext uri="{FF2B5EF4-FFF2-40B4-BE49-F238E27FC236}">
                          <a16:creationId xmlns:a16="http://schemas.microsoft.com/office/drawing/2014/main" id="{1EAD29C5-2E3B-4269-9A92-EA466241839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1871" name="Group 246">
                  <a:extLst>
                    <a:ext uri="{FF2B5EF4-FFF2-40B4-BE49-F238E27FC236}">
                      <a16:creationId xmlns:a16="http://schemas.microsoft.com/office/drawing/2014/main" id="{D66CDB2D-CEE1-4D4B-AD79-5D1648CFA5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17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1880" name="Group 247">
                    <a:extLst>
                      <a:ext uri="{FF2B5EF4-FFF2-40B4-BE49-F238E27FC236}">
                        <a16:creationId xmlns:a16="http://schemas.microsoft.com/office/drawing/2014/main" id="{80D2DC26-F3F6-42F9-A816-2BAF5231C2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1885" name="Line 248">
                      <a:extLst>
                        <a:ext uri="{FF2B5EF4-FFF2-40B4-BE49-F238E27FC236}">
                          <a16:creationId xmlns:a16="http://schemas.microsoft.com/office/drawing/2014/main" id="{E53DFA1F-7773-4A3A-920E-6084DEBCCB7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886" name="Line 249">
                      <a:extLst>
                        <a:ext uri="{FF2B5EF4-FFF2-40B4-BE49-F238E27FC236}">
                          <a16:creationId xmlns:a16="http://schemas.microsoft.com/office/drawing/2014/main" id="{D90CC484-6166-4314-B2DC-FD73CB01BD1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1881" name="Freeform 250">
                    <a:extLst>
                      <a:ext uri="{FF2B5EF4-FFF2-40B4-BE49-F238E27FC236}">
                        <a16:creationId xmlns:a16="http://schemas.microsoft.com/office/drawing/2014/main" id="{689DE62D-FE11-458A-BE33-E19DD39069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1882" name="Group 251">
                    <a:extLst>
                      <a:ext uri="{FF2B5EF4-FFF2-40B4-BE49-F238E27FC236}">
                        <a16:creationId xmlns:a16="http://schemas.microsoft.com/office/drawing/2014/main" id="{9BF32560-461A-439E-9493-80051DECC6B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1883" name="Line 252">
                      <a:extLst>
                        <a:ext uri="{FF2B5EF4-FFF2-40B4-BE49-F238E27FC236}">
                          <a16:creationId xmlns:a16="http://schemas.microsoft.com/office/drawing/2014/main" id="{BAAD4A0A-C643-4E12-9EDB-3E53D1AB567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884" name="Line 253">
                      <a:extLst>
                        <a:ext uri="{FF2B5EF4-FFF2-40B4-BE49-F238E27FC236}">
                          <a16:creationId xmlns:a16="http://schemas.microsoft.com/office/drawing/2014/main" id="{4CB89688-81A8-4C49-A38A-0B60083D3F1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1872" name="Group 254">
                  <a:extLst>
                    <a:ext uri="{FF2B5EF4-FFF2-40B4-BE49-F238E27FC236}">
                      <a16:creationId xmlns:a16="http://schemas.microsoft.com/office/drawing/2014/main" id="{1699C712-9113-46F1-957F-D4D55F4622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68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1873" name="Group 255">
                    <a:extLst>
                      <a:ext uri="{FF2B5EF4-FFF2-40B4-BE49-F238E27FC236}">
                        <a16:creationId xmlns:a16="http://schemas.microsoft.com/office/drawing/2014/main" id="{560287C1-065F-4761-8DEE-0DDEBD1E0B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1878" name="Line 256">
                      <a:extLst>
                        <a:ext uri="{FF2B5EF4-FFF2-40B4-BE49-F238E27FC236}">
                          <a16:creationId xmlns:a16="http://schemas.microsoft.com/office/drawing/2014/main" id="{83146C61-F536-4A18-89F8-CDCF2D76C4E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879" name="Line 257">
                      <a:extLst>
                        <a:ext uri="{FF2B5EF4-FFF2-40B4-BE49-F238E27FC236}">
                          <a16:creationId xmlns:a16="http://schemas.microsoft.com/office/drawing/2014/main" id="{DAEE8F6A-8D4D-4267-A5F9-05080B872B8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1874" name="Freeform 258">
                    <a:extLst>
                      <a:ext uri="{FF2B5EF4-FFF2-40B4-BE49-F238E27FC236}">
                        <a16:creationId xmlns:a16="http://schemas.microsoft.com/office/drawing/2014/main" id="{89566D57-F9E3-44B6-B739-D9AABD6BEA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1875" name="Group 259">
                    <a:extLst>
                      <a:ext uri="{FF2B5EF4-FFF2-40B4-BE49-F238E27FC236}">
                        <a16:creationId xmlns:a16="http://schemas.microsoft.com/office/drawing/2014/main" id="{C9899ECA-B39E-49CF-98E7-E144AEC0AE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1876" name="Line 260">
                      <a:extLst>
                        <a:ext uri="{FF2B5EF4-FFF2-40B4-BE49-F238E27FC236}">
                          <a16:creationId xmlns:a16="http://schemas.microsoft.com/office/drawing/2014/main" id="{066650E2-CFF6-4AFA-ACCA-B09016226CD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877" name="Line 261">
                      <a:extLst>
                        <a:ext uri="{FF2B5EF4-FFF2-40B4-BE49-F238E27FC236}">
                          <a16:creationId xmlns:a16="http://schemas.microsoft.com/office/drawing/2014/main" id="{27B5EE38-0E71-4B96-A582-5E9F3422C5F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31860" name="Rectangle 262">
                <a:extLst>
                  <a:ext uri="{FF2B5EF4-FFF2-40B4-BE49-F238E27FC236}">
                    <a16:creationId xmlns:a16="http://schemas.microsoft.com/office/drawing/2014/main" id="{14EC1734-DF06-4A49-9F41-D30C428FF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1861" name="Text Box 263">
                <a:extLst>
                  <a:ext uri="{FF2B5EF4-FFF2-40B4-BE49-F238E27FC236}">
                    <a16:creationId xmlns:a16="http://schemas.microsoft.com/office/drawing/2014/main" id="{9D058750-DCDA-4139-A175-23AA187CCD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2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1862" name="Rectangle 264">
                <a:extLst>
                  <a:ext uri="{FF2B5EF4-FFF2-40B4-BE49-F238E27FC236}">
                    <a16:creationId xmlns:a16="http://schemas.microsoft.com/office/drawing/2014/main" id="{E4D52B73-B25D-4343-923D-95C6DE4CC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31863" name="Rectangle 265">
                <a:extLst>
                  <a:ext uri="{FF2B5EF4-FFF2-40B4-BE49-F238E27FC236}">
                    <a16:creationId xmlns:a16="http://schemas.microsoft.com/office/drawing/2014/main" id="{D45AC5CE-DACF-42F8-913D-633B8D4C5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31864" name="Rectangle 266">
                <a:extLst>
                  <a:ext uri="{FF2B5EF4-FFF2-40B4-BE49-F238E27FC236}">
                    <a16:creationId xmlns:a16="http://schemas.microsoft.com/office/drawing/2014/main" id="{43B2A7B0-30B4-455E-91CA-21288D5AA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31865" name="Text Box 267">
                <a:extLst>
                  <a:ext uri="{FF2B5EF4-FFF2-40B4-BE49-F238E27FC236}">
                    <a16:creationId xmlns:a16="http://schemas.microsoft.com/office/drawing/2014/main" id="{5941E249-88F3-4A6A-9E34-C125D40167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6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1866" name="Text Box 268">
                <a:extLst>
                  <a:ext uri="{FF2B5EF4-FFF2-40B4-BE49-F238E27FC236}">
                    <a16:creationId xmlns:a16="http://schemas.microsoft.com/office/drawing/2014/main" id="{626059E2-66ED-484A-B712-9106446487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64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1867" name="Text Box 269">
                <a:extLst>
                  <a:ext uri="{FF2B5EF4-FFF2-40B4-BE49-F238E27FC236}">
                    <a16:creationId xmlns:a16="http://schemas.microsoft.com/office/drawing/2014/main" id="{B84FD726-BCD5-4586-85C7-19897D104B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19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</p:grpSp>
      <p:grpSp>
        <p:nvGrpSpPr>
          <p:cNvPr id="31747" name="Group 270">
            <a:extLst>
              <a:ext uri="{FF2B5EF4-FFF2-40B4-BE49-F238E27FC236}">
                <a16:creationId xmlns:a16="http://schemas.microsoft.com/office/drawing/2014/main" id="{73D8494D-8C7B-48EC-AA14-FFE1F58A3443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4179888"/>
            <a:ext cx="6262687" cy="401637"/>
            <a:chOff x="915" y="2633"/>
            <a:chExt cx="3945" cy="253"/>
          </a:xfrm>
        </p:grpSpPr>
        <p:grpSp>
          <p:nvGrpSpPr>
            <p:cNvPr id="31819" name="Group 271">
              <a:extLst>
                <a:ext uri="{FF2B5EF4-FFF2-40B4-BE49-F238E27FC236}">
                  <a16:creationId xmlns:a16="http://schemas.microsoft.com/office/drawing/2014/main" id="{36D3850A-93E4-4316-B3B7-0DF412CC60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31852" name="Freeform 272">
                <a:extLst>
                  <a:ext uri="{FF2B5EF4-FFF2-40B4-BE49-F238E27FC236}">
                    <a16:creationId xmlns:a16="http://schemas.microsoft.com/office/drawing/2014/main" id="{3868FAD5-4E46-4FD2-BFDD-B7279D3C2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853" name="Freeform 273">
                <a:extLst>
                  <a:ext uri="{FF2B5EF4-FFF2-40B4-BE49-F238E27FC236}">
                    <a16:creationId xmlns:a16="http://schemas.microsoft.com/office/drawing/2014/main" id="{738118FB-38C3-421C-B2BE-D71C5CFC2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854" name="Freeform 274">
                <a:extLst>
                  <a:ext uri="{FF2B5EF4-FFF2-40B4-BE49-F238E27FC236}">
                    <a16:creationId xmlns:a16="http://schemas.microsoft.com/office/drawing/2014/main" id="{8142CAE8-3EB5-40CB-BF49-93951F05A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855" name="Freeform 275">
                <a:extLst>
                  <a:ext uri="{FF2B5EF4-FFF2-40B4-BE49-F238E27FC236}">
                    <a16:creationId xmlns:a16="http://schemas.microsoft.com/office/drawing/2014/main" id="{1DF72CCA-F139-4733-89F2-E516B7A0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  <a:gd name="T6" fmla="*/ 0 w 1"/>
                  <a:gd name="T7" fmla="*/ 0 h 178"/>
                  <a:gd name="T8" fmla="*/ 1 w 1"/>
                  <a:gd name="T9" fmla="*/ 178 h 17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856" name="Freeform 276">
                <a:extLst>
                  <a:ext uri="{FF2B5EF4-FFF2-40B4-BE49-F238E27FC236}">
                    <a16:creationId xmlns:a16="http://schemas.microsoft.com/office/drawing/2014/main" id="{873FD788-8CA6-4EB9-A248-B334A182C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  <a:gd name="T6" fmla="*/ 0 w 3858"/>
                  <a:gd name="T7" fmla="*/ 0 h 2"/>
                  <a:gd name="T8" fmla="*/ 3858 w 385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1820" name="Group 277">
              <a:extLst>
                <a:ext uri="{FF2B5EF4-FFF2-40B4-BE49-F238E27FC236}">
                  <a16:creationId xmlns:a16="http://schemas.microsoft.com/office/drawing/2014/main" id="{ABD8E664-8C58-4268-B6D9-DAD8A3AA83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3" y="2633"/>
              <a:ext cx="192" cy="158"/>
              <a:chOff x="1213" y="2633"/>
              <a:chExt cx="192" cy="158"/>
            </a:xfrm>
          </p:grpSpPr>
          <p:grpSp>
            <p:nvGrpSpPr>
              <p:cNvPr id="31845" name="Group 278">
                <a:extLst>
                  <a:ext uri="{FF2B5EF4-FFF2-40B4-BE49-F238E27FC236}">
                    <a16:creationId xmlns:a16="http://schemas.microsoft.com/office/drawing/2014/main" id="{FD583F93-CAD9-46E1-B9EE-CAC45FB405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1302" y="2688"/>
                <a:ext cx="158" cy="48"/>
                <a:chOff x="3459" y="1296"/>
                <a:chExt cx="243" cy="48"/>
              </a:xfrm>
            </p:grpSpPr>
            <p:sp>
              <p:nvSpPr>
                <p:cNvPr id="31850" name="Line 279">
                  <a:extLst>
                    <a:ext uri="{FF2B5EF4-FFF2-40B4-BE49-F238E27FC236}">
                      <a16:creationId xmlns:a16="http://schemas.microsoft.com/office/drawing/2014/main" id="{EAAFFFE2-D2D8-481A-A5BD-C7FA4B43C9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51" name="Line 280">
                  <a:extLst>
                    <a:ext uri="{FF2B5EF4-FFF2-40B4-BE49-F238E27FC236}">
                      <a16:creationId xmlns:a16="http://schemas.microsoft.com/office/drawing/2014/main" id="{04F3232F-9099-4B8E-A3AB-B7EC58776F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1846" name="Freeform 281">
                <a:extLst>
                  <a:ext uri="{FF2B5EF4-FFF2-40B4-BE49-F238E27FC236}">
                    <a16:creationId xmlns:a16="http://schemas.microsoft.com/office/drawing/2014/main" id="{ABC3D62B-392C-4FEF-9EC2-D8539BA1E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708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1847" name="Group 282">
                <a:extLst>
                  <a:ext uri="{FF2B5EF4-FFF2-40B4-BE49-F238E27FC236}">
                    <a16:creationId xmlns:a16="http://schemas.microsoft.com/office/drawing/2014/main" id="{A48D1EA1-0A89-4303-AAE7-8FF87ABF24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1158" y="2688"/>
                <a:ext cx="158" cy="48"/>
                <a:chOff x="3459" y="1296"/>
                <a:chExt cx="243" cy="48"/>
              </a:xfrm>
            </p:grpSpPr>
            <p:sp>
              <p:nvSpPr>
                <p:cNvPr id="31848" name="Line 283">
                  <a:extLst>
                    <a:ext uri="{FF2B5EF4-FFF2-40B4-BE49-F238E27FC236}">
                      <a16:creationId xmlns:a16="http://schemas.microsoft.com/office/drawing/2014/main" id="{6436CD1E-2815-477D-9F9F-0F283BFE88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49" name="Line 284">
                  <a:extLst>
                    <a:ext uri="{FF2B5EF4-FFF2-40B4-BE49-F238E27FC236}">
                      <a16:creationId xmlns:a16="http://schemas.microsoft.com/office/drawing/2014/main" id="{41ECDBE5-540E-4C38-AE5B-D60AF976DB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31821" name="Group 285">
              <a:extLst>
                <a:ext uri="{FF2B5EF4-FFF2-40B4-BE49-F238E27FC236}">
                  <a16:creationId xmlns:a16="http://schemas.microsoft.com/office/drawing/2014/main" id="{54AC1503-782A-49BF-9508-89751CD5E3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5" y="2635"/>
              <a:ext cx="192" cy="158"/>
              <a:chOff x="2365" y="2635"/>
              <a:chExt cx="192" cy="158"/>
            </a:xfrm>
          </p:grpSpPr>
          <p:grpSp>
            <p:nvGrpSpPr>
              <p:cNvPr id="31838" name="Group 286">
                <a:extLst>
                  <a:ext uri="{FF2B5EF4-FFF2-40B4-BE49-F238E27FC236}">
                    <a16:creationId xmlns:a16="http://schemas.microsoft.com/office/drawing/2014/main" id="{BA10AFD2-C342-46DF-87AE-6813533674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2454" y="2690"/>
                <a:ext cx="158" cy="48"/>
                <a:chOff x="3459" y="1296"/>
                <a:chExt cx="243" cy="48"/>
              </a:xfrm>
            </p:grpSpPr>
            <p:sp>
              <p:nvSpPr>
                <p:cNvPr id="31843" name="Line 287">
                  <a:extLst>
                    <a:ext uri="{FF2B5EF4-FFF2-40B4-BE49-F238E27FC236}">
                      <a16:creationId xmlns:a16="http://schemas.microsoft.com/office/drawing/2014/main" id="{FC453EA4-E578-4C38-B999-C9D3794829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44" name="Line 288">
                  <a:extLst>
                    <a:ext uri="{FF2B5EF4-FFF2-40B4-BE49-F238E27FC236}">
                      <a16:creationId xmlns:a16="http://schemas.microsoft.com/office/drawing/2014/main" id="{1675DE6B-AB1B-4F4A-8C6F-84C815085F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1839" name="Freeform 289">
                <a:extLst>
                  <a:ext uri="{FF2B5EF4-FFF2-40B4-BE49-F238E27FC236}">
                    <a16:creationId xmlns:a16="http://schemas.microsoft.com/office/drawing/2014/main" id="{87E9AB06-2342-4990-8D21-AA35970BC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1840" name="Group 290">
                <a:extLst>
                  <a:ext uri="{FF2B5EF4-FFF2-40B4-BE49-F238E27FC236}">
                    <a16:creationId xmlns:a16="http://schemas.microsoft.com/office/drawing/2014/main" id="{84255E3A-5D25-4882-BA15-C69EDCB37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2310" y="2690"/>
                <a:ext cx="158" cy="48"/>
                <a:chOff x="3459" y="1296"/>
                <a:chExt cx="243" cy="48"/>
              </a:xfrm>
            </p:grpSpPr>
            <p:sp>
              <p:nvSpPr>
                <p:cNvPr id="31841" name="Line 291">
                  <a:extLst>
                    <a:ext uri="{FF2B5EF4-FFF2-40B4-BE49-F238E27FC236}">
                      <a16:creationId xmlns:a16="http://schemas.microsoft.com/office/drawing/2014/main" id="{095DC3DD-2E85-43ED-AACB-99F149D378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42" name="Line 292">
                  <a:extLst>
                    <a:ext uri="{FF2B5EF4-FFF2-40B4-BE49-F238E27FC236}">
                      <a16:creationId xmlns:a16="http://schemas.microsoft.com/office/drawing/2014/main" id="{14C31134-902E-40C7-A39F-DCCEB4C7C2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31822" name="Group 293">
              <a:extLst>
                <a:ext uri="{FF2B5EF4-FFF2-40B4-BE49-F238E27FC236}">
                  <a16:creationId xmlns:a16="http://schemas.microsoft.com/office/drawing/2014/main" id="{24142BA7-A75B-4F10-B301-D57F27563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7" y="2635"/>
              <a:ext cx="192" cy="158"/>
              <a:chOff x="3517" y="2635"/>
              <a:chExt cx="192" cy="158"/>
            </a:xfrm>
          </p:grpSpPr>
          <p:grpSp>
            <p:nvGrpSpPr>
              <p:cNvPr id="31831" name="Group 294">
                <a:extLst>
                  <a:ext uri="{FF2B5EF4-FFF2-40B4-BE49-F238E27FC236}">
                    <a16:creationId xmlns:a16="http://schemas.microsoft.com/office/drawing/2014/main" id="{742EF9E3-7FFB-4B64-BFDF-F6F5BFA984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3606" y="2690"/>
                <a:ext cx="158" cy="48"/>
                <a:chOff x="3459" y="1296"/>
                <a:chExt cx="243" cy="48"/>
              </a:xfrm>
            </p:grpSpPr>
            <p:sp>
              <p:nvSpPr>
                <p:cNvPr id="31836" name="Line 295">
                  <a:extLst>
                    <a:ext uri="{FF2B5EF4-FFF2-40B4-BE49-F238E27FC236}">
                      <a16:creationId xmlns:a16="http://schemas.microsoft.com/office/drawing/2014/main" id="{D05A699A-9884-4A5A-B82B-6A0CDFE386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37" name="Line 296">
                  <a:extLst>
                    <a:ext uri="{FF2B5EF4-FFF2-40B4-BE49-F238E27FC236}">
                      <a16:creationId xmlns:a16="http://schemas.microsoft.com/office/drawing/2014/main" id="{76E50FE7-4834-4C3E-9259-661A53AA84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1832" name="Freeform 297">
                <a:extLst>
                  <a:ext uri="{FF2B5EF4-FFF2-40B4-BE49-F238E27FC236}">
                    <a16:creationId xmlns:a16="http://schemas.microsoft.com/office/drawing/2014/main" id="{A4E67E1D-3A8C-488D-8EA6-A42DF4C39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1833" name="Group 298">
                <a:extLst>
                  <a:ext uri="{FF2B5EF4-FFF2-40B4-BE49-F238E27FC236}">
                    <a16:creationId xmlns:a16="http://schemas.microsoft.com/office/drawing/2014/main" id="{13595932-2AD4-4FCB-86C9-400B501585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3462" y="2690"/>
                <a:ext cx="158" cy="48"/>
                <a:chOff x="3459" y="1296"/>
                <a:chExt cx="243" cy="48"/>
              </a:xfrm>
            </p:grpSpPr>
            <p:sp>
              <p:nvSpPr>
                <p:cNvPr id="31834" name="Line 299">
                  <a:extLst>
                    <a:ext uri="{FF2B5EF4-FFF2-40B4-BE49-F238E27FC236}">
                      <a16:creationId xmlns:a16="http://schemas.microsoft.com/office/drawing/2014/main" id="{068A9D2F-9D54-4BDA-9C5D-98C60C5E31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35" name="Line 300">
                  <a:extLst>
                    <a:ext uri="{FF2B5EF4-FFF2-40B4-BE49-F238E27FC236}">
                      <a16:creationId xmlns:a16="http://schemas.microsoft.com/office/drawing/2014/main" id="{DFF51907-3641-4BD3-8BE5-F5A0DA2039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31823" name="Group 301">
              <a:extLst>
                <a:ext uri="{FF2B5EF4-FFF2-40B4-BE49-F238E27FC236}">
                  <a16:creationId xmlns:a16="http://schemas.microsoft.com/office/drawing/2014/main" id="{3637B81A-4AAB-44AE-B205-48E114FD3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8" y="2635"/>
              <a:ext cx="192" cy="158"/>
              <a:chOff x="4668" y="2635"/>
              <a:chExt cx="192" cy="158"/>
            </a:xfrm>
          </p:grpSpPr>
          <p:grpSp>
            <p:nvGrpSpPr>
              <p:cNvPr id="31824" name="Group 302">
                <a:extLst>
                  <a:ext uri="{FF2B5EF4-FFF2-40B4-BE49-F238E27FC236}">
                    <a16:creationId xmlns:a16="http://schemas.microsoft.com/office/drawing/2014/main" id="{335B748B-DAC6-40EF-A3BC-10DF9F49F7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12" y="2635"/>
                <a:ext cx="48" cy="158"/>
                <a:chOff x="4812" y="2635"/>
                <a:chExt cx="48" cy="158"/>
              </a:xfrm>
            </p:grpSpPr>
            <p:sp>
              <p:nvSpPr>
                <p:cNvPr id="31829" name="Line 303">
                  <a:extLst>
                    <a:ext uri="{FF2B5EF4-FFF2-40B4-BE49-F238E27FC236}">
                      <a16:creationId xmlns:a16="http://schemas.microsoft.com/office/drawing/2014/main" id="{E35F0B88-33E7-4690-A2BE-4BEEEFA959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81" y="2714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30" name="Line 304">
                  <a:extLst>
                    <a:ext uri="{FF2B5EF4-FFF2-40B4-BE49-F238E27FC236}">
                      <a16:creationId xmlns:a16="http://schemas.microsoft.com/office/drawing/2014/main" id="{2ECC00AE-B69C-4377-98C2-44B7070919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64" y="2712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1825" name="Freeform 305">
                <a:extLst>
                  <a:ext uri="{FF2B5EF4-FFF2-40B4-BE49-F238E27FC236}">
                    <a16:creationId xmlns:a16="http://schemas.microsoft.com/office/drawing/2014/main" id="{DCF61CF5-B1C1-45EB-B6E6-D679968C1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1826" name="Group 306">
                <a:extLst>
                  <a:ext uri="{FF2B5EF4-FFF2-40B4-BE49-F238E27FC236}">
                    <a16:creationId xmlns:a16="http://schemas.microsoft.com/office/drawing/2014/main" id="{2A8218A2-CC47-4785-A235-4C28D9ACE2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48" cy="158"/>
                <a:chOff x="4668" y="2635"/>
                <a:chExt cx="48" cy="158"/>
              </a:xfrm>
            </p:grpSpPr>
            <p:sp>
              <p:nvSpPr>
                <p:cNvPr id="31827" name="Line 307">
                  <a:extLst>
                    <a:ext uri="{FF2B5EF4-FFF2-40B4-BE49-F238E27FC236}">
                      <a16:creationId xmlns:a16="http://schemas.microsoft.com/office/drawing/2014/main" id="{67B99FE2-03FA-4D26-A49D-28293A95C5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589" y="2714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28" name="Line 308">
                  <a:extLst>
                    <a:ext uri="{FF2B5EF4-FFF2-40B4-BE49-F238E27FC236}">
                      <a16:creationId xmlns:a16="http://schemas.microsoft.com/office/drawing/2014/main" id="{BCCDC08F-4F98-4E95-8D23-24BDA9D88B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68" y="2716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grpSp>
        <p:nvGrpSpPr>
          <p:cNvPr id="31748" name="Group 309">
            <a:extLst>
              <a:ext uri="{FF2B5EF4-FFF2-40B4-BE49-F238E27FC236}">
                <a16:creationId xmlns:a16="http://schemas.microsoft.com/office/drawing/2014/main" id="{4EF0418E-7421-44FC-AB34-377B6772F4A7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31802" name="Line 310">
              <a:extLst>
                <a:ext uri="{FF2B5EF4-FFF2-40B4-BE49-F238E27FC236}">
                  <a16:creationId xmlns:a16="http://schemas.microsoft.com/office/drawing/2014/main" id="{70BC41A2-432C-471D-AF98-E9091E87E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03" name="Freeform 311">
              <a:extLst>
                <a:ext uri="{FF2B5EF4-FFF2-40B4-BE49-F238E27FC236}">
                  <a16:creationId xmlns:a16="http://schemas.microsoft.com/office/drawing/2014/main" id="{C997D820-0BB4-4F7E-ACD0-4E0A21D4A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04" name="Line 312">
              <a:extLst>
                <a:ext uri="{FF2B5EF4-FFF2-40B4-BE49-F238E27FC236}">
                  <a16:creationId xmlns:a16="http://schemas.microsoft.com/office/drawing/2014/main" id="{E09D8F73-59B6-4AC3-95B1-4D1938FD42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05" name="Freeform 313">
              <a:extLst>
                <a:ext uri="{FF2B5EF4-FFF2-40B4-BE49-F238E27FC236}">
                  <a16:creationId xmlns:a16="http://schemas.microsoft.com/office/drawing/2014/main" id="{14AA4396-1A7D-4239-AF3E-D36987EF5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06" name="Line 314">
              <a:extLst>
                <a:ext uri="{FF2B5EF4-FFF2-40B4-BE49-F238E27FC236}">
                  <a16:creationId xmlns:a16="http://schemas.microsoft.com/office/drawing/2014/main" id="{342ADCFD-82B9-4DB7-89C4-2B7EA4068E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07" name="Text Box 315">
              <a:extLst>
                <a:ext uri="{FF2B5EF4-FFF2-40B4-BE49-F238E27FC236}">
                  <a16:creationId xmlns:a16="http://schemas.microsoft.com/office/drawing/2014/main" id="{09F5AFA9-59DA-4D45-8B60-D24067F2C2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31808" name="Text Box 316">
              <a:extLst>
                <a:ext uri="{FF2B5EF4-FFF2-40B4-BE49-F238E27FC236}">
                  <a16:creationId xmlns:a16="http://schemas.microsoft.com/office/drawing/2014/main" id="{66741203-E594-4A76-9E1D-82159D0EF1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31809" name="Text Box 317">
              <a:extLst>
                <a:ext uri="{FF2B5EF4-FFF2-40B4-BE49-F238E27FC236}">
                  <a16:creationId xmlns:a16="http://schemas.microsoft.com/office/drawing/2014/main" id="{1D10DAF1-5A36-43C9-BA4C-0ACF9D28DF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31810" name="Text Box 318">
              <a:extLst>
                <a:ext uri="{FF2B5EF4-FFF2-40B4-BE49-F238E27FC236}">
                  <a16:creationId xmlns:a16="http://schemas.microsoft.com/office/drawing/2014/main" id="{17EE01FA-C5AF-467F-925D-9CE0E8E84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31811" name="Line 319">
              <a:extLst>
                <a:ext uri="{FF2B5EF4-FFF2-40B4-BE49-F238E27FC236}">
                  <a16:creationId xmlns:a16="http://schemas.microsoft.com/office/drawing/2014/main" id="{BD0ED695-7B4D-45B5-90C9-24EDE83A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2" name="Line 320">
              <a:extLst>
                <a:ext uri="{FF2B5EF4-FFF2-40B4-BE49-F238E27FC236}">
                  <a16:creationId xmlns:a16="http://schemas.microsoft.com/office/drawing/2014/main" id="{AD8D46E9-0AF5-445A-A333-CA217ED1E4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3" name="Line 321">
              <a:extLst>
                <a:ext uri="{FF2B5EF4-FFF2-40B4-BE49-F238E27FC236}">
                  <a16:creationId xmlns:a16="http://schemas.microsoft.com/office/drawing/2014/main" id="{52FE9B1C-8287-4415-954A-3A4A6E3D44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4" name="Line 322">
              <a:extLst>
                <a:ext uri="{FF2B5EF4-FFF2-40B4-BE49-F238E27FC236}">
                  <a16:creationId xmlns:a16="http://schemas.microsoft.com/office/drawing/2014/main" id="{7BB26862-E196-47CD-951F-68D8A44807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5" name="Line 323">
              <a:extLst>
                <a:ext uri="{FF2B5EF4-FFF2-40B4-BE49-F238E27FC236}">
                  <a16:creationId xmlns:a16="http://schemas.microsoft.com/office/drawing/2014/main" id="{4C85546E-3015-4017-BE71-A89D2A2F857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6" name="Line 324">
              <a:extLst>
                <a:ext uri="{FF2B5EF4-FFF2-40B4-BE49-F238E27FC236}">
                  <a16:creationId xmlns:a16="http://schemas.microsoft.com/office/drawing/2014/main" id="{6C48F58D-3B7F-49E6-BE7E-A2DA2228A9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7" name="Line 325">
              <a:extLst>
                <a:ext uri="{FF2B5EF4-FFF2-40B4-BE49-F238E27FC236}">
                  <a16:creationId xmlns:a16="http://schemas.microsoft.com/office/drawing/2014/main" id="{6DD23DBD-36C6-4B6B-BDD9-C95FBF03ED2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8" name="Line 326">
              <a:extLst>
                <a:ext uri="{FF2B5EF4-FFF2-40B4-BE49-F238E27FC236}">
                  <a16:creationId xmlns:a16="http://schemas.microsoft.com/office/drawing/2014/main" id="{D30CFBD7-1F99-41AE-8772-DAE7ECD54E0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1751" name="Group 329">
            <a:extLst>
              <a:ext uri="{FF2B5EF4-FFF2-40B4-BE49-F238E27FC236}">
                <a16:creationId xmlns:a16="http://schemas.microsoft.com/office/drawing/2014/main" id="{5098669E-0305-41AB-8D5D-CEB80614709B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31778" name="Group 330">
              <a:extLst>
                <a:ext uri="{FF2B5EF4-FFF2-40B4-BE49-F238E27FC236}">
                  <a16:creationId xmlns:a16="http://schemas.microsoft.com/office/drawing/2014/main" id="{4403D072-0361-4EF8-A8C0-2903AE5F8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31783" name="Group 331">
                <a:extLst>
                  <a:ext uri="{FF2B5EF4-FFF2-40B4-BE49-F238E27FC236}">
                    <a16:creationId xmlns:a16="http://schemas.microsoft.com/office/drawing/2014/main" id="{DC9E00CD-20B7-48B2-BAB6-0FFE8B86B7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31794" name="Rectangle 332">
                  <a:extLst>
                    <a:ext uri="{FF2B5EF4-FFF2-40B4-BE49-F238E27FC236}">
                      <a16:creationId xmlns:a16="http://schemas.microsoft.com/office/drawing/2014/main" id="{820CC7C1-97D3-4444-9B41-E77671CEE3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31795" name="Rectangle 333">
                  <a:extLst>
                    <a:ext uri="{FF2B5EF4-FFF2-40B4-BE49-F238E27FC236}">
                      <a16:creationId xmlns:a16="http://schemas.microsoft.com/office/drawing/2014/main" id="{1FA3C3AA-72C6-4D9D-A349-9AA3528CC2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1796" name="Rectangle 334">
                  <a:extLst>
                    <a:ext uri="{FF2B5EF4-FFF2-40B4-BE49-F238E27FC236}">
                      <a16:creationId xmlns:a16="http://schemas.microsoft.com/office/drawing/2014/main" id="{9AC093C1-373C-4B88-AC31-82C7B28E56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31</a:t>
                  </a:r>
                </a:p>
              </p:txBody>
            </p:sp>
            <p:sp>
              <p:nvSpPr>
                <p:cNvPr id="31797" name="Rectangle 335">
                  <a:extLst>
                    <a:ext uri="{FF2B5EF4-FFF2-40B4-BE49-F238E27FC236}">
                      <a16:creationId xmlns:a16="http://schemas.microsoft.com/office/drawing/2014/main" id="{F634B71F-20F8-44B9-952C-7179AD137A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16</a:t>
                  </a:r>
                </a:p>
              </p:txBody>
            </p:sp>
            <p:sp>
              <p:nvSpPr>
                <p:cNvPr id="31798" name="Rectangle 336">
                  <a:extLst>
                    <a:ext uri="{FF2B5EF4-FFF2-40B4-BE49-F238E27FC236}">
                      <a16:creationId xmlns:a16="http://schemas.microsoft.com/office/drawing/2014/main" id="{B97B5E29-736C-46D9-A339-6711476F6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47</a:t>
                  </a:r>
                </a:p>
              </p:txBody>
            </p:sp>
            <p:sp>
              <p:nvSpPr>
                <p:cNvPr id="31799" name="Rectangle 337">
                  <a:extLst>
                    <a:ext uri="{FF2B5EF4-FFF2-40B4-BE49-F238E27FC236}">
                      <a16:creationId xmlns:a16="http://schemas.microsoft.com/office/drawing/2014/main" id="{7F3EB902-801D-408C-83EB-EB8B35C4B9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32</a:t>
                  </a:r>
                </a:p>
              </p:txBody>
            </p:sp>
            <p:sp>
              <p:nvSpPr>
                <p:cNvPr id="31800" name="Rectangle 338">
                  <a:extLst>
                    <a:ext uri="{FF2B5EF4-FFF2-40B4-BE49-F238E27FC236}">
                      <a16:creationId xmlns:a16="http://schemas.microsoft.com/office/drawing/2014/main" id="{729D3680-61BD-401E-98D7-8AE9317038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31801" name="Rectangle 339">
                  <a:extLst>
                    <a:ext uri="{FF2B5EF4-FFF2-40B4-BE49-F238E27FC236}">
                      <a16:creationId xmlns:a16="http://schemas.microsoft.com/office/drawing/2014/main" id="{405AAF6B-B196-429C-8A56-B30240D155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48</a:t>
                  </a:r>
                </a:p>
              </p:txBody>
            </p:sp>
          </p:grpSp>
          <p:grpSp>
            <p:nvGrpSpPr>
              <p:cNvPr id="31784" name="Group 340">
                <a:extLst>
                  <a:ext uri="{FF2B5EF4-FFF2-40B4-BE49-F238E27FC236}">
                    <a16:creationId xmlns:a16="http://schemas.microsoft.com/office/drawing/2014/main" id="{67CE0BB3-7FDE-42BE-94C2-AD64FBD331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31785" name="Freeform 341">
                  <a:extLst>
                    <a:ext uri="{FF2B5EF4-FFF2-40B4-BE49-F238E27FC236}">
                      <a16:creationId xmlns:a16="http://schemas.microsoft.com/office/drawing/2014/main" id="{0B1F6F72-81FC-4775-BDBC-F07C5F9D6F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786" name="Line 342">
                  <a:extLst>
                    <a:ext uri="{FF2B5EF4-FFF2-40B4-BE49-F238E27FC236}">
                      <a16:creationId xmlns:a16="http://schemas.microsoft.com/office/drawing/2014/main" id="{168137D9-7D66-4A5B-B767-1C6B535AB3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787" name="Line 343">
                  <a:extLst>
                    <a:ext uri="{FF2B5EF4-FFF2-40B4-BE49-F238E27FC236}">
                      <a16:creationId xmlns:a16="http://schemas.microsoft.com/office/drawing/2014/main" id="{43CE171D-E1E8-45EC-9450-B6A946B75E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788" name="Line 344">
                  <a:extLst>
                    <a:ext uri="{FF2B5EF4-FFF2-40B4-BE49-F238E27FC236}">
                      <a16:creationId xmlns:a16="http://schemas.microsoft.com/office/drawing/2014/main" id="{557E6BF9-FBD8-4F8C-90CD-7804C3B198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789" name="Line 345">
                  <a:extLst>
                    <a:ext uri="{FF2B5EF4-FFF2-40B4-BE49-F238E27FC236}">
                      <a16:creationId xmlns:a16="http://schemas.microsoft.com/office/drawing/2014/main" id="{ED5D9D70-B124-4DB8-AEAA-B60E5DA05E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790" name="Line 346">
                  <a:extLst>
                    <a:ext uri="{FF2B5EF4-FFF2-40B4-BE49-F238E27FC236}">
                      <a16:creationId xmlns:a16="http://schemas.microsoft.com/office/drawing/2014/main" id="{87C903E2-D99C-48EE-9A61-9C3E1E9317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791" name="Line 347">
                  <a:extLst>
                    <a:ext uri="{FF2B5EF4-FFF2-40B4-BE49-F238E27FC236}">
                      <a16:creationId xmlns:a16="http://schemas.microsoft.com/office/drawing/2014/main" id="{21B4526F-B566-4970-8AE3-2BC5889B1D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792" name="Line 348">
                  <a:extLst>
                    <a:ext uri="{FF2B5EF4-FFF2-40B4-BE49-F238E27FC236}">
                      <a16:creationId xmlns:a16="http://schemas.microsoft.com/office/drawing/2014/main" id="{5DC0D3D1-F161-42CD-A8AF-E0F7E7C88A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793" name="Line 349">
                  <a:extLst>
                    <a:ext uri="{FF2B5EF4-FFF2-40B4-BE49-F238E27FC236}">
                      <a16:creationId xmlns:a16="http://schemas.microsoft.com/office/drawing/2014/main" id="{F9A5E383-1AB5-4A1E-9367-2CD4B302E0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1779" name="Text Box 350">
              <a:extLst>
                <a:ext uri="{FF2B5EF4-FFF2-40B4-BE49-F238E27FC236}">
                  <a16:creationId xmlns:a16="http://schemas.microsoft.com/office/drawing/2014/main" id="{DE911634-BB87-4623-86AE-E3DA83401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1780" name="Text Box 351">
              <a:extLst>
                <a:ext uri="{FF2B5EF4-FFF2-40B4-BE49-F238E27FC236}">
                  <a16:creationId xmlns:a16="http://schemas.microsoft.com/office/drawing/2014/main" id="{859D1F2B-B972-480B-95F4-340CEE031C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1781" name="Text Box 352">
              <a:extLst>
                <a:ext uri="{FF2B5EF4-FFF2-40B4-BE49-F238E27FC236}">
                  <a16:creationId xmlns:a16="http://schemas.microsoft.com/office/drawing/2014/main" id="{88291F1A-FEEA-48F9-AC41-F1C56554CA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1782" name="Text Box 353">
              <a:extLst>
                <a:ext uri="{FF2B5EF4-FFF2-40B4-BE49-F238E27FC236}">
                  <a16:creationId xmlns:a16="http://schemas.microsoft.com/office/drawing/2014/main" id="{4B377847-50A6-4234-B080-9BF2CD8384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31752" name="Group 354">
            <a:extLst>
              <a:ext uri="{FF2B5EF4-FFF2-40B4-BE49-F238E27FC236}">
                <a16:creationId xmlns:a16="http://schemas.microsoft.com/office/drawing/2014/main" id="{5B6BB4DA-9804-429B-ADB7-9C1ADAE9A767}"/>
              </a:ext>
            </a:extLst>
          </p:cNvPr>
          <p:cNvGrpSpPr>
            <a:grpSpLocks/>
          </p:cNvGrpSpPr>
          <p:nvPr/>
        </p:nvGrpSpPr>
        <p:grpSpPr bwMode="auto">
          <a:xfrm>
            <a:off x="1828800" y="1608138"/>
            <a:ext cx="5934075" cy="434975"/>
            <a:chOff x="1156" y="1013"/>
            <a:chExt cx="3738" cy="274"/>
          </a:xfrm>
        </p:grpSpPr>
        <p:sp>
          <p:nvSpPr>
            <p:cNvPr id="31774" name="Rectangle 355">
              <a:extLst>
                <a:ext uri="{FF2B5EF4-FFF2-40B4-BE49-F238E27FC236}">
                  <a16:creationId xmlns:a16="http://schemas.microsoft.com/office/drawing/2014/main" id="{7CAEEC54-9D05-4FDC-BD39-C9CA1C153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75" name="Rectangle 356">
              <a:extLst>
                <a:ext uri="{FF2B5EF4-FFF2-40B4-BE49-F238E27FC236}">
                  <a16:creationId xmlns:a16="http://schemas.microsoft.com/office/drawing/2014/main" id="{7484E8BD-18F4-4643-9DD9-EAA079420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1776" name="Rectangle 357">
              <a:extLst>
                <a:ext uri="{FF2B5EF4-FFF2-40B4-BE49-F238E27FC236}">
                  <a16:creationId xmlns:a16="http://schemas.microsoft.com/office/drawing/2014/main" id="{BBBC20CE-F4BB-48D8-A915-914073DBF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1777" name="Rectangle 358">
              <a:extLst>
                <a:ext uri="{FF2B5EF4-FFF2-40B4-BE49-F238E27FC236}">
                  <a16:creationId xmlns:a16="http://schemas.microsoft.com/office/drawing/2014/main" id="{3635ED08-083E-4419-A18F-5B5591FB3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</p:grpSp>
      <p:grpSp>
        <p:nvGrpSpPr>
          <p:cNvPr id="31753" name="Group 359">
            <a:extLst>
              <a:ext uri="{FF2B5EF4-FFF2-40B4-BE49-F238E27FC236}">
                <a16:creationId xmlns:a16="http://schemas.microsoft.com/office/drawing/2014/main" id="{5F14B859-F68C-4BB3-9DCE-70CD1B0A00A8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311150" cy="4778375"/>
            <a:chOff x="140" y="674"/>
            <a:chExt cx="196" cy="3010"/>
          </a:xfrm>
        </p:grpSpPr>
        <p:sp>
          <p:nvSpPr>
            <p:cNvPr id="31764" name="Text Box 360">
              <a:extLst>
                <a:ext uri="{FF2B5EF4-FFF2-40B4-BE49-F238E27FC236}">
                  <a16:creationId xmlns:a16="http://schemas.microsoft.com/office/drawing/2014/main" id="{8BEE6285-2F76-4FEC-A259-FD2DCB4113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65" name="Text Box 361">
              <a:extLst>
                <a:ext uri="{FF2B5EF4-FFF2-40B4-BE49-F238E27FC236}">
                  <a16:creationId xmlns:a16="http://schemas.microsoft.com/office/drawing/2014/main" id="{18045B47-C8E6-452B-9CBD-0C73A0B483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66" name="Text Box 362">
              <a:extLst>
                <a:ext uri="{FF2B5EF4-FFF2-40B4-BE49-F238E27FC236}">
                  <a16:creationId xmlns:a16="http://schemas.microsoft.com/office/drawing/2014/main" id="{0816EAB5-0473-4D5C-8E4B-B18201C7E1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67" name="Text Box 363">
              <a:extLst>
                <a:ext uri="{FF2B5EF4-FFF2-40B4-BE49-F238E27FC236}">
                  <a16:creationId xmlns:a16="http://schemas.microsoft.com/office/drawing/2014/main" id="{D5A308A5-F1AF-46BD-A575-04DE075BA9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68" name="Text Box 364">
              <a:extLst>
                <a:ext uri="{FF2B5EF4-FFF2-40B4-BE49-F238E27FC236}">
                  <a16:creationId xmlns:a16="http://schemas.microsoft.com/office/drawing/2014/main" id="{2C6BDE0D-D6AC-441F-AB40-DA45705CF9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69" name="Text Box 365">
              <a:extLst>
                <a:ext uri="{FF2B5EF4-FFF2-40B4-BE49-F238E27FC236}">
                  <a16:creationId xmlns:a16="http://schemas.microsoft.com/office/drawing/2014/main" id="{49E07010-0C22-49BB-96A3-D44C406719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70" name="Text Box 366">
              <a:extLst>
                <a:ext uri="{FF2B5EF4-FFF2-40B4-BE49-F238E27FC236}">
                  <a16:creationId xmlns:a16="http://schemas.microsoft.com/office/drawing/2014/main" id="{4C8CF8D3-AD17-4B7D-8914-F95B35866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71" name="Text Box 367">
              <a:extLst>
                <a:ext uri="{FF2B5EF4-FFF2-40B4-BE49-F238E27FC236}">
                  <a16:creationId xmlns:a16="http://schemas.microsoft.com/office/drawing/2014/main" id="{274FF97F-1871-4ACC-9221-5C31E0E2AD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72" name="Text Box 368">
              <a:extLst>
                <a:ext uri="{FF2B5EF4-FFF2-40B4-BE49-F238E27FC236}">
                  <a16:creationId xmlns:a16="http://schemas.microsoft.com/office/drawing/2014/main" id="{6B35278E-6C36-471E-9B44-A3A3D18C08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73" name="Text Box 369">
              <a:extLst>
                <a:ext uri="{FF2B5EF4-FFF2-40B4-BE49-F238E27FC236}">
                  <a16:creationId xmlns:a16="http://schemas.microsoft.com/office/drawing/2014/main" id="{E59175E0-A54C-44E6-90C9-B8243AD6BF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27983" name="Group 370">
            <a:extLst>
              <a:ext uri="{FF2B5EF4-FFF2-40B4-BE49-F238E27FC236}">
                <a16:creationId xmlns:a16="http://schemas.microsoft.com/office/drawing/2014/main" id="{1C346119-1A9C-428F-9ED4-F43CD1AFEFEF}"/>
              </a:ext>
            </a:extLst>
          </p:cNvPr>
          <p:cNvGrpSpPr>
            <a:grpSpLocks/>
          </p:cNvGrpSpPr>
          <p:nvPr/>
        </p:nvGrpSpPr>
        <p:grpSpPr bwMode="auto">
          <a:xfrm>
            <a:off x="1900238" y="1909763"/>
            <a:ext cx="6062662" cy="2339975"/>
            <a:chOff x="1197" y="1203"/>
            <a:chExt cx="3819" cy="1474"/>
          </a:xfrm>
        </p:grpSpPr>
        <p:sp>
          <p:nvSpPr>
            <p:cNvPr id="31756" name="Freeform 371">
              <a:extLst>
                <a:ext uri="{FF2B5EF4-FFF2-40B4-BE49-F238E27FC236}">
                  <a16:creationId xmlns:a16="http://schemas.microsoft.com/office/drawing/2014/main" id="{9E6602AF-28DC-4FB5-8890-BE1778623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8 w 145"/>
                <a:gd name="T1" fmla="*/ 0 h 1466"/>
                <a:gd name="T2" fmla="*/ 28 w 145"/>
                <a:gd name="T3" fmla="*/ 0 h 1466"/>
                <a:gd name="T4" fmla="*/ 28 w 145"/>
                <a:gd name="T5" fmla="*/ 1538 h 1466"/>
                <a:gd name="T6" fmla="*/ 0 w 145"/>
                <a:gd name="T7" fmla="*/ 1538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757" name="Text Box 372">
              <a:extLst>
                <a:ext uri="{FF2B5EF4-FFF2-40B4-BE49-F238E27FC236}">
                  <a16:creationId xmlns:a16="http://schemas.microsoft.com/office/drawing/2014/main" id="{C342C936-20B2-436A-9E70-FEBAB6D319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1758" name="Freeform 373">
              <a:extLst>
                <a:ext uri="{FF2B5EF4-FFF2-40B4-BE49-F238E27FC236}">
                  <a16:creationId xmlns:a16="http://schemas.microsoft.com/office/drawing/2014/main" id="{76A2C02D-F227-4649-B1F5-6EA9BB486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759" name="Text Box 374">
              <a:extLst>
                <a:ext uri="{FF2B5EF4-FFF2-40B4-BE49-F238E27FC236}">
                  <a16:creationId xmlns:a16="http://schemas.microsoft.com/office/drawing/2014/main" id="{8C42ECC8-ED25-4C6B-B86E-2491878BF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1760" name="Freeform 375">
              <a:extLst>
                <a:ext uri="{FF2B5EF4-FFF2-40B4-BE49-F238E27FC236}">
                  <a16:creationId xmlns:a16="http://schemas.microsoft.com/office/drawing/2014/main" id="{E9D424D9-F776-46B6-8DD7-B819C3D91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1"/>
                <a:gd name="T13" fmla="*/ 0 h 1471"/>
                <a:gd name="T14" fmla="*/ 151 w 151"/>
                <a:gd name="T15" fmla="*/ 1471 h 14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761" name="Text Box 376">
              <a:extLst>
                <a:ext uri="{FF2B5EF4-FFF2-40B4-BE49-F238E27FC236}">
                  <a16:creationId xmlns:a16="http://schemas.microsoft.com/office/drawing/2014/main" id="{B0AFF06A-4558-4977-99EA-85BE81E2A3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1762" name="Freeform 377">
              <a:extLst>
                <a:ext uri="{FF2B5EF4-FFF2-40B4-BE49-F238E27FC236}">
                  <a16:creationId xmlns:a16="http://schemas.microsoft.com/office/drawing/2014/main" id="{86F78745-7A81-4A0B-9853-2911A3B3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763" name="Text Box 378">
              <a:extLst>
                <a:ext uri="{FF2B5EF4-FFF2-40B4-BE49-F238E27FC236}">
                  <a16:creationId xmlns:a16="http://schemas.microsoft.com/office/drawing/2014/main" id="{5351F520-B6D5-4E42-82AE-7E905FF24C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sp>
        <p:nvSpPr>
          <p:cNvPr id="31755" name="AutoShape 379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D99AD30-4373-412F-B77C-0CC1E525A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0" name="Text Box 21">
            <a:extLst>
              <a:ext uri="{FF2B5EF4-FFF2-40B4-BE49-F238E27FC236}">
                <a16:creationId xmlns:a16="http://schemas.microsoft.com/office/drawing/2014/main" id="{E607D65D-E6F5-4712-BA30-3C2D295BC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36513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③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7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4193A7C3-0880-4FE6-9098-C99355E10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050" y="1131888"/>
            <a:ext cx="914400" cy="50292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771" name="Rectangle 3">
            <a:extLst>
              <a:ext uri="{FF2B5EF4-FFF2-40B4-BE49-F238E27FC236}">
                <a16:creationId xmlns:a16="http://schemas.microsoft.com/office/drawing/2014/main" id="{8CF1AE31-EB9B-42B5-BFBA-4E5002D5C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15</a:t>
            </a:r>
          </a:p>
        </p:txBody>
      </p:sp>
      <p:sp>
        <p:nvSpPr>
          <p:cNvPr id="32772" name="Text Box 4">
            <a:extLst>
              <a:ext uri="{FF2B5EF4-FFF2-40B4-BE49-F238E27FC236}">
                <a16:creationId xmlns:a16="http://schemas.microsoft.com/office/drawing/2014/main" id="{4FC36571-0FFD-4FD2-AEE1-2B1A27E768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5200" y="1381125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773" name="Rectangle 5">
            <a:extLst>
              <a:ext uri="{FF2B5EF4-FFF2-40B4-BE49-F238E27FC236}">
                <a16:creationId xmlns:a16="http://schemas.microsoft.com/office/drawing/2014/main" id="{1AD34E72-C762-4DB6-BD4C-33114408F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774" name="Rectangle 6">
            <a:extLst>
              <a:ext uri="{FF2B5EF4-FFF2-40B4-BE49-F238E27FC236}">
                <a16:creationId xmlns:a16="http://schemas.microsoft.com/office/drawing/2014/main" id="{89A62C07-BDCE-4FB1-9090-277AFB6D2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4538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31</a:t>
            </a:r>
          </a:p>
        </p:txBody>
      </p:sp>
      <p:sp>
        <p:nvSpPr>
          <p:cNvPr id="32775" name="Text Box 7">
            <a:extLst>
              <a:ext uri="{FF2B5EF4-FFF2-40B4-BE49-F238E27FC236}">
                <a16:creationId xmlns:a16="http://schemas.microsoft.com/office/drawing/2014/main" id="{37975225-992F-41D1-BD4B-E741B9A20C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6538" y="1381125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776" name="Rectangle 8">
            <a:extLst>
              <a:ext uri="{FF2B5EF4-FFF2-40B4-BE49-F238E27FC236}">
                <a16:creationId xmlns:a16="http://schemas.microsoft.com/office/drawing/2014/main" id="{D3B3F5B9-FA38-4241-ACD7-A3EBF1DAFD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0138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</a:p>
        </p:txBody>
      </p:sp>
      <p:sp>
        <p:nvSpPr>
          <p:cNvPr id="32777" name="Rectangle 9">
            <a:extLst>
              <a:ext uri="{FF2B5EF4-FFF2-40B4-BE49-F238E27FC236}">
                <a16:creationId xmlns:a16="http://schemas.microsoft.com/office/drawing/2014/main" id="{BAF013A2-CD3E-433F-8E34-E52669149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985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47</a:t>
            </a:r>
          </a:p>
        </p:txBody>
      </p:sp>
      <p:sp>
        <p:nvSpPr>
          <p:cNvPr id="32778" name="Text Box 10">
            <a:extLst>
              <a:ext uri="{FF2B5EF4-FFF2-40B4-BE49-F238E27FC236}">
                <a16:creationId xmlns:a16="http://schemas.microsoft.com/office/drawing/2014/main" id="{9194334C-8D4E-4885-ABE0-B626EF7B56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1850" y="1381125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779" name="Rectangle 11">
            <a:extLst>
              <a:ext uri="{FF2B5EF4-FFF2-40B4-BE49-F238E27FC236}">
                <a16:creationId xmlns:a16="http://schemas.microsoft.com/office/drawing/2014/main" id="{ED57675F-51C0-4060-82AB-F6874D518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545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32</a:t>
            </a:r>
          </a:p>
        </p:txBody>
      </p:sp>
      <p:sp>
        <p:nvSpPr>
          <p:cNvPr id="32780" name="Rectangle 12">
            <a:extLst>
              <a:ext uri="{FF2B5EF4-FFF2-40B4-BE49-F238E27FC236}">
                <a16:creationId xmlns:a16="http://schemas.microsoft.com/office/drawing/2014/main" id="{358E08B9-C505-46FA-83CA-953DC1851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5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63</a:t>
            </a:r>
          </a:p>
        </p:txBody>
      </p:sp>
      <p:sp>
        <p:nvSpPr>
          <p:cNvPr id="32781" name="Text Box 13">
            <a:extLst>
              <a:ext uri="{FF2B5EF4-FFF2-40B4-BE49-F238E27FC236}">
                <a16:creationId xmlns:a16="http://schemas.microsoft.com/office/drawing/2014/main" id="{340D204E-36FA-4DC7-9CE9-33E3ADDF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5250" y="1381125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782" name="Rectangle 14">
            <a:extLst>
              <a:ext uri="{FF2B5EF4-FFF2-40B4-BE49-F238E27FC236}">
                <a16:creationId xmlns:a16="http://schemas.microsoft.com/office/drawing/2014/main" id="{7370B4B8-0D35-467A-9461-8CF90E7BF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885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48</a:t>
            </a:r>
          </a:p>
        </p:txBody>
      </p:sp>
      <p:sp>
        <p:nvSpPr>
          <p:cNvPr id="32783" name="Rectangle 15">
            <a:extLst>
              <a:ext uri="{FF2B5EF4-FFF2-40B4-BE49-F238E27FC236}">
                <a16:creationId xmlns:a16="http://schemas.microsoft.com/office/drawing/2014/main" id="{02F3500D-3B73-4115-8299-CF2263968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15</a:t>
            </a:r>
          </a:p>
        </p:txBody>
      </p:sp>
      <p:sp>
        <p:nvSpPr>
          <p:cNvPr id="32784" name="Rectangle 16">
            <a:extLst>
              <a:ext uri="{FF2B5EF4-FFF2-40B4-BE49-F238E27FC236}">
                <a16:creationId xmlns:a16="http://schemas.microsoft.com/office/drawing/2014/main" id="{27A5E202-3864-46E0-AC53-37ECFE9F3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785" name="Rectangle 17">
            <a:extLst>
              <a:ext uri="{FF2B5EF4-FFF2-40B4-BE49-F238E27FC236}">
                <a16:creationId xmlns:a16="http://schemas.microsoft.com/office/drawing/2014/main" id="{626E3C58-4B8D-4809-A759-2AC6A202E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4538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31</a:t>
            </a:r>
          </a:p>
        </p:txBody>
      </p:sp>
      <p:sp>
        <p:nvSpPr>
          <p:cNvPr id="32786" name="Rectangle 18">
            <a:extLst>
              <a:ext uri="{FF2B5EF4-FFF2-40B4-BE49-F238E27FC236}">
                <a16:creationId xmlns:a16="http://schemas.microsoft.com/office/drawing/2014/main" id="{23D921B5-984E-4729-9A51-EF9ACE7812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0138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</a:p>
        </p:txBody>
      </p:sp>
      <p:sp>
        <p:nvSpPr>
          <p:cNvPr id="32787" name="Rectangle 19">
            <a:extLst>
              <a:ext uri="{FF2B5EF4-FFF2-40B4-BE49-F238E27FC236}">
                <a16:creationId xmlns:a16="http://schemas.microsoft.com/office/drawing/2014/main" id="{77D33B65-DF6C-4731-9516-A0CA8BC1C1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985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47</a:t>
            </a:r>
          </a:p>
        </p:txBody>
      </p:sp>
      <p:sp>
        <p:nvSpPr>
          <p:cNvPr id="32788" name="Rectangle 20">
            <a:extLst>
              <a:ext uri="{FF2B5EF4-FFF2-40B4-BE49-F238E27FC236}">
                <a16:creationId xmlns:a16="http://schemas.microsoft.com/office/drawing/2014/main" id="{3DF542CD-D924-4EE0-9A58-F16F7813F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545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32</a:t>
            </a:r>
          </a:p>
        </p:txBody>
      </p:sp>
      <p:sp>
        <p:nvSpPr>
          <p:cNvPr id="32789" name="Rectangle 21">
            <a:extLst>
              <a:ext uri="{FF2B5EF4-FFF2-40B4-BE49-F238E27FC236}">
                <a16:creationId xmlns:a16="http://schemas.microsoft.com/office/drawing/2014/main" id="{768FF9A4-11E1-4234-91D9-13CD68DEE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5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63</a:t>
            </a:r>
          </a:p>
        </p:txBody>
      </p:sp>
      <p:sp>
        <p:nvSpPr>
          <p:cNvPr id="32790" name="Rectangle 22">
            <a:extLst>
              <a:ext uri="{FF2B5EF4-FFF2-40B4-BE49-F238E27FC236}">
                <a16:creationId xmlns:a16="http://schemas.microsoft.com/office/drawing/2014/main" id="{2DD56BA5-A975-4B82-81E2-8836BBF43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885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48</a:t>
            </a:r>
          </a:p>
        </p:txBody>
      </p:sp>
      <p:sp>
        <p:nvSpPr>
          <p:cNvPr id="32791" name="Line 23">
            <a:extLst>
              <a:ext uri="{FF2B5EF4-FFF2-40B4-BE49-F238E27FC236}">
                <a16:creationId xmlns:a16="http://schemas.microsoft.com/office/drawing/2014/main" id="{9A079556-61B8-4AC9-8C14-738A03F6792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103437" y="4305301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792" name="Line 24">
            <a:extLst>
              <a:ext uri="{FF2B5EF4-FFF2-40B4-BE49-F238E27FC236}">
                <a16:creationId xmlns:a16="http://schemas.microsoft.com/office/drawing/2014/main" id="{A12F4697-B5DB-41A3-8A61-217B4E097E90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076450" y="4302125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793" name="Freeform 25">
            <a:extLst>
              <a:ext uri="{FF2B5EF4-FFF2-40B4-BE49-F238E27FC236}">
                <a16:creationId xmlns:a16="http://schemas.microsoft.com/office/drawing/2014/main" id="{C55BD2CA-C53B-402C-912B-302EB048D9E1}"/>
              </a:ext>
            </a:extLst>
          </p:cNvPr>
          <p:cNvSpPr>
            <a:spLocks/>
          </p:cNvSpPr>
          <p:nvPr/>
        </p:nvSpPr>
        <p:spPr bwMode="auto">
          <a:xfrm>
            <a:off x="2000250" y="4300538"/>
            <a:ext cx="152400" cy="3175"/>
          </a:xfrm>
          <a:custGeom>
            <a:avLst/>
            <a:gdLst>
              <a:gd name="T0" fmla="*/ 0 w 96"/>
              <a:gd name="T1" fmla="*/ 2147483646 h 2"/>
              <a:gd name="T2" fmla="*/ 2147483646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794" name="Line 26">
            <a:extLst>
              <a:ext uri="{FF2B5EF4-FFF2-40B4-BE49-F238E27FC236}">
                <a16:creationId xmlns:a16="http://schemas.microsoft.com/office/drawing/2014/main" id="{59F3F857-2509-4F00-BBF3-D290A4CF26B4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798637" y="4305301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795" name="Line 27">
            <a:extLst>
              <a:ext uri="{FF2B5EF4-FFF2-40B4-BE49-F238E27FC236}">
                <a16:creationId xmlns:a16="http://schemas.microsoft.com/office/drawing/2014/main" id="{6EB970F3-6A08-48BC-8263-4B606BCFD85F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924050" y="4308475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796" name="Freeform 28">
            <a:extLst>
              <a:ext uri="{FF2B5EF4-FFF2-40B4-BE49-F238E27FC236}">
                <a16:creationId xmlns:a16="http://schemas.microsoft.com/office/drawing/2014/main" id="{AF1E8EF3-403A-4AEC-A957-165420315273}"/>
              </a:ext>
            </a:extLst>
          </p:cNvPr>
          <p:cNvSpPr>
            <a:spLocks/>
          </p:cNvSpPr>
          <p:nvPr/>
        </p:nvSpPr>
        <p:spPr bwMode="auto">
          <a:xfrm>
            <a:off x="2276475" y="3735388"/>
            <a:ext cx="177800" cy="1587"/>
          </a:xfrm>
          <a:custGeom>
            <a:avLst/>
            <a:gdLst>
              <a:gd name="T0" fmla="*/ 0 w 112"/>
              <a:gd name="T1" fmla="*/ 0 h 1"/>
              <a:gd name="T2" fmla="*/ 2147483646 w 112"/>
              <a:gd name="T3" fmla="*/ 0 h 1"/>
              <a:gd name="T4" fmla="*/ 0 60000 65536"/>
              <a:gd name="T5" fmla="*/ 0 60000 65536"/>
              <a:gd name="T6" fmla="*/ 0 w 112"/>
              <a:gd name="T7" fmla="*/ 0 h 1"/>
              <a:gd name="T8" fmla="*/ 112 w 112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2" h="1">
                <a:moveTo>
                  <a:pt x="0" y="0"/>
                </a:moveTo>
                <a:lnTo>
                  <a:pt x="112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797" name="Freeform 29">
            <a:extLst>
              <a:ext uri="{FF2B5EF4-FFF2-40B4-BE49-F238E27FC236}">
                <a16:creationId xmlns:a16="http://schemas.microsoft.com/office/drawing/2014/main" id="{2E37BA9D-6C89-4554-984D-587F18ECA961}"/>
              </a:ext>
            </a:extLst>
          </p:cNvPr>
          <p:cNvSpPr>
            <a:spLocks/>
          </p:cNvSpPr>
          <p:nvPr/>
        </p:nvSpPr>
        <p:spPr bwMode="auto">
          <a:xfrm>
            <a:off x="1681163" y="1919288"/>
            <a:ext cx="241300" cy="2332037"/>
          </a:xfrm>
          <a:custGeom>
            <a:avLst/>
            <a:gdLst>
              <a:gd name="T0" fmla="*/ 2147483646 w 152"/>
              <a:gd name="T1" fmla="*/ 2147483646 h 1469"/>
              <a:gd name="T2" fmla="*/ 0 w 152"/>
              <a:gd name="T3" fmla="*/ 2147483646 h 1469"/>
              <a:gd name="T4" fmla="*/ 0 w 152"/>
              <a:gd name="T5" fmla="*/ 0 h 1469"/>
              <a:gd name="T6" fmla="*/ 2147483646 w 152"/>
              <a:gd name="T7" fmla="*/ 2147483646 h 1469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469"/>
              <a:gd name="T14" fmla="*/ 152 w 152"/>
              <a:gd name="T15" fmla="*/ 1469 h 14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469">
                <a:moveTo>
                  <a:pt x="152" y="1469"/>
                </a:moveTo>
                <a:lnTo>
                  <a:pt x="0" y="1469"/>
                </a:lnTo>
                <a:lnTo>
                  <a:pt x="0" y="0"/>
                </a:lnTo>
                <a:lnTo>
                  <a:pt x="95" y="1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798" name="Freeform 30">
            <a:extLst>
              <a:ext uri="{FF2B5EF4-FFF2-40B4-BE49-F238E27FC236}">
                <a16:creationId xmlns:a16="http://schemas.microsoft.com/office/drawing/2014/main" id="{335AA0D3-E719-4D64-A08F-91728D5E43C3}"/>
              </a:ext>
            </a:extLst>
          </p:cNvPr>
          <p:cNvSpPr>
            <a:spLocks/>
          </p:cNvSpPr>
          <p:nvPr/>
        </p:nvSpPr>
        <p:spPr bwMode="auto">
          <a:xfrm>
            <a:off x="1674813" y="3735388"/>
            <a:ext cx="161925" cy="1587"/>
          </a:xfrm>
          <a:custGeom>
            <a:avLst/>
            <a:gdLst>
              <a:gd name="T0" fmla="*/ 2147483646 w 102"/>
              <a:gd name="T1" fmla="*/ 0 h 1"/>
              <a:gd name="T2" fmla="*/ 0 w 102"/>
              <a:gd name="T3" fmla="*/ 0 h 1"/>
              <a:gd name="T4" fmla="*/ 0 60000 65536"/>
              <a:gd name="T5" fmla="*/ 0 60000 65536"/>
              <a:gd name="T6" fmla="*/ 0 w 102"/>
              <a:gd name="T7" fmla="*/ 0 h 1"/>
              <a:gd name="T8" fmla="*/ 102 w 102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2" h="1">
                <a:moveTo>
                  <a:pt x="102" y="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799" name="Line 31">
            <a:extLst>
              <a:ext uri="{FF2B5EF4-FFF2-40B4-BE49-F238E27FC236}">
                <a16:creationId xmlns:a16="http://schemas.microsoft.com/office/drawing/2014/main" id="{0D531EE9-D1DE-4AFD-A1AD-B9A03E63F447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3009900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00" name="Line 32">
            <a:extLst>
              <a:ext uri="{FF2B5EF4-FFF2-40B4-BE49-F238E27FC236}">
                <a16:creationId xmlns:a16="http://schemas.microsoft.com/office/drawing/2014/main" id="{1E46FF39-2D56-4800-BBBF-61786BCD190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982913" y="430371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01" name="Freeform 33">
            <a:extLst>
              <a:ext uri="{FF2B5EF4-FFF2-40B4-BE49-F238E27FC236}">
                <a16:creationId xmlns:a16="http://schemas.microsoft.com/office/drawing/2014/main" id="{6B15D8C1-95EC-4C44-B44A-6911D02436D9}"/>
              </a:ext>
            </a:extLst>
          </p:cNvPr>
          <p:cNvSpPr>
            <a:spLocks/>
          </p:cNvSpPr>
          <p:nvPr/>
        </p:nvSpPr>
        <p:spPr bwMode="auto">
          <a:xfrm>
            <a:off x="2906713" y="4302125"/>
            <a:ext cx="152400" cy="3175"/>
          </a:xfrm>
          <a:custGeom>
            <a:avLst/>
            <a:gdLst>
              <a:gd name="T0" fmla="*/ 0 w 96"/>
              <a:gd name="T1" fmla="*/ 2147483646 h 2"/>
              <a:gd name="T2" fmla="*/ 2147483646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02" name="Line 34">
            <a:extLst>
              <a:ext uri="{FF2B5EF4-FFF2-40B4-BE49-F238E27FC236}">
                <a16:creationId xmlns:a16="http://schemas.microsoft.com/office/drawing/2014/main" id="{D780376F-AF9D-4545-85D9-03C904F7217A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2705100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03" name="Line 35">
            <a:extLst>
              <a:ext uri="{FF2B5EF4-FFF2-40B4-BE49-F238E27FC236}">
                <a16:creationId xmlns:a16="http://schemas.microsoft.com/office/drawing/2014/main" id="{0CE98486-898B-463C-957D-259CC8362063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2830513" y="431006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04" name="Freeform 36">
            <a:extLst>
              <a:ext uri="{FF2B5EF4-FFF2-40B4-BE49-F238E27FC236}">
                <a16:creationId xmlns:a16="http://schemas.microsoft.com/office/drawing/2014/main" id="{629765C6-19F1-4156-8435-4EE09A85350F}"/>
              </a:ext>
            </a:extLst>
          </p:cNvPr>
          <p:cNvSpPr>
            <a:spLocks/>
          </p:cNvSpPr>
          <p:nvPr/>
        </p:nvSpPr>
        <p:spPr bwMode="auto">
          <a:xfrm>
            <a:off x="3182938" y="3735388"/>
            <a:ext cx="163512" cy="1587"/>
          </a:xfrm>
          <a:custGeom>
            <a:avLst/>
            <a:gdLst>
              <a:gd name="T0" fmla="*/ 0 w 103"/>
              <a:gd name="T1" fmla="*/ 0 h 1"/>
              <a:gd name="T2" fmla="*/ 2147483646 w 103"/>
              <a:gd name="T3" fmla="*/ 0 h 1"/>
              <a:gd name="T4" fmla="*/ 0 60000 65536"/>
              <a:gd name="T5" fmla="*/ 0 60000 65536"/>
              <a:gd name="T6" fmla="*/ 0 w 103"/>
              <a:gd name="T7" fmla="*/ 0 h 1"/>
              <a:gd name="T8" fmla="*/ 103 w 103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3" h="1">
                <a:moveTo>
                  <a:pt x="0" y="0"/>
                </a:moveTo>
                <a:lnTo>
                  <a:pt x="103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05" name="Freeform 37">
            <a:extLst>
              <a:ext uri="{FF2B5EF4-FFF2-40B4-BE49-F238E27FC236}">
                <a16:creationId xmlns:a16="http://schemas.microsoft.com/office/drawing/2014/main" id="{362BF83A-0610-4717-B9EC-A02D77A448EC}"/>
              </a:ext>
            </a:extLst>
          </p:cNvPr>
          <p:cNvSpPr>
            <a:spLocks/>
          </p:cNvSpPr>
          <p:nvPr/>
        </p:nvSpPr>
        <p:spPr bwMode="auto">
          <a:xfrm>
            <a:off x="2557463" y="3733800"/>
            <a:ext cx="179387" cy="1588"/>
          </a:xfrm>
          <a:custGeom>
            <a:avLst/>
            <a:gdLst>
              <a:gd name="T0" fmla="*/ 2147483646 w 113"/>
              <a:gd name="T1" fmla="*/ 2147483646 h 1"/>
              <a:gd name="T2" fmla="*/ 0 w 113"/>
              <a:gd name="T3" fmla="*/ 0 h 1"/>
              <a:gd name="T4" fmla="*/ 0 60000 65536"/>
              <a:gd name="T5" fmla="*/ 0 60000 65536"/>
              <a:gd name="T6" fmla="*/ 0 w 113"/>
              <a:gd name="T7" fmla="*/ 0 h 1"/>
              <a:gd name="T8" fmla="*/ 113 w 113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3" h="1">
                <a:moveTo>
                  <a:pt x="113" y="1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06" name="Line 38">
            <a:extLst>
              <a:ext uri="{FF2B5EF4-FFF2-40B4-BE49-F238E27FC236}">
                <a16:creationId xmlns:a16="http://schemas.microsoft.com/office/drawing/2014/main" id="{98E7D0BA-8263-4B46-B25B-AB70A7C48E5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39322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07" name="Line 39">
            <a:extLst>
              <a:ext uri="{FF2B5EF4-FFF2-40B4-BE49-F238E27FC236}">
                <a16:creationId xmlns:a16="http://schemas.microsoft.com/office/drawing/2014/main" id="{55A56232-9D45-48D0-A770-471ED055D136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3905250" y="430371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08" name="Freeform 40">
            <a:extLst>
              <a:ext uri="{FF2B5EF4-FFF2-40B4-BE49-F238E27FC236}">
                <a16:creationId xmlns:a16="http://schemas.microsoft.com/office/drawing/2014/main" id="{68556D65-E59B-4630-BE3E-CB3A366834A4}"/>
              </a:ext>
            </a:extLst>
          </p:cNvPr>
          <p:cNvSpPr>
            <a:spLocks/>
          </p:cNvSpPr>
          <p:nvPr/>
        </p:nvSpPr>
        <p:spPr bwMode="auto">
          <a:xfrm>
            <a:off x="3829050" y="4302125"/>
            <a:ext cx="152400" cy="3175"/>
          </a:xfrm>
          <a:custGeom>
            <a:avLst/>
            <a:gdLst>
              <a:gd name="T0" fmla="*/ 0 w 96"/>
              <a:gd name="T1" fmla="*/ 2147483646 h 2"/>
              <a:gd name="T2" fmla="*/ 2147483646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09" name="Line 41">
            <a:extLst>
              <a:ext uri="{FF2B5EF4-FFF2-40B4-BE49-F238E27FC236}">
                <a16:creationId xmlns:a16="http://schemas.microsoft.com/office/drawing/2014/main" id="{ADB2B4B4-C562-486A-9F06-72E1A53B1868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36274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10" name="Line 42">
            <a:extLst>
              <a:ext uri="{FF2B5EF4-FFF2-40B4-BE49-F238E27FC236}">
                <a16:creationId xmlns:a16="http://schemas.microsoft.com/office/drawing/2014/main" id="{E7797191-C1DB-4534-B0A1-0671EED1291A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3752850" y="431006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11" name="Freeform 43">
            <a:extLst>
              <a:ext uri="{FF2B5EF4-FFF2-40B4-BE49-F238E27FC236}">
                <a16:creationId xmlns:a16="http://schemas.microsoft.com/office/drawing/2014/main" id="{15987F58-9362-4C12-A253-90D3C412EC47}"/>
              </a:ext>
            </a:extLst>
          </p:cNvPr>
          <p:cNvSpPr>
            <a:spLocks/>
          </p:cNvSpPr>
          <p:nvPr/>
        </p:nvSpPr>
        <p:spPr bwMode="auto">
          <a:xfrm>
            <a:off x="4105275" y="3735388"/>
            <a:ext cx="173038" cy="1587"/>
          </a:xfrm>
          <a:custGeom>
            <a:avLst/>
            <a:gdLst>
              <a:gd name="T0" fmla="*/ 0 w 109"/>
              <a:gd name="T1" fmla="*/ 0 h 1"/>
              <a:gd name="T2" fmla="*/ 2147483646 w 109"/>
              <a:gd name="T3" fmla="*/ 0 h 1"/>
              <a:gd name="T4" fmla="*/ 0 60000 65536"/>
              <a:gd name="T5" fmla="*/ 0 60000 65536"/>
              <a:gd name="T6" fmla="*/ 0 w 109"/>
              <a:gd name="T7" fmla="*/ 0 h 1"/>
              <a:gd name="T8" fmla="*/ 109 w 109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9" h="1">
                <a:moveTo>
                  <a:pt x="0" y="0"/>
                </a:moveTo>
                <a:lnTo>
                  <a:pt x="109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12" name="Freeform 44">
            <a:extLst>
              <a:ext uri="{FF2B5EF4-FFF2-40B4-BE49-F238E27FC236}">
                <a16:creationId xmlns:a16="http://schemas.microsoft.com/office/drawing/2014/main" id="{FE4D244F-ACEC-45A8-9BAA-6C5AD877517F}"/>
              </a:ext>
            </a:extLst>
          </p:cNvPr>
          <p:cNvSpPr>
            <a:spLocks/>
          </p:cNvSpPr>
          <p:nvPr/>
        </p:nvSpPr>
        <p:spPr bwMode="auto">
          <a:xfrm>
            <a:off x="3503613" y="3735388"/>
            <a:ext cx="141287" cy="1587"/>
          </a:xfrm>
          <a:custGeom>
            <a:avLst/>
            <a:gdLst>
              <a:gd name="T0" fmla="*/ 2147483646 w 89"/>
              <a:gd name="T1" fmla="*/ 0 h 1"/>
              <a:gd name="T2" fmla="*/ 0 w 89"/>
              <a:gd name="T3" fmla="*/ 0 h 1"/>
              <a:gd name="T4" fmla="*/ 0 60000 65536"/>
              <a:gd name="T5" fmla="*/ 0 60000 65536"/>
              <a:gd name="T6" fmla="*/ 0 w 89"/>
              <a:gd name="T7" fmla="*/ 0 h 1"/>
              <a:gd name="T8" fmla="*/ 89 w 89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89" h="1">
                <a:moveTo>
                  <a:pt x="89" y="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13" name="Line 45">
            <a:extLst>
              <a:ext uri="{FF2B5EF4-FFF2-40B4-BE49-F238E27FC236}">
                <a16:creationId xmlns:a16="http://schemas.microsoft.com/office/drawing/2014/main" id="{CE8DF6AF-7733-4F05-8797-5AC51623E2C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48466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14" name="Line 46">
            <a:extLst>
              <a:ext uri="{FF2B5EF4-FFF2-40B4-BE49-F238E27FC236}">
                <a16:creationId xmlns:a16="http://schemas.microsoft.com/office/drawing/2014/main" id="{F3A8EFD1-09B5-401A-8F71-00F3803ECE3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4819650" y="430371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15" name="Freeform 47">
            <a:extLst>
              <a:ext uri="{FF2B5EF4-FFF2-40B4-BE49-F238E27FC236}">
                <a16:creationId xmlns:a16="http://schemas.microsoft.com/office/drawing/2014/main" id="{DB8DC1B5-A29D-427F-B727-0AD627680BB0}"/>
              </a:ext>
            </a:extLst>
          </p:cNvPr>
          <p:cNvSpPr>
            <a:spLocks/>
          </p:cNvSpPr>
          <p:nvPr/>
        </p:nvSpPr>
        <p:spPr bwMode="auto">
          <a:xfrm>
            <a:off x="4743450" y="4302125"/>
            <a:ext cx="152400" cy="3175"/>
          </a:xfrm>
          <a:custGeom>
            <a:avLst/>
            <a:gdLst>
              <a:gd name="T0" fmla="*/ 0 w 96"/>
              <a:gd name="T1" fmla="*/ 2147483646 h 2"/>
              <a:gd name="T2" fmla="*/ 2147483646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16" name="Line 48">
            <a:extLst>
              <a:ext uri="{FF2B5EF4-FFF2-40B4-BE49-F238E27FC236}">
                <a16:creationId xmlns:a16="http://schemas.microsoft.com/office/drawing/2014/main" id="{99EAF69F-31DB-435E-99A7-586A5F0AC9D1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45418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17" name="Line 49">
            <a:extLst>
              <a:ext uri="{FF2B5EF4-FFF2-40B4-BE49-F238E27FC236}">
                <a16:creationId xmlns:a16="http://schemas.microsoft.com/office/drawing/2014/main" id="{17DD4139-1B75-4A7B-B968-EC2185006F84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4667250" y="431006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18" name="Freeform 50">
            <a:extLst>
              <a:ext uri="{FF2B5EF4-FFF2-40B4-BE49-F238E27FC236}">
                <a16:creationId xmlns:a16="http://schemas.microsoft.com/office/drawing/2014/main" id="{FEFF78D1-6B92-496E-A022-704A27F7CE5C}"/>
              </a:ext>
            </a:extLst>
          </p:cNvPr>
          <p:cNvSpPr>
            <a:spLocks/>
          </p:cNvSpPr>
          <p:nvPr/>
        </p:nvSpPr>
        <p:spPr bwMode="auto">
          <a:xfrm>
            <a:off x="5019675" y="3735388"/>
            <a:ext cx="182563" cy="1587"/>
          </a:xfrm>
          <a:custGeom>
            <a:avLst/>
            <a:gdLst>
              <a:gd name="T0" fmla="*/ 0 w 115"/>
              <a:gd name="T1" fmla="*/ 0 h 1"/>
              <a:gd name="T2" fmla="*/ 2147483646 w 115"/>
              <a:gd name="T3" fmla="*/ 0 h 1"/>
              <a:gd name="T4" fmla="*/ 0 60000 65536"/>
              <a:gd name="T5" fmla="*/ 0 60000 65536"/>
              <a:gd name="T6" fmla="*/ 0 w 115"/>
              <a:gd name="T7" fmla="*/ 0 h 1"/>
              <a:gd name="T8" fmla="*/ 115 w 115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5" h="1">
                <a:moveTo>
                  <a:pt x="0" y="0"/>
                </a:moveTo>
                <a:lnTo>
                  <a:pt x="115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19" name="Freeform 51">
            <a:extLst>
              <a:ext uri="{FF2B5EF4-FFF2-40B4-BE49-F238E27FC236}">
                <a16:creationId xmlns:a16="http://schemas.microsoft.com/office/drawing/2014/main" id="{12D40F27-579D-4F0B-957F-5F25574034EC}"/>
              </a:ext>
            </a:extLst>
          </p:cNvPr>
          <p:cNvSpPr>
            <a:spLocks/>
          </p:cNvSpPr>
          <p:nvPr/>
        </p:nvSpPr>
        <p:spPr bwMode="auto">
          <a:xfrm>
            <a:off x="4418013" y="3735388"/>
            <a:ext cx="142875" cy="1587"/>
          </a:xfrm>
          <a:custGeom>
            <a:avLst/>
            <a:gdLst>
              <a:gd name="T0" fmla="*/ 2147483646 w 90"/>
              <a:gd name="T1" fmla="*/ 0 h 1"/>
              <a:gd name="T2" fmla="*/ 0 w 90"/>
              <a:gd name="T3" fmla="*/ 0 h 1"/>
              <a:gd name="T4" fmla="*/ 0 60000 65536"/>
              <a:gd name="T5" fmla="*/ 0 60000 65536"/>
              <a:gd name="T6" fmla="*/ 0 w 90"/>
              <a:gd name="T7" fmla="*/ 0 h 1"/>
              <a:gd name="T8" fmla="*/ 90 w 9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0" h="1">
                <a:moveTo>
                  <a:pt x="90" y="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20" name="Line 52">
            <a:extLst>
              <a:ext uri="{FF2B5EF4-FFF2-40B4-BE49-F238E27FC236}">
                <a16:creationId xmlns:a16="http://schemas.microsoft.com/office/drawing/2014/main" id="{FF2EE445-439C-4BE6-A762-CA62B6656D2E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57610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21" name="Line 53">
            <a:extLst>
              <a:ext uri="{FF2B5EF4-FFF2-40B4-BE49-F238E27FC236}">
                <a16:creationId xmlns:a16="http://schemas.microsoft.com/office/drawing/2014/main" id="{05B582BE-477B-49F8-BBA0-C5D4AF90B90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5734050" y="430371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22" name="Freeform 54">
            <a:extLst>
              <a:ext uri="{FF2B5EF4-FFF2-40B4-BE49-F238E27FC236}">
                <a16:creationId xmlns:a16="http://schemas.microsoft.com/office/drawing/2014/main" id="{4EFDEF3E-0A17-4C58-B49D-548D9EA7A1B1}"/>
              </a:ext>
            </a:extLst>
          </p:cNvPr>
          <p:cNvSpPr>
            <a:spLocks/>
          </p:cNvSpPr>
          <p:nvPr/>
        </p:nvSpPr>
        <p:spPr bwMode="auto">
          <a:xfrm>
            <a:off x="5657850" y="4302125"/>
            <a:ext cx="152400" cy="3175"/>
          </a:xfrm>
          <a:custGeom>
            <a:avLst/>
            <a:gdLst>
              <a:gd name="T0" fmla="*/ 0 w 96"/>
              <a:gd name="T1" fmla="*/ 2147483646 h 2"/>
              <a:gd name="T2" fmla="*/ 2147483646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23" name="Line 55">
            <a:extLst>
              <a:ext uri="{FF2B5EF4-FFF2-40B4-BE49-F238E27FC236}">
                <a16:creationId xmlns:a16="http://schemas.microsoft.com/office/drawing/2014/main" id="{11CEC7F8-1BF5-4613-AF07-3894B1D5B039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54562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24" name="Line 56">
            <a:extLst>
              <a:ext uri="{FF2B5EF4-FFF2-40B4-BE49-F238E27FC236}">
                <a16:creationId xmlns:a16="http://schemas.microsoft.com/office/drawing/2014/main" id="{8AE91E42-3C80-49A8-85D5-FF46FF5CCD54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5581650" y="431006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25" name="Freeform 57">
            <a:extLst>
              <a:ext uri="{FF2B5EF4-FFF2-40B4-BE49-F238E27FC236}">
                <a16:creationId xmlns:a16="http://schemas.microsoft.com/office/drawing/2014/main" id="{69F6E0C5-3FC0-45F0-9C65-5B3B16ED6913}"/>
              </a:ext>
            </a:extLst>
          </p:cNvPr>
          <p:cNvSpPr>
            <a:spLocks/>
          </p:cNvSpPr>
          <p:nvPr/>
        </p:nvSpPr>
        <p:spPr bwMode="auto">
          <a:xfrm>
            <a:off x="5954713" y="3733800"/>
            <a:ext cx="158750" cy="1588"/>
          </a:xfrm>
          <a:custGeom>
            <a:avLst/>
            <a:gdLst>
              <a:gd name="T0" fmla="*/ 0 w 100"/>
              <a:gd name="T1" fmla="*/ 0 h 1"/>
              <a:gd name="T2" fmla="*/ 2147483646 w 100"/>
              <a:gd name="T3" fmla="*/ 2147483646 h 1"/>
              <a:gd name="T4" fmla="*/ 0 60000 65536"/>
              <a:gd name="T5" fmla="*/ 0 60000 65536"/>
              <a:gd name="T6" fmla="*/ 0 w 100"/>
              <a:gd name="T7" fmla="*/ 0 h 1"/>
              <a:gd name="T8" fmla="*/ 100 w 10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0" h="1">
                <a:moveTo>
                  <a:pt x="0" y="0"/>
                </a:moveTo>
                <a:lnTo>
                  <a:pt x="100" y="1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26" name="Freeform 58">
            <a:extLst>
              <a:ext uri="{FF2B5EF4-FFF2-40B4-BE49-F238E27FC236}">
                <a16:creationId xmlns:a16="http://schemas.microsoft.com/office/drawing/2014/main" id="{F50557D0-62D7-44F4-A1D2-EDB18C827E02}"/>
              </a:ext>
            </a:extLst>
          </p:cNvPr>
          <p:cNvSpPr>
            <a:spLocks/>
          </p:cNvSpPr>
          <p:nvPr/>
        </p:nvSpPr>
        <p:spPr bwMode="auto">
          <a:xfrm>
            <a:off x="5332413" y="3735388"/>
            <a:ext cx="171450" cy="1587"/>
          </a:xfrm>
          <a:custGeom>
            <a:avLst/>
            <a:gdLst>
              <a:gd name="T0" fmla="*/ 2147483646 w 108"/>
              <a:gd name="T1" fmla="*/ 0 h 1"/>
              <a:gd name="T2" fmla="*/ 0 w 108"/>
              <a:gd name="T3" fmla="*/ 0 h 1"/>
              <a:gd name="T4" fmla="*/ 0 60000 65536"/>
              <a:gd name="T5" fmla="*/ 0 60000 65536"/>
              <a:gd name="T6" fmla="*/ 0 w 108"/>
              <a:gd name="T7" fmla="*/ 0 h 1"/>
              <a:gd name="T8" fmla="*/ 108 w 108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8" h="1">
                <a:moveTo>
                  <a:pt x="108" y="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27" name="Line 59">
            <a:extLst>
              <a:ext uri="{FF2B5EF4-FFF2-40B4-BE49-F238E27FC236}">
                <a16:creationId xmlns:a16="http://schemas.microsoft.com/office/drawing/2014/main" id="{26553B64-839A-47CC-87C9-601F9885B2D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6675437" y="4283076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28" name="Line 60">
            <a:extLst>
              <a:ext uri="{FF2B5EF4-FFF2-40B4-BE49-F238E27FC236}">
                <a16:creationId xmlns:a16="http://schemas.microsoft.com/office/drawing/2014/main" id="{4D7E499B-F3D6-437D-BF3E-40B29AB8333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6648450" y="4279900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29" name="Freeform 61">
            <a:extLst>
              <a:ext uri="{FF2B5EF4-FFF2-40B4-BE49-F238E27FC236}">
                <a16:creationId xmlns:a16="http://schemas.microsoft.com/office/drawing/2014/main" id="{65F32DDC-DBB3-487E-8965-A8698181CCFE}"/>
              </a:ext>
            </a:extLst>
          </p:cNvPr>
          <p:cNvSpPr>
            <a:spLocks/>
          </p:cNvSpPr>
          <p:nvPr/>
        </p:nvSpPr>
        <p:spPr bwMode="auto">
          <a:xfrm>
            <a:off x="6572250" y="4278313"/>
            <a:ext cx="152400" cy="3175"/>
          </a:xfrm>
          <a:custGeom>
            <a:avLst/>
            <a:gdLst>
              <a:gd name="T0" fmla="*/ 0 w 96"/>
              <a:gd name="T1" fmla="*/ 2147483646 h 2"/>
              <a:gd name="T2" fmla="*/ 2147483646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30" name="Line 62">
            <a:extLst>
              <a:ext uri="{FF2B5EF4-FFF2-40B4-BE49-F238E27FC236}">
                <a16:creationId xmlns:a16="http://schemas.microsoft.com/office/drawing/2014/main" id="{E323DABF-FF54-4D12-B278-E48B9A8C2A02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6370637" y="4283076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31" name="Line 63">
            <a:extLst>
              <a:ext uri="{FF2B5EF4-FFF2-40B4-BE49-F238E27FC236}">
                <a16:creationId xmlns:a16="http://schemas.microsoft.com/office/drawing/2014/main" id="{837F44B9-5849-4261-87E1-6FE1469140AA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6496050" y="4286250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32" name="Freeform 64">
            <a:extLst>
              <a:ext uri="{FF2B5EF4-FFF2-40B4-BE49-F238E27FC236}">
                <a16:creationId xmlns:a16="http://schemas.microsoft.com/office/drawing/2014/main" id="{F9688C55-1FF7-406E-A2FC-A139CADB0C6E}"/>
              </a:ext>
            </a:extLst>
          </p:cNvPr>
          <p:cNvSpPr>
            <a:spLocks/>
          </p:cNvSpPr>
          <p:nvPr/>
        </p:nvSpPr>
        <p:spPr bwMode="auto">
          <a:xfrm>
            <a:off x="6883400" y="3732213"/>
            <a:ext cx="142875" cy="3175"/>
          </a:xfrm>
          <a:custGeom>
            <a:avLst/>
            <a:gdLst>
              <a:gd name="T0" fmla="*/ 0 w 90"/>
              <a:gd name="T1" fmla="*/ 0 h 2"/>
              <a:gd name="T2" fmla="*/ 2147483646 w 90"/>
              <a:gd name="T3" fmla="*/ 2147483646 h 2"/>
              <a:gd name="T4" fmla="*/ 0 60000 65536"/>
              <a:gd name="T5" fmla="*/ 0 60000 65536"/>
              <a:gd name="T6" fmla="*/ 0 w 90"/>
              <a:gd name="T7" fmla="*/ 0 h 2"/>
              <a:gd name="T8" fmla="*/ 90 w 90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0" h="2">
                <a:moveTo>
                  <a:pt x="0" y="0"/>
                </a:moveTo>
                <a:lnTo>
                  <a:pt x="90" y="2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33" name="Freeform 65">
            <a:extLst>
              <a:ext uri="{FF2B5EF4-FFF2-40B4-BE49-F238E27FC236}">
                <a16:creationId xmlns:a16="http://schemas.microsoft.com/office/drawing/2014/main" id="{B78FDF8D-2D55-4B61-A306-41FA94FD384A}"/>
              </a:ext>
            </a:extLst>
          </p:cNvPr>
          <p:cNvSpPr>
            <a:spLocks/>
          </p:cNvSpPr>
          <p:nvPr/>
        </p:nvSpPr>
        <p:spPr bwMode="auto">
          <a:xfrm>
            <a:off x="6246813" y="3735388"/>
            <a:ext cx="165100" cy="1587"/>
          </a:xfrm>
          <a:custGeom>
            <a:avLst/>
            <a:gdLst>
              <a:gd name="T0" fmla="*/ 2147483646 w 104"/>
              <a:gd name="T1" fmla="*/ 0 h 1"/>
              <a:gd name="T2" fmla="*/ 0 w 104"/>
              <a:gd name="T3" fmla="*/ 0 h 1"/>
              <a:gd name="T4" fmla="*/ 0 60000 65536"/>
              <a:gd name="T5" fmla="*/ 0 60000 65536"/>
              <a:gd name="T6" fmla="*/ 0 w 104"/>
              <a:gd name="T7" fmla="*/ 0 h 1"/>
              <a:gd name="T8" fmla="*/ 104 w 10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4" h="1">
                <a:moveTo>
                  <a:pt x="104" y="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32834" name="Group 66">
            <a:extLst>
              <a:ext uri="{FF2B5EF4-FFF2-40B4-BE49-F238E27FC236}">
                <a16:creationId xmlns:a16="http://schemas.microsoft.com/office/drawing/2014/main" id="{685969F2-C0B4-4A80-B394-9889B57D112D}"/>
              </a:ext>
            </a:extLst>
          </p:cNvPr>
          <p:cNvGrpSpPr>
            <a:grpSpLocks/>
          </p:cNvGrpSpPr>
          <p:nvPr/>
        </p:nvGrpSpPr>
        <p:grpSpPr bwMode="auto">
          <a:xfrm>
            <a:off x="7410450" y="4181475"/>
            <a:ext cx="304800" cy="250825"/>
            <a:chOff x="4692" y="2634"/>
            <a:chExt cx="192" cy="158"/>
          </a:xfrm>
        </p:grpSpPr>
        <p:grpSp>
          <p:nvGrpSpPr>
            <p:cNvPr id="33141" name="Group 67">
              <a:extLst>
                <a:ext uri="{FF2B5EF4-FFF2-40B4-BE49-F238E27FC236}">
                  <a16:creationId xmlns:a16="http://schemas.microsoft.com/office/drawing/2014/main" id="{3EBC31B9-B49D-447C-8E16-AD0E982ADE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36" y="2634"/>
              <a:ext cx="48" cy="158"/>
              <a:chOff x="4836" y="2634"/>
              <a:chExt cx="48" cy="158"/>
            </a:xfrm>
          </p:grpSpPr>
          <p:sp>
            <p:nvSpPr>
              <p:cNvPr id="33146" name="Line 68">
                <a:extLst>
                  <a:ext uri="{FF2B5EF4-FFF2-40B4-BE49-F238E27FC236}">
                    <a16:creationId xmlns:a16="http://schemas.microsoft.com/office/drawing/2014/main" id="{DA84F0EF-ACAA-4A4F-9B62-48F2F79405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80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47" name="Line 69">
                <a:extLst>
                  <a:ext uri="{FF2B5EF4-FFF2-40B4-BE49-F238E27FC236}">
                    <a16:creationId xmlns:a16="http://schemas.microsoft.com/office/drawing/2014/main" id="{DA1E5AFA-934C-479A-B20C-45E7C97B3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788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3142" name="Freeform 70">
              <a:extLst>
                <a:ext uri="{FF2B5EF4-FFF2-40B4-BE49-F238E27FC236}">
                  <a16:creationId xmlns:a16="http://schemas.microsoft.com/office/drawing/2014/main" id="{C53A441F-D7EA-49B0-93D3-36B21855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3143" name="Group 71">
              <a:extLst>
                <a:ext uri="{FF2B5EF4-FFF2-40B4-BE49-F238E27FC236}">
                  <a16:creationId xmlns:a16="http://schemas.microsoft.com/office/drawing/2014/main" id="{D81BA925-96A7-4569-B37F-968648056B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2" y="2634"/>
              <a:ext cx="48" cy="158"/>
              <a:chOff x="4692" y="2634"/>
              <a:chExt cx="48" cy="158"/>
            </a:xfrm>
          </p:grpSpPr>
          <p:sp>
            <p:nvSpPr>
              <p:cNvPr id="33144" name="Line 72">
                <a:extLst>
                  <a:ext uri="{FF2B5EF4-FFF2-40B4-BE49-F238E27FC236}">
                    <a16:creationId xmlns:a16="http://schemas.microsoft.com/office/drawing/2014/main" id="{215C8FBF-A7C8-4214-A719-C15696AC2B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61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45" name="Line 73">
                <a:extLst>
                  <a:ext uri="{FF2B5EF4-FFF2-40B4-BE49-F238E27FC236}">
                    <a16:creationId xmlns:a16="http://schemas.microsoft.com/office/drawing/2014/main" id="{91F71B1A-C4A9-49EA-B79A-CB6E33BA51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692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32835" name="Freeform 74">
            <a:extLst>
              <a:ext uri="{FF2B5EF4-FFF2-40B4-BE49-F238E27FC236}">
                <a16:creationId xmlns:a16="http://schemas.microsoft.com/office/drawing/2014/main" id="{1C59F809-6BD5-47B8-A941-00526DF4D077}"/>
              </a:ext>
            </a:extLst>
          </p:cNvPr>
          <p:cNvSpPr>
            <a:spLocks/>
          </p:cNvSpPr>
          <p:nvPr/>
        </p:nvSpPr>
        <p:spPr bwMode="auto">
          <a:xfrm>
            <a:off x="7762875" y="3735388"/>
            <a:ext cx="169863" cy="1587"/>
          </a:xfrm>
          <a:custGeom>
            <a:avLst/>
            <a:gdLst>
              <a:gd name="T0" fmla="*/ 0 w 107"/>
              <a:gd name="T1" fmla="*/ 0 h 1"/>
              <a:gd name="T2" fmla="*/ 2147483646 w 107"/>
              <a:gd name="T3" fmla="*/ 0 h 1"/>
              <a:gd name="T4" fmla="*/ 0 60000 65536"/>
              <a:gd name="T5" fmla="*/ 0 60000 65536"/>
              <a:gd name="T6" fmla="*/ 0 w 107"/>
              <a:gd name="T7" fmla="*/ 0 h 1"/>
              <a:gd name="T8" fmla="*/ 107 w 107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7" h="1">
                <a:moveTo>
                  <a:pt x="0" y="0"/>
                </a:moveTo>
                <a:lnTo>
                  <a:pt x="107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36" name="Freeform 75">
            <a:extLst>
              <a:ext uri="{FF2B5EF4-FFF2-40B4-BE49-F238E27FC236}">
                <a16:creationId xmlns:a16="http://schemas.microsoft.com/office/drawing/2014/main" id="{686BC59D-3409-4D0B-90D0-2909A245F3C5}"/>
              </a:ext>
            </a:extLst>
          </p:cNvPr>
          <p:cNvSpPr>
            <a:spLocks/>
          </p:cNvSpPr>
          <p:nvPr/>
        </p:nvSpPr>
        <p:spPr bwMode="auto">
          <a:xfrm>
            <a:off x="7161213" y="3735388"/>
            <a:ext cx="152400" cy="1587"/>
          </a:xfrm>
          <a:custGeom>
            <a:avLst/>
            <a:gdLst>
              <a:gd name="T0" fmla="*/ 2147483646 w 96"/>
              <a:gd name="T1" fmla="*/ 0 h 1"/>
              <a:gd name="T2" fmla="*/ 0 w 96"/>
              <a:gd name="T3" fmla="*/ 0 h 1"/>
              <a:gd name="T4" fmla="*/ 0 60000 65536"/>
              <a:gd name="T5" fmla="*/ 0 60000 65536"/>
              <a:gd name="T6" fmla="*/ 0 w 96"/>
              <a:gd name="T7" fmla="*/ 0 h 1"/>
              <a:gd name="T8" fmla="*/ 96 w 9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1">
                <a:moveTo>
                  <a:pt x="96" y="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32837" name="Group 76">
            <a:extLst>
              <a:ext uri="{FF2B5EF4-FFF2-40B4-BE49-F238E27FC236}">
                <a16:creationId xmlns:a16="http://schemas.microsoft.com/office/drawing/2014/main" id="{645B729D-B579-49C4-85AC-04DDDEAF4517}"/>
              </a:ext>
            </a:extLst>
          </p:cNvPr>
          <p:cNvGrpSpPr>
            <a:grpSpLocks/>
          </p:cNvGrpSpPr>
          <p:nvPr/>
        </p:nvGrpSpPr>
        <p:grpSpPr bwMode="auto">
          <a:xfrm>
            <a:off x="8310563" y="4181475"/>
            <a:ext cx="304800" cy="250825"/>
            <a:chOff x="5259" y="2634"/>
            <a:chExt cx="192" cy="158"/>
          </a:xfrm>
        </p:grpSpPr>
        <p:grpSp>
          <p:nvGrpSpPr>
            <p:cNvPr id="33134" name="Group 77">
              <a:extLst>
                <a:ext uri="{FF2B5EF4-FFF2-40B4-BE49-F238E27FC236}">
                  <a16:creationId xmlns:a16="http://schemas.microsoft.com/office/drawing/2014/main" id="{8378C40B-9C82-4676-B289-22F51834ED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3" y="2634"/>
              <a:ext cx="48" cy="158"/>
              <a:chOff x="5403" y="2634"/>
              <a:chExt cx="48" cy="158"/>
            </a:xfrm>
          </p:grpSpPr>
          <p:sp>
            <p:nvSpPr>
              <p:cNvPr id="33139" name="Line 78">
                <a:extLst>
                  <a:ext uri="{FF2B5EF4-FFF2-40B4-BE49-F238E27FC236}">
                    <a16:creationId xmlns:a16="http://schemas.microsoft.com/office/drawing/2014/main" id="{A15AB4CB-C708-42E3-BB72-B6B4D28045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5372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40" name="Line 79">
                <a:extLst>
                  <a:ext uri="{FF2B5EF4-FFF2-40B4-BE49-F238E27FC236}">
                    <a16:creationId xmlns:a16="http://schemas.microsoft.com/office/drawing/2014/main" id="{CB413D08-8C66-4E59-B1BC-91CD84101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5355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3135" name="Freeform 80">
              <a:extLst>
                <a:ext uri="{FF2B5EF4-FFF2-40B4-BE49-F238E27FC236}">
                  <a16:creationId xmlns:a16="http://schemas.microsoft.com/office/drawing/2014/main" id="{B78276B6-7289-485C-8181-F9242113B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3136" name="Group 81">
              <a:extLst>
                <a:ext uri="{FF2B5EF4-FFF2-40B4-BE49-F238E27FC236}">
                  <a16:creationId xmlns:a16="http://schemas.microsoft.com/office/drawing/2014/main" id="{0F57992D-A931-41AE-9290-B9D17AB917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59" y="2634"/>
              <a:ext cx="48" cy="158"/>
              <a:chOff x="5259" y="2634"/>
              <a:chExt cx="48" cy="158"/>
            </a:xfrm>
          </p:grpSpPr>
          <p:sp>
            <p:nvSpPr>
              <p:cNvPr id="33137" name="Line 82">
                <a:extLst>
                  <a:ext uri="{FF2B5EF4-FFF2-40B4-BE49-F238E27FC236}">
                    <a16:creationId xmlns:a16="http://schemas.microsoft.com/office/drawing/2014/main" id="{7DC248E2-B25E-4EC8-90EE-73F05AA285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5180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38" name="Line 83">
                <a:extLst>
                  <a:ext uri="{FF2B5EF4-FFF2-40B4-BE49-F238E27FC236}">
                    <a16:creationId xmlns:a16="http://schemas.microsoft.com/office/drawing/2014/main" id="{2C2FDD5C-1E05-4F4A-AF02-0B676DFDC6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5259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32838" name="Freeform 84">
            <a:extLst>
              <a:ext uri="{FF2B5EF4-FFF2-40B4-BE49-F238E27FC236}">
                <a16:creationId xmlns:a16="http://schemas.microsoft.com/office/drawing/2014/main" id="{08A266FE-AC4F-4BF6-9BF2-CA6E3919D012}"/>
              </a:ext>
            </a:extLst>
          </p:cNvPr>
          <p:cNvSpPr>
            <a:spLocks/>
          </p:cNvSpPr>
          <p:nvPr/>
        </p:nvSpPr>
        <p:spPr bwMode="auto">
          <a:xfrm>
            <a:off x="8678863" y="3732213"/>
            <a:ext cx="152400" cy="3175"/>
          </a:xfrm>
          <a:custGeom>
            <a:avLst/>
            <a:gdLst>
              <a:gd name="T0" fmla="*/ 0 w 96"/>
              <a:gd name="T1" fmla="*/ 0 h 2"/>
              <a:gd name="T2" fmla="*/ 2147483646 w 96"/>
              <a:gd name="T3" fmla="*/ 2147483646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0"/>
                </a:moveTo>
                <a:lnTo>
                  <a:pt x="96" y="2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39" name="Freeform 85">
            <a:extLst>
              <a:ext uri="{FF2B5EF4-FFF2-40B4-BE49-F238E27FC236}">
                <a16:creationId xmlns:a16="http://schemas.microsoft.com/office/drawing/2014/main" id="{4BE3833F-67AF-46F2-A3B0-3B74B308C53B}"/>
              </a:ext>
            </a:extLst>
          </p:cNvPr>
          <p:cNvSpPr>
            <a:spLocks/>
          </p:cNvSpPr>
          <p:nvPr/>
        </p:nvSpPr>
        <p:spPr bwMode="auto">
          <a:xfrm>
            <a:off x="8061325" y="3735388"/>
            <a:ext cx="160338" cy="1587"/>
          </a:xfrm>
          <a:custGeom>
            <a:avLst/>
            <a:gdLst>
              <a:gd name="T0" fmla="*/ 2147483646 w 101"/>
              <a:gd name="T1" fmla="*/ 0 h 1"/>
              <a:gd name="T2" fmla="*/ 0 w 101"/>
              <a:gd name="T3" fmla="*/ 0 h 1"/>
              <a:gd name="T4" fmla="*/ 0 60000 65536"/>
              <a:gd name="T5" fmla="*/ 0 60000 65536"/>
              <a:gd name="T6" fmla="*/ 0 w 101"/>
              <a:gd name="T7" fmla="*/ 0 h 1"/>
              <a:gd name="T8" fmla="*/ 101 w 101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1" h="1">
                <a:moveTo>
                  <a:pt x="101" y="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40" name="Freeform 86">
            <a:extLst>
              <a:ext uri="{FF2B5EF4-FFF2-40B4-BE49-F238E27FC236}">
                <a16:creationId xmlns:a16="http://schemas.microsoft.com/office/drawing/2014/main" id="{83D25985-B0F9-4F85-852B-CCB71DD911AA}"/>
              </a:ext>
            </a:extLst>
          </p:cNvPr>
          <p:cNvSpPr>
            <a:spLocks/>
          </p:cNvSpPr>
          <p:nvPr/>
        </p:nvSpPr>
        <p:spPr bwMode="auto">
          <a:xfrm>
            <a:off x="1441450" y="1358900"/>
            <a:ext cx="7015163" cy="1588"/>
          </a:xfrm>
          <a:custGeom>
            <a:avLst/>
            <a:gdLst>
              <a:gd name="T0" fmla="*/ 0 w 4419"/>
              <a:gd name="T1" fmla="*/ 2147483646 h 1"/>
              <a:gd name="T2" fmla="*/ 2147483646 w 4419"/>
              <a:gd name="T3" fmla="*/ 0 h 1"/>
              <a:gd name="T4" fmla="*/ 0 60000 65536"/>
              <a:gd name="T5" fmla="*/ 0 60000 65536"/>
              <a:gd name="T6" fmla="*/ 0 w 4419"/>
              <a:gd name="T7" fmla="*/ 0 h 1"/>
              <a:gd name="T8" fmla="*/ 4419 w 4419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19" h="1">
                <a:moveTo>
                  <a:pt x="0" y="1"/>
                </a:moveTo>
                <a:lnTo>
                  <a:pt x="4419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41" name="Line 87">
            <a:extLst>
              <a:ext uri="{FF2B5EF4-FFF2-40B4-BE49-F238E27FC236}">
                <a16:creationId xmlns:a16="http://schemas.microsoft.com/office/drawing/2014/main" id="{36AABBA1-821D-4C69-951C-592BAAEAC7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10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42" name="Line 88">
            <a:extLst>
              <a:ext uri="{FF2B5EF4-FFF2-40B4-BE49-F238E27FC236}">
                <a16:creationId xmlns:a16="http://schemas.microsoft.com/office/drawing/2014/main" id="{5EB1509F-96DB-4CF6-863B-4BB465C683B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654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43" name="Line 89">
            <a:extLst>
              <a:ext uri="{FF2B5EF4-FFF2-40B4-BE49-F238E27FC236}">
                <a16:creationId xmlns:a16="http://schemas.microsoft.com/office/drawing/2014/main" id="{56A2AAC0-B298-408E-B304-D3677FB629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798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44" name="Line 90">
            <a:extLst>
              <a:ext uri="{FF2B5EF4-FFF2-40B4-BE49-F238E27FC236}">
                <a16:creationId xmlns:a16="http://schemas.microsoft.com/office/drawing/2014/main" id="{75724A30-5DDB-47BB-AE50-6D7241579392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42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45" name="Line 91">
            <a:extLst>
              <a:ext uri="{FF2B5EF4-FFF2-40B4-BE49-F238E27FC236}">
                <a16:creationId xmlns:a16="http://schemas.microsoft.com/office/drawing/2014/main" id="{3F2FAF82-12DE-4B91-9FC8-DCA321C3F0F7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86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46" name="Line 92">
            <a:extLst>
              <a:ext uri="{FF2B5EF4-FFF2-40B4-BE49-F238E27FC236}">
                <a16:creationId xmlns:a16="http://schemas.microsoft.com/office/drawing/2014/main" id="{21507762-1EE0-4F55-A911-DAF94CE202C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30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47" name="Line 93">
            <a:extLst>
              <a:ext uri="{FF2B5EF4-FFF2-40B4-BE49-F238E27FC236}">
                <a16:creationId xmlns:a16="http://schemas.microsoft.com/office/drawing/2014/main" id="{6FC7E229-3DCE-4B9F-B206-FAFBBC7C67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374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48" name="Line 94">
            <a:extLst>
              <a:ext uri="{FF2B5EF4-FFF2-40B4-BE49-F238E27FC236}">
                <a16:creationId xmlns:a16="http://schemas.microsoft.com/office/drawing/2014/main" id="{D2741FDA-31FD-4B37-9F48-5AB923681C3A}"/>
              </a:ext>
            </a:extLst>
          </p:cNvPr>
          <p:cNvSpPr>
            <a:spLocks noChangeShapeType="1"/>
          </p:cNvSpPr>
          <p:nvPr/>
        </p:nvSpPr>
        <p:spPr bwMode="auto">
          <a:xfrm>
            <a:off x="84518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49" name="Freeform 95">
            <a:extLst>
              <a:ext uri="{FF2B5EF4-FFF2-40B4-BE49-F238E27FC236}">
                <a16:creationId xmlns:a16="http://schemas.microsoft.com/office/drawing/2014/main" id="{51483B7C-9BDA-444D-A80C-5A9063B2517B}"/>
              </a:ext>
            </a:extLst>
          </p:cNvPr>
          <p:cNvSpPr>
            <a:spLocks/>
          </p:cNvSpPr>
          <p:nvPr/>
        </p:nvSpPr>
        <p:spPr bwMode="auto">
          <a:xfrm>
            <a:off x="2071688" y="4298950"/>
            <a:ext cx="1587" cy="263525"/>
          </a:xfrm>
          <a:custGeom>
            <a:avLst/>
            <a:gdLst>
              <a:gd name="T0" fmla="*/ 2147483646 w 1"/>
              <a:gd name="T1" fmla="*/ 0 h 166"/>
              <a:gd name="T2" fmla="*/ 0 w 1"/>
              <a:gd name="T3" fmla="*/ 2147483646 h 166"/>
              <a:gd name="T4" fmla="*/ 0 60000 65536"/>
              <a:gd name="T5" fmla="*/ 0 60000 65536"/>
              <a:gd name="T6" fmla="*/ 0 w 1"/>
              <a:gd name="T7" fmla="*/ 0 h 166"/>
              <a:gd name="T8" fmla="*/ 1 w 1"/>
              <a:gd name="T9" fmla="*/ 166 h 16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66">
                <a:moveTo>
                  <a:pt x="1" y="0"/>
                </a:moveTo>
                <a:lnTo>
                  <a:pt x="0" y="16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50" name="Freeform 96">
            <a:extLst>
              <a:ext uri="{FF2B5EF4-FFF2-40B4-BE49-F238E27FC236}">
                <a16:creationId xmlns:a16="http://schemas.microsoft.com/office/drawing/2014/main" id="{B7A3D9C0-84B5-4BEE-933F-AD5D68C1BB19}"/>
              </a:ext>
            </a:extLst>
          </p:cNvPr>
          <p:cNvSpPr>
            <a:spLocks/>
          </p:cNvSpPr>
          <p:nvPr/>
        </p:nvSpPr>
        <p:spPr bwMode="auto">
          <a:xfrm>
            <a:off x="2984500" y="4298950"/>
            <a:ext cx="74613" cy="795338"/>
          </a:xfrm>
          <a:custGeom>
            <a:avLst/>
            <a:gdLst>
              <a:gd name="T0" fmla="*/ 0 w 1"/>
              <a:gd name="T1" fmla="*/ 0 h 406"/>
              <a:gd name="T2" fmla="*/ 0 w 1"/>
              <a:gd name="T3" fmla="*/ 2147483646 h 406"/>
              <a:gd name="T4" fmla="*/ 0 60000 65536"/>
              <a:gd name="T5" fmla="*/ 0 60000 65536"/>
              <a:gd name="T6" fmla="*/ 0 w 1"/>
              <a:gd name="T7" fmla="*/ 0 h 406"/>
              <a:gd name="T8" fmla="*/ 1 w 1"/>
              <a:gd name="T9" fmla="*/ 406 h 40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406">
                <a:moveTo>
                  <a:pt x="0" y="0"/>
                </a:moveTo>
                <a:lnTo>
                  <a:pt x="0" y="40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51" name="Freeform 97">
            <a:extLst>
              <a:ext uri="{FF2B5EF4-FFF2-40B4-BE49-F238E27FC236}">
                <a16:creationId xmlns:a16="http://schemas.microsoft.com/office/drawing/2014/main" id="{6405C21B-1F63-45B1-BFC4-2C78A8C94FCC}"/>
              </a:ext>
            </a:extLst>
          </p:cNvPr>
          <p:cNvSpPr>
            <a:spLocks/>
          </p:cNvSpPr>
          <p:nvPr/>
        </p:nvSpPr>
        <p:spPr bwMode="auto">
          <a:xfrm>
            <a:off x="3895725" y="4298950"/>
            <a:ext cx="6350" cy="263525"/>
          </a:xfrm>
          <a:custGeom>
            <a:avLst/>
            <a:gdLst>
              <a:gd name="T0" fmla="*/ 2147483646 w 4"/>
              <a:gd name="T1" fmla="*/ 0 h 166"/>
              <a:gd name="T2" fmla="*/ 0 w 4"/>
              <a:gd name="T3" fmla="*/ 2147483646 h 166"/>
              <a:gd name="T4" fmla="*/ 0 60000 65536"/>
              <a:gd name="T5" fmla="*/ 0 60000 65536"/>
              <a:gd name="T6" fmla="*/ 0 w 4"/>
              <a:gd name="T7" fmla="*/ 0 h 166"/>
              <a:gd name="T8" fmla="*/ 4 w 4"/>
              <a:gd name="T9" fmla="*/ 166 h 16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" h="166">
                <a:moveTo>
                  <a:pt x="4" y="0"/>
                </a:moveTo>
                <a:lnTo>
                  <a:pt x="0" y="16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52" name="Freeform 98">
            <a:extLst>
              <a:ext uri="{FF2B5EF4-FFF2-40B4-BE49-F238E27FC236}">
                <a16:creationId xmlns:a16="http://schemas.microsoft.com/office/drawing/2014/main" id="{BB293B77-2554-4456-A5A6-7A4303504A95}"/>
              </a:ext>
            </a:extLst>
          </p:cNvPr>
          <p:cNvSpPr>
            <a:spLocks/>
          </p:cNvSpPr>
          <p:nvPr/>
        </p:nvSpPr>
        <p:spPr bwMode="auto">
          <a:xfrm>
            <a:off x="5724525" y="4298950"/>
            <a:ext cx="3175" cy="277813"/>
          </a:xfrm>
          <a:custGeom>
            <a:avLst/>
            <a:gdLst>
              <a:gd name="T0" fmla="*/ 2147483646 w 2"/>
              <a:gd name="T1" fmla="*/ 0 h 175"/>
              <a:gd name="T2" fmla="*/ 0 w 2"/>
              <a:gd name="T3" fmla="*/ 2147483646 h 175"/>
              <a:gd name="T4" fmla="*/ 0 60000 65536"/>
              <a:gd name="T5" fmla="*/ 0 60000 65536"/>
              <a:gd name="T6" fmla="*/ 0 w 2"/>
              <a:gd name="T7" fmla="*/ 0 h 175"/>
              <a:gd name="T8" fmla="*/ 2 w 2"/>
              <a:gd name="T9" fmla="*/ 175 h 17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" h="175">
                <a:moveTo>
                  <a:pt x="2" y="0"/>
                </a:moveTo>
                <a:lnTo>
                  <a:pt x="0" y="175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53" name="Freeform 99">
            <a:extLst>
              <a:ext uri="{FF2B5EF4-FFF2-40B4-BE49-F238E27FC236}">
                <a16:creationId xmlns:a16="http://schemas.microsoft.com/office/drawing/2014/main" id="{A529F6EC-7A56-403B-BA00-A38FC9345927}"/>
              </a:ext>
            </a:extLst>
          </p:cNvPr>
          <p:cNvSpPr>
            <a:spLocks/>
          </p:cNvSpPr>
          <p:nvPr/>
        </p:nvSpPr>
        <p:spPr bwMode="auto">
          <a:xfrm>
            <a:off x="7556500" y="4281488"/>
            <a:ext cx="1588" cy="279400"/>
          </a:xfrm>
          <a:custGeom>
            <a:avLst/>
            <a:gdLst>
              <a:gd name="T0" fmla="*/ 0 w 1"/>
              <a:gd name="T1" fmla="*/ 0 h 176"/>
              <a:gd name="T2" fmla="*/ 0 w 1"/>
              <a:gd name="T3" fmla="*/ 2147483646 h 176"/>
              <a:gd name="T4" fmla="*/ 0 60000 65536"/>
              <a:gd name="T5" fmla="*/ 0 60000 65536"/>
              <a:gd name="T6" fmla="*/ 0 w 1"/>
              <a:gd name="T7" fmla="*/ 0 h 176"/>
              <a:gd name="T8" fmla="*/ 1 w 1"/>
              <a:gd name="T9" fmla="*/ 176 h 17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76">
                <a:moveTo>
                  <a:pt x="0" y="0"/>
                </a:moveTo>
                <a:lnTo>
                  <a:pt x="0" y="17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54" name="Freeform 100">
            <a:extLst>
              <a:ext uri="{FF2B5EF4-FFF2-40B4-BE49-F238E27FC236}">
                <a16:creationId xmlns:a16="http://schemas.microsoft.com/office/drawing/2014/main" id="{BE02FA84-568B-48AC-876F-45879DD9669C}"/>
              </a:ext>
            </a:extLst>
          </p:cNvPr>
          <p:cNvSpPr>
            <a:spLocks/>
          </p:cNvSpPr>
          <p:nvPr/>
        </p:nvSpPr>
        <p:spPr bwMode="auto">
          <a:xfrm>
            <a:off x="1441450" y="2349500"/>
            <a:ext cx="7019925" cy="1588"/>
          </a:xfrm>
          <a:custGeom>
            <a:avLst/>
            <a:gdLst>
              <a:gd name="T0" fmla="*/ 0 w 4422"/>
              <a:gd name="T1" fmla="*/ 2147483646 h 1"/>
              <a:gd name="T2" fmla="*/ 2147483646 w 4422"/>
              <a:gd name="T3" fmla="*/ 0 h 1"/>
              <a:gd name="T4" fmla="*/ 0 60000 65536"/>
              <a:gd name="T5" fmla="*/ 0 60000 65536"/>
              <a:gd name="T6" fmla="*/ 0 w 4422"/>
              <a:gd name="T7" fmla="*/ 0 h 1"/>
              <a:gd name="T8" fmla="*/ 4422 w 4422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22" h="1">
                <a:moveTo>
                  <a:pt x="0" y="1"/>
                </a:moveTo>
                <a:lnTo>
                  <a:pt x="4422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55" name="Line 101">
            <a:extLst>
              <a:ext uri="{FF2B5EF4-FFF2-40B4-BE49-F238E27FC236}">
                <a16:creationId xmlns:a16="http://schemas.microsoft.com/office/drawing/2014/main" id="{83A407D3-22E7-464A-813E-1C8BDCE9A2E1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10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56" name="Line 102">
            <a:extLst>
              <a:ext uri="{FF2B5EF4-FFF2-40B4-BE49-F238E27FC236}">
                <a16:creationId xmlns:a16="http://schemas.microsoft.com/office/drawing/2014/main" id="{BA3DDB7B-9217-4EC1-BF93-6C8D96D6F47F}"/>
              </a:ext>
            </a:extLst>
          </p:cNvPr>
          <p:cNvSpPr>
            <a:spLocks noChangeShapeType="1"/>
          </p:cNvSpPr>
          <p:nvPr/>
        </p:nvSpPr>
        <p:spPr bwMode="auto">
          <a:xfrm>
            <a:off x="29654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57" name="Line 103">
            <a:extLst>
              <a:ext uri="{FF2B5EF4-FFF2-40B4-BE49-F238E27FC236}">
                <a16:creationId xmlns:a16="http://schemas.microsoft.com/office/drawing/2014/main" id="{22F26312-32F9-4E77-93CB-7E946D12E7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798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58" name="Line 104">
            <a:extLst>
              <a:ext uri="{FF2B5EF4-FFF2-40B4-BE49-F238E27FC236}">
                <a16:creationId xmlns:a16="http://schemas.microsoft.com/office/drawing/2014/main" id="{B218B575-A655-45F2-80D5-5C66B3A01122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42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59" name="Line 105">
            <a:extLst>
              <a:ext uri="{FF2B5EF4-FFF2-40B4-BE49-F238E27FC236}">
                <a16:creationId xmlns:a16="http://schemas.microsoft.com/office/drawing/2014/main" id="{348C422D-7B85-4032-9E07-A950E90F7DF1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86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60" name="Line 106">
            <a:extLst>
              <a:ext uri="{FF2B5EF4-FFF2-40B4-BE49-F238E27FC236}">
                <a16:creationId xmlns:a16="http://schemas.microsoft.com/office/drawing/2014/main" id="{16C9A507-8A21-4738-86BF-A3897EBEC4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30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61" name="Line 107">
            <a:extLst>
              <a:ext uri="{FF2B5EF4-FFF2-40B4-BE49-F238E27FC236}">
                <a16:creationId xmlns:a16="http://schemas.microsoft.com/office/drawing/2014/main" id="{5F585162-DCB7-4779-88F1-6D4AA6FE5828}"/>
              </a:ext>
            </a:extLst>
          </p:cNvPr>
          <p:cNvSpPr>
            <a:spLocks noChangeShapeType="1"/>
          </p:cNvSpPr>
          <p:nvPr/>
        </p:nvSpPr>
        <p:spPr bwMode="auto">
          <a:xfrm>
            <a:off x="75374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62" name="Line 108">
            <a:extLst>
              <a:ext uri="{FF2B5EF4-FFF2-40B4-BE49-F238E27FC236}">
                <a16:creationId xmlns:a16="http://schemas.microsoft.com/office/drawing/2014/main" id="{720066C0-8627-4207-BF2F-BC09667C80C4}"/>
              </a:ext>
            </a:extLst>
          </p:cNvPr>
          <p:cNvSpPr>
            <a:spLocks noChangeShapeType="1"/>
          </p:cNvSpPr>
          <p:nvPr/>
        </p:nvSpPr>
        <p:spPr bwMode="auto">
          <a:xfrm>
            <a:off x="84518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63" name="Freeform 109">
            <a:extLst>
              <a:ext uri="{FF2B5EF4-FFF2-40B4-BE49-F238E27FC236}">
                <a16:creationId xmlns:a16="http://schemas.microsoft.com/office/drawing/2014/main" id="{B4EE220E-2F02-4064-AF47-F0241BC38B79}"/>
              </a:ext>
            </a:extLst>
          </p:cNvPr>
          <p:cNvSpPr>
            <a:spLocks/>
          </p:cNvSpPr>
          <p:nvPr/>
        </p:nvSpPr>
        <p:spPr bwMode="auto">
          <a:xfrm>
            <a:off x="1441450" y="3263900"/>
            <a:ext cx="7013575" cy="1588"/>
          </a:xfrm>
          <a:custGeom>
            <a:avLst/>
            <a:gdLst>
              <a:gd name="T0" fmla="*/ 0 w 4418"/>
              <a:gd name="T1" fmla="*/ 2147483646 h 1"/>
              <a:gd name="T2" fmla="*/ 2147483646 w 4418"/>
              <a:gd name="T3" fmla="*/ 0 h 1"/>
              <a:gd name="T4" fmla="*/ 0 60000 65536"/>
              <a:gd name="T5" fmla="*/ 0 60000 65536"/>
              <a:gd name="T6" fmla="*/ 0 w 4418"/>
              <a:gd name="T7" fmla="*/ 0 h 1"/>
              <a:gd name="T8" fmla="*/ 4418 w 4418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18" h="1">
                <a:moveTo>
                  <a:pt x="0" y="1"/>
                </a:moveTo>
                <a:lnTo>
                  <a:pt x="4418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64" name="Line 110">
            <a:extLst>
              <a:ext uri="{FF2B5EF4-FFF2-40B4-BE49-F238E27FC236}">
                <a16:creationId xmlns:a16="http://schemas.microsoft.com/office/drawing/2014/main" id="{492C5876-52BD-47F0-9206-31BF36FF467C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10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65" name="Line 111">
            <a:extLst>
              <a:ext uri="{FF2B5EF4-FFF2-40B4-BE49-F238E27FC236}">
                <a16:creationId xmlns:a16="http://schemas.microsoft.com/office/drawing/2014/main" id="{B60AD744-85EE-437E-B863-552DF7DD64B9}"/>
              </a:ext>
            </a:extLst>
          </p:cNvPr>
          <p:cNvSpPr>
            <a:spLocks noChangeShapeType="1"/>
          </p:cNvSpPr>
          <p:nvPr/>
        </p:nvSpPr>
        <p:spPr bwMode="auto">
          <a:xfrm>
            <a:off x="29654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66" name="Line 112">
            <a:extLst>
              <a:ext uri="{FF2B5EF4-FFF2-40B4-BE49-F238E27FC236}">
                <a16:creationId xmlns:a16="http://schemas.microsoft.com/office/drawing/2014/main" id="{558DF33E-0E45-42AF-AE8C-9A946386BA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8798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67" name="Line 113">
            <a:extLst>
              <a:ext uri="{FF2B5EF4-FFF2-40B4-BE49-F238E27FC236}">
                <a16:creationId xmlns:a16="http://schemas.microsoft.com/office/drawing/2014/main" id="{9EA9117C-2405-43F6-9DD6-B85C42506C7A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42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68" name="Line 114">
            <a:extLst>
              <a:ext uri="{FF2B5EF4-FFF2-40B4-BE49-F238E27FC236}">
                <a16:creationId xmlns:a16="http://schemas.microsoft.com/office/drawing/2014/main" id="{15CA5D7A-DE99-40ED-9C67-6CFCBAA3373B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86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69" name="Line 115">
            <a:extLst>
              <a:ext uri="{FF2B5EF4-FFF2-40B4-BE49-F238E27FC236}">
                <a16:creationId xmlns:a16="http://schemas.microsoft.com/office/drawing/2014/main" id="{DE293D7E-D7E3-4520-B75D-63755356E80B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30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70" name="Line 116">
            <a:extLst>
              <a:ext uri="{FF2B5EF4-FFF2-40B4-BE49-F238E27FC236}">
                <a16:creationId xmlns:a16="http://schemas.microsoft.com/office/drawing/2014/main" id="{10DB5BA3-91F1-4B18-9653-A1C1B67717CB}"/>
              </a:ext>
            </a:extLst>
          </p:cNvPr>
          <p:cNvSpPr>
            <a:spLocks noChangeShapeType="1"/>
          </p:cNvSpPr>
          <p:nvPr/>
        </p:nvSpPr>
        <p:spPr bwMode="auto">
          <a:xfrm>
            <a:off x="75374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71" name="Line 117">
            <a:extLst>
              <a:ext uri="{FF2B5EF4-FFF2-40B4-BE49-F238E27FC236}">
                <a16:creationId xmlns:a16="http://schemas.microsoft.com/office/drawing/2014/main" id="{19C54E3C-B5F7-4789-98BF-8445FD4FB337}"/>
              </a:ext>
            </a:extLst>
          </p:cNvPr>
          <p:cNvSpPr>
            <a:spLocks noChangeShapeType="1"/>
          </p:cNvSpPr>
          <p:nvPr/>
        </p:nvSpPr>
        <p:spPr bwMode="auto">
          <a:xfrm>
            <a:off x="84518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72" name="Freeform 118">
            <a:extLst>
              <a:ext uri="{FF2B5EF4-FFF2-40B4-BE49-F238E27FC236}">
                <a16:creationId xmlns:a16="http://schemas.microsoft.com/office/drawing/2014/main" id="{7ECFD615-9E0C-440A-A99B-1780FDA2FF0B}"/>
              </a:ext>
            </a:extLst>
          </p:cNvPr>
          <p:cNvSpPr>
            <a:spLocks/>
          </p:cNvSpPr>
          <p:nvPr/>
        </p:nvSpPr>
        <p:spPr bwMode="auto">
          <a:xfrm>
            <a:off x="1443038" y="4570413"/>
            <a:ext cx="6127750" cy="1587"/>
          </a:xfrm>
          <a:custGeom>
            <a:avLst/>
            <a:gdLst>
              <a:gd name="T0" fmla="*/ 0 w 3860"/>
              <a:gd name="T1" fmla="*/ 2147483646 h 1"/>
              <a:gd name="T2" fmla="*/ 2147483646 w 3860"/>
              <a:gd name="T3" fmla="*/ 0 h 1"/>
              <a:gd name="T4" fmla="*/ 0 60000 65536"/>
              <a:gd name="T5" fmla="*/ 0 60000 65536"/>
              <a:gd name="T6" fmla="*/ 0 w 3860"/>
              <a:gd name="T7" fmla="*/ 0 h 1"/>
              <a:gd name="T8" fmla="*/ 3860 w 386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860" h="1">
                <a:moveTo>
                  <a:pt x="0" y="1"/>
                </a:moveTo>
                <a:lnTo>
                  <a:pt x="386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73" name="Freeform 119">
            <a:extLst>
              <a:ext uri="{FF2B5EF4-FFF2-40B4-BE49-F238E27FC236}">
                <a16:creationId xmlns:a16="http://schemas.microsoft.com/office/drawing/2014/main" id="{223B1F74-202E-4BFC-9272-7CD0A995CCEE}"/>
              </a:ext>
            </a:extLst>
          </p:cNvPr>
          <p:cNvSpPr>
            <a:spLocks/>
          </p:cNvSpPr>
          <p:nvPr/>
        </p:nvSpPr>
        <p:spPr bwMode="auto">
          <a:xfrm>
            <a:off x="1447800" y="5094288"/>
            <a:ext cx="7013575" cy="1587"/>
          </a:xfrm>
          <a:custGeom>
            <a:avLst/>
            <a:gdLst>
              <a:gd name="T0" fmla="*/ 0 w 4418"/>
              <a:gd name="T1" fmla="*/ 2147483646 h 1"/>
              <a:gd name="T2" fmla="*/ 2147483646 w 4418"/>
              <a:gd name="T3" fmla="*/ 0 h 1"/>
              <a:gd name="T4" fmla="*/ 0 60000 65536"/>
              <a:gd name="T5" fmla="*/ 0 60000 65536"/>
              <a:gd name="T6" fmla="*/ 0 w 4418"/>
              <a:gd name="T7" fmla="*/ 0 h 1"/>
              <a:gd name="T8" fmla="*/ 4418 w 4418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18" h="1">
                <a:moveTo>
                  <a:pt x="0" y="1"/>
                </a:moveTo>
                <a:lnTo>
                  <a:pt x="4418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74" name="Rectangle 120">
            <a:extLst>
              <a:ext uri="{FF2B5EF4-FFF2-40B4-BE49-F238E27FC236}">
                <a16:creationId xmlns:a16="http://schemas.microsoft.com/office/drawing/2014/main" id="{0BAEB727-24CA-4B18-ADFB-019907C45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1338" y="5627688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75" name="Text Box 121">
            <a:extLst>
              <a:ext uri="{FF2B5EF4-FFF2-40B4-BE49-F238E27FC236}">
                <a16:creationId xmlns:a16="http://schemas.microsoft.com/office/drawing/2014/main" id="{82C11388-5F4C-4BD3-A6EA-4FC2785443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0550" y="5676900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读写电路</a:t>
            </a:r>
          </a:p>
        </p:txBody>
      </p:sp>
      <p:sp>
        <p:nvSpPr>
          <p:cNvPr id="32876" name="Freeform 122">
            <a:extLst>
              <a:ext uri="{FF2B5EF4-FFF2-40B4-BE49-F238E27FC236}">
                <a16:creationId xmlns:a16="http://schemas.microsoft.com/office/drawing/2014/main" id="{2D7457CA-413C-4FF3-B02D-8352942879D3}"/>
              </a:ext>
            </a:extLst>
          </p:cNvPr>
          <p:cNvSpPr>
            <a:spLocks/>
          </p:cNvSpPr>
          <p:nvPr/>
        </p:nvSpPr>
        <p:spPr bwMode="auto">
          <a:xfrm>
            <a:off x="2225675" y="1922463"/>
            <a:ext cx="230188" cy="2327275"/>
          </a:xfrm>
          <a:custGeom>
            <a:avLst/>
            <a:gdLst>
              <a:gd name="T0" fmla="*/ 2147483646 w 145"/>
              <a:gd name="T1" fmla="*/ 0 h 1466"/>
              <a:gd name="T2" fmla="*/ 2147483646 w 145"/>
              <a:gd name="T3" fmla="*/ 0 h 1466"/>
              <a:gd name="T4" fmla="*/ 2147483646 w 145"/>
              <a:gd name="T5" fmla="*/ 2147483646 h 1466"/>
              <a:gd name="T6" fmla="*/ 0 w 145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5"/>
              <a:gd name="T13" fmla="*/ 0 h 1466"/>
              <a:gd name="T14" fmla="*/ 145 w 145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5" h="1466">
                <a:moveTo>
                  <a:pt x="37" y="0"/>
                </a:moveTo>
                <a:lnTo>
                  <a:pt x="145" y="0"/>
                </a:lnTo>
                <a:lnTo>
                  <a:pt x="144" y="1466"/>
                </a:lnTo>
                <a:lnTo>
                  <a:pt x="0" y="146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77" name="Freeform 123">
            <a:extLst>
              <a:ext uri="{FF2B5EF4-FFF2-40B4-BE49-F238E27FC236}">
                <a16:creationId xmlns:a16="http://schemas.microsoft.com/office/drawing/2014/main" id="{315DD212-286C-4CB8-B344-FAB78CCEEBD1}"/>
              </a:ext>
            </a:extLst>
          </p:cNvPr>
          <p:cNvSpPr>
            <a:spLocks/>
          </p:cNvSpPr>
          <p:nvPr/>
        </p:nvSpPr>
        <p:spPr bwMode="auto">
          <a:xfrm>
            <a:off x="2560638" y="1922463"/>
            <a:ext cx="268287" cy="2332037"/>
          </a:xfrm>
          <a:custGeom>
            <a:avLst/>
            <a:gdLst>
              <a:gd name="T0" fmla="*/ 2147483646 w 169"/>
              <a:gd name="T1" fmla="*/ 2147483646 h 1469"/>
              <a:gd name="T2" fmla="*/ 0 w 169"/>
              <a:gd name="T3" fmla="*/ 2147483646 h 1469"/>
              <a:gd name="T4" fmla="*/ 2147483646 w 169"/>
              <a:gd name="T5" fmla="*/ 0 h 1469"/>
              <a:gd name="T6" fmla="*/ 2147483646 w 169"/>
              <a:gd name="T7" fmla="*/ 0 h 1469"/>
              <a:gd name="T8" fmla="*/ 0 60000 65536"/>
              <a:gd name="T9" fmla="*/ 0 60000 65536"/>
              <a:gd name="T10" fmla="*/ 0 60000 65536"/>
              <a:gd name="T11" fmla="*/ 0 60000 65536"/>
              <a:gd name="T12" fmla="*/ 0 w 169"/>
              <a:gd name="T13" fmla="*/ 0 h 1469"/>
              <a:gd name="T14" fmla="*/ 169 w 169"/>
              <a:gd name="T15" fmla="*/ 1469 h 14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9" h="1469">
                <a:moveTo>
                  <a:pt x="169" y="1468"/>
                </a:moveTo>
                <a:lnTo>
                  <a:pt x="0" y="1469"/>
                </a:lnTo>
                <a:lnTo>
                  <a:pt x="1" y="0"/>
                </a:lnTo>
                <a:lnTo>
                  <a:pt x="105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78" name="Freeform 124">
            <a:extLst>
              <a:ext uri="{FF2B5EF4-FFF2-40B4-BE49-F238E27FC236}">
                <a16:creationId xmlns:a16="http://schemas.microsoft.com/office/drawing/2014/main" id="{87513A39-B14F-47D8-8482-B106679B5076}"/>
              </a:ext>
            </a:extLst>
          </p:cNvPr>
          <p:cNvSpPr>
            <a:spLocks/>
          </p:cNvSpPr>
          <p:nvPr/>
        </p:nvSpPr>
        <p:spPr bwMode="auto">
          <a:xfrm>
            <a:off x="3122613" y="1922463"/>
            <a:ext cx="223837" cy="2327275"/>
          </a:xfrm>
          <a:custGeom>
            <a:avLst/>
            <a:gdLst>
              <a:gd name="T0" fmla="*/ 2147483646 w 141"/>
              <a:gd name="T1" fmla="*/ 0 h 1466"/>
              <a:gd name="T2" fmla="*/ 2147483646 w 141"/>
              <a:gd name="T3" fmla="*/ 0 h 1466"/>
              <a:gd name="T4" fmla="*/ 2147483646 w 141"/>
              <a:gd name="T5" fmla="*/ 2147483646 h 1466"/>
              <a:gd name="T6" fmla="*/ 0 w 141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1"/>
              <a:gd name="T13" fmla="*/ 0 h 1466"/>
              <a:gd name="T14" fmla="*/ 141 w 141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1" h="1466">
                <a:moveTo>
                  <a:pt x="38" y="0"/>
                </a:moveTo>
                <a:lnTo>
                  <a:pt x="141" y="0"/>
                </a:lnTo>
                <a:lnTo>
                  <a:pt x="140" y="1466"/>
                </a:lnTo>
                <a:lnTo>
                  <a:pt x="0" y="146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79" name="Freeform 125">
            <a:extLst>
              <a:ext uri="{FF2B5EF4-FFF2-40B4-BE49-F238E27FC236}">
                <a16:creationId xmlns:a16="http://schemas.microsoft.com/office/drawing/2014/main" id="{40427DDE-B4CC-4F55-A52E-6D56B5697028}"/>
              </a:ext>
            </a:extLst>
          </p:cNvPr>
          <p:cNvSpPr>
            <a:spLocks/>
          </p:cNvSpPr>
          <p:nvPr/>
        </p:nvSpPr>
        <p:spPr bwMode="auto">
          <a:xfrm>
            <a:off x="3505200" y="1922463"/>
            <a:ext cx="246063" cy="2328862"/>
          </a:xfrm>
          <a:custGeom>
            <a:avLst/>
            <a:gdLst>
              <a:gd name="T0" fmla="*/ 2147483646 w 155"/>
              <a:gd name="T1" fmla="*/ 2147483646 h 1467"/>
              <a:gd name="T2" fmla="*/ 2147483646 w 155"/>
              <a:gd name="T3" fmla="*/ 2147483646 h 1467"/>
              <a:gd name="T4" fmla="*/ 0 w 155"/>
              <a:gd name="T5" fmla="*/ 2147483646 h 1467"/>
              <a:gd name="T6" fmla="*/ 2147483646 w 155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  <a:gd name="T12" fmla="*/ 0 w 155"/>
              <a:gd name="T13" fmla="*/ 0 h 1467"/>
              <a:gd name="T14" fmla="*/ 155 w 155"/>
              <a:gd name="T15" fmla="*/ 1467 h 14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5" h="1467">
                <a:moveTo>
                  <a:pt x="155" y="1467"/>
                </a:moveTo>
                <a:lnTo>
                  <a:pt x="3" y="1467"/>
                </a:lnTo>
                <a:lnTo>
                  <a:pt x="0" y="1"/>
                </a:lnTo>
                <a:lnTo>
                  <a:pt x="89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80" name="Freeform 126">
            <a:extLst>
              <a:ext uri="{FF2B5EF4-FFF2-40B4-BE49-F238E27FC236}">
                <a16:creationId xmlns:a16="http://schemas.microsoft.com/office/drawing/2014/main" id="{DB9BAEE9-3621-493D-80D8-9840EB1AAFEE}"/>
              </a:ext>
            </a:extLst>
          </p:cNvPr>
          <p:cNvSpPr>
            <a:spLocks/>
          </p:cNvSpPr>
          <p:nvPr/>
        </p:nvSpPr>
        <p:spPr bwMode="auto">
          <a:xfrm>
            <a:off x="4059238" y="1922463"/>
            <a:ext cx="225425" cy="2327275"/>
          </a:xfrm>
          <a:custGeom>
            <a:avLst/>
            <a:gdLst>
              <a:gd name="T0" fmla="*/ 2147483646 w 142"/>
              <a:gd name="T1" fmla="*/ 0 h 1466"/>
              <a:gd name="T2" fmla="*/ 2147483646 w 142"/>
              <a:gd name="T3" fmla="*/ 0 h 1466"/>
              <a:gd name="T4" fmla="*/ 2147483646 w 142"/>
              <a:gd name="T5" fmla="*/ 2147483646 h 1466"/>
              <a:gd name="T6" fmla="*/ 0 w 142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2"/>
              <a:gd name="T13" fmla="*/ 0 h 1466"/>
              <a:gd name="T14" fmla="*/ 142 w 142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2" h="1466">
                <a:moveTo>
                  <a:pt x="34" y="0"/>
                </a:moveTo>
                <a:lnTo>
                  <a:pt x="142" y="0"/>
                </a:lnTo>
                <a:lnTo>
                  <a:pt x="141" y="1466"/>
                </a:lnTo>
                <a:lnTo>
                  <a:pt x="0" y="1464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81" name="Freeform 127">
            <a:extLst>
              <a:ext uri="{FF2B5EF4-FFF2-40B4-BE49-F238E27FC236}">
                <a16:creationId xmlns:a16="http://schemas.microsoft.com/office/drawing/2014/main" id="{A1ECF079-7663-4909-AA93-1C0005E741DE}"/>
              </a:ext>
            </a:extLst>
          </p:cNvPr>
          <p:cNvSpPr>
            <a:spLocks/>
          </p:cNvSpPr>
          <p:nvPr/>
        </p:nvSpPr>
        <p:spPr bwMode="auto">
          <a:xfrm>
            <a:off x="4424363" y="1922463"/>
            <a:ext cx="241300" cy="2328862"/>
          </a:xfrm>
          <a:custGeom>
            <a:avLst/>
            <a:gdLst>
              <a:gd name="T0" fmla="*/ 2147483646 w 152"/>
              <a:gd name="T1" fmla="*/ 2147483646 h 1467"/>
              <a:gd name="T2" fmla="*/ 0 w 152"/>
              <a:gd name="T3" fmla="*/ 2147483646 h 1467"/>
              <a:gd name="T4" fmla="*/ 0 w 152"/>
              <a:gd name="T5" fmla="*/ 2147483646 h 1467"/>
              <a:gd name="T6" fmla="*/ 2147483646 w 152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467"/>
              <a:gd name="T14" fmla="*/ 152 w 152"/>
              <a:gd name="T15" fmla="*/ 1467 h 14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467">
                <a:moveTo>
                  <a:pt x="152" y="1467"/>
                </a:moveTo>
                <a:lnTo>
                  <a:pt x="0" y="1467"/>
                </a:lnTo>
                <a:lnTo>
                  <a:pt x="0" y="1"/>
                </a:lnTo>
                <a:lnTo>
                  <a:pt x="77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82" name="Freeform 128">
            <a:extLst>
              <a:ext uri="{FF2B5EF4-FFF2-40B4-BE49-F238E27FC236}">
                <a16:creationId xmlns:a16="http://schemas.microsoft.com/office/drawing/2014/main" id="{97AC7AFB-7954-47E9-9B06-D2278B45E2F5}"/>
              </a:ext>
            </a:extLst>
          </p:cNvPr>
          <p:cNvSpPr>
            <a:spLocks/>
          </p:cNvSpPr>
          <p:nvPr/>
        </p:nvSpPr>
        <p:spPr bwMode="auto">
          <a:xfrm>
            <a:off x="4968875" y="1922463"/>
            <a:ext cx="230188" cy="2327275"/>
          </a:xfrm>
          <a:custGeom>
            <a:avLst/>
            <a:gdLst>
              <a:gd name="T0" fmla="*/ 2147483646 w 145"/>
              <a:gd name="T1" fmla="*/ 0 h 1466"/>
              <a:gd name="T2" fmla="*/ 2147483646 w 145"/>
              <a:gd name="T3" fmla="*/ 0 h 1466"/>
              <a:gd name="T4" fmla="*/ 2147483646 w 145"/>
              <a:gd name="T5" fmla="*/ 2147483646 h 1466"/>
              <a:gd name="T6" fmla="*/ 0 w 145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5"/>
              <a:gd name="T13" fmla="*/ 0 h 1466"/>
              <a:gd name="T14" fmla="*/ 145 w 145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5" h="1466">
                <a:moveTo>
                  <a:pt x="37" y="0"/>
                </a:moveTo>
                <a:lnTo>
                  <a:pt x="145" y="0"/>
                </a:lnTo>
                <a:lnTo>
                  <a:pt x="144" y="1466"/>
                </a:lnTo>
                <a:lnTo>
                  <a:pt x="0" y="146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83" name="Freeform 129">
            <a:extLst>
              <a:ext uri="{FF2B5EF4-FFF2-40B4-BE49-F238E27FC236}">
                <a16:creationId xmlns:a16="http://schemas.microsoft.com/office/drawing/2014/main" id="{CBC6F268-202C-432E-95A4-8A61B4ADAD8D}"/>
              </a:ext>
            </a:extLst>
          </p:cNvPr>
          <p:cNvSpPr>
            <a:spLocks/>
          </p:cNvSpPr>
          <p:nvPr/>
        </p:nvSpPr>
        <p:spPr bwMode="auto">
          <a:xfrm>
            <a:off x="5334000" y="1919288"/>
            <a:ext cx="246063" cy="2332037"/>
          </a:xfrm>
          <a:custGeom>
            <a:avLst/>
            <a:gdLst>
              <a:gd name="T0" fmla="*/ 2147483646 w 155"/>
              <a:gd name="T1" fmla="*/ 2147483646 h 1469"/>
              <a:gd name="T2" fmla="*/ 2147483646 w 155"/>
              <a:gd name="T3" fmla="*/ 2147483646 h 1469"/>
              <a:gd name="T4" fmla="*/ 0 w 155"/>
              <a:gd name="T5" fmla="*/ 0 h 1469"/>
              <a:gd name="T6" fmla="*/ 2147483646 w 155"/>
              <a:gd name="T7" fmla="*/ 2147483646 h 1469"/>
              <a:gd name="T8" fmla="*/ 0 60000 65536"/>
              <a:gd name="T9" fmla="*/ 0 60000 65536"/>
              <a:gd name="T10" fmla="*/ 0 60000 65536"/>
              <a:gd name="T11" fmla="*/ 0 60000 65536"/>
              <a:gd name="T12" fmla="*/ 0 w 155"/>
              <a:gd name="T13" fmla="*/ 0 h 1469"/>
              <a:gd name="T14" fmla="*/ 155 w 155"/>
              <a:gd name="T15" fmla="*/ 1469 h 14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5" h="1469">
                <a:moveTo>
                  <a:pt x="155" y="1469"/>
                </a:moveTo>
                <a:lnTo>
                  <a:pt x="3" y="1469"/>
                </a:lnTo>
                <a:lnTo>
                  <a:pt x="0" y="0"/>
                </a:lnTo>
                <a:lnTo>
                  <a:pt x="103" y="2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84" name="Freeform 130">
            <a:extLst>
              <a:ext uri="{FF2B5EF4-FFF2-40B4-BE49-F238E27FC236}">
                <a16:creationId xmlns:a16="http://schemas.microsoft.com/office/drawing/2014/main" id="{FFBC087D-14C1-4E5B-A933-1C29351F55A9}"/>
              </a:ext>
            </a:extLst>
          </p:cNvPr>
          <p:cNvSpPr>
            <a:spLocks/>
          </p:cNvSpPr>
          <p:nvPr/>
        </p:nvSpPr>
        <p:spPr bwMode="auto">
          <a:xfrm>
            <a:off x="5889625" y="1922463"/>
            <a:ext cx="223838" cy="2327275"/>
          </a:xfrm>
          <a:custGeom>
            <a:avLst/>
            <a:gdLst>
              <a:gd name="T0" fmla="*/ 2147483646 w 141"/>
              <a:gd name="T1" fmla="*/ 0 h 1466"/>
              <a:gd name="T2" fmla="*/ 2147483646 w 141"/>
              <a:gd name="T3" fmla="*/ 0 h 1466"/>
              <a:gd name="T4" fmla="*/ 2147483646 w 141"/>
              <a:gd name="T5" fmla="*/ 2147483646 h 1466"/>
              <a:gd name="T6" fmla="*/ 0 w 141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1"/>
              <a:gd name="T13" fmla="*/ 0 h 1466"/>
              <a:gd name="T14" fmla="*/ 141 w 141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1" h="1466">
                <a:moveTo>
                  <a:pt x="42" y="0"/>
                </a:moveTo>
                <a:lnTo>
                  <a:pt x="141" y="0"/>
                </a:lnTo>
                <a:lnTo>
                  <a:pt x="140" y="1466"/>
                </a:lnTo>
                <a:lnTo>
                  <a:pt x="0" y="146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85" name="Freeform 131">
            <a:extLst>
              <a:ext uri="{FF2B5EF4-FFF2-40B4-BE49-F238E27FC236}">
                <a16:creationId xmlns:a16="http://schemas.microsoft.com/office/drawing/2014/main" id="{0702864A-6304-4BF0-A463-81C71871E267}"/>
              </a:ext>
            </a:extLst>
          </p:cNvPr>
          <p:cNvSpPr>
            <a:spLocks/>
          </p:cNvSpPr>
          <p:nvPr/>
        </p:nvSpPr>
        <p:spPr bwMode="auto">
          <a:xfrm>
            <a:off x="6253163" y="1922463"/>
            <a:ext cx="241300" cy="2328862"/>
          </a:xfrm>
          <a:custGeom>
            <a:avLst/>
            <a:gdLst>
              <a:gd name="T0" fmla="*/ 2147483646 w 152"/>
              <a:gd name="T1" fmla="*/ 2147483646 h 1467"/>
              <a:gd name="T2" fmla="*/ 0 w 152"/>
              <a:gd name="T3" fmla="*/ 2147483646 h 1467"/>
              <a:gd name="T4" fmla="*/ 0 w 152"/>
              <a:gd name="T5" fmla="*/ 2147483646 h 1467"/>
              <a:gd name="T6" fmla="*/ 2147483646 w 152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467"/>
              <a:gd name="T14" fmla="*/ 152 w 152"/>
              <a:gd name="T15" fmla="*/ 1467 h 14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467">
                <a:moveTo>
                  <a:pt x="152" y="1467"/>
                </a:moveTo>
                <a:lnTo>
                  <a:pt x="0" y="1467"/>
                </a:lnTo>
                <a:lnTo>
                  <a:pt x="0" y="1"/>
                </a:lnTo>
                <a:lnTo>
                  <a:pt x="103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86" name="Freeform 132">
            <a:extLst>
              <a:ext uri="{FF2B5EF4-FFF2-40B4-BE49-F238E27FC236}">
                <a16:creationId xmlns:a16="http://schemas.microsoft.com/office/drawing/2014/main" id="{EA01697F-58B1-48EF-8BA3-6296F4285424}"/>
              </a:ext>
            </a:extLst>
          </p:cNvPr>
          <p:cNvSpPr>
            <a:spLocks/>
          </p:cNvSpPr>
          <p:nvPr/>
        </p:nvSpPr>
        <p:spPr bwMode="auto">
          <a:xfrm>
            <a:off x="6794500" y="1922463"/>
            <a:ext cx="233363" cy="2327275"/>
          </a:xfrm>
          <a:custGeom>
            <a:avLst/>
            <a:gdLst>
              <a:gd name="T0" fmla="*/ 2147483646 w 147"/>
              <a:gd name="T1" fmla="*/ 0 h 1466"/>
              <a:gd name="T2" fmla="*/ 2147483646 w 147"/>
              <a:gd name="T3" fmla="*/ 0 h 1466"/>
              <a:gd name="T4" fmla="*/ 2147483646 w 147"/>
              <a:gd name="T5" fmla="*/ 2147483646 h 1466"/>
              <a:gd name="T6" fmla="*/ 0 w 147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7"/>
              <a:gd name="T13" fmla="*/ 0 h 1466"/>
              <a:gd name="T14" fmla="*/ 147 w 147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7" h="1466">
                <a:moveTo>
                  <a:pt x="51" y="0"/>
                </a:moveTo>
                <a:lnTo>
                  <a:pt x="147" y="0"/>
                </a:lnTo>
                <a:lnTo>
                  <a:pt x="146" y="1466"/>
                </a:lnTo>
                <a:lnTo>
                  <a:pt x="0" y="146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87" name="Freeform 133">
            <a:extLst>
              <a:ext uri="{FF2B5EF4-FFF2-40B4-BE49-F238E27FC236}">
                <a16:creationId xmlns:a16="http://schemas.microsoft.com/office/drawing/2014/main" id="{75CE45E8-5116-4C18-B52D-7E314F3A018D}"/>
              </a:ext>
            </a:extLst>
          </p:cNvPr>
          <p:cNvSpPr>
            <a:spLocks/>
          </p:cNvSpPr>
          <p:nvPr/>
        </p:nvSpPr>
        <p:spPr bwMode="auto">
          <a:xfrm>
            <a:off x="7158038" y="1922463"/>
            <a:ext cx="250825" cy="2328862"/>
          </a:xfrm>
          <a:custGeom>
            <a:avLst/>
            <a:gdLst>
              <a:gd name="T0" fmla="*/ 2147483646 w 158"/>
              <a:gd name="T1" fmla="*/ 2147483646 h 1467"/>
              <a:gd name="T2" fmla="*/ 0 w 158"/>
              <a:gd name="T3" fmla="*/ 2147483646 h 1467"/>
              <a:gd name="T4" fmla="*/ 0 w 158"/>
              <a:gd name="T5" fmla="*/ 0 h 1467"/>
              <a:gd name="T6" fmla="*/ 2147483646 w 158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  <a:gd name="T12" fmla="*/ 0 w 158"/>
              <a:gd name="T13" fmla="*/ 0 h 1467"/>
              <a:gd name="T14" fmla="*/ 158 w 158"/>
              <a:gd name="T15" fmla="*/ 1467 h 14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8" h="1467">
                <a:moveTo>
                  <a:pt x="158" y="1467"/>
                </a:moveTo>
                <a:lnTo>
                  <a:pt x="0" y="1467"/>
                </a:lnTo>
                <a:lnTo>
                  <a:pt x="0" y="0"/>
                </a:lnTo>
                <a:lnTo>
                  <a:pt x="95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88" name="Freeform 134">
            <a:extLst>
              <a:ext uri="{FF2B5EF4-FFF2-40B4-BE49-F238E27FC236}">
                <a16:creationId xmlns:a16="http://schemas.microsoft.com/office/drawing/2014/main" id="{DBAF91D4-FC1C-41B6-A98F-3C5AF5F5EF51}"/>
              </a:ext>
            </a:extLst>
          </p:cNvPr>
          <p:cNvSpPr>
            <a:spLocks/>
          </p:cNvSpPr>
          <p:nvPr/>
        </p:nvSpPr>
        <p:spPr bwMode="auto">
          <a:xfrm>
            <a:off x="7716838" y="1922463"/>
            <a:ext cx="225425" cy="2327275"/>
          </a:xfrm>
          <a:custGeom>
            <a:avLst/>
            <a:gdLst>
              <a:gd name="T0" fmla="*/ 2147483646 w 142"/>
              <a:gd name="T1" fmla="*/ 0 h 1466"/>
              <a:gd name="T2" fmla="*/ 2147483646 w 142"/>
              <a:gd name="T3" fmla="*/ 0 h 1466"/>
              <a:gd name="T4" fmla="*/ 2147483646 w 142"/>
              <a:gd name="T5" fmla="*/ 2147483646 h 1466"/>
              <a:gd name="T6" fmla="*/ 0 w 142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2"/>
              <a:gd name="T13" fmla="*/ 0 h 1466"/>
              <a:gd name="T14" fmla="*/ 142 w 142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2" h="1466">
                <a:moveTo>
                  <a:pt x="34" y="0"/>
                </a:moveTo>
                <a:lnTo>
                  <a:pt x="142" y="0"/>
                </a:lnTo>
                <a:lnTo>
                  <a:pt x="141" y="1466"/>
                </a:lnTo>
                <a:lnTo>
                  <a:pt x="0" y="146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89" name="Freeform 135">
            <a:extLst>
              <a:ext uri="{FF2B5EF4-FFF2-40B4-BE49-F238E27FC236}">
                <a16:creationId xmlns:a16="http://schemas.microsoft.com/office/drawing/2014/main" id="{B8C683C5-03CE-4C92-A535-7B7A0E17C766}"/>
              </a:ext>
            </a:extLst>
          </p:cNvPr>
          <p:cNvSpPr>
            <a:spLocks/>
          </p:cNvSpPr>
          <p:nvPr/>
        </p:nvSpPr>
        <p:spPr bwMode="auto">
          <a:xfrm>
            <a:off x="8047038" y="1922463"/>
            <a:ext cx="252412" cy="2332037"/>
          </a:xfrm>
          <a:custGeom>
            <a:avLst/>
            <a:gdLst>
              <a:gd name="T0" fmla="*/ 2147483646 w 159"/>
              <a:gd name="T1" fmla="*/ 2147483646 h 1469"/>
              <a:gd name="T2" fmla="*/ 0 w 159"/>
              <a:gd name="T3" fmla="*/ 2147483646 h 1469"/>
              <a:gd name="T4" fmla="*/ 2147483646 w 159"/>
              <a:gd name="T5" fmla="*/ 0 h 1469"/>
              <a:gd name="T6" fmla="*/ 2147483646 w 159"/>
              <a:gd name="T7" fmla="*/ 0 h 1469"/>
              <a:gd name="T8" fmla="*/ 0 60000 65536"/>
              <a:gd name="T9" fmla="*/ 0 60000 65536"/>
              <a:gd name="T10" fmla="*/ 0 60000 65536"/>
              <a:gd name="T11" fmla="*/ 0 60000 65536"/>
              <a:gd name="T12" fmla="*/ 0 w 159"/>
              <a:gd name="T13" fmla="*/ 0 h 1469"/>
              <a:gd name="T14" fmla="*/ 159 w 159"/>
              <a:gd name="T15" fmla="*/ 1469 h 14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9" h="1469">
                <a:moveTo>
                  <a:pt x="159" y="1467"/>
                </a:moveTo>
                <a:lnTo>
                  <a:pt x="0" y="1469"/>
                </a:lnTo>
                <a:lnTo>
                  <a:pt x="1" y="0"/>
                </a:lnTo>
                <a:lnTo>
                  <a:pt x="104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90" name="Freeform 136">
            <a:extLst>
              <a:ext uri="{FF2B5EF4-FFF2-40B4-BE49-F238E27FC236}">
                <a16:creationId xmlns:a16="http://schemas.microsoft.com/office/drawing/2014/main" id="{49D5E239-43CD-4C4A-A792-F8C3B2E8396F}"/>
              </a:ext>
            </a:extLst>
          </p:cNvPr>
          <p:cNvSpPr>
            <a:spLocks/>
          </p:cNvSpPr>
          <p:nvPr/>
        </p:nvSpPr>
        <p:spPr bwMode="auto">
          <a:xfrm>
            <a:off x="8599488" y="1922463"/>
            <a:ext cx="233362" cy="2327275"/>
          </a:xfrm>
          <a:custGeom>
            <a:avLst/>
            <a:gdLst>
              <a:gd name="T0" fmla="*/ 2147483646 w 147"/>
              <a:gd name="T1" fmla="*/ 0 h 1466"/>
              <a:gd name="T2" fmla="*/ 2147483646 w 147"/>
              <a:gd name="T3" fmla="*/ 0 h 1466"/>
              <a:gd name="T4" fmla="*/ 2147483646 w 147"/>
              <a:gd name="T5" fmla="*/ 2147483646 h 1466"/>
              <a:gd name="T6" fmla="*/ 0 w 147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7"/>
              <a:gd name="T13" fmla="*/ 0 h 1466"/>
              <a:gd name="T14" fmla="*/ 147 w 147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7" h="1466">
                <a:moveTo>
                  <a:pt x="47" y="0"/>
                </a:moveTo>
                <a:lnTo>
                  <a:pt x="147" y="0"/>
                </a:lnTo>
                <a:lnTo>
                  <a:pt x="146" y="1466"/>
                </a:lnTo>
                <a:lnTo>
                  <a:pt x="0" y="146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91" name="Freeform 137">
            <a:extLst>
              <a:ext uri="{FF2B5EF4-FFF2-40B4-BE49-F238E27FC236}">
                <a16:creationId xmlns:a16="http://schemas.microsoft.com/office/drawing/2014/main" id="{CC26F717-7CEE-4BB6-A3FB-2CE24FABE558}"/>
              </a:ext>
            </a:extLst>
          </p:cNvPr>
          <p:cNvSpPr>
            <a:spLocks/>
          </p:cNvSpPr>
          <p:nvPr/>
        </p:nvSpPr>
        <p:spPr bwMode="auto">
          <a:xfrm>
            <a:off x="1674813" y="4346575"/>
            <a:ext cx="1158875" cy="1047750"/>
          </a:xfrm>
          <a:custGeom>
            <a:avLst/>
            <a:gdLst>
              <a:gd name="T0" fmla="*/ 2147483646 w 730"/>
              <a:gd name="T1" fmla="*/ 2147483646 h 660"/>
              <a:gd name="T2" fmla="*/ 0 w 730"/>
              <a:gd name="T3" fmla="*/ 2147483646 h 660"/>
              <a:gd name="T4" fmla="*/ 0 w 730"/>
              <a:gd name="T5" fmla="*/ 2147483646 h 660"/>
              <a:gd name="T6" fmla="*/ 2147483646 w 730"/>
              <a:gd name="T7" fmla="*/ 2147483646 h 660"/>
              <a:gd name="T8" fmla="*/ 2147483646 w 730"/>
              <a:gd name="T9" fmla="*/ 0 h 660"/>
              <a:gd name="T10" fmla="*/ 2147483646 w 730"/>
              <a:gd name="T11" fmla="*/ 2147483646 h 6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30"/>
              <a:gd name="T19" fmla="*/ 0 h 660"/>
              <a:gd name="T20" fmla="*/ 730 w 730"/>
              <a:gd name="T21" fmla="*/ 660 h 66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30" h="660">
                <a:moveTo>
                  <a:pt x="160" y="4"/>
                </a:moveTo>
                <a:lnTo>
                  <a:pt x="0" y="3"/>
                </a:lnTo>
                <a:lnTo>
                  <a:pt x="0" y="660"/>
                </a:lnTo>
                <a:lnTo>
                  <a:pt x="558" y="657"/>
                </a:lnTo>
                <a:lnTo>
                  <a:pt x="558" y="0"/>
                </a:lnTo>
                <a:lnTo>
                  <a:pt x="730" y="1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92" name="Freeform 138">
            <a:extLst>
              <a:ext uri="{FF2B5EF4-FFF2-40B4-BE49-F238E27FC236}">
                <a16:creationId xmlns:a16="http://schemas.microsoft.com/office/drawing/2014/main" id="{B41EF96E-2A4C-42A8-AD4B-DF859EF2A46B}"/>
              </a:ext>
            </a:extLst>
          </p:cNvPr>
          <p:cNvSpPr>
            <a:spLocks/>
          </p:cNvSpPr>
          <p:nvPr/>
        </p:nvSpPr>
        <p:spPr bwMode="auto">
          <a:xfrm>
            <a:off x="3503613" y="4356100"/>
            <a:ext cx="1157287" cy="1044575"/>
          </a:xfrm>
          <a:custGeom>
            <a:avLst/>
            <a:gdLst>
              <a:gd name="T0" fmla="*/ 2147483646 w 729"/>
              <a:gd name="T1" fmla="*/ 0 h 658"/>
              <a:gd name="T2" fmla="*/ 0 w 729"/>
              <a:gd name="T3" fmla="*/ 0 h 658"/>
              <a:gd name="T4" fmla="*/ 0 w 729"/>
              <a:gd name="T5" fmla="*/ 2147483646 h 658"/>
              <a:gd name="T6" fmla="*/ 2147483646 w 729"/>
              <a:gd name="T7" fmla="*/ 2147483646 h 658"/>
              <a:gd name="T8" fmla="*/ 2147483646 w 729"/>
              <a:gd name="T9" fmla="*/ 2147483646 h 658"/>
              <a:gd name="T10" fmla="*/ 2147483646 w 729"/>
              <a:gd name="T11" fmla="*/ 2147483646 h 65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29"/>
              <a:gd name="T19" fmla="*/ 0 h 658"/>
              <a:gd name="T20" fmla="*/ 729 w 729"/>
              <a:gd name="T21" fmla="*/ 658 h 65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29" h="658">
                <a:moveTo>
                  <a:pt x="153" y="0"/>
                </a:moveTo>
                <a:lnTo>
                  <a:pt x="0" y="0"/>
                </a:lnTo>
                <a:lnTo>
                  <a:pt x="0" y="657"/>
                </a:lnTo>
                <a:lnTo>
                  <a:pt x="583" y="658"/>
                </a:lnTo>
                <a:lnTo>
                  <a:pt x="582" y="3"/>
                </a:lnTo>
                <a:lnTo>
                  <a:pt x="729" y="3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93" name="Freeform 139">
            <a:extLst>
              <a:ext uri="{FF2B5EF4-FFF2-40B4-BE49-F238E27FC236}">
                <a16:creationId xmlns:a16="http://schemas.microsoft.com/office/drawing/2014/main" id="{419D4329-BB41-468A-9DC6-D5FEAC743578}"/>
              </a:ext>
            </a:extLst>
          </p:cNvPr>
          <p:cNvSpPr>
            <a:spLocks/>
          </p:cNvSpPr>
          <p:nvPr/>
        </p:nvSpPr>
        <p:spPr bwMode="auto">
          <a:xfrm>
            <a:off x="5327650" y="4356100"/>
            <a:ext cx="1157288" cy="1042988"/>
          </a:xfrm>
          <a:custGeom>
            <a:avLst/>
            <a:gdLst>
              <a:gd name="T0" fmla="*/ 2147483646 w 729"/>
              <a:gd name="T1" fmla="*/ 0 h 657"/>
              <a:gd name="T2" fmla="*/ 0 w 729"/>
              <a:gd name="T3" fmla="*/ 0 h 657"/>
              <a:gd name="T4" fmla="*/ 0 w 729"/>
              <a:gd name="T5" fmla="*/ 2147483646 h 657"/>
              <a:gd name="T6" fmla="*/ 2147483646 w 729"/>
              <a:gd name="T7" fmla="*/ 2147483646 h 657"/>
              <a:gd name="T8" fmla="*/ 2147483646 w 729"/>
              <a:gd name="T9" fmla="*/ 2147483646 h 657"/>
              <a:gd name="T10" fmla="*/ 2147483646 w 729"/>
              <a:gd name="T11" fmla="*/ 2147483646 h 65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29"/>
              <a:gd name="T19" fmla="*/ 0 h 657"/>
              <a:gd name="T20" fmla="*/ 729 w 729"/>
              <a:gd name="T21" fmla="*/ 657 h 65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29" h="657">
                <a:moveTo>
                  <a:pt x="158" y="0"/>
                </a:moveTo>
                <a:lnTo>
                  <a:pt x="0" y="0"/>
                </a:lnTo>
                <a:lnTo>
                  <a:pt x="0" y="657"/>
                </a:lnTo>
                <a:lnTo>
                  <a:pt x="579" y="654"/>
                </a:lnTo>
                <a:lnTo>
                  <a:pt x="582" y="3"/>
                </a:lnTo>
                <a:lnTo>
                  <a:pt x="729" y="3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94" name="Freeform 140">
            <a:extLst>
              <a:ext uri="{FF2B5EF4-FFF2-40B4-BE49-F238E27FC236}">
                <a16:creationId xmlns:a16="http://schemas.microsoft.com/office/drawing/2014/main" id="{4E26B4AC-37DA-47CA-9B69-17203F326729}"/>
              </a:ext>
            </a:extLst>
          </p:cNvPr>
          <p:cNvSpPr>
            <a:spLocks/>
          </p:cNvSpPr>
          <p:nvPr/>
        </p:nvSpPr>
        <p:spPr bwMode="auto">
          <a:xfrm>
            <a:off x="7156450" y="4356100"/>
            <a:ext cx="1157288" cy="1042988"/>
          </a:xfrm>
          <a:custGeom>
            <a:avLst/>
            <a:gdLst>
              <a:gd name="T0" fmla="*/ 2147483646 w 729"/>
              <a:gd name="T1" fmla="*/ 2147483646 h 657"/>
              <a:gd name="T2" fmla="*/ 0 w 729"/>
              <a:gd name="T3" fmla="*/ 0 h 657"/>
              <a:gd name="T4" fmla="*/ 0 w 729"/>
              <a:gd name="T5" fmla="*/ 2147483646 h 657"/>
              <a:gd name="T6" fmla="*/ 2147483646 w 729"/>
              <a:gd name="T7" fmla="*/ 2147483646 h 657"/>
              <a:gd name="T8" fmla="*/ 2147483646 w 729"/>
              <a:gd name="T9" fmla="*/ 2147483646 h 657"/>
              <a:gd name="T10" fmla="*/ 2147483646 w 729"/>
              <a:gd name="T11" fmla="*/ 2147483646 h 65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29"/>
              <a:gd name="T19" fmla="*/ 0 h 657"/>
              <a:gd name="T20" fmla="*/ 729 w 729"/>
              <a:gd name="T21" fmla="*/ 657 h 65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29" h="657">
                <a:moveTo>
                  <a:pt x="161" y="2"/>
                </a:moveTo>
                <a:lnTo>
                  <a:pt x="0" y="0"/>
                </a:lnTo>
                <a:lnTo>
                  <a:pt x="0" y="657"/>
                </a:lnTo>
                <a:lnTo>
                  <a:pt x="579" y="654"/>
                </a:lnTo>
                <a:lnTo>
                  <a:pt x="582" y="3"/>
                </a:lnTo>
                <a:lnTo>
                  <a:pt x="729" y="3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95" name="Freeform 141">
            <a:extLst>
              <a:ext uri="{FF2B5EF4-FFF2-40B4-BE49-F238E27FC236}">
                <a16:creationId xmlns:a16="http://schemas.microsoft.com/office/drawing/2014/main" id="{B36F3242-B69A-46E1-A1D9-641EE5B4ADD6}"/>
              </a:ext>
            </a:extLst>
          </p:cNvPr>
          <p:cNvSpPr>
            <a:spLocks/>
          </p:cNvSpPr>
          <p:nvPr/>
        </p:nvSpPr>
        <p:spPr bwMode="auto">
          <a:xfrm>
            <a:off x="2222500" y="4341813"/>
            <a:ext cx="1123950" cy="906462"/>
          </a:xfrm>
          <a:custGeom>
            <a:avLst/>
            <a:gdLst>
              <a:gd name="T0" fmla="*/ 0 w 708"/>
              <a:gd name="T1" fmla="*/ 0 h 571"/>
              <a:gd name="T2" fmla="*/ 2147483646 w 708"/>
              <a:gd name="T3" fmla="*/ 0 h 571"/>
              <a:gd name="T4" fmla="*/ 2147483646 w 708"/>
              <a:gd name="T5" fmla="*/ 2147483646 h 571"/>
              <a:gd name="T6" fmla="*/ 2147483646 w 708"/>
              <a:gd name="T7" fmla="*/ 2147483646 h 571"/>
              <a:gd name="T8" fmla="*/ 2147483646 w 708"/>
              <a:gd name="T9" fmla="*/ 2147483646 h 571"/>
              <a:gd name="T10" fmla="*/ 2147483646 w 708"/>
              <a:gd name="T11" fmla="*/ 2147483646 h 57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08"/>
              <a:gd name="T19" fmla="*/ 0 h 571"/>
              <a:gd name="T20" fmla="*/ 708 w 708"/>
              <a:gd name="T21" fmla="*/ 571 h 57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08" h="571">
                <a:moveTo>
                  <a:pt x="0" y="0"/>
                </a:moveTo>
                <a:lnTo>
                  <a:pt x="132" y="0"/>
                </a:lnTo>
                <a:lnTo>
                  <a:pt x="133" y="571"/>
                </a:lnTo>
                <a:lnTo>
                  <a:pt x="708" y="570"/>
                </a:lnTo>
                <a:lnTo>
                  <a:pt x="708" y="9"/>
                </a:lnTo>
                <a:lnTo>
                  <a:pt x="573" y="9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96" name="Freeform 142">
            <a:extLst>
              <a:ext uri="{FF2B5EF4-FFF2-40B4-BE49-F238E27FC236}">
                <a16:creationId xmlns:a16="http://schemas.microsoft.com/office/drawing/2014/main" id="{D9171D48-C55A-412C-902C-D95F3A4F3BDF}"/>
              </a:ext>
            </a:extLst>
          </p:cNvPr>
          <p:cNvSpPr>
            <a:spLocks/>
          </p:cNvSpPr>
          <p:nvPr/>
        </p:nvSpPr>
        <p:spPr bwMode="auto">
          <a:xfrm>
            <a:off x="4051300" y="4341813"/>
            <a:ext cx="1152525" cy="900112"/>
          </a:xfrm>
          <a:custGeom>
            <a:avLst/>
            <a:gdLst>
              <a:gd name="T0" fmla="*/ 0 w 726"/>
              <a:gd name="T1" fmla="*/ 0 h 567"/>
              <a:gd name="T2" fmla="*/ 2147483646 w 726"/>
              <a:gd name="T3" fmla="*/ 2147483646 h 567"/>
              <a:gd name="T4" fmla="*/ 2147483646 w 726"/>
              <a:gd name="T5" fmla="*/ 2147483646 h 567"/>
              <a:gd name="T6" fmla="*/ 2147483646 w 726"/>
              <a:gd name="T7" fmla="*/ 2147483646 h 567"/>
              <a:gd name="T8" fmla="*/ 2147483646 w 726"/>
              <a:gd name="T9" fmla="*/ 2147483646 h 567"/>
              <a:gd name="T10" fmla="*/ 2147483646 w 726"/>
              <a:gd name="T11" fmla="*/ 2147483646 h 56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26"/>
              <a:gd name="T19" fmla="*/ 0 h 567"/>
              <a:gd name="T20" fmla="*/ 726 w 726"/>
              <a:gd name="T21" fmla="*/ 567 h 56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26" h="567">
                <a:moveTo>
                  <a:pt x="0" y="0"/>
                </a:moveTo>
                <a:lnTo>
                  <a:pt x="148" y="1"/>
                </a:lnTo>
                <a:lnTo>
                  <a:pt x="147" y="567"/>
                </a:lnTo>
                <a:lnTo>
                  <a:pt x="726" y="567"/>
                </a:lnTo>
                <a:lnTo>
                  <a:pt x="726" y="6"/>
                </a:lnTo>
                <a:lnTo>
                  <a:pt x="579" y="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97" name="Freeform 143">
            <a:extLst>
              <a:ext uri="{FF2B5EF4-FFF2-40B4-BE49-F238E27FC236}">
                <a16:creationId xmlns:a16="http://schemas.microsoft.com/office/drawing/2014/main" id="{825A6962-7A5C-402E-964D-730E03B81EEB}"/>
              </a:ext>
            </a:extLst>
          </p:cNvPr>
          <p:cNvSpPr>
            <a:spLocks/>
          </p:cNvSpPr>
          <p:nvPr/>
        </p:nvSpPr>
        <p:spPr bwMode="auto">
          <a:xfrm>
            <a:off x="5880100" y="4346575"/>
            <a:ext cx="1133475" cy="900113"/>
          </a:xfrm>
          <a:custGeom>
            <a:avLst/>
            <a:gdLst>
              <a:gd name="T0" fmla="*/ 0 w 714"/>
              <a:gd name="T1" fmla="*/ 0 h 567"/>
              <a:gd name="T2" fmla="*/ 2147483646 w 714"/>
              <a:gd name="T3" fmla="*/ 2147483646 h 567"/>
              <a:gd name="T4" fmla="*/ 2147483646 w 714"/>
              <a:gd name="T5" fmla="*/ 2147483646 h 567"/>
              <a:gd name="T6" fmla="*/ 2147483646 w 714"/>
              <a:gd name="T7" fmla="*/ 2147483646 h 567"/>
              <a:gd name="T8" fmla="*/ 2147483646 w 714"/>
              <a:gd name="T9" fmla="*/ 2147483646 h 567"/>
              <a:gd name="T10" fmla="*/ 2147483646 w 714"/>
              <a:gd name="T11" fmla="*/ 2147483646 h 56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14"/>
              <a:gd name="T19" fmla="*/ 0 h 567"/>
              <a:gd name="T20" fmla="*/ 714 w 714"/>
              <a:gd name="T21" fmla="*/ 567 h 56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14" h="567">
                <a:moveTo>
                  <a:pt x="0" y="0"/>
                </a:moveTo>
                <a:lnTo>
                  <a:pt x="136" y="1"/>
                </a:lnTo>
                <a:lnTo>
                  <a:pt x="135" y="567"/>
                </a:lnTo>
                <a:lnTo>
                  <a:pt x="714" y="567"/>
                </a:lnTo>
                <a:lnTo>
                  <a:pt x="714" y="6"/>
                </a:lnTo>
                <a:lnTo>
                  <a:pt x="576" y="5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98" name="Freeform 144">
            <a:extLst>
              <a:ext uri="{FF2B5EF4-FFF2-40B4-BE49-F238E27FC236}">
                <a16:creationId xmlns:a16="http://schemas.microsoft.com/office/drawing/2014/main" id="{8D752659-5802-4DAD-94DF-0C89B59DCE08}"/>
              </a:ext>
            </a:extLst>
          </p:cNvPr>
          <p:cNvSpPr>
            <a:spLocks/>
          </p:cNvSpPr>
          <p:nvPr/>
        </p:nvSpPr>
        <p:spPr bwMode="auto">
          <a:xfrm>
            <a:off x="7713663" y="4346575"/>
            <a:ext cx="1128712" cy="900113"/>
          </a:xfrm>
          <a:custGeom>
            <a:avLst/>
            <a:gdLst>
              <a:gd name="T0" fmla="*/ 0 w 711"/>
              <a:gd name="T1" fmla="*/ 0 h 567"/>
              <a:gd name="T2" fmla="*/ 2147483646 w 711"/>
              <a:gd name="T3" fmla="*/ 2147483646 h 567"/>
              <a:gd name="T4" fmla="*/ 2147483646 w 711"/>
              <a:gd name="T5" fmla="*/ 2147483646 h 567"/>
              <a:gd name="T6" fmla="*/ 2147483646 w 711"/>
              <a:gd name="T7" fmla="*/ 2147483646 h 567"/>
              <a:gd name="T8" fmla="*/ 2147483646 w 711"/>
              <a:gd name="T9" fmla="*/ 2147483646 h 567"/>
              <a:gd name="T10" fmla="*/ 2147483646 w 711"/>
              <a:gd name="T11" fmla="*/ 2147483646 h 56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11"/>
              <a:gd name="T19" fmla="*/ 0 h 567"/>
              <a:gd name="T20" fmla="*/ 711 w 711"/>
              <a:gd name="T21" fmla="*/ 567 h 56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11" h="567">
                <a:moveTo>
                  <a:pt x="0" y="0"/>
                </a:moveTo>
                <a:lnTo>
                  <a:pt x="130" y="1"/>
                </a:lnTo>
                <a:lnTo>
                  <a:pt x="132" y="567"/>
                </a:lnTo>
                <a:lnTo>
                  <a:pt x="711" y="567"/>
                </a:lnTo>
                <a:lnTo>
                  <a:pt x="711" y="6"/>
                </a:lnTo>
                <a:lnTo>
                  <a:pt x="564" y="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899" name="Freeform 145">
            <a:extLst>
              <a:ext uri="{FF2B5EF4-FFF2-40B4-BE49-F238E27FC236}">
                <a16:creationId xmlns:a16="http://schemas.microsoft.com/office/drawing/2014/main" id="{DDC4FAB0-AE39-4929-B8BE-50DE77A1C0B0}"/>
              </a:ext>
            </a:extLst>
          </p:cNvPr>
          <p:cNvSpPr>
            <a:spLocks/>
          </p:cNvSpPr>
          <p:nvPr/>
        </p:nvSpPr>
        <p:spPr bwMode="auto">
          <a:xfrm>
            <a:off x="2098675" y="5394325"/>
            <a:ext cx="1588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2147483646 h 150"/>
              <a:gd name="T4" fmla="*/ 0 60000 65536"/>
              <a:gd name="T5" fmla="*/ 0 60000 65536"/>
              <a:gd name="T6" fmla="*/ 0 w 1"/>
              <a:gd name="T7" fmla="*/ 0 h 150"/>
              <a:gd name="T8" fmla="*/ 1 w 1"/>
              <a:gd name="T9" fmla="*/ 150 h 15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00" name="Freeform 146">
            <a:extLst>
              <a:ext uri="{FF2B5EF4-FFF2-40B4-BE49-F238E27FC236}">
                <a16:creationId xmlns:a16="http://schemas.microsoft.com/office/drawing/2014/main" id="{5E408589-B662-4D23-BF09-D80D3AA9AB3B}"/>
              </a:ext>
            </a:extLst>
          </p:cNvPr>
          <p:cNvSpPr>
            <a:spLocks/>
          </p:cNvSpPr>
          <p:nvPr/>
        </p:nvSpPr>
        <p:spPr bwMode="auto">
          <a:xfrm>
            <a:off x="3954463" y="5399088"/>
            <a:ext cx="1587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2147483646 h 150"/>
              <a:gd name="T4" fmla="*/ 0 60000 65536"/>
              <a:gd name="T5" fmla="*/ 0 60000 65536"/>
              <a:gd name="T6" fmla="*/ 0 w 1"/>
              <a:gd name="T7" fmla="*/ 0 h 150"/>
              <a:gd name="T8" fmla="*/ 1 w 1"/>
              <a:gd name="T9" fmla="*/ 150 h 15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01" name="Freeform 147">
            <a:extLst>
              <a:ext uri="{FF2B5EF4-FFF2-40B4-BE49-F238E27FC236}">
                <a16:creationId xmlns:a16="http://schemas.microsoft.com/office/drawing/2014/main" id="{47DB6E4A-AC11-4F11-BDFB-B45231BCE50F}"/>
              </a:ext>
            </a:extLst>
          </p:cNvPr>
          <p:cNvSpPr>
            <a:spLocks/>
          </p:cNvSpPr>
          <p:nvPr/>
        </p:nvSpPr>
        <p:spPr bwMode="auto">
          <a:xfrm>
            <a:off x="5783263" y="5399088"/>
            <a:ext cx="1587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2147483646 h 150"/>
              <a:gd name="T4" fmla="*/ 0 60000 65536"/>
              <a:gd name="T5" fmla="*/ 0 60000 65536"/>
              <a:gd name="T6" fmla="*/ 0 w 1"/>
              <a:gd name="T7" fmla="*/ 0 h 150"/>
              <a:gd name="T8" fmla="*/ 1 w 1"/>
              <a:gd name="T9" fmla="*/ 150 h 15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02" name="Freeform 148">
            <a:extLst>
              <a:ext uri="{FF2B5EF4-FFF2-40B4-BE49-F238E27FC236}">
                <a16:creationId xmlns:a16="http://schemas.microsoft.com/office/drawing/2014/main" id="{BDF848FA-5AA0-49AF-912D-08BF3233925B}"/>
              </a:ext>
            </a:extLst>
          </p:cNvPr>
          <p:cNvSpPr>
            <a:spLocks/>
          </p:cNvSpPr>
          <p:nvPr/>
        </p:nvSpPr>
        <p:spPr bwMode="auto">
          <a:xfrm>
            <a:off x="7612063" y="5399088"/>
            <a:ext cx="1587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2147483646 h 150"/>
              <a:gd name="T4" fmla="*/ 0 60000 65536"/>
              <a:gd name="T5" fmla="*/ 0 60000 65536"/>
              <a:gd name="T6" fmla="*/ 0 w 1"/>
              <a:gd name="T7" fmla="*/ 0 h 150"/>
              <a:gd name="T8" fmla="*/ 1 w 1"/>
              <a:gd name="T9" fmla="*/ 150 h 15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03" name="Freeform 149">
            <a:extLst>
              <a:ext uri="{FF2B5EF4-FFF2-40B4-BE49-F238E27FC236}">
                <a16:creationId xmlns:a16="http://schemas.microsoft.com/office/drawing/2014/main" id="{814AB1CF-2554-41D0-BAB8-70D50F59B614}"/>
              </a:ext>
            </a:extLst>
          </p:cNvPr>
          <p:cNvSpPr>
            <a:spLocks/>
          </p:cNvSpPr>
          <p:nvPr/>
        </p:nvSpPr>
        <p:spPr bwMode="auto">
          <a:xfrm>
            <a:off x="8375650" y="5246688"/>
            <a:ext cx="1588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2147483646 h 246"/>
              <a:gd name="T4" fmla="*/ 0 60000 65536"/>
              <a:gd name="T5" fmla="*/ 0 60000 65536"/>
              <a:gd name="T6" fmla="*/ 0 w 1"/>
              <a:gd name="T7" fmla="*/ 0 h 246"/>
              <a:gd name="T8" fmla="*/ 1 w 1"/>
              <a:gd name="T9" fmla="*/ 246 h 24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04" name="Freeform 150">
            <a:extLst>
              <a:ext uri="{FF2B5EF4-FFF2-40B4-BE49-F238E27FC236}">
                <a16:creationId xmlns:a16="http://schemas.microsoft.com/office/drawing/2014/main" id="{541DDDBC-B1A0-41B2-8209-5DA205DBEBF7}"/>
              </a:ext>
            </a:extLst>
          </p:cNvPr>
          <p:cNvSpPr>
            <a:spLocks/>
          </p:cNvSpPr>
          <p:nvPr/>
        </p:nvSpPr>
        <p:spPr bwMode="auto">
          <a:xfrm>
            <a:off x="6546850" y="5246688"/>
            <a:ext cx="1588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2147483646 h 246"/>
              <a:gd name="T4" fmla="*/ 0 60000 65536"/>
              <a:gd name="T5" fmla="*/ 0 60000 65536"/>
              <a:gd name="T6" fmla="*/ 0 w 1"/>
              <a:gd name="T7" fmla="*/ 0 h 246"/>
              <a:gd name="T8" fmla="*/ 1 w 1"/>
              <a:gd name="T9" fmla="*/ 246 h 24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05" name="Freeform 151">
            <a:extLst>
              <a:ext uri="{FF2B5EF4-FFF2-40B4-BE49-F238E27FC236}">
                <a16:creationId xmlns:a16="http://schemas.microsoft.com/office/drawing/2014/main" id="{B3AD0B2A-3D13-49D9-BE18-71661B127A35}"/>
              </a:ext>
            </a:extLst>
          </p:cNvPr>
          <p:cNvSpPr>
            <a:spLocks/>
          </p:cNvSpPr>
          <p:nvPr/>
        </p:nvSpPr>
        <p:spPr bwMode="auto">
          <a:xfrm>
            <a:off x="4718050" y="5246688"/>
            <a:ext cx="1588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2147483646 h 246"/>
              <a:gd name="T4" fmla="*/ 0 60000 65536"/>
              <a:gd name="T5" fmla="*/ 0 60000 65536"/>
              <a:gd name="T6" fmla="*/ 0 w 1"/>
              <a:gd name="T7" fmla="*/ 0 h 246"/>
              <a:gd name="T8" fmla="*/ 1 w 1"/>
              <a:gd name="T9" fmla="*/ 246 h 24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06" name="Freeform 152">
            <a:extLst>
              <a:ext uri="{FF2B5EF4-FFF2-40B4-BE49-F238E27FC236}">
                <a16:creationId xmlns:a16="http://schemas.microsoft.com/office/drawing/2014/main" id="{0DF47E78-B3E8-4FB1-83FC-0B04794000A5}"/>
              </a:ext>
            </a:extLst>
          </p:cNvPr>
          <p:cNvSpPr>
            <a:spLocks/>
          </p:cNvSpPr>
          <p:nvPr/>
        </p:nvSpPr>
        <p:spPr bwMode="auto">
          <a:xfrm>
            <a:off x="2887663" y="5246688"/>
            <a:ext cx="1587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2147483646 h 246"/>
              <a:gd name="T4" fmla="*/ 0 60000 65536"/>
              <a:gd name="T5" fmla="*/ 0 60000 65536"/>
              <a:gd name="T6" fmla="*/ 0 w 1"/>
              <a:gd name="T7" fmla="*/ 0 h 246"/>
              <a:gd name="T8" fmla="*/ 1 w 1"/>
              <a:gd name="T9" fmla="*/ 246 h 24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07" name="Freeform 153">
            <a:extLst>
              <a:ext uri="{FF2B5EF4-FFF2-40B4-BE49-F238E27FC236}">
                <a16:creationId xmlns:a16="http://schemas.microsoft.com/office/drawing/2014/main" id="{9DDA3FE1-58EB-47C0-ACAA-0FEAA2BE8133}"/>
              </a:ext>
            </a:extLst>
          </p:cNvPr>
          <p:cNvSpPr>
            <a:spLocks/>
          </p:cNvSpPr>
          <p:nvPr/>
        </p:nvSpPr>
        <p:spPr bwMode="auto">
          <a:xfrm>
            <a:off x="1517650" y="6389688"/>
            <a:ext cx="6853238" cy="1587"/>
          </a:xfrm>
          <a:custGeom>
            <a:avLst/>
            <a:gdLst>
              <a:gd name="T0" fmla="*/ 0 w 4317"/>
              <a:gd name="T1" fmla="*/ 0 h 1"/>
              <a:gd name="T2" fmla="*/ 2147483646 w 4317"/>
              <a:gd name="T3" fmla="*/ 0 h 1"/>
              <a:gd name="T4" fmla="*/ 0 60000 65536"/>
              <a:gd name="T5" fmla="*/ 0 60000 65536"/>
              <a:gd name="T6" fmla="*/ 0 w 4317"/>
              <a:gd name="T7" fmla="*/ 0 h 1"/>
              <a:gd name="T8" fmla="*/ 4317 w 4317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317" h="1">
                <a:moveTo>
                  <a:pt x="0" y="0"/>
                </a:moveTo>
                <a:lnTo>
                  <a:pt x="4317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08" name="Freeform 154">
            <a:extLst>
              <a:ext uri="{FF2B5EF4-FFF2-40B4-BE49-F238E27FC236}">
                <a16:creationId xmlns:a16="http://schemas.microsoft.com/office/drawing/2014/main" id="{A2194F7D-AA68-4DF0-9E28-430001302A18}"/>
              </a:ext>
            </a:extLst>
          </p:cNvPr>
          <p:cNvSpPr>
            <a:spLocks/>
          </p:cNvSpPr>
          <p:nvPr/>
        </p:nvSpPr>
        <p:spPr bwMode="auto">
          <a:xfrm>
            <a:off x="1517650" y="6542088"/>
            <a:ext cx="6091238" cy="1587"/>
          </a:xfrm>
          <a:custGeom>
            <a:avLst/>
            <a:gdLst>
              <a:gd name="T0" fmla="*/ 0 w 3837"/>
              <a:gd name="T1" fmla="*/ 0 h 1"/>
              <a:gd name="T2" fmla="*/ 2147483646 w 3837"/>
              <a:gd name="T3" fmla="*/ 0 h 1"/>
              <a:gd name="T4" fmla="*/ 0 60000 65536"/>
              <a:gd name="T5" fmla="*/ 0 60000 65536"/>
              <a:gd name="T6" fmla="*/ 0 w 3837"/>
              <a:gd name="T7" fmla="*/ 0 h 1"/>
              <a:gd name="T8" fmla="*/ 3837 w 3837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837" h="1">
                <a:moveTo>
                  <a:pt x="0" y="0"/>
                </a:moveTo>
                <a:lnTo>
                  <a:pt x="3837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09" name="Freeform 155">
            <a:extLst>
              <a:ext uri="{FF2B5EF4-FFF2-40B4-BE49-F238E27FC236}">
                <a16:creationId xmlns:a16="http://schemas.microsoft.com/office/drawing/2014/main" id="{D7457337-3352-45B2-9D01-B321379D744A}"/>
              </a:ext>
            </a:extLst>
          </p:cNvPr>
          <p:cNvSpPr>
            <a:spLocks/>
          </p:cNvSpPr>
          <p:nvPr/>
        </p:nvSpPr>
        <p:spPr bwMode="auto">
          <a:xfrm>
            <a:off x="2098675" y="6161088"/>
            <a:ext cx="1588" cy="385762"/>
          </a:xfrm>
          <a:custGeom>
            <a:avLst/>
            <a:gdLst>
              <a:gd name="T0" fmla="*/ 0 w 1"/>
              <a:gd name="T1" fmla="*/ 0 h 243"/>
              <a:gd name="T2" fmla="*/ 0 w 1"/>
              <a:gd name="T3" fmla="*/ 2147483646 h 243"/>
              <a:gd name="T4" fmla="*/ 0 60000 65536"/>
              <a:gd name="T5" fmla="*/ 0 60000 65536"/>
              <a:gd name="T6" fmla="*/ 0 w 1"/>
              <a:gd name="T7" fmla="*/ 0 h 243"/>
              <a:gd name="T8" fmla="*/ 1 w 1"/>
              <a:gd name="T9" fmla="*/ 243 h 24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3">
                <a:moveTo>
                  <a:pt x="0" y="0"/>
                </a:moveTo>
                <a:lnTo>
                  <a:pt x="0" y="243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10" name="Freeform 156">
            <a:extLst>
              <a:ext uri="{FF2B5EF4-FFF2-40B4-BE49-F238E27FC236}">
                <a16:creationId xmlns:a16="http://schemas.microsoft.com/office/drawing/2014/main" id="{9484BB1A-8A81-4D43-8506-0FBA16BA5148}"/>
              </a:ext>
            </a:extLst>
          </p:cNvPr>
          <p:cNvSpPr>
            <a:spLocks/>
          </p:cNvSpPr>
          <p:nvPr/>
        </p:nvSpPr>
        <p:spPr bwMode="auto">
          <a:xfrm>
            <a:off x="3954463" y="6161088"/>
            <a:ext cx="1587" cy="385762"/>
          </a:xfrm>
          <a:custGeom>
            <a:avLst/>
            <a:gdLst>
              <a:gd name="T0" fmla="*/ 0 w 1"/>
              <a:gd name="T1" fmla="*/ 0 h 243"/>
              <a:gd name="T2" fmla="*/ 0 w 1"/>
              <a:gd name="T3" fmla="*/ 2147483646 h 243"/>
              <a:gd name="T4" fmla="*/ 0 60000 65536"/>
              <a:gd name="T5" fmla="*/ 0 60000 65536"/>
              <a:gd name="T6" fmla="*/ 0 w 1"/>
              <a:gd name="T7" fmla="*/ 0 h 243"/>
              <a:gd name="T8" fmla="*/ 1 w 1"/>
              <a:gd name="T9" fmla="*/ 243 h 24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3">
                <a:moveTo>
                  <a:pt x="0" y="0"/>
                </a:moveTo>
                <a:lnTo>
                  <a:pt x="0" y="243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11" name="Freeform 157">
            <a:extLst>
              <a:ext uri="{FF2B5EF4-FFF2-40B4-BE49-F238E27FC236}">
                <a16:creationId xmlns:a16="http://schemas.microsoft.com/office/drawing/2014/main" id="{7C9DB43F-9C32-488C-B153-ABF7F4EFB84E}"/>
              </a:ext>
            </a:extLst>
          </p:cNvPr>
          <p:cNvSpPr>
            <a:spLocks/>
          </p:cNvSpPr>
          <p:nvPr/>
        </p:nvSpPr>
        <p:spPr bwMode="auto">
          <a:xfrm>
            <a:off x="5783263" y="6161088"/>
            <a:ext cx="1587" cy="385762"/>
          </a:xfrm>
          <a:custGeom>
            <a:avLst/>
            <a:gdLst>
              <a:gd name="T0" fmla="*/ 0 w 1"/>
              <a:gd name="T1" fmla="*/ 0 h 243"/>
              <a:gd name="T2" fmla="*/ 0 w 1"/>
              <a:gd name="T3" fmla="*/ 2147483646 h 243"/>
              <a:gd name="T4" fmla="*/ 0 60000 65536"/>
              <a:gd name="T5" fmla="*/ 0 60000 65536"/>
              <a:gd name="T6" fmla="*/ 0 w 1"/>
              <a:gd name="T7" fmla="*/ 0 h 243"/>
              <a:gd name="T8" fmla="*/ 1 w 1"/>
              <a:gd name="T9" fmla="*/ 243 h 24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3">
                <a:moveTo>
                  <a:pt x="0" y="0"/>
                </a:moveTo>
                <a:lnTo>
                  <a:pt x="0" y="243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12" name="Freeform 158">
            <a:extLst>
              <a:ext uri="{FF2B5EF4-FFF2-40B4-BE49-F238E27FC236}">
                <a16:creationId xmlns:a16="http://schemas.microsoft.com/office/drawing/2014/main" id="{3BAE6E46-312F-421B-88F6-663E5270D88B}"/>
              </a:ext>
            </a:extLst>
          </p:cNvPr>
          <p:cNvSpPr>
            <a:spLocks/>
          </p:cNvSpPr>
          <p:nvPr/>
        </p:nvSpPr>
        <p:spPr bwMode="auto">
          <a:xfrm>
            <a:off x="7605713" y="6161088"/>
            <a:ext cx="6350" cy="392112"/>
          </a:xfrm>
          <a:custGeom>
            <a:avLst/>
            <a:gdLst>
              <a:gd name="T0" fmla="*/ 2147483646 w 4"/>
              <a:gd name="T1" fmla="*/ 0 h 247"/>
              <a:gd name="T2" fmla="*/ 0 w 4"/>
              <a:gd name="T3" fmla="*/ 2147483646 h 247"/>
              <a:gd name="T4" fmla="*/ 0 60000 65536"/>
              <a:gd name="T5" fmla="*/ 0 60000 65536"/>
              <a:gd name="T6" fmla="*/ 0 w 4"/>
              <a:gd name="T7" fmla="*/ 0 h 247"/>
              <a:gd name="T8" fmla="*/ 4 w 4"/>
              <a:gd name="T9" fmla="*/ 247 h 24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" h="247">
                <a:moveTo>
                  <a:pt x="4" y="0"/>
                </a:moveTo>
                <a:lnTo>
                  <a:pt x="0" y="247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13" name="Freeform 159">
            <a:extLst>
              <a:ext uri="{FF2B5EF4-FFF2-40B4-BE49-F238E27FC236}">
                <a16:creationId xmlns:a16="http://schemas.microsoft.com/office/drawing/2014/main" id="{01B0B719-DDCF-4AAB-A4DA-1682CD4138D7}"/>
              </a:ext>
            </a:extLst>
          </p:cNvPr>
          <p:cNvSpPr>
            <a:spLocks/>
          </p:cNvSpPr>
          <p:nvPr/>
        </p:nvSpPr>
        <p:spPr bwMode="auto">
          <a:xfrm>
            <a:off x="8377238" y="6161088"/>
            <a:ext cx="1587" cy="239712"/>
          </a:xfrm>
          <a:custGeom>
            <a:avLst/>
            <a:gdLst>
              <a:gd name="T0" fmla="*/ 0 w 1"/>
              <a:gd name="T1" fmla="*/ 0 h 151"/>
              <a:gd name="T2" fmla="*/ 0 w 1"/>
              <a:gd name="T3" fmla="*/ 2147483646 h 151"/>
              <a:gd name="T4" fmla="*/ 0 60000 65536"/>
              <a:gd name="T5" fmla="*/ 0 60000 65536"/>
              <a:gd name="T6" fmla="*/ 0 w 1"/>
              <a:gd name="T7" fmla="*/ 0 h 151"/>
              <a:gd name="T8" fmla="*/ 1 w 1"/>
              <a:gd name="T9" fmla="*/ 151 h 15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1">
                <a:moveTo>
                  <a:pt x="0" y="0"/>
                </a:moveTo>
                <a:lnTo>
                  <a:pt x="0" y="151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14" name="Line 160">
            <a:extLst>
              <a:ext uri="{FF2B5EF4-FFF2-40B4-BE49-F238E27FC236}">
                <a16:creationId xmlns:a16="http://schemas.microsoft.com/office/drawing/2014/main" id="{A0B5D1B3-CC23-41B0-9F11-4DF50006614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46850" y="616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15" name="Line 161">
            <a:extLst>
              <a:ext uri="{FF2B5EF4-FFF2-40B4-BE49-F238E27FC236}">
                <a16:creationId xmlns:a16="http://schemas.microsoft.com/office/drawing/2014/main" id="{12E49E1C-3B18-4079-AA3F-1ED764ED532E}"/>
              </a:ext>
            </a:extLst>
          </p:cNvPr>
          <p:cNvSpPr>
            <a:spLocks noChangeShapeType="1"/>
          </p:cNvSpPr>
          <p:nvPr/>
        </p:nvSpPr>
        <p:spPr bwMode="auto">
          <a:xfrm>
            <a:off x="4719638" y="616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16" name="Line 162">
            <a:extLst>
              <a:ext uri="{FF2B5EF4-FFF2-40B4-BE49-F238E27FC236}">
                <a16:creationId xmlns:a16="http://schemas.microsoft.com/office/drawing/2014/main" id="{05BB42A0-3E40-4EE4-A45E-517A4A0B71D5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9250" y="616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17" name="Rectangle 163">
            <a:extLst>
              <a:ext uri="{FF2B5EF4-FFF2-40B4-BE49-F238E27FC236}">
                <a16:creationId xmlns:a16="http://schemas.microsoft.com/office/drawing/2014/main" id="{43F0B53E-4EED-44E0-BFBB-9EB78C0F8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238" y="5627688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18" name="Text Box 164">
            <a:extLst>
              <a:ext uri="{FF2B5EF4-FFF2-40B4-BE49-F238E27FC236}">
                <a16:creationId xmlns:a16="http://schemas.microsoft.com/office/drawing/2014/main" id="{3148D356-408F-4DB1-AAC1-E586EE4B53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7450" y="5676900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读写电路</a:t>
            </a:r>
          </a:p>
        </p:txBody>
      </p:sp>
      <p:sp>
        <p:nvSpPr>
          <p:cNvPr id="32919" name="Rectangle 165">
            <a:extLst>
              <a:ext uri="{FF2B5EF4-FFF2-40B4-BE49-F238E27FC236}">
                <a16:creationId xmlns:a16="http://schemas.microsoft.com/office/drawing/2014/main" id="{445F41C8-E862-4BE9-9503-D51472685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7038" y="5627688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20" name="Text Box 166">
            <a:extLst>
              <a:ext uri="{FF2B5EF4-FFF2-40B4-BE49-F238E27FC236}">
                <a16:creationId xmlns:a16="http://schemas.microsoft.com/office/drawing/2014/main" id="{52C5E779-293D-49F3-8340-936039B6F8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6250" y="5676900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读写电路</a:t>
            </a:r>
          </a:p>
        </p:txBody>
      </p:sp>
      <p:sp>
        <p:nvSpPr>
          <p:cNvPr id="32921" name="Rectangle 167">
            <a:extLst>
              <a:ext uri="{FF2B5EF4-FFF2-40B4-BE49-F238E27FC236}">
                <a16:creationId xmlns:a16="http://schemas.microsoft.com/office/drawing/2014/main" id="{FD05BF5A-ADF3-4A9D-8DD0-51D148C3B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5838" y="5627688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22" name="Text Box 168">
            <a:extLst>
              <a:ext uri="{FF2B5EF4-FFF2-40B4-BE49-F238E27FC236}">
                <a16:creationId xmlns:a16="http://schemas.microsoft.com/office/drawing/2014/main" id="{24DA78C6-5417-4D15-A224-D7EF02DD1E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5050" y="5676900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读写电路</a:t>
            </a:r>
          </a:p>
        </p:txBody>
      </p:sp>
      <p:sp>
        <p:nvSpPr>
          <p:cNvPr id="32923" name="Line 169">
            <a:extLst>
              <a:ext uri="{FF2B5EF4-FFF2-40B4-BE49-F238E27FC236}">
                <a16:creationId xmlns:a16="http://schemas.microsoft.com/office/drawing/2014/main" id="{EEC13045-10AC-47CF-A667-26310567335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932488"/>
            <a:ext cx="2873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24" name="Line 170">
            <a:extLst>
              <a:ext uri="{FF2B5EF4-FFF2-40B4-BE49-F238E27FC236}">
                <a16:creationId xmlns:a16="http://schemas.microsoft.com/office/drawing/2014/main" id="{8F33FAED-9FF8-4811-8938-4512CA6B0DA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91100" y="5932488"/>
            <a:ext cx="2873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25" name="Line 171">
            <a:extLst>
              <a:ext uri="{FF2B5EF4-FFF2-40B4-BE49-F238E27FC236}">
                <a16:creationId xmlns:a16="http://schemas.microsoft.com/office/drawing/2014/main" id="{380B5C18-1985-4A41-A25B-335372B4937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5138" y="5932488"/>
            <a:ext cx="28733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26" name="Line 172">
            <a:extLst>
              <a:ext uri="{FF2B5EF4-FFF2-40B4-BE49-F238E27FC236}">
                <a16:creationId xmlns:a16="http://schemas.microsoft.com/office/drawing/2014/main" id="{93820E51-0E22-4F39-AB3C-3AF20EDA83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4250" y="5932488"/>
            <a:ext cx="2873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27" name="Freeform 173">
            <a:extLst>
              <a:ext uri="{FF2B5EF4-FFF2-40B4-BE49-F238E27FC236}">
                <a16:creationId xmlns:a16="http://schemas.microsoft.com/office/drawing/2014/main" id="{D40C95F4-7FC7-42DC-9347-7D85D6091131}"/>
              </a:ext>
            </a:extLst>
          </p:cNvPr>
          <p:cNvSpPr>
            <a:spLocks/>
          </p:cNvSpPr>
          <p:nvPr/>
        </p:nvSpPr>
        <p:spPr bwMode="auto">
          <a:xfrm>
            <a:off x="4814888" y="4298950"/>
            <a:ext cx="74612" cy="795338"/>
          </a:xfrm>
          <a:custGeom>
            <a:avLst/>
            <a:gdLst>
              <a:gd name="T0" fmla="*/ 0 w 1"/>
              <a:gd name="T1" fmla="*/ 0 h 406"/>
              <a:gd name="T2" fmla="*/ 0 w 1"/>
              <a:gd name="T3" fmla="*/ 2147483646 h 406"/>
              <a:gd name="T4" fmla="*/ 0 60000 65536"/>
              <a:gd name="T5" fmla="*/ 0 60000 65536"/>
              <a:gd name="T6" fmla="*/ 0 w 1"/>
              <a:gd name="T7" fmla="*/ 0 h 406"/>
              <a:gd name="T8" fmla="*/ 1 w 1"/>
              <a:gd name="T9" fmla="*/ 406 h 40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406">
                <a:moveTo>
                  <a:pt x="0" y="0"/>
                </a:moveTo>
                <a:lnTo>
                  <a:pt x="0" y="40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28" name="Freeform 174">
            <a:extLst>
              <a:ext uri="{FF2B5EF4-FFF2-40B4-BE49-F238E27FC236}">
                <a16:creationId xmlns:a16="http://schemas.microsoft.com/office/drawing/2014/main" id="{87C6F21F-0A54-4E35-80AE-FB64D420DA1C}"/>
              </a:ext>
            </a:extLst>
          </p:cNvPr>
          <p:cNvSpPr>
            <a:spLocks/>
          </p:cNvSpPr>
          <p:nvPr/>
        </p:nvSpPr>
        <p:spPr bwMode="auto">
          <a:xfrm>
            <a:off x="6643688" y="4271963"/>
            <a:ext cx="1587" cy="833437"/>
          </a:xfrm>
          <a:custGeom>
            <a:avLst/>
            <a:gdLst>
              <a:gd name="T0" fmla="*/ 0 w 1"/>
              <a:gd name="T1" fmla="*/ 0 h 525"/>
              <a:gd name="T2" fmla="*/ 0 w 1"/>
              <a:gd name="T3" fmla="*/ 2147483646 h 525"/>
              <a:gd name="T4" fmla="*/ 0 60000 65536"/>
              <a:gd name="T5" fmla="*/ 0 60000 65536"/>
              <a:gd name="T6" fmla="*/ 0 w 1"/>
              <a:gd name="T7" fmla="*/ 0 h 525"/>
              <a:gd name="T8" fmla="*/ 1 w 1"/>
              <a:gd name="T9" fmla="*/ 525 h 52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5">
                <a:moveTo>
                  <a:pt x="0" y="0"/>
                </a:moveTo>
                <a:lnTo>
                  <a:pt x="0" y="525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29" name="Freeform 175">
            <a:extLst>
              <a:ext uri="{FF2B5EF4-FFF2-40B4-BE49-F238E27FC236}">
                <a16:creationId xmlns:a16="http://schemas.microsoft.com/office/drawing/2014/main" id="{BAE18A7E-50D3-45B3-8CFC-B65602CCA80B}"/>
              </a:ext>
            </a:extLst>
          </p:cNvPr>
          <p:cNvSpPr>
            <a:spLocks/>
          </p:cNvSpPr>
          <p:nvPr/>
        </p:nvSpPr>
        <p:spPr bwMode="auto">
          <a:xfrm>
            <a:off x="8453438" y="4298950"/>
            <a:ext cx="74612" cy="795338"/>
          </a:xfrm>
          <a:custGeom>
            <a:avLst/>
            <a:gdLst>
              <a:gd name="T0" fmla="*/ 0 w 1"/>
              <a:gd name="T1" fmla="*/ 0 h 406"/>
              <a:gd name="T2" fmla="*/ 0 w 1"/>
              <a:gd name="T3" fmla="*/ 2147483646 h 406"/>
              <a:gd name="T4" fmla="*/ 0 60000 65536"/>
              <a:gd name="T5" fmla="*/ 0 60000 65536"/>
              <a:gd name="T6" fmla="*/ 0 w 1"/>
              <a:gd name="T7" fmla="*/ 0 h 406"/>
              <a:gd name="T8" fmla="*/ 1 w 1"/>
              <a:gd name="T9" fmla="*/ 406 h 40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406">
                <a:moveTo>
                  <a:pt x="0" y="0"/>
                </a:moveTo>
                <a:lnTo>
                  <a:pt x="0" y="40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 type="oval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30" name="Text Box 176">
            <a:extLst>
              <a:ext uri="{FF2B5EF4-FFF2-40B4-BE49-F238E27FC236}">
                <a16:creationId xmlns:a16="http://schemas.microsoft.com/office/drawing/2014/main" id="{BA8BEB90-D4C3-4C9F-81DC-D3839BAF87B6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1893094" y="260429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931" name="Text Box 177">
            <a:extLst>
              <a:ext uri="{FF2B5EF4-FFF2-40B4-BE49-F238E27FC236}">
                <a16:creationId xmlns:a16="http://schemas.microsoft.com/office/drawing/2014/main" id="{16687E8E-9FEE-4B6F-B923-48F4EF4CA1DD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2807494" y="260429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932" name="Text Box 178">
            <a:extLst>
              <a:ext uri="{FF2B5EF4-FFF2-40B4-BE49-F238E27FC236}">
                <a16:creationId xmlns:a16="http://schemas.microsoft.com/office/drawing/2014/main" id="{FBF2B831-938C-4C8E-9663-0F387F281C76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3721894" y="260429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933" name="Text Box 179">
            <a:extLst>
              <a:ext uri="{FF2B5EF4-FFF2-40B4-BE49-F238E27FC236}">
                <a16:creationId xmlns:a16="http://schemas.microsoft.com/office/drawing/2014/main" id="{1993141F-483C-4ED5-A54B-5D6985BD487A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4636294" y="258524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934" name="Text Box 180">
            <a:extLst>
              <a:ext uri="{FF2B5EF4-FFF2-40B4-BE49-F238E27FC236}">
                <a16:creationId xmlns:a16="http://schemas.microsoft.com/office/drawing/2014/main" id="{7DA1B9ED-60AA-4BD1-AB98-92BB278DE952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5549107" y="2583656"/>
            <a:ext cx="5905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935" name="Text Box 181">
            <a:extLst>
              <a:ext uri="{FF2B5EF4-FFF2-40B4-BE49-F238E27FC236}">
                <a16:creationId xmlns:a16="http://schemas.microsoft.com/office/drawing/2014/main" id="{3F2CCC47-715D-4037-BEEF-A987C130C905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6465094" y="258524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936" name="Text Box 182">
            <a:extLst>
              <a:ext uri="{FF2B5EF4-FFF2-40B4-BE49-F238E27FC236}">
                <a16:creationId xmlns:a16="http://schemas.microsoft.com/office/drawing/2014/main" id="{E15E1C8F-19E0-4CC3-A57E-3330A18D35CA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7379494" y="258524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937" name="Text Box 183">
            <a:extLst>
              <a:ext uri="{FF2B5EF4-FFF2-40B4-BE49-F238E27FC236}">
                <a16:creationId xmlns:a16="http://schemas.microsoft.com/office/drawing/2014/main" id="{CF6EB3FF-AE78-46A0-A5F0-30C029831F95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8324057" y="2585244"/>
            <a:ext cx="5905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938" name="Text Box 184">
            <a:extLst>
              <a:ext uri="{FF2B5EF4-FFF2-40B4-BE49-F238E27FC236}">
                <a16:creationId xmlns:a16="http://schemas.microsoft.com/office/drawing/2014/main" id="{BE87AD4D-C74E-454F-B99B-066E53C9B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1255713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39" name="Text Box 185">
            <a:extLst>
              <a:ext uri="{FF2B5EF4-FFF2-40B4-BE49-F238E27FC236}">
                <a16:creationId xmlns:a16="http://schemas.microsoft.com/office/drawing/2014/main" id="{62D21F74-4D30-4012-B865-D9BCCE5D34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2195513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32940" name="Text Box 186">
            <a:extLst>
              <a:ext uri="{FF2B5EF4-FFF2-40B4-BE49-F238E27FC236}">
                <a16:creationId xmlns:a16="http://schemas.microsoft.com/office/drawing/2014/main" id="{95EB8E5C-3887-4783-B211-EE5AEF8A50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109913"/>
            <a:ext cx="412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63</a:t>
            </a:r>
          </a:p>
        </p:txBody>
      </p:sp>
      <p:sp>
        <p:nvSpPr>
          <p:cNvPr id="32941" name="Line 187">
            <a:extLst>
              <a:ext uri="{FF2B5EF4-FFF2-40B4-BE49-F238E27FC236}">
                <a16:creationId xmlns:a16="http://schemas.microsoft.com/office/drawing/2014/main" id="{C2A029F7-42EE-4B2D-AD14-808E3E9ECB5B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050" y="4027488"/>
            <a:ext cx="914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42" name="Text Box 188">
            <a:extLst>
              <a:ext uri="{FF2B5EF4-FFF2-40B4-BE49-F238E27FC236}">
                <a16:creationId xmlns:a16="http://schemas.microsoft.com/office/drawing/2014/main" id="{9301A6CA-67FF-4D62-8CEE-27820C551B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4329113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43" name="Text Box 189">
            <a:extLst>
              <a:ext uri="{FF2B5EF4-FFF2-40B4-BE49-F238E27FC236}">
                <a16:creationId xmlns:a16="http://schemas.microsoft.com/office/drawing/2014/main" id="{4AFDD53C-F120-4540-949A-84216A84E8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5014913"/>
            <a:ext cx="412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15</a:t>
            </a:r>
          </a:p>
        </p:txBody>
      </p:sp>
      <p:sp>
        <p:nvSpPr>
          <p:cNvPr id="32944" name="Text Box 190">
            <a:extLst>
              <a:ext uri="{FF2B5EF4-FFF2-40B4-BE49-F238E27FC236}">
                <a16:creationId xmlns:a16="http://schemas.microsoft.com/office/drawing/2014/main" id="{C293C719-D028-4376-93DD-1F7CB2295F60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1054894" y="258524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945" name="Text Box 191">
            <a:extLst>
              <a:ext uri="{FF2B5EF4-FFF2-40B4-BE49-F238E27FC236}">
                <a16:creationId xmlns:a16="http://schemas.microsoft.com/office/drawing/2014/main" id="{D0FA87C9-7F06-4591-9B1E-4A24A2978073}"/>
              </a:ext>
            </a:extLst>
          </p:cNvPr>
          <p:cNvSpPr txBox="1">
            <a:spLocks noChangeArrowheads="1"/>
          </p:cNvSpPr>
          <p:nvPr/>
        </p:nvSpPr>
        <p:spPr bwMode="auto">
          <a:xfrm rot="5400000">
            <a:off x="1054894" y="456644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</a:p>
        </p:txBody>
      </p:sp>
      <p:sp>
        <p:nvSpPr>
          <p:cNvPr id="32946" name="Text Box 192">
            <a:extLst>
              <a:ext uri="{FF2B5EF4-FFF2-40B4-BE49-F238E27FC236}">
                <a16:creationId xmlns:a16="http://schemas.microsoft.com/office/drawing/2014/main" id="{896005C1-9CFA-47E9-BE32-6498D4CC7B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" y="1611313"/>
            <a:ext cx="439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行</a:t>
            </a:r>
          </a:p>
        </p:txBody>
      </p:sp>
      <p:sp>
        <p:nvSpPr>
          <p:cNvPr id="32947" name="Text Box 193">
            <a:extLst>
              <a:ext uri="{FF2B5EF4-FFF2-40B4-BE49-F238E27FC236}">
                <a16:creationId xmlns:a16="http://schemas.microsoft.com/office/drawing/2014/main" id="{B174B0F5-67F2-4F2D-9E98-95C755B156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" y="2005013"/>
            <a:ext cx="439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地</a:t>
            </a:r>
          </a:p>
        </p:txBody>
      </p:sp>
      <p:sp>
        <p:nvSpPr>
          <p:cNvPr id="32948" name="Text Box 194">
            <a:extLst>
              <a:ext uri="{FF2B5EF4-FFF2-40B4-BE49-F238E27FC236}">
                <a16:creationId xmlns:a16="http://schemas.microsoft.com/office/drawing/2014/main" id="{02495A62-E6BE-476D-830B-DCB4FFC33E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" y="2398713"/>
            <a:ext cx="439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址</a:t>
            </a:r>
          </a:p>
        </p:txBody>
      </p:sp>
      <p:sp>
        <p:nvSpPr>
          <p:cNvPr id="32949" name="Text Box 195">
            <a:extLst>
              <a:ext uri="{FF2B5EF4-FFF2-40B4-BE49-F238E27FC236}">
                <a16:creationId xmlns:a16="http://schemas.microsoft.com/office/drawing/2014/main" id="{3066F492-179C-4462-816C-673F3D4857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" y="2790825"/>
            <a:ext cx="439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译</a:t>
            </a:r>
          </a:p>
        </p:txBody>
      </p:sp>
      <p:sp>
        <p:nvSpPr>
          <p:cNvPr id="32950" name="Text Box 196">
            <a:extLst>
              <a:ext uri="{FF2B5EF4-FFF2-40B4-BE49-F238E27FC236}">
                <a16:creationId xmlns:a16="http://schemas.microsoft.com/office/drawing/2014/main" id="{13AD24C5-9E89-49D2-AD9F-A9D791A72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" y="3184525"/>
            <a:ext cx="439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码</a:t>
            </a:r>
          </a:p>
        </p:txBody>
      </p:sp>
      <p:sp>
        <p:nvSpPr>
          <p:cNvPr id="32951" name="Text Box 197">
            <a:extLst>
              <a:ext uri="{FF2B5EF4-FFF2-40B4-BE49-F238E27FC236}">
                <a16:creationId xmlns:a16="http://schemas.microsoft.com/office/drawing/2014/main" id="{953DDC27-5DFB-42D0-A561-B298DCB7E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3" y="4183063"/>
            <a:ext cx="4397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列</a:t>
            </a:r>
          </a:p>
        </p:txBody>
      </p:sp>
      <p:sp>
        <p:nvSpPr>
          <p:cNvPr id="32952" name="Text Box 198">
            <a:extLst>
              <a:ext uri="{FF2B5EF4-FFF2-40B4-BE49-F238E27FC236}">
                <a16:creationId xmlns:a16="http://schemas.microsoft.com/office/drawing/2014/main" id="{26D6BEE2-2BC5-4B5D-9999-A8DA74B3AC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3" y="4576763"/>
            <a:ext cx="4397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地</a:t>
            </a:r>
          </a:p>
        </p:txBody>
      </p:sp>
      <p:sp>
        <p:nvSpPr>
          <p:cNvPr id="32953" name="Text Box 199">
            <a:extLst>
              <a:ext uri="{FF2B5EF4-FFF2-40B4-BE49-F238E27FC236}">
                <a16:creationId xmlns:a16="http://schemas.microsoft.com/office/drawing/2014/main" id="{9BF28787-A907-4EFD-99D9-615CD8AF34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3" y="4970463"/>
            <a:ext cx="4397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址</a:t>
            </a:r>
          </a:p>
        </p:txBody>
      </p:sp>
      <p:sp>
        <p:nvSpPr>
          <p:cNvPr id="32954" name="Text Box 200">
            <a:extLst>
              <a:ext uri="{FF2B5EF4-FFF2-40B4-BE49-F238E27FC236}">
                <a16:creationId xmlns:a16="http://schemas.microsoft.com/office/drawing/2014/main" id="{24FA719C-F404-4082-9076-93092D2BD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3" y="5362575"/>
            <a:ext cx="4397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译</a:t>
            </a:r>
          </a:p>
        </p:txBody>
      </p:sp>
      <p:sp>
        <p:nvSpPr>
          <p:cNvPr id="32955" name="Text Box 201">
            <a:extLst>
              <a:ext uri="{FF2B5EF4-FFF2-40B4-BE49-F238E27FC236}">
                <a16:creationId xmlns:a16="http://schemas.microsoft.com/office/drawing/2014/main" id="{E3EB4916-5649-4677-B1E5-4F3F7DD2D3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3" y="5756275"/>
            <a:ext cx="4397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码</a:t>
            </a:r>
          </a:p>
        </p:txBody>
      </p:sp>
      <p:sp>
        <p:nvSpPr>
          <p:cNvPr id="32956" name="Text Box 202">
            <a:extLst>
              <a:ext uri="{FF2B5EF4-FFF2-40B4-BE49-F238E27FC236}">
                <a16:creationId xmlns:a16="http://schemas.microsoft.com/office/drawing/2014/main" id="{3EC78861-E2D8-4C55-ABEC-B235F39F2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6100" y="5599113"/>
            <a:ext cx="54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I/O</a:t>
            </a:r>
            <a:r>
              <a:rPr kumimoji="1" lang="en-US" altLang="zh-CN" sz="16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32957" name="Text Box 203">
            <a:extLst>
              <a:ext uri="{FF2B5EF4-FFF2-40B4-BE49-F238E27FC236}">
                <a16:creationId xmlns:a16="http://schemas.microsoft.com/office/drawing/2014/main" id="{DF4EE3C0-C878-49B4-9C50-71E1D7255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7600" y="5599113"/>
            <a:ext cx="54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I/O</a:t>
            </a:r>
            <a:r>
              <a:rPr kumimoji="1" lang="en-US" altLang="zh-CN" sz="16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</a:p>
        </p:txBody>
      </p:sp>
      <p:sp>
        <p:nvSpPr>
          <p:cNvPr id="32958" name="Text Box 204">
            <a:extLst>
              <a:ext uri="{FF2B5EF4-FFF2-40B4-BE49-F238E27FC236}">
                <a16:creationId xmlns:a16="http://schemas.microsoft.com/office/drawing/2014/main" id="{B8011167-9D32-4A6E-8AA2-A829AC8E0B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6400" y="5599113"/>
            <a:ext cx="54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I/O</a:t>
            </a:r>
            <a:r>
              <a:rPr kumimoji="1" lang="en-US" altLang="zh-CN" sz="16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</a:p>
        </p:txBody>
      </p:sp>
      <p:sp>
        <p:nvSpPr>
          <p:cNvPr id="32959" name="Text Box 205">
            <a:extLst>
              <a:ext uri="{FF2B5EF4-FFF2-40B4-BE49-F238E27FC236}">
                <a16:creationId xmlns:a16="http://schemas.microsoft.com/office/drawing/2014/main" id="{34F6E077-DB1D-4E45-9D5A-83DFD4759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94725" y="5599113"/>
            <a:ext cx="54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I/O</a:t>
            </a:r>
            <a:r>
              <a:rPr kumimoji="1" lang="en-US" altLang="zh-CN" sz="16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</a:p>
        </p:txBody>
      </p:sp>
      <p:sp>
        <p:nvSpPr>
          <p:cNvPr id="32960" name="Line 206">
            <a:extLst>
              <a:ext uri="{FF2B5EF4-FFF2-40B4-BE49-F238E27FC236}">
                <a16:creationId xmlns:a16="http://schemas.microsoft.com/office/drawing/2014/main" id="{528D36E2-AB2D-4B58-8D51-9E77D3473E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250" y="1436688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61" name="Line 207">
            <a:extLst>
              <a:ext uri="{FF2B5EF4-FFF2-40B4-BE49-F238E27FC236}">
                <a16:creationId xmlns:a16="http://schemas.microsoft.com/office/drawing/2014/main" id="{6F5DF260-6BC2-451C-BF8B-E787105050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250" y="1847850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62" name="Line 208">
            <a:extLst>
              <a:ext uri="{FF2B5EF4-FFF2-40B4-BE49-F238E27FC236}">
                <a16:creationId xmlns:a16="http://schemas.microsoft.com/office/drawing/2014/main" id="{3F3D3D41-C43F-4FDF-ACA5-09BE3B66216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250" y="2259013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63" name="Line 209">
            <a:extLst>
              <a:ext uri="{FF2B5EF4-FFF2-40B4-BE49-F238E27FC236}">
                <a16:creationId xmlns:a16="http://schemas.microsoft.com/office/drawing/2014/main" id="{8443994B-33BC-4C90-B474-ABC6BB99F77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250" y="2670175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64" name="Line 210">
            <a:extLst>
              <a:ext uri="{FF2B5EF4-FFF2-40B4-BE49-F238E27FC236}">
                <a16:creationId xmlns:a16="http://schemas.microsoft.com/office/drawing/2014/main" id="{4CFC2FC7-110D-437A-8477-03FEE9656B4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250" y="3081338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65" name="Line 211">
            <a:extLst>
              <a:ext uri="{FF2B5EF4-FFF2-40B4-BE49-F238E27FC236}">
                <a16:creationId xmlns:a16="http://schemas.microsoft.com/office/drawing/2014/main" id="{D9C5141B-A782-4CEB-A0DE-33A548BE0E6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250" y="3494088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66" name="Line 212">
            <a:extLst>
              <a:ext uri="{FF2B5EF4-FFF2-40B4-BE49-F238E27FC236}">
                <a16:creationId xmlns:a16="http://schemas.microsoft.com/office/drawing/2014/main" id="{91FE3A15-463F-42E9-9660-34EF217F30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250" y="4559300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67" name="Line 213">
            <a:extLst>
              <a:ext uri="{FF2B5EF4-FFF2-40B4-BE49-F238E27FC236}">
                <a16:creationId xmlns:a16="http://schemas.microsoft.com/office/drawing/2014/main" id="{12A37FE7-87A1-4D0D-8F4B-1FEB3C5AB81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250" y="4970463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68" name="Line 214">
            <a:extLst>
              <a:ext uri="{FF2B5EF4-FFF2-40B4-BE49-F238E27FC236}">
                <a16:creationId xmlns:a16="http://schemas.microsoft.com/office/drawing/2014/main" id="{2A00877E-7E9B-45D1-98CC-9745152C1A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250" y="5381625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69" name="Line 215">
            <a:extLst>
              <a:ext uri="{FF2B5EF4-FFF2-40B4-BE49-F238E27FC236}">
                <a16:creationId xmlns:a16="http://schemas.microsoft.com/office/drawing/2014/main" id="{F892BDCD-B6FF-4EA2-AFDD-1DC3C657ED6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250" y="5794375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70" name="Text Box 216">
            <a:extLst>
              <a:ext uri="{FF2B5EF4-FFF2-40B4-BE49-F238E27FC236}">
                <a16:creationId xmlns:a16="http://schemas.microsoft.com/office/drawing/2014/main" id="{F9317FD2-6E1E-4DD3-A633-F1E34BF00C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8700" y="6175375"/>
            <a:ext cx="565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WE</a:t>
            </a:r>
          </a:p>
        </p:txBody>
      </p:sp>
      <p:sp>
        <p:nvSpPr>
          <p:cNvPr id="32971" name="Line 217">
            <a:extLst>
              <a:ext uri="{FF2B5EF4-FFF2-40B4-BE49-F238E27FC236}">
                <a16:creationId xmlns:a16="http://schemas.microsoft.com/office/drawing/2014/main" id="{3709D78B-8031-4F06-9155-77CBEAE1F0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2675" y="6227763"/>
            <a:ext cx="457200" cy="0"/>
          </a:xfrm>
          <a:prstGeom prst="line">
            <a:avLst/>
          </a:prstGeom>
          <a:noFill/>
          <a:ln w="2857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72" name="Text Box 218">
            <a:extLst>
              <a:ext uri="{FF2B5EF4-FFF2-40B4-BE49-F238E27FC236}">
                <a16:creationId xmlns:a16="http://schemas.microsoft.com/office/drawing/2014/main" id="{38F74A46-D38E-4466-AC6C-0FCAF264A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0450" y="6389688"/>
            <a:ext cx="5095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CS</a:t>
            </a:r>
          </a:p>
        </p:txBody>
      </p:sp>
      <p:sp>
        <p:nvSpPr>
          <p:cNvPr id="32973" name="Line 219">
            <a:extLst>
              <a:ext uri="{FF2B5EF4-FFF2-40B4-BE49-F238E27FC236}">
                <a16:creationId xmlns:a16="http://schemas.microsoft.com/office/drawing/2014/main" id="{8FAE7981-88C2-495F-A3D9-9EF1A5E6464B}"/>
              </a:ext>
            </a:extLst>
          </p:cNvPr>
          <p:cNvSpPr>
            <a:spLocks noChangeShapeType="1"/>
          </p:cNvSpPr>
          <p:nvPr/>
        </p:nvSpPr>
        <p:spPr bwMode="auto">
          <a:xfrm>
            <a:off x="1152525" y="6475413"/>
            <a:ext cx="304800" cy="0"/>
          </a:xfrm>
          <a:prstGeom prst="line">
            <a:avLst/>
          </a:prstGeom>
          <a:noFill/>
          <a:ln w="2857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974" name="Text Box 220">
            <a:extLst>
              <a:ext uri="{FF2B5EF4-FFF2-40B4-BE49-F238E27FC236}">
                <a16:creationId xmlns:a16="http://schemas.microsoft.com/office/drawing/2014/main" id="{E9454E3F-4074-4BC4-8829-47D5898480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106997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75" name="Text Box 221">
            <a:extLst>
              <a:ext uri="{FF2B5EF4-FFF2-40B4-BE49-F238E27FC236}">
                <a16:creationId xmlns:a16="http://schemas.microsoft.com/office/drawing/2014/main" id="{1865E5DE-F231-4D46-B2BC-2F7611CBA5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1481138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76" name="Text Box 222">
            <a:extLst>
              <a:ext uri="{FF2B5EF4-FFF2-40B4-BE49-F238E27FC236}">
                <a16:creationId xmlns:a16="http://schemas.microsoft.com/office/drawing/2014/main" id="{341C181E-4BB6-47D8-9B91-B0746BE271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1892300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77" name="Text Box 223">
            <a:extLst>
              <a:ext uri="{FF2B5EF4-FFF2-40B4-BE49-F238E27FC236}">
                <a16:creationId xmlns:a16="http://schemas.microsoft.com/office/drawing/2014/main" id="{A031F59F-6A70-438D-91D5-6180E22685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2303463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78" name="Text Box 224">
            <a:extLst>
              <a:ext uri="{FF2B5EF4-FFF2-40B4-BE49-F238E27FC236}">
                <a16:creationId xmlns:a16="http://schemas.microsoft.com/office/drawing/2014/main" id="{705348A4-7103-4D6A-A13E-B32875ABB9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271462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79" name="Text Box 225">
            <a:extLst>
              <a:ext uri="{FF2B5EF4-FFF2-40B4-BE49-F238E27FC236}">
                <a16:creationId xmlns:a16="http://schemas.microsoft.com/office/drawing/2014/main" id="{B6FF3942-AD27-4107-96CD-4C20574246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312737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80" name="Text Box 226">
            <a:extLst>
              <a:ext uri="{FF2B5EF4-FFF2-40B4-BE49-F238E27FC236}">
                <a16:creationId xmlns:a16="http://schemas.microsoft.com/office/drawing/2014/main" id="{6CC2099D-1816-4A06-8556-6258D669A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4217988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81" name="Text Box 227">
            <a:extLst>
              <a:ext uri="{FF2B5EF4-FFF2-40B4-BE49-F238E27FC236}">
                <a16:creationId xmlns:a16="http://schemas.microsoft.com/office/drawing/2014/main" id="{7DB9983D-DF23-44AB-A0BB-BEC43952E9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4629150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82" name="Text Box 228">
            <a:extLst>
              <a:ext uri="{FF2B5EF4-FFF2-40B4-BE49-F238E27FC236}">
                <a16:creationId xmlns:a16="http://schemas.microsoft.com/office/drawing/2014/main" id="{BAE5E8D4-0BF3-462A-8127-F82BE02E0E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5040313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83" name="Text Box 229">
            <a:extLst>
              <a:ext uri="{FF2B5EF4-FFF2-40B4-BE49-F238E27FC236}">
                <a16:creationId xmlns:a16="http://schemas.microsoft.com/office/drawing/2014/main" id="{4E9F2B8E-A680-434E-BC6C-67B809B86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545147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grpSp>
        <p:nvGrpSpPr>
          <p:cNvPr id="32984" name="Group 230">
            <a:extLst>
              <a:ext uri="{FF2B5EF4-FFF2-40B4-BE49-F238E27FC236}">
                <a16:creationId xmlns:a16="http://schemas.microsoft.com/office/drawing/2014/main" id="{8B63516F-EAA2-4446-8718-0249CF70D97B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4279900"/>
            <a:ext cx="6124575" cy="301625"/>
            <a:chOff x="915" y="2696"/>
            <a:chExt cx="3858" cy="190"/>
          </a:xfrm>
        </p:grpSpPr>
        <p:sp>
          <p:nvSpPr>
            <p:cNvPr id="33129" name="Freeform 231">
              <a:extLst>
                <a:ext uri="{FF2B5EF4-FFF2-40B4-BE49-F238E27FC236}">
                  <a16:creationId xmlns:a16="http://schemas.microsoft.com/office/drawing/2014/main" id="{15F88BF1-98F5-45F0-9624-6690280D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707"/>
              <a:ext cx="1" cy="166"/>
            </a:xfrm>
            <a:custGeom>
              <a:avLst/>
              <a:gdLst>
                <a:gd name="T0" fmla="*/ 0 w 1"/>
                <a:gd name="T1" fmla="*/ 0 h 166"/>
                <a:gd name="T2" fmla="*/ 1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130" name="Freeform 232">
              <a:extLst>
                <a:ext uri="{FF2B5EF4-FFF2-40B4-BE49-F238E27FC236}">
                  <a16:creationId xmlns:a16="http://schemas.microsoft.com/office/drawing/2014/main" id="{5658D2A6-8796-4C61-B1E9-32FE407DF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710"/>
              <a:ext cx="1" cy="166"/>
            </a:xfrm>
            <a:custGeom>
              <a:avLst/>
              <a:gdLst>
                <a:gd name="T0" fmla="*/ 0 w 1"/>
                <a:gd name="T1" fmla="*/ 0 h 166"/>
                <a:gd name="T2" fmla="*/ 1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131" name="Freeform 233">
              <a:extLst>
                <a:ext uri="{FF2B5EF4-FFF2-40B4-BE49-F238E27FC236}">
                  <a16:creationId xmlns:a16="http://schemas.microsoft.com/office/drawing/2014/main" id="{541667B6-F3DD-4041-9DE9-CE14DFE13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710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132" name="Freeform 234">
              <a:extLst>
                <a:ext uri="{FF2B5EF4-FFF2-40B4-BE49-F238E27FC236}">
                  <a16:creationId xmlns:a16="http://schemas.microsoft.com/office/drawing/2014/main" id="{FDDBF9D7-0710-4896-90D6-A476DB338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696"/>
              <a:ext cx="1" cy="178"/>
            </a:xfrm>
            <a:custGeom>
              <a:avLst/>
              <a:gdLst>
                <a:gd name="T0" fmla="*/ 0 w 1"/>
                <a:gd name="T1" fmla="*/ 0 h 178"/>
                <a:gd name="T2" fmla="*/ 0 w 1"/>
                <a:gd name="T3" fmla="*/ 178 h 178"/>
                <a:gd name="T4" fmla="*/ 0 60000 65536"/>
                <a:gd name="T5" fmla="*/ 0 60000 65536"/>
                <a:gd name="T6" fmla="*/ 0 w 1"/>
                <a:gd name="T7" fmla="*/ 0 h 178"/>
                <a:gd name="T8" fmla="*/ 1 w 1"/>
                <a:gd name="T9" fmla="*/ 178 h 17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8">
                  <a:moveTo>
                    <a:pt x="0" y="0"/>
                  </a:moveTo>
                  <a:lnTo>
                    <a:pt x="0" y="178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133" name="Freeform 235">
              <a:extLst>
                <a:ext uri="{FF2B5EF4-FFF2-40B4-BE49-F238E27FC236}">
                  <a16:creationId xmlns:a16="http://schemas.microsoft.com/office/drawing/2014/main" id="{632D9911-0858-428F-A72F-E743BBC9B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865"/>
              <a:ext cx="3858" cy="2"/>
            </a:xfrm>
            <a:custGeom>
              <a:avLst/>
              <a:gdLst>
                <a:gd name="T0" fmla="*/ 0 w 3858"/>
                <a:gd name="T1" fmla="*/ 2 h 2"/>
                <a:gd name="T2" fmla="*/ 3858 w 3858"/>
                <a:gd name="T3" fmla="*/ 0 h 2"/>
                <a:gd name="T4" fmla="*/ 0 60000 65536"/>
                <a:gd name="T5" fmla="*/ 0 60000 65536"/>
                <a:gd name="T6" fmla="*/ 0 w 3858"/>
                <a:gd name="T7" fmla="*/ 0 h 2"/>
                <a:gd name="T8" fmla="*/ 3858 w 3858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58" h="2">
                  <a:moveTo>
                    <a:pt x="0" y="2"/>
                  </a:moveTo>
                  <a:lnTo>
                    <a:pt x="3858" y="0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2985" name="Group 236">
            <a:extLst>
              <a:ext uri="{FF2B5EF4-FFF2-40B4-BE49-F238E27FC236}">
                <a16:creationId xmlns:a16="http://schemas.microsoft.com/office/drawing/2014/main" id="{1EB741AD-C7ED-4D23-BD2B-8102105882C8}"/>
              </a:ext>
            </a:extLst>
          </p:cNvPr>
          <p:cNvGrpSpPr>
            <a:grpSpLocks/>
          </p:cNvGrpSpPr>
          <p:nvPr/>
        </p:nvGrpSpPr>
        <p:grpSpPr bwMode="auto">
          <a:xfrm>
            <a:off x="1925638" y="4179888"/>
            <a:ext cx="304800" cy="250825"/>
            <a:chOff x="1440" y="2928"/>
            <a:chExt cx="192" cy="158"/>
          </a:xfrm>
        </p:grpSpPr>
        <p:grpSp>
          <p:nvGrpSpPr>
            <p:cNvPr id="33122" name="Group 237">
              <a:extLst>
                <a:ext uri="{FF2B5EF4-FFF2-40B4-BE49-F238E27FC236}">
                  <a16:creationId xmlns:a16="http://schemas.microsoft.com/office/drawing/2014/main" id="{22A640E6-DDF0-45AC-A164-4E33732B725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33127" name="Line 238">
                <a:extLst>
                  <a:ext uri="{FF2B5EF4-FFF2-40B4-BE49-F238E27FC236}">
                    <a16:creationId xmlns:a16="http://schemas.microsoft.com/office/drawing/2014/main" id="{B38A1B65-B1D2-4C3A-B92B-086E62C8EE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28" name="Line 239">
                <a:extLst>
                  <a:ext uri="{FF2B5EF4-FFF2-40B4-BE49-F238E27FC236}">
                    <a16:creationId xmlns:a16="http://schemas.microsoft.com/office/drawing/2014/main" id="{FF3CFB85-2F86-48FB-9D72-4BA4FB8AEC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3123" name="Freeform 240">
              <a:extLst>
                <a:ext uri="{FF2B5EF4-FFF2-40B4-BE49-F238E27FC236}">
                  <a16:creationId xmlns:a16="http://schemas.microsoft.com/office/drawing/2014/main" id="{02A8A876-01AE-4E63-92B7-781E645F4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3124" name="Group 241">
              <a:extLst>
                <a:ext uri="{FF2B5EF4-FFF2-40B4-BE49-F238E27FC236}">
                  <a16:creationId xmlns:a16="http://schemas.microsoft.com/office/drawing/2014/main" id="{AA587B49-1A21-435B-931B-A8B455F55D52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33125" name="Line 242">
                <a:extLst>
                  <a:ext uri="{FF2B5EF4-FFF2-40B4-BE49-F238E27FC236}">
                    <a16:creationId xmlns:a16="http://schemas.microsoft.com/office/drawing/2014/main" id="{06006AA4-43AA-4937-8682-C7D383F904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26" name="Line 243">
                <a:extLst>
                  <a:ext uri="{FF2B5EF4-FFF2-40B4-BE49-F238E27FC236}">
                    <a16:creationId xmlns:a16="http://schemas.microsoft.com/office/drawing/2014/main" id="{3355B2B7-901F-4042-8801-449705812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32986" name="Group 244">
            <a:extLst>
              <a:ext uri="{FF2B5EF4-FFF2-40B4-BE49-F238E27FC236}">
                <a16:creationId xmlns:a16="http://schemas.microsoft.com/office/drawing/2014/main" id="{A4BB9161-B44D-43F4-BE15-4BEDBA3D024C}"/>
              </a:ext>
            </a:extLst>
          </p:cNvPr>
          <p:cNvGrpSpPr>
            <a:grpSpLocks/>
          </p:cNvGrpSpPr>
          <p:nvPr/>
        </p:nvGrpSpPr>
        <p:grpSpPr bwMode="auto">
          <a:xfrm>
            <a:off x="3754438" y="4183063"/>
            <a:ext cx="304800" cy="250825"/>
            <a:chOff x="1440" y="2928"/>
            <a:chExt cx="192" cy="158"/>
          </a:xfrm>
        </p:grpSpPr>
        <p:grpSp>
          <p:nvGrpSpPr>
            <p:cNvPr id="33115" name="Group 245">
              <a:extLst>
                <a:ext uri="{FF2B5EF4-FFF2-40B4-BE49-F238E27FC236}">
                  <a16:creationId xmlns:a16="http://schemas.microsoft.com/office/drawing/2014/main" id="{4965F2FE-9D38-421B-91D2-08861ECD5C5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33120" name="Line 246">
                <a:extLst>
                  <a:ext uri="{FF2B5EF4-FFF2-40B4-BE49-F238E27FC236}">
                    <a16:creationId xmlns:a16="http://schemas.microsoft.com/office/drawing/2014/main" id="{B02C96A3-281F-42E4-B7D2-7AFD13A9B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21" name="Line 247">
                <a:extLst>
                  <a:ext uri="{FF2B5EF4-FFF2-40B4-BE49-F238E27FC236}">
                    <a16:creationId xmlns:a16="http://schemas.microsoft.com/office/drawing/2014/main" id="{1C422D57-6491-4570-970F-999C435AC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3116" name="Freeform 248">
              <a:extLst>
                <a:ext uri="{FF2B5EF4-FFF2-40B4-BE49-F238E27FC236}">
                  <a16:creationId xmlns:a16="http://schemas.microsoft.com/office/drawing/2014/main" id="{562E3FE0-BCDD-483C-BFF9-95BA99D23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3117" name="Group 249">
              <a:extLst>
                <a:ext uri="{FF2B5EF4-FFF2-40B4-BE49-F238E27FC236}">
                  <a16:creationId xmlns:a16="http://schemas.microsoft.com/office/drawing/2014/main" id="{F755D169-2BF0-4D7F-8F96-49A49DC8139D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33118" name="Line 250">
                <a:extLst>
                  <a:ext uri="{FF2B5EF4-FFF2-40B4-BE49-F238E27FC236}">
                    <a16:creationId xmlns:a16="http://schemas.microsoft.com/office/drawing/2014/main" id="{C36A273B-C8AB-4B87-9103-A293878227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19" name="Line 251">
                <a:extLst>
                  <a:ext uri="{FF2B5EF4-FFF2-40B4-BE49-F238E27FC236}">
                    <a16:creationId xmlns:a16="http://schemas.microsoft.com/office/drawing/2014/main" id="{A4FD737D-8217-43F9-8785-323839B6B1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32987" name="Group 252">
            <a:extLst>
              <a:ext uri="{FF2B5EF4-FFF2-40B4-BE49-F238E27FC236}">
                <a16:creationId xmlns:a16="http://schemas.microsoft.com/office/drawing/2014/main" id="{3382AD83-03CB-445B-859E-E9D8B828995D}"/>
              </a:ext>
            </a:extLst>
          </p:cNvPr>
          <p:cNvGrpSpPr>
            <a:grpSpLocks/>
          </p:cNvGrpSpPr>
          <p:nvPr/>
        </p:nvGrpSpPr>
        <p:grpSpPr bwMode="auto">
          <a:xfrm>
            <a:off x="5583238" y="4183063"/>
            <a:ext cx="304800" cy="250825"/>
            <a:chOff x="1440" y="2928"/>
            <a:chExt cx="192" cy="158"/>
          </a:xfrm>
        </p:grpSpPr>
        <p:grpSp>
          <p:nvGrpSpPr>
            <p:cNvPr id="33108" name="Group 253">
              <a:extLst>
                <a:ext uri="{FF2B5EF4-FFF2-40B4-BE49-F238E27FC236}">
                  <a16:creationId xmlns:a16="http://schemas.microsoft.com/office/drawing/2014/main" id="{419DA18C-29B9-4033-A5CA-FFDA5BA9DB5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33113" name="Line 254">
                <a:extLst>
                  <a:ext uri="{FF2B5EF4-FFF2-40B4-BE49-F238E27FC236}">
                    <a16:creationId xmlns:a16="http://schemas.microsoft.com/office/drawing/2014/main" id="{CC1C9437-ADA2-4955-9CBC-63F193FD59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14" name="Line 255">
                <a:extLst>
                  <a:ext uri="{FF2B5EF4-FFF2-40B4-BE49-F238E27FC236}">
                    <a16:creationId xmlns:a16="http://schemas.microsoft.com/office/drawing/2014/main" id="{1D6F8E16-5E22-4EE4-83BC-8406218D62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3109" name="Freeform 256">
              <a:extLst>
                <a:ext uri="{FF2B5EF4-FFF2-40B4-BE49-F238E27FC236}">
                  <a16:creationId xmlns:a16="http://schemas.microsoft.com/office/drawing/2014/main" id="{171833D4-1D4B-44C9-8538-2A6667B98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3110" name="Group 257">
              <a:extLst>
                <a:ext uri="{FF2B5EF4-FFF2-40B4-BE49-F238E27FC236}">
                  <a16:creationId xmlns:a16="http://schemas.microsoft.com/office/drawing/2014/main" id="{5AC2D8E1-AE8A-46D0-ADA5-AD7C311CA0C4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33111" name="Line 258">
                <a:extLst>
                  <a:ext uri="{FF2B5EF4-FFF2-40B4-BE49-F238E27FC236}">
                    <a16:creationId xmlns:a16="http://schemas.microsoft.com/office/drawing/2014/main" id="{EFE57C13-B095-4ACA-A177-A3742F56F6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12" name="Line 259">
                <a:extLst>
                  <a:ext uri="{FF2B5EF4-FFF2-40B4-BE49-F238E27FC236}">
                    <a16:creationId xmlns:a16="http://schemas.microsoft.com/office/drawing/2014/main" id="{F53D6491-C720-47B7-A31B-AFF661A7C7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32988" name="Group 260">
            <a:extLst>
              <a:ext uri="{FF2B5EF4-FFF2-40B4-BE49-F238E27FC236}">
                <a16:creationId xmlns:a16="http://schemas.microsoft.com/office/drawing/2014/main" id="{4DDC8EA0-31F5-4BB1-9D6A-EEBA9F37C8F8}"/>
              </a:ext>
            </a:extLst>
          </p:cNvPr>
          <p:cNvGrpSpPr>
            <a:grpSpLocks/>
          </p:cNvGrpSpPr>
          <p:nvPr/>
        </p:nvGrpSpPr>
        <p:grpSpPr bwMode="auto">
          <a:xfrm>
            <a:off x="7410450" y="4183063"/>
            <a:ext cx="304800" cy="250825"/>
            <a:chOff x="1440" y="2928"/>
            <a:chExt cx="192" cy="158"/>
          </a:xfrm>
        </p:grpSpPr>
        <p:grpSp>
          <p:nvGrpSpPr>
            <p:cNvPr id="33101" name="Group 261">
              <a:extLst>
                <a:ext uri="{FF2B5EF4-FFF2-40B4-BE49-F238E27FC236}">
                  <a16:creationId xmlns:a16="http://schemas.microsoft.com/office/drawing/2014/main" id="{494E9C0F-B978-450C-A810-76492997651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33106" name="Line 262">
                <a:extLst>
                  <a:ext uri="{FF2B5EF4-FFF2-40B4-BE49-F238E27FC236}">
                    <a16:creationId xmlns:a16="http://schemas.microsoft.com/office/drawing/2014/main" id="{37EA5C36-4DDA-46E6-8D87-30A2B3A59B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07" name="Line 263">
                <a:extLst>
                  <a:ext uri="{FF2B5EF4-FFF2-40B4-BE49-F238E27FC236}">
                    <a16:creationId xmlns:a16="http://schemas.microsoft.com/office/drawing/2014/main" id="{8CED8906-C32F-4C6A-9997-EA0B8A85BF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3102" name="Freeform 264">
              <a:extLst>
                <a:ext uri="{FF2B5EF4-FFF2-40B4-BE49-F238E27FC236}">
                  <a16:creationId xmlns:a16="http://schemas.microsoft.com/office/drawing/2014/main" id="{C6091C08-000F-4864-B53F-1E93C53A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3103" name="Group 265">
              <a:extLst>
                <a:ext uri="{FF2B5EF4-FFF2-40B4-BE49-F238E27FC236}">
                  <a16:creationId xmlns:a16="http://schemas.microsoft.com/office/drawing/2014/main" id="{EF2C1350-7FE3-48DE-A72B-C200C5E4FEB6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33104" name="Line 266">
                <a:extLst>
                  <a:ext uri="{FF2B5EF4-FFF2-40B4-BE49-F238E27FC236}">
                    <a16:creationId xmlns:a16="http://schemas.microsoft.com/office/drawing/2014/main" id="{37628932-896C-40BE-8B57-8F4E9AEF9F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05" name="Line 267">
                <a:extLst>
                  <a:ext uri="{FF2B5EF4-FFF2-40B4-BE49-F238E27FC236}">
                    <a16:creationId xmlns:a16="http://schemas.microsoft.com/office/drawing/2014/main" id="{A232F472-C687-4CC6-B7CA-23734FB58A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32989" name="Group 268">
            <a:extLst>
              <a:ext uri="{FF2B5EF4-FFF2-40B4-BE49-F238E27FC236}">
                <a16:creationId xmlns:a16="http://schemas.microsoft.com/office/drawing/2014/main" id="{43E662DA-3164-467C-AA11-2ECEED390925}"/>
              </a:ext>
            </a:extLst>
          </p:cNvPr>
          <p:cNvGrpSpPr>
            <a:grpSpLocks/>
          </p:cNvGrpSpPr>
          <p:nvPr/>
        </p:nvGrpSpPr>
        <p:grpSpPr bwMode="auto">
          <a:xfrm>
            <a:off x="1900238" y="1909763"/>
            <a:ext cx="6062662" cy="2339975"/>
            <a:chOff x="1197" y="1203"/>
            <a:chExt cx="3819" cy="1474"/>
          </a:xfrm>
        </p:grpSpPr>
        <p:sp>
          <p:nvSpPr>
            <p:cNvPr id="33093" name="Freeform 269">
              <a:extLst>
                <a:ext uri="{FF2B5EF4-FFF2-40B4-BE49-F238E27FC236}">
                  <a16:creationId xmlns:a16="http://schemas.microsoft.com/office/drawing/2014/main" id="{B93ECE99-D2ED-41E6-9C2D-75877585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8 w 145"/>
                <a:gd name="T1" fmla="*/ 0 h 1466"/>
                <a:gd name="T2" fmla="*/ 28 w 145"/>
                <a:gd name="T3" fmla="*/ 0 h 1466"/>
                <a:gd name="T4" fmla="*/ 28 w 145"/>
                <a:gd name="T5" fmla="*/ 1538 h 1466"/>
                <a:gd name="T6" fmla="*/ 0 w 145"/>
                <a:gd name="T7" fmla="*/ 1538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94" name="Text Box 270">
              <a:extLst>
                <a:ext uri="{FF2B5EF4-FFF2-40B4-BE49-F238E27FC236}">
                  <a16:creationId xmlns:a16="http://schemas.microsoft.com/office/drawing/2014/main" id="{6A2CAA53-8117-4755-B813-A16A87E2FF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095" name="Freeform 271">
              <a:extLst>
                <a:ext uri="{FF2B5EF4-FFF2-40B4-BE49-F238E27FC236}">
                  <a16:creationId xmlns:a16="http://schemas.microsoft.com/office/drawing/2014/main" id="{4BD3FEA3-8CFC-467B-9DA3-58B5BD603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96" name="Text Box 272">
              <a:extLst>
                <a:ext uri="{FF2B5EF4-FFF2-40B4-BE49-F238E27FC236}">
                  <a16:creationId xmlns:a16="http://schemas.microsoft.com/office/drawing/2014/main" id="{589E90C0-90BE-4F79-B317-8398DC16B5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097" name="Freeform 273">
              <a:extLst>
                <a:ext uri="{FF2B5EF4-FFF2-40B4-BE49-F238E27FC236}">
                  <a16:creationId xmlns:a16="http://schemas.microsoft.com/office/drawing/2014/main" id="{9C3CE79F-8327-49CF-9374-F92BB3B4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1"/>
                <a:gd name="T13" fmla="*/ 0 h 1471"/>
                <a:gd name="T14" fmla="*/ 151 w 151"/>
                <a:gd name="T15" fmla="*/ 1471 h 14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98" name="Text Box 274">
              <a:extLst>
                <a:ext uri="{FF2B5EF4-FFF2-40B4-BE49-F238E27FC236}">
                  <a16:creationId xmlns:a16="http://schemas.microsoft.com/office/drawing/2014/main" id="{EF5F8917-2F6D-4B60-810C-F05E070E1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099" name="Freeform 275">
              <a:extLst>
                <a:ext uri="{FF2B5EF4-FFF2-40B4-BE49-F238E27FC236}">
                  <a16:creationId xmlns:a16="http://schemas.microsoft.com/office/drawing/2014/main" id="{DC5E4036-73C8-4DDE-B568-DD1496E57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100" name="Text Box 276">
              <a:extLst>
                <a:ext uri="{FF2B5EF4-FFF2-40B4-BE49-F238E27FC236}">
                  <a16:creationId xmlns:a16="http://schemas.microsoft.com/office/drawing/2014/main" id="{C867AC1B-7426-465A-94F9-670A88BAE4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32990" name="Group 277">
            <a:extLst>
              <a:ext uri="{FF2B5EF4-FFF2-40B4-BE49-F238E27FC236}">
                <a16:creationId xmlns:a16="http://schemas.microsoft.com/office/drawing/2014/main" id="{F28AC154-7B2F-4706-A51A-5CA48068BBED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33076" name="Line 278">
              <a:extLst>
                <a:ext uri="{FF2B5EF4-FFF2-40B4-BE49-F238E27FC236}">
                  <a16:creationId xmlns:a16="http://schemas.microsoft.com/office/drawing/2014/main" id="{1965B02B-99EB-4513-8A69-AB13374360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77" name="Freeform 279">
              <a:extLst>
                <a:ext uri="{FF2B5EF4-FFF2-40B4-BE49-F238E27FC236}">
                  <a16:creationId xmlns:a16="http://schemas.microsoft.com/office/drawing/2014/main" id="{73F987E8-550F-45DF-BB81-594065EEA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78" name="Line 280">
              <a:extLst>
                <a:ext uri="{FF2B5EF4-FFF2-40B4-BE49-F238E27FC236}">
                  <a16:creationId xmlns:a16="http://schemas.microsoft.com/office/drawing/2014/main" id="{E4264940-D0A9-4472-A2EB-6728342B14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79" name="Freeform 281">
              <a:extLst>
                <a:ext uri="{FF2B5EF4-FFF2-40B4-BE49-F238E27FC236}">
                  <a16:creationId xmlns:a16="http://schemas.microsoft.com/office/drawing/2014/main" id="{13789469-FE9B-451D-8B2E-8C1DD40A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80" name="Line 282">
              <a:extLst>
                <a:ext uri="{FF2B5EF4-FFF2-40B4-BE49-F238E27FC236}">
                  <a16:creationId xmlns:a16="http://schemas.microsoft.com/office/drawing/2014/main" id="{513A1EB4-AB74-4C4A-BB90-AF08ED496E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81" name="Text Box 283">
              <a:extLst>
                <a:ext uri="{FF2B5EF4-FFF2-40B4-BE49-F238E27FC236}">
                  <a16:creationId xmlns:a16="http://schemas.microsoft.com/office/drawing/2014/main" id="{8F9F7FDE-84C8-43DE-8C65-31D6331A8F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33082" name="Text Box 284">
              <a:extLst>
                <a:ext uri="{FF2B5EF4-FFF2-40B4-BE49-F238E27FC236}">
                  <a16:creationId xmlns:a16="http://schemas.microsoft.com/office/drawing/2014/main" id="{21BD1411-0514-4012-A606-BE0697CFAD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33083" name="Text Box 285">
              <a:extLst>
                <a:ext uri="{FF2B5EF4-FFF2-40B4-BE49-F238E27FC236}">
                  <a16:creationId xmlns:a16="http://schemas.microsoft.com/office/drawing/2014/main" id="{80D846C3-BD65-4F76-A3C8-DECC328600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33084" name="Text Box 286">
              <a:extLst>
                <a:ext uri="{FF2B5EF4-FFF2-40B4-BE49-F238E27FC236}">
                  <a16:creationId xmlns:a16="http://schemas.microsoft.com/office/drawing/2014/main" id="{1BE530F4-3583-4269-B31E-CF6A77911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33085" name="Line 287">
              <a:extLst>
                <a:ext uri="{FF2B5EF4-FFF2-40B4-BE49-F238E27FC236}">
                  <a16:creationId xmlns:a16="http://schemas.microsoft.com/office/drawing/2014/main" id="{FC7BBC57-57E5-41C2-A60D-67CEA66E4C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86" name="Line 288">
              <a:extLst>
                <a:ext uri="{FF2B5EF4-FFF2-40B4-BE49-F238E27FC236}">
                  <a16:creationId xmlns:a16="http://schemas.microsoft.com/office/drawing/2014/main" id="{7328BD8F-F03A-4AB8-AEDB-95DEBF7229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87" name="Line 289">
              <a:extLst>
                <a:ext uri="{FF2B5EF4-FFF2-40B4-BE49-F238E27FC236}">
                  <a16:creationId xmlns:a16="http://schemas.microsoft.com/office/drawing/2014/main" id="{E131F111-3544-4ADA-AACB-43CE51CF3D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88" name="Line 290">
              <a:extLst>
                <a:ext uri="{FF2B5EF4-FFF2-40B4-BE49-F238E27FC236}">
                  <a16:creationId xmlns:a16="http://schemas.microsoft.com/office/drawing/2014/main" id="{8A64980F-A859-49FF-BF26-1E3BD4BD0B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89" name="Line 291">
              <a:extLst>
                <a:ext uri="{FF2B5EF4-FFF2-40B4-BE49-F238E27FC236}">
                  <a16:creationId xmlns:a16="http://schemas.microsoft.com/office/drawing/2014/main" id="{9062ED1C-7FFF-4226-8759-73D93CB6629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90" name="Line 292">
              <a:extLst>
                <a:ext uri="{FF2B5EF4-FFF2-40B4-BE49-F238E27FC236}">
                  <a16:creationId xmlns:a16="http://schemas.microsoft.com/office/drawing/2014/main" id="{DD5C8773-7A8F-4DA3-976B-DFF3D9254B0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91" name="Line 293">
              <a:extLst>
                <a:ext uri="{FF2B5EF4-FFF2-40B4-BE49-F238E27FC236}">
                  <a16:creationId xmlns:a16="http://schemas.microsoft.com/office/drawing/2014/main" id="{07609A99-E741-4984-A2EC-9D6695C59BF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92" name="Line 294">
              <a:extLst>
                <a:ext uri="{FF2B5EF4-FFF2-40B4-BE49-F238E27FC236}">
                  <a16:creationId xmlns:a16="http://schemas.microsoft.com/office/drawing/2014/main" id="{FD37DC17-3159-4C15-B9D2-70397C5CA47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2993" name="Group 297">
            <a:extLst>
              <a:ext uri="{FF2B5EF4-FFF2-40B4-BE49-F238E27FC236}">
                <a16:creationId xmlns:a16="http://schemas.microsoft.com/office/drawing/2014/main" id="{166596C7-2B6B-4925-BA65-C82EFD56D245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33052" name="Group 298">
              <a:extLst>
                <a:ext uri="{FF2B5EF4-FFF2-40B4-BE49-F238E27FC236}">
                  <a16:creationId xmlns:a16="http://schemas.microsoft.com/office/drawing/2014/main" id="{91A20630-04CA-47FC-8E1E-45C20632E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33057" name="Group 299">
                <a:extLst>
                  <a:ext uri="{FF2B5EF4-FFF2-40B4-BE49-F238E27FC236}">
                    <a16:creationId xmlns:a16="http://schemas.microsoft.com/office/drawing/2014/main" id="{A307D6FE-A8AC-4B0A-B89C-2C26DEC811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33068" name="Rectangle 300">
                  <a:extLst>
                    <a:ext uri="{FF2B5EF4-FFF2-40B4-BE49-F238E27FC236}">
                      <a16:creationId xmlns:a16="http://schemas.microsoft.com/office/drawing/2014/main" id="{2FFCA7BA-9D87-4938-BC10-A5073CCD0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33069" name="Rectangle 301">
                  <a:extLst>
                    <a:ext uri="{FF2B5EF4-FFF2-40B4-BE49-F238E27FC236}">
                      <a16:creationId xmlns:a16="http://schemas.microsoft.com/office/drawing/2014/main" id="{9C0A7036-F6B9-4BF0-94BB-27E4B97F1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3070" name="Rectangle 302">
                  <a:extLst>
                    <a:ext uri="{FF2B5EF4-FFF2-40B4-BE49-F238E27FC236}">
                      <a16:creationId xmlns:a16="http://schemas.microsoft.com/office/drawing/2014/main" id="{75284E15-B1CA-48D0-B9D5-D270423B83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31</a:t>
                  </a:r>
                </a:p>
              </p:txBody>
            </p:sp>
            <p:sp>
              <p:nvSpPr>
                <p:cNvPr id="33071" name="Rectangle 303">
                  <a:extLst>
                    <a:ext uri="{FF2B5EF4-FFF2-40B4-BE49-F238E27FC236}">
                      <a16:creationId xmlns:a16="http://schemas.microsoft.com/office/drawing/2014/main" id="{42F54798-5E6B-417C-9DAE-E9251842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16</a:t>
                  </a:r>
                </a:p>
              </p:txBody>
            </p:sp>
            <p:sp>
              <p:nvSpPr>
                <p:cNvPr id="33072" name="Rectangle 304">
                  <a:extLst>
                    <a:ext uri="{FF2B5EF4-FFF2-40B4-BE49-F238E27FC236}">
                      <a16:creationId xmlns:a16="http://schemas.microsoft.com/office/drawing/2014/main" id="{A8E05516-5DA6-4ABC-A3C3-C2A0FCAB98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47</a:t>
                  </a:r>
                </a:p>
              </p:txBody>
            </p:sp>
            <p:sp>
              <p:nvSpPr>
                <p:cNvPr id="33073" name="Rectangle 305">
                  <a:extLst>
                    <a:ext uri="{FF2B5EF4-FFF2-40B4-BE49-F238E27FC236}">
                      <a16:creationId xmlns:a16="http://schemas.microsoft.com/office/drawing/2014/main" id="{B59F31CC-5415-4D1E-B5E0-69DB5CE165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32</a:t>
                  </a:r>
                </a:p>
              </p:txBody>
            </p:sp>
            <p:sp>
              <p:nvSpPr>
                <p:cNvPr id="33074" name="Rectangle 306">
                  <a:extLst>
                    <a:ext uri="{FF2B5EF4-FFF2-40B4-BE49-F238E27FC236}">
                      <a16:creationId xmlns:a16="http://schemas.microsoft.com/office/drawing/2014/main" id="{7AAD5155-D8E8-4BBE-9806-A4FC70177E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33075" name="Rectangle 307">
                  <a:extLst>
                    <a:ext uri="{FF2B5EF4-FFF2-40B4-BE49-F238E27FC236}">
                      <a16:creationId xmlns:a16="http://schemas.microsoft.com/office/drawing/2014/main" id="{EBE842BE-DF05-40F8-B6F5-71800EBD2B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48</a:t>
                  </a:r>
                </a:p>
              </p:txBody>
            </p:sp>
          </p:grpSp>
          <p:grpSp>
            <p:nvGrpSpPr>
              <p:cNvPr id="33058" name="Group 308">
                <a:extLst>
                  <a:ext uri="{FF2B5EF4-FFF2-40B4-BE49-F238E27FC236}">
                    <a16:creationId xmlns:a16="http://schemas.microsoft.com/office/drawing/2014/main" id="{DC3CBCB1-D8F5-4601-BA4F-60E00BCD52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33059" name="Freeform 309">
                  <a:extLst>
                    <a:ext uri="{FF2B5EF4-FFF2-40B4-BE49-F238E27FC236}">
                      <a16:creationId xmlns:a16="http://schemas.microsoft.com/office/drawing/2014/main" id="{99591B94-407D-49D5-9F21-410A6F96DB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60" name="Line 310">
                  <a:extLst>
                    <a:ext uri="{FF2B5EF4-FFF2-40B4-BE49-F238E27FC236}">
                      <a16:creationId xmlns:a16="http://schemas.microsoft.com/office/drawing/2014/main" id="{29DFD2AA-ACFE-4035-99A2-500B1AE238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61" name="Line 311">
                  <a:extLst>
                    <a:ext uri="{FF2B5EF4-FFF2-40B4-BE49-F238E27FC236}">
                      <a16:creationId xmlns:a16="http://schemas.microsoft.com/office/drawing/2014/main" id="{09E463BC-F24A-4733-9276-641EE4B24D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62" name="Line 312">
                  <a:extLst>
                    <a:ext uri="{FF2B5EF4-FFF2-40B4-BE49-F238E27FC236}">
                      <a16:creationId xmlns:a16="http://schemas.microsoft.com/office/drawing/2014/main" id="{793A8168-C245-4B5C-B6EE-6195F7801E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63" name="Line 313">
                  <a:extLst>
                    <a:ext uri="{FF2B5EF4-FFF2-40B4-BE49-F238E27FC236}">
                      <a16:creationId xmlns:a16="http://schemas.microsoft.com/office/drawing/2014/main" id="{1F70B728-BC65-4551-9A29-DF3484B24B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64" name="Line 314">
                  <a:extLst>
                    <a:ext uri="{FF2B5EF4-FFF2-40B4-BE49-F238E27FC236}">
                      <a16:creationId xmlns:a16="http://schemas.microsoft.com/office/drawing/2014/main" id="{B4D6E029-2B0B-466E-80D9-7D6FDDD301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65" name="Line 315">
                  <a:extLst>
                    <a:ext uri="{FF2B5EF4-FFF2-40B4-BE49-F238E27FC236}">
                      <a16:creationId xmlns:a16="http://schemas.microsoft.com/office/drawing/2014/main" id="{897FCA4F-C196-4F71-A0D4-65B97D4678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66" name="Line 316">
                  <a:extLst>
                    <a:ext uri="{FF2B5EF4-FFF2-40B4-BE49-F238E27FC236}">
                      <a16:creationId xmlns:a16="http://schemas.microsoft.com/office/drawing/2014/main" id="{D66C08CD-6687-43EF-B53F-85622EBAF8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67" name="Line 317">
                  <a:extLst>
                    <a:ext uri="{FF2B5EF4-FFF2-40B4-BE49-F238E27FC236}">
                      <a16:creationId xmlns:a16="http://schemas.microsoft.com/office/drawing/2014/main" id="{6962175D-EE64-4AA0-8398-E2E23F58FA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3053" name="Text Box 318">
              <a:extLst>
                <a:ext uri="{FF2B5EF4-FFF2-40B4-BE49-F238E27FC236}">
                  <a16:creationId xmlns:a16="http://schemas.microsoft.com/office/drawing/2014/main" id="{C162A1DD-F299-43EF-9427-82E6ED67F1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054" name="Text Box 319">
              <a:extLst>
                <a:ext uri="{FF2B5EF4-FFF2-40B4-BE49-F238E27FC236}">
                  <a16:creationId xmlns:a16="http://schemas.microsoft.com/office/drawing/2014/main" id="{1B1C19C4-A91A-4788-B45E-68C8529097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055" name="Text Box 320">
              <a:extLst>
                <a:ext uri="{FF2B5EF4-FFF2-40B4-BE49-F238E27FC236}">
                  <a16:creationId xmlns:a16="http://schemas.microsoft.com/office/drawing/2014/main" id="{4711615D-FD67-43F0-A862-0E92342231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056" name="Text Box 321">
              <a:extLst>
                <a:ext uri="{FF2B5EF4-FFF2-40B4-BE49-F238E27FC236}">
                  <a16:creationId xmlns:a16="http://schemas.microsoft.com/office/drawing/2014/main" id="{128C6E72-D29C-4E02-A16A-744556CAEC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sp>
        <p:nvSpPr>
          <p:cNvPr id="32994" name="Rectangle 322">
            <a:extLst>
              <a:ext uri="{FF2B5EF4-FFF2-40B4-BE49-F238E27FC236}">
                <a16:creationId xmlns:a16="http://schemas.microsoft.com/office/drawing/2014/main" id="{ABC9891F-B754-4E5A-98C0-E865901EA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2995" name="Rectangle 323">
            <a:extLst>
              <a:ext uri="{FF2B5EF4-FFF2-40B4-BE49-F238E27FC236}">
                <a16:creationId xmlns:a16="http://schemas.microsoft.com/office/drawing/2014/main" id="{FD01D6ED-9892-40AD-B196-63E9D7C19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855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</a:p>
        </p:txBody>
      </p:sp>
      <p:sp>
        <p:nvSpPr>
          <p:cNvPr id="32996" name="Rectangle 324">
            <a:extLst>
              <a:ext uri="{FF2B5EF4-FFF2-40B4-BE49-F238E27FC236}">
                <a16:creationId xmlns:a16="http://schemas.microsoft.com/office/drawing/2014/main" id="{71B5495B-F25B-425C-9BD7-B26F7D2AE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3863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32</a:t>
            </a:r>
          </a:p>
        </p:txBody>
      </p:sp>
      <p:sp>
        <p:nvSpPr>
          <p:cNvPr id="32997" name="Rectangle 325">
            <a:extLst>
              <a:ext uri="{FF2B5EF4-FFF2-40B4-BE49-F238E27FC236}">
                <a16:creationId xmlns:a16="http://schemas.microsoft.com/office/drawing/2014/main" id="{BBAA00C5-0C82-4870-B670-D8725964F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675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48</a:t>
            </a:r>
          </a:p>
        </p:txBody>
      </p:sp>
      <p:grpSp>
        <p:nvGrpSpPr>
          <p:cNvPr id="27" name="Group 326">
            <a:extLst>
              <a:ext uri="{FF2B5EF4-FFF2-40B4-BE49-F238E27FC236}">
                <a16:creationId xmlns:a16="http://schemas.microsoft.com/office/drawing/2014/main" id="{79304EB1-E4F8-4835-8FE7-BDE2396BA93B}"/>
              </a:ext>
            </a:extLst>
          </p:cNvPr>
          <p:cNvGrpSpPr>
            <a:grpSpLocks/>
          </p:cNvGrpSpPr>
          <p:nvPr/>
        </p:nvGrpSpPr>
        <p:grpSpPr bwMode="auto">
          <a:xfrm>
            <a:off x="2228850" y="4351338"/>
            <a:ext cx="6173788" cy="1295400"/>
            <a:chOff x="1428" y="2784"/>
            <a:chExt cx="3889" cy="816"/>
          </a:xfrm>
        </p:grpSpPr>
        <p:sp>
          <p:nvSpPr>
            <p:cNvPr id="33048" name="Freeform 327">
              <a:extLst>
                <a:ext uri="{FF2B5EF4-FFF2-40B4-BE49-F238E27FC236}">
                  <a16:creationId xmlns:a16="http://schemas.microsoft.com/office/drawing/2014/main" id="{C8221DED-6ABC-441F-A0A0-84659ADB7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49" name="Freeform 328">
              <a:extLst>
                <a:ext uri="{FF2B5EF4-FFF2-40B4-BE49-F238E27FC236}">
                  <a16:creationId xmlns:a16="http://schemas.microsoft.com/office/drawing/2014/main" id="{8B61969A-A5DD-4476-AA36-DA8F522A2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50" name="Freeform 329">
              <a:extLst>
                <a:ext uri="{FF2B5EF4-FFF2-40B4-BE49-F238E27FC236}">
                  <a16:creationId xmlns:a16="http://schemas.microsoft.com/office/drawing/2014/main" id="{05F96549-D7A2-4DB9-87B9-2ED1C9E2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51" name="Freeform 330">
              <a:extLst>
                <a:ext uri="{FF2B5EF4-FFF2-40B4-BE49-F238E27FC236}">
                  <a16:creationId xmlns:a16="http://schemas.microsoft.com/office/drawing/2014/main" id="{C334D662-1CB1-4316-8029-4E86A5CA4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2999" name="Group 331">
            <a:extLst>
              <a:ext uri="{FF2B5EF4-FFF2-40B4-BE49-F238E27FC236}">
                <a16:creationId xmlns:a16="http://schemas.microsoft.com/office/drawing/2014/main" id="{815A3B50-F686-49F1-838F-A1063ACC5596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33001" name="Group 332">
              <a:extLst>
                <a:ext uri="{FF2B5EF4-FFF2-40B4-BE49-F238E27FC236}">
                  <a16:creationId xmlns:a16="http://schemas.microsoft.com/office/drawing/2014/main" id="{98085167-E5EB-41E1-B966-AE0FB18FA9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33010" name="Group 333">
                <a:extLst>
                  <a:ext uri="{FF2B5EF4-FFF2-40B4-BE49-F238E27FC236}">
                    <a16:creationId xmlns:a16="http://schemas.microsoft.com/office/drawing/2014/main" id="{EB367B10-A319-44C1-95C8-C491D585D3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33043" name="Freeform 334">
                  <a:extLst>
                    <a:ext uri="{FF2B5EF4-FFF2-40B4-BE49-F238E27FC236}">
                      <a16:creationId xmlns:a16="http://schemas.microsoft.com/office/drawing/2014/main" id="{5D80B076-97C7-4FC3-8B64-C1296F95CD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44" name="Freeform 335">
                  <a:extLst>
                    <a:ext uri="{FF2B5EF4-FFF2-40B4-BE49-F238E27FC236}">
                      <a16:creationId xmlns:a16="http://schemas.microsoft.com/office/drawing/2014/main" id="{85F1C2F2-75A1-4684-AF34-D815E5C994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45" name="Freeform 336">
                  <a:extLst>
                    <a:ext uri="{FF2B5EF4-FFF2-40B4-BE49-F238E27FC236}">
                      <a16:creationId xmlns:a16="http://schemas.microsoft.com/office/drawing/2014/main" id="{6F0781D7-2CCF-4312-A12A-20FEECFC4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46" name="Freeform 337">
                  <a:extLst>
                    <a:ext uri="{FF2B5EF4-FFF2-40B4-BE49-F238E27FC236}">
                      <a16:creationId xmlns:a16="http://schemas.microsoft.com/office/drawing/2014/main" id="{D3A6A202-FF18-45DA-A942-D359F7B512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047" name="Freeform 338">
                  <a:extLst>
                    <a:ext uri="{FF2B5EF4-FFF2-40B4-BE49-F238E27FC236}">
                      <a16:creationId xmlns:a16="http://schemas.microsoft.com/office/drawing/2014/main" id="{391A9C48-290E-4818-B53D-3710C4B42C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33011" name="Group 339">
                <a:extLst>
                  <a:ext uri="{FF2B5EF4-FFF2-40B4-BE49-F238E27FC236}">
                    <a16:creationId xmlns:a16="http://schemas.microsoft.com/office/drawing/2014/main" id="{2F6BD028-F7DA-43E1-B6B4-A769C15FFB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33036" name="Group 340">
                  <a:extLst>
                    <a:ext uri="{FF2B5EF4-FFF2-40B4-BE49-F238E27FC236}">
                      <a16:creationId xmlns:a16="http://schemas.microsoft.com/office/drawing/2014/main" id="{C28C9D44-0214-4414-9A85-1CFDC5CF69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041" name="Line 341">
                    <a:extLst>
                      <a:ext uri="{FF2B5EF4-FFF2-40B4-BE49-F238E27FC236}">
                        <a16:creationId xmlns:a16="http://schemas.microsoft.com/office/drawing/2014/main" id="{6FB1395F-C17C-4044-9C49-10ECB43FC3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042" name="Line 342">
                    <a:extLst>
                      <a:ext uri="{FF2B5EF4-FFF2-40B4-BE49-F238E27FC236}">
                        <a16:creationId xmlns:a16="http://schemas.microsoft.com/office/drawing/2014/main" id="{22E60EB1-8FEE-4D4F-A659-FE46666586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3037" name="Freeform 343">
                  <a:extLst>
                    <a:ext uri="{FF2B5EF4-FFF2-40B4-BE49-F238E27FC236}">
                      <a16:creationId xmlns:a16="http://schemas.microsoft.com/office/drawing/2014/main" id="{CBD076AB-06AA-47C4-881C-30BDBA6AD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3038" name="Group 344">
                  <a:extLst>
                    <a:ext uri="{FF2B5EF4-FFF2-40B4-BE49-F238E27FC236}">
                      <a16:creationId xmlns:a16="http://schemas.microsoft.com/office/drawing/2014/main" id="{FFACCECC-39E9-496A-947F-6C3A33E0EE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039" name="Line 345">
                    <a:extLst>
                      <a:ext uri="{FF2B5EF4-FFF2-40B4-BE49-F238E27FC236}">
                        <a16:creationId xmlns:a16="http://schemas.microsoft.com/office/drawing/2014/main" id="{D1FD6E16-7FF7-4630-994F-C5C3ABCC0A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040" name="Line 346">
                    <a:extLst>
                      <a:ext uri="{FF2B5EF4-FFF2-40B4-BE49-F238E27FC236}">
                        <a16:creationId xmlns:a16="http://schemas.microsoft.com/office/drawing/2014/main" id="{E908A69F-EA07-4683-A438-CAB55F831A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012" name="Group 347">
                <a:extLst>
                  <a:ext uri="{FF2B5EF4-FFF2-40B4-BE49-F238E27FC236}">
                    <a16:creationId xmlns:a16="http://schemas.microsoft.com/office/drawing/2014/main" id="{0BE5AB79-15AF-40DF-8BCF-1CC67BE33B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33029" name="Group 348">
                  <a:extLst>
                    <a:ext uri="{FF2B5EF4-FFF2-40B4-BE49-F238E27FC236}">
                      <a16:creationId xmlns:a16="http://schemas.microsoft.com/office/drawing/2014/main" id="{7C49A99D-6B0C-4057-B962-7204258BD5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034" name="Line 349">
                    <a:extLst>
                      <a:ext uri="{FF2B5EF4-FFF2-40B4-BE49-F238E27FC236}">
                        <a16:creationId xmlns:a16="http://schemas.microsoft.com/office/drawing/2014/main" id="{10830889-069D-4097-8BD5-59B7B6F3A5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035" name="Line 350">
                    <a:extLst>
                      <a:ext uri="{FF2B5EF4-FFF2-40B4-BE49-F238E27FC236}">
                        <a16:creationId xmlns:a16="http://schemas.microsoft.com/office/drawing/2014/main" id="{F8BECD06-4D63-4772-859C-186B0C123B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3030" name="Freeform 351">
                  <a:extLst>
                    <a:ext uri="{FF2B5EF4-FFF2-40B4-BE49-F238E27FC236}">
                      <a16:creationId xmlns:a16="http://schemas.microsoft.com/office/drawing/2014/main" id="{F855E57F-F432-44C1-92F0-90DA3DC516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3031" name="Group 352">
                  <a:extLst>
                    <a:ext uri="{FF2B5EF4-FFF2-40B4-BE49-F238E27FC236}">
                      <a16:creationId xmlns:a16="http://schemas.microsoft.com/office/drawing/2014/main" id="{7EFD9570-7AAE-44BB-A46C-B531C85006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032" name="Line 353">
                    <a:extLst>
                      <a:ext uri="{FF2B5EF4-FFF2-40B4-BE49-F238E27FC236}">
                        <a16:creationId xmlns:a16="http://schemas.microsoft.com/office/drawing/2014/main" id="{67B2FC26-8F8C-4A68-9898-26E35DB3D0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033" name="Line 354">
                    <a:extLst>
                      <a:ext uri="{FF2B5EF4-FFF2-40B4-BE49-F238E27FC236}">
                        <a16:creationId xmlns:a16="http://schemas.microsoft.com/office/drawing/2014/main" id="{17ACE734-75C2-4437-A8C2-9BAB08724B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013" name="Group 355">
                <a:extLst>
                  <a:ext uri="{FF2B5EF4-FFF2-40B4-BE49-F238E27FC236}">
                    <a16:creationId xmlns:a16="http://schemas.microsoft.com/office/drawing/2014/main" id="{B43308B8-A504-468B-AD65-05FB7FBCD3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33022" name="Group 356">
                  <a:extLst>
                    <a:ext uri="{FF2B5EF4-FFF2-40B4-BE49-F238E27FC236}">
                      <a16:creationId xmlns:a16="http://schemas.microsoft.com/office/drawing/2014/main" id="{3AF3160A-41E9-4BCF-9061-36540F78D7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027" name="Line 357">
                    <a:extLst>
                      <a:ext uri="{FF2B5EF4-FFF2-40B4-BE49-F238E27FC236}">
                        <a16:creationId xmlns:a16="http://schemas.microsoft.com/office/drawing/2014/main" id="{BAA78B98-298A-4C19-84F8-8ADA9CF8A2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028" name="Line 358">
                    <a:extLst>
                      <a:ext uri="{FF2B5EF4-FFF2-40B4-BE49-F238E27FC236}">
                        <a16:creationId xmlns:a16="http://schemas.microsoft.com/office/drawing/2014/main" id="{B3E4258E-8535-4041-A43B-4EE224313D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3023" name="Freeform 359">
                  <a:extLst>
                    <a:ext uri="{FF2B5EF4-FFF2-40B4-BE49-F238E27FC236}">
                      <a16:creationId xmlns:a16="http://schemas.microsoft.com/office/drawing/2014/main" id="{D772D91C-62EE-4807-B8A7-B7F7EB66EC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3024" name="Group 360">
                  <a:extLst>
                    <a:ext uri="{FF2B5EF4-FFF2-40B4-BE49-F238E27FC236}">
                      <a16:creationId xmlns:a16="http://schemas.microsoft.com/office/drawing/2014/main" id="{F3C6FFB0-3E5E-4EF0-A242-18AFB1CA6A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025" name="Line 361">
                    <a:extLst>
                      <a:ext uri="{FF2B5EF4-FFF2-40B4-BE49-F238E27FC236}">
                        <a16:creationId xmlns:a16="http://schemas.microsoft.com/office/drawing/2014/main" id="{86A79A2B-B213-4A0F-BC62-5D2EE17B1D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026" name="Line 362">
                    <a:extLst>
                      <a:ext uri="{FF2B5EF4-FFF2-40B4-BE49-F238E27FC236}">
                        <a16:creationId xmlns:a16="http://schemas.microsoft.com/office/drawing/2014/main" id="{44EC3850-44F1-4CF5-99E0-3E47E036E0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014" name="Group 363">
                <a:extLst>
                  <a:ext uri="{FF2B5EF4-FFF2-40B4-BE49-F238E27FC236}">
                    <a16:creationId xmlns:a16="http://schemas.microsoft.com/office/drawing/2014/main" id="{F1D62053-1898-4C6B-886C-8F50484F6D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33015" name="Group 364">
                  <a:extLst>
                    <a:ext uri="{FF2B5EF4-FFF2-40B4-BE49-F238E27FC236}">
                      <a16:creationId xmlns:a16="http://schemas.microsoft.com/office/drawing/2014/main" id="{F6CE1B4B-0323-48E1-B0ED-E89E463E57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020" name="Line 365">
                    <a:extLst>
                      <a:ext uri="{FF2B5EF4-FFF2-40B4-BE49-F238E27FC236}">
                        <a16:creationId xmlns:a16="http://schemas.microsoft.com/office/drawing/2014/main" id="{9F1BE42B-E247-466E-B13E-EE5806B7F4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021" name="Line 366">
                    <a:extLst>
                      <a:ext uri="{FF2B5EF4-FFF2-40B4-BE49-F238E27FC236}">
                        <a16:creationId xmlns:a16="http://schemas.microsoft.com/office/drawing/2014/main" id="{018EE96B-C622-46FC-9037-8C40C41C62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3016" name="Freeform 367">
                  <a:extLst>
                    <a:ext uri="{FF2B5EF4-FFF2-40B4-BE49-F238E27FC236}">
                      <a16:creationId xmlns:a16="http://schemas.microsoft.com/office/drawing/2014/main" id="{D6B143D4-7E40-4E2E-B37A-65985D9086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3017" name="Group 368">
                  <a:extLst>
                    <a:ext uri="{FF2B5EF4-FFF2-40B4-BE49-F238E27FC236}">
                      <a16:creationId xmlns:a16="http://schemas.microsoft.com/office/drawing/2014/main" id="{054D325F-2919-4953-B796-96FC3E0139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018" name="Line 369">
                    <a:extLst>
                      <a:ext uri="{FF2B5EF4-FFF2-40B4-BE49-F238E27FC236}">
                        <a16:creationId xmlns:a16="http://schemas.microsoft.com/office/drawing/2014/main" id="{6A433FC7-EE93-4E89-8D74-3700283A65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019" name="Line 370">
                    <a:extLst>
                      <a:ext uri="{FF2B5EF4-FFF2-40B4-BE49-F238E27FC236}">
                        <a16:creationId xmlns:a16="http://schemas.microsoft.com/office/drawing/2014/main" id="{470BE848-A0F7-4B7B-B370-98C436B596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33002" name="Rectangle 371">
              <a:extLst>
                <a:ext uri="{FF2B5EF4-FFF2-40B4-BE49-F238E27FC236}">
                  <a16:creationId xmlns:a16="http://schemas.microsoft.com/office/drawing/2014/main" id="{B1C33F10-DD2C-4082-9098-685EE5EE9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003" name="Text Box 372">
              <a:extLst>
                <a:ext uri="{FF2B5EF4-FFF2-40B4-BE49-F238E27FC236}">
                  <a16:creationId xmlns:a16="http://schemas.microsoft.com/office/drawing/2014/main" id="{186CC7E5-B91C-4FF6-A58A-D061682E02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004" name="Rectangle 373">
              <a:extLst>
                <a:ext uri="{FF2B5EF4-FFF2-40B4-BE49-F238E27FC236}">
                  <a16:creationId xmlns:a16="http://schemas.microsoft.com/office/drawing/2014/main" id="{D83DF64B-8777-4515-AC59-417A76D14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3005" name="Rectangle 374">
              <a:extLst>
                <a:ext uri="{FF2B5EF4-FFF2-40B4-BE49-F238E27FC236}">
                  <a16:creationId xmlns:a16="http://schemas.microsoft.com/office/drawing/2014/main" id="{E0A01C49-D414-4423-961B-0F667E221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3006" name="Rectangle 375">
              <a:extLst>
                <a:ext uri="{FF2B5EF4-FFF2-40B4-BE49-F238E27FC236}">
                  <a16:creationId xmlns:a16="http://schemas.microsoft.com/office/drawing/2014/main" id="{618D29B0-BE41-4759-850D-56C6FB6D0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3007" name="Text Box 376">
              <a:extLst>
                <a:ext uri="{FF2B5EF4-FFF2-40B4-BE49-F238E27FC236}">
                  <a16:creationId xmlns:a16="http://schemas.microsoft.com/office/drawing/2014/main" id="{4BE0DA12-0803-46F6-B353-4802132185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008" name="Text Box 377">
              <a:extLst>
                <a:ext uri="{FF2B5EF4-FFF2-40B4-BE49-F238E27FC236}">
                  <a16:creationId xmlns:a16="http://schemas.microsoft.com/office/drawing/2014/main" id="{545B827A-236B-4353-A1F8-BB9878FB98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009" name="Text Box 378">
              <a:extLst>
                <a:ext uri="{FF2B5EF4-FFF2-40B4-BE49-F238E27FC236}">
                  <a16:creationId xmlns:a16="http://schemas.microsoft.com/office/drawing/2014/main" id="{10EA7FC6-BC71-44B5-B0FF-2EBE19A03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sp>
        <p:nvSpPr>
          <p:cNvPr id="33000" name="AutoShape 379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658F052-5731-4552-88BA-509EBC2FD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0" name="Text Box 21">
            <a:extLst>
              <a:ext uri="{FF2B5EF4-FFF2-40B4-BE49-F238E27FC236}">
                <a16:creationId xmlns:a16="http://schemas.microsoft.com/office/drawing/2014/main" id="{F73021A5-57C7-4A4D-AE9C-B93EF6783C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③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94" name="Group 2">
            <a:extLst>
              <a:ext uri="{FF2B5EF4-FFF2-40B4-BE49-F238E27FC236}">
                <a16:creationId xmlns:a16="http://schemas.microsoft.com/office/drawing/2014/main" id="{C6D36EC1-6DCF-4F36-B613-BC43FFD7CAFC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sp>
          <p:nvSpPr>
            <p:cNvPr id="33970" name="Rectangle 3">
              <a:extLst>
                <a:ext uri="{FF2B5EF4-FFF2-40B4-BE49-F238E27FC236}">
                  <a16:creationId xmlns:a16="http://schemas.microsoft.com/office/drawing/2014/main" id="{450A0C72-D2F6-41E6-B56E-73EE66BCF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71" name="Rectangle 4">
              <a:extLst>
                <a:ext uri="{FF2B5EF4-FFF2-40B4-BE49-F238E27FC236}">
                  <a16:creationId xmlns:a16="http://schemas.microsoft.com/office/drawing/2014/main" id="{400F95C6-FD54-4F3B-8E5D-6F57CE9C3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33972" name="Text Box 5">
              <a:extLst>
                <a:ext uri="{FF2B5EF4-FFF2-40B4-BE49-F238E27FC236}">
                  <a16:creationId xmlns:a16="http://schemas.microsoft.com/office/drawing/2014/main" id="{14E78027-1CD2-430D-9BAA-4C75E002A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973" name="Rectangle 6">
              <a:extLst>
                <a:ext uri="{FF2B5EF4-FFF2-40B4-BE49-F238E27FC236}">
                  <a16:creationId xmlns:a16="http://schemas.microsoft.com/office/drawing/2014/main" id="{7AFF6548-D0FD-4481-9272-630968AB9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74" name="Rectangle 7">
              <a:extLst>
                <a:ext uri="{FF2B5EF4-FFF2-40B4-BE49-F238E27FC236}">
                  <a16:creationId xmlns:a16="http://schemas.microsoft.com/office/drawing/2014/main" id="{4E22AF06-F9AD-4B8F-9E3B-30C8FD42F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31</a:t>
              </a:r>
            </a:p>
          </p:txBody>
        </p:sp>
        <p:sp>
          <p:nvSpPr>
            <p:cNvPr id="33975" name="Text Box 8">
              <a:extLst>
                <a:ext uri="{FF2B5EF4-FFF2-40B4-BE49-F238E27FC236}">
                  <a16:creationId xmlns:a16="http://schemas.microsoft.com/office/drawing/2014/main" id="{32921A68-C22F-425B-B2F5-6DA0ECBC46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976" name="Rectangle 9">
              <a:extLst>
                <a:ext uri="{FF2B5EF4-FFF2-40B4-BE49-F238E27FC236}">
                  <a16:creationId xmlns:a16="http://schemas.microsoft.com/office/drawing/2014/main" id="{ED97D83E-D04A-46C7-9621-B716F050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3977" name="Rectangle 10">
              <a:extLst>
                <a:ext uri="{FF2B5EF4-FFF2-40B4-BE49-F238E27FC236}">
                  <a16:creationId xmlns:a16="http://schemas.microsoft.com/office/drawing/2014/main" id="{49C1E5E4-1B46-445B-9CC5-CD02C8390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47</a:t>
              </a:r>
            </a:p>
          </p:txBody>
        </p:sp>
        <p:sp>
          <p:nvSpPr>
            <p:cNvPr id="33978" name="Text Box 11">
              <a:extLst>
                <a:ext uri="{FF2B5EF4-FFF2-40B4-BE49-F238E27FC236}">
                  <a16:creationId xmlns:a16="http://schemas.microsoft.com/office/drawing/2014/main" id="{68A9CFDF-B6FE-4617-AD7B-8CE8377F3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979" name="Rectangle 12">
              <a:extLst>
                <a:ext uri="{FF2B5EF4-FFF2-40B4-BE49-F238E27FC236}">
                  <a16:creationId xmlns:a16="http://schemas.microsoft.com/office/drawing/2014/main" id="{85D3F9CE-5382-48C9-990B-5E6BD30F2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3980" name="Rectangle 13">
              <a:extLst>
                <a:ext uri="{FF2B5EF4-FFF2-40B4-BE49-F238E27FC236}">
                  <a16:creationId xmlns:a16="http://schemas.microsoft.com/office/drawing/2014/main" id="{020BFD91-729A-4173-B095-0749AEB34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33981" name="Text Box 14">
              <a:extLst>
                <a:ext uri="{FF2B5EF4-FFF2-40B4-BE49-F238E27FC236}">
                  <a16:creationId xmlns:a16="http://schemas.microsoft.com/office/drawing/2014/main" id="{BED0BF0E-93DE-4FB3-9AFF-2F7530254B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982" name="Rectangle 15">
              <a:extLst>
                <a:ext uri="{FF2B5EF4-FFF2-40B4-BE49-F238E27FC236}">
                  <a16:creationId xmlns:a16="http://schemas.microsoft.com/office/drawing/2014/main" id="{A54437AA-7F6D-41BC-885B-F0C61DF20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3983" name="Rectangle 16">
              <a:extLst>
                <a:ext uri="{FF2B5EF4-FFF2-40B4-BE49-F238E27FC236}">
                  <a16:creationId xmlns:a16="http://schemas.microsoft.com/office/drawing/2014/main" id="{5139055F-7B49-482B-8236-D1987BE4C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33984" name="Rectangle 17">
              <a:extLst>
                <a:ext uri="{FF2B5EF4-FFF2-40B4-BE49-F238E27FC236}">
                  <a16:creationId xmlns:a16="http://schemas.microsoft.com/office/drawing/2014/main" id="{DF1BFA96-FE67-4DC8-A635-D3468A6EB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85" name="Rectangle 18">
              <a:extLst>
                <a:ext uri="{FF2B5EF4-FFF2-40B4-BE49-F238E27FC236}">
                  <a16:creationId xmlns:a16="http://schemas.microsoft.com/office/drawing/2014/main" id="{738C1859-C0C0-4817-BA8C-84C54CEA9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31</a:t>
              </a:r>
            </a:p>
          </p:txBody>
        </p:sp>
        <p:sp>
          <p:nvSpPr>
            <p:cNvPr id="33986" name="Rectangle 19">
              <a:extLst>
                <a:ext uri="{FF2B5EF4-FFF2-40B4-BE49-F238E27FC236}">
                  <a16:creationId xmlns:a16="http://schemas.microsoft.com/office/drawing/2014/main" id="{0765E1EA-808B-41CD-B628-AD2F9C6C0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3987" name="Rectangle 20">
              <a:extLst>
                <a:ext uri="{FF2B5EF4-FFF2-40B4-BE49-F238E27FC236}">
                  <a16:creationId xmlns:a16="http://schemas.microsoft.com/office/drawing/2014/main" id="{3FB678D9-E866-4B15-BB94-37BA74099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47</a:t>
              </a:r>
            </a:p>
          </p:txBody>
        </p:sp>
        <p:sp>
          <p:nvSpPr>
            <p:cNvPr id="33988" name="Rectangle 21">
              <a:extLst>
                <a:ext uri="{FF2B5EF4-FFF2-40B4-BE49-F238E27FC236}">
                  <a16:creationId xmlns:a16="http://schemas.microsoft.com/office/drawing/2014/main" id="{921ECFB5-0C2E-4C49-8BDC-C85210104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3989" name="Rectangle 22">
              <a:extLst>
                <a:ext uri="{FF2B5EF4-FFF2-40B4-BE49-F238E27FC236}">
                  <a16:creationId xmlns:a16="http://schemas.microsoft.com/office/drawing/2014/main" id="{C61E16A0-E6C2-4B14-9B1E-D4BF6B977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33990" name="Rectangle 23">
              <a:extLst>
                <a:ext uri="{FF2B5EF4-FFF2-40B4-BE49-F238E27FC236}">
                  <a16:creationId xmlns:a16="http://schemas.microsoft.com/office/drawing/2014/main" id="{CA6F310A-6F35-4081-BFDD-452E8E953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3991" name="Line 24">
              <a:extLst>
                <a:ext uri="{FF2B5EF4-FFF2-40B4-BE49-F238E27FC236}">
                  <a16:creationId xmlns:a16="http://schemas.microsoft.com/office/drawing/2014/main" id="{BC6FB880-0D35-4D6D-8DBB-61C5F94B059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92" name="Line 25">
              <a:extLst>
                <a:ext uri="{FF2B5EF4-FFF2-40B4-BE49-F238E27FC236}">
                  <a16:creationId xmlns:a16="http://schemas.microsoft.com/office/drawing/2014/main" id="{05EDF786-4BD0-4488-841D-39E71755092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93" name="Freeform 26">
              <a:extLst>
                <a:ext uri="{FF2B5EF4-FFF2-40B4-BE49-F238E27FC236}">
                  <a16:creationId xmlns:a16="http://schemas.microsoft.com/office/drawing/2014/main" id="{2691A89F-C5EC-4726-814E-53A3625B7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94" name="Line 27">
              <a:extLst>
                <a:ext uri="{FF2B5EF4-FFF2-40B4-BE49-F238E27FC236}">
                  <a16:creationId xmlns:a16="http://schemas.microsoft.com/office/drawing/2014/main" id="{204E3971-9E4A-43A9-89E0-09A8D8CC639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95" name="Line 28">
              <a:extLst>
                <a:ext uri="{FF2B5EF4-FFF2-40B4-BE49-F238E27FC236}">
                  <a16:creationId xmlns:a16="http://schemas.microsoft.com/office/drawing/2014/main" id="{50CEFA22-0652-49A7-8BD1-22B0C37E381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96" name="Freeform 29">
              <a:extLst>
                <a:ext uri="{FF2B5EF4-FFF2-40B4-BE49-F238E27FC236}">
                  <a16:creationId xmlns:a16="http://schemas.microsoft.com/office/drawing/2014/main" id="{8174DC2C-E37D-408F-B226-7A0881D4E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  <a:gd name="T6" fmla="*/ 0 w 112"/>
                <a:gd name="T7" fmla="*/ 0 h 1"/>
                <a:gd name="T8" fmla="*/ 112 w 1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97" name="Freeform 30">
              <a:extLst>
                <a:ext uri="{FF2B5EF4-FFF2-40B4-BE49-F238E27FC236}">
                  <a16:creationId xmlns:a16="http://schemas.microsoft.com/office/drawing/2014/main" id="{A0D8F7A2-F5F1-47E9-A1F5-5369C5B91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9"/>
                <a:gd name="T14" fmla="*/ 152 w 152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98" name="Freeform 31">
              <a:extLst>
                <a:ext uri="{FF2B5EF4-FFF2-40B4-BE49-F238E27FC236}">
                  <a16:creationId xmlns:a16="http://schemas.microsoft.com/office/drawing/2014/main" id="{89077D3D-566F-442B-8B21-90CC3FE1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  <a:gd name="T6" fmla="*/ 0 w 102"/>
                <a:gd name="T7" fmla="*/ 0 h 1"/>
                <a:gd name="T8" fmla="*/ 102 w 1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99" name="Line 32">
              <a:extLst>
                <a:ext uri="{FF2B5EF4-FFF2-40B4-BE49-F238E27FC236}">
                  <a16:creationId xmlns:a16="http://schemas.microsoft.com/office/drawing/2014/main" id="{788B8921-2925-49CA-A813-2AC16717C28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00" name="Line 33">
              <a:extLst>
                <a:ext uri="{FF2B5EF4-FFF2-40B4-BE49-F238E27FC236}">
                  <a16:creationId xmlns:a16="http://schemas.microsoft.com/office/drawing/2014/main" id="{A23ED9FB-39B6-4E6A-B68E-C16E371D0CA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01" name="Freeform 34">
              <a:extLst>
                <a:ext uri="{FF2B5EF4-FFF2-40B4-BE49-F238E27FC236}">
                  <a16:creationId xmlns:a16="http://schemas.microsoft.com/office/drawing/2014/main" id="{8A821FD9-F862-4DBC-9745-BA71144BA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02" name="Line 35">
              <a:extLst>
                <a:ext uri="{FF2B5EF4-FFF2-40B4-BE49-F238E27FC236}">
                  <a16:creationId xmlns:a16="http://schemas.microsoft.com/office/drawing/2014/main" id="{660DDA3F-3A27-4DC0-AB52-C01B72E9EFC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03" name="Line 36">
              <a:extLst>
                <a:ext uri="{FF2B5EF4-FFF2-40B4-BE49-F238E27FC236}">
                  <a16:creationId xmlns:a16="http://schemas.microsoft.com/office/drawing/2014/main" id="{752FC211-AD25-4AF6-9812-6CCDA280D97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04" name="Freeform 37">
              <a:extLst>
                <a:ext uri="{FF2B5EF4-FFF2-40B4-BE49-F238E27FC236}">
                  <a16:creationId xmlns:a16="http://schemas.microsoft.com/office/drawing/2014/main" id="{9972892B-27F8-41F7-8DAE-69E99F5D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  <a:gd name="T6" fmla="*/ 0 w 103"/>
                <a:gd name="T7" fmla="*/ 0 h 1"/>
                <a:gd name="T8" fmla="*/ 103 w 1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05" name="Freeform 38">
              <a:extLst>
                <a:ext uri="{FF2B5EF4-FFF2-40B4-BE49-F238E27FC236}">
                  <a16:creationId xmlns:a16="http://schemas.microsoft.com/office/drawing/2014/main" id="{2D0853CE-1C49-4F54-AD1D-4809FFA5A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  <a:gd name="T6" fmla="*/ 0 w 113"/>
                <a:gd name="T7" fmla="*/ 0 h 1"/>
                <a:gd name="T8" fmla="*/ 113 w 1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06" name="Line 39">
              <a:extLst>
                <a:ext uri="{FF2B5EF4-FFF2-40B4-BE49-F238E27FC236}">
                  <a16:creationId xmlns:a16="http://schemas.microsoft.com/office/drawing/2014/main" id="{B8CF1DF8-A883-412F-9FB6-B7D86FF07AA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07" name="Line 40">
              <a:extLst>
                <a:ext uri="{FF2B5EF4-FFF2-40B4-BE49-F238E27FC236}">
                  <a16:creationId xmlns:a16="http://schemas.microsoft.com/office/drawing/2014/main" id="{1C0289BB-48AD-40EA-9130-FB16FAEB643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08" name="Freeform 41">
              <a:extLst>
                <a:ext uri="{FF2B5EF4-FFF2-40B4-BE49-F238E27FC236}">
                  <a16:creationId xmlns:a16="http://schemas.microsoft.com/office/drawing/2014/main" id="{CA644A90-D2D3-4668-BF7B-D8B9EB60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09" name="Line 42">
              <a:extLst>
                <a:ext uri="{FF2B5EF4-FFF2-40B4-BE49-F238E27FC236}">
                  <a16:creationId xmlns:a16="http://schemas.microsoft.com/office/drawing/2014/main" id="{F4C9CE52-2DE6-4663-A0AC-A08F1D65B5F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10" name="Line 43">
              <a:extLst>
                <a:ext uri="{FF2B5EF4-FFF2-40B4-BE49-F238E27FC236}">
                  <a16:creationId xmlns:a16="http://schemas.microsoft.com/office/drawing/2014/main" id="{FD7B10E0-934E-4372-B75D-0B962184FFE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11" name="Freeform 44">
              <a:extLst>
                <a:ext uri="{FF2B5EF4-FFF2-40B4-BE49-F238E27FC236}">
                  <a16:creationId xmlns:a16="http://schemas.microsoft.com/office/drawing/2014/main" id="{E436D321-0C49-4EBC-BF3D-2A58D5B26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  <a:gd name="T6" fmla="*/ 0 w 109"/>
                <a:gd name="T7" fmla="*/ 0 h 1"/>
                <a:gd name="T8" fmla="*/ 109 w 1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12" name="Freeform 45">
              <a:extLst>
                <a:ext uri="{FF2B5EF4-FFF2-40B4-BE49-F238E27FC236}">
                  <a16:creationId xmlns:a16="http://schemas.microsoft.com/office/drawing/2014/main" id="{6A64253D-FDBF-4C1E-8468-E98F55B3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  <a:gd name="T6" fmla="*/ 0 w 89"/>
                <a:gd name="T7" fmla="*/ 0 h 1"/>
                <a:gd name="T8" fmla="*/ 89 w 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13" name="Line 46">
              <a:extLst>
                <a:ext uri="{FF2B5EF4-FFF2-40B4-BE49-F238E27FC236}">
                  <a16:creationId xmlns:a16="http://schemas.microsoft.com/office/drawing/2014/main" id="{08E2910F-7E3E-4DA5-9BD1-216CBD69018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14" name="Line 47">
              <a:extLst>
                <a:ext uri="{FF2B5EF4-FFF2-40B4-BE49-F238E27FC236}">
                  <a16:creationId xmlns:a16="http://schemas.microsoft.com/office/drawing/2014/main" id="{C22B81CF-8F71-43D7-92CA-9A0122B9AD1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15" name="Freeform 48">
              <a:extLst>
                <a:ext uri="{FF2B5EF4-FFF2-40B4-BE49-F238E27FC236}">
                  <a16:creationId xmlns:a16="http://schemas.microsoft.com/office/drawing/2014/main" id="{9F8EFA23-C75E-44EF-B4EF-5A0604F71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16" name="Line 49">
              <a:extLst>
                <a:ext uri="{FF2B5EF4-FFF2-40B4-BE49-F238E27FC236}">
                  <a16:creationId xmlns:a16="http://schemas.microsoft.com/office/drawing/2014/main" id="{16CFAF7A-5412-43FE-9666-33B5D6D2C0D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17" name="Line 50">
              <a:extLst>
                <a:ext uri="{FF2B5EF4-FFF2-40B4-BE49-F238E27FC236}">
                  <a16:creationId xmlns:a16="http://schemas.microsoft.com/office/drawing/2014/main" id="{44A3ABC9-ACFF-45AF-B614-CCDC3F70148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18" name="Freeform 51">
              <a:extLst>
                <a:ext uri="{FF2B5EF4-FFF2-40B4-BE49-F238E27FC236}">
                  <a16:creationId xmlns:a16="http://schemas.microsoft.com/office/drawing/2014/main" id="{42866AF6-8A03-4766-8309-FDBAD451B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  <a:gd name="T6" fmla="*/ 0 w 115"/>
                <a:gd name="T7" fmla="*/ 0 h 1"/>
                <a:gd name="T8" fmla="*/ 115 w 1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19" name="Freeform 52">
              <a:extLst>
                <a:ext uri="{FF2B5EF4-FFF2-40B4-BE49-F238E27FC236}">
                  <a16:creationId xmlns:a16="http://schemas.microsoft.com/office/drawing/2014/main" id="{DFF76145-2F06-4F2E-A53A-3CECBC096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  <a:gd name="T6" fmla="*/ 0 w 90"/>
                <a:gd name="T7" fmla="*/ 0 h 1"/>
                <a:gd name="T8" fmla="*/ 90 w 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20" name="Line 53">
              <a:extLst>
                <a:ext uri="{FF2B5EF4-FFF2-40B4-BE49-F238E27FC236}">
                  <a16:creationId xmlns:a16="http://schemas.microsoft.com/office/drawing/2014/main" id="{7ED5B15F-B5A3-43A4-B9C1-96333924164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21" name="Line 54">
              <a:extLst>
                <a:ext uri="{FF2B5EF4-FFF2-40B4-BE49-F238E27FC236}">
                  <a16:creationId xmlns:a16="http://schemas.microsoft.com/office/drawing/2014/main" id="{5130AA5D-085F-4F9D-868E-72F959F8BAA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22" name="Freeform 55">
              <a:extLst>
                <a:ext uri="{FF2B5EF4-FFF2-40B4-BE49-F238E27FC236}">
                  <a16:creationId xmlns:a16="http://schemas.microsoft.com/office/drawing/2014/main" id="{1A469FF7-A7DD-42DB-8126-06C41345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23" name="Line 56">
              <a:extLst>
                <a:ext uri="{FF2B5EF4-FFF2-40B4-BE49-F238E27FC236}">
                  <a16:creationId xmlns:a16="http://schemas.microsoft.com/office/drawing/2014/main" id="{017687C0-15DA-4923-91C3-E132349F48F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24" name="Line 57">
              <a:extLst>
                <a:ext uri="{FF2B5EF4-FFF2-40B4-BE49-F238E27FC236}">
                  <a16:creationId xmlns:a16="http://schemas.microsoft.com/office/drawing/2014/main" id="{A18257D5-17B1-4381-B4CC-0EA50C27005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25" name="Freeform 58">
              <a:extLst>
                <a:ext uri="{FF2B5EF4-FFF2-40B4-BE49-F238E27FC236}">
                  <a16:creationId xmlns:a16="http://schemas.microsoft.com/office/drawing/2014/main" id="{39AD6BDD-C0F1-4E0B-A58D-D1F2A32A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  <a:gd name="T6" fmla="*/ 0 w 100"/>
                <a:gd name="T7" fmla="*/ 0 h 1"/>
                <a:gd name="T8" fmla="*/ 100 w 10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26" name="Freeform 59">
              <a:extLst>
                <a:ext uri="{FF2B5EF4-FFF2-40B4-BE49-F238E27FC236}">
                  <a16:creationId xmlns:a16="http://schemas.microsoft.com/office/drawing/2014/main" id="{B36628EC-F554-4976-B988-943AD885E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27" name="Line 60">
              <a:extLst>
                <a:ext uri="{FF2B5EF4-FFF2-40B4-BE49-F238E27FC236}">
                  <a16:creationId xmlns:a16="http://schemas.microsoft.com/office/drawing/2014/main" id="{C8B0A09D-386D-4BF6-B3A8-CF121DAC9D6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28" name="Line 61">
              <a:extLst>
                <a:ext uri="{FF2B5EF4-FFF2-40B4-BE49-F238E27FC236}">
                  <a16:creationId xmlns:a16="http://schemas.microsoft.com/office/drawing/2014/main" id="{25541AF5-CC85-49B8-A928-CE2818C71AF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29" name="Freeform 62">
              <a:extLst>
                <a:ext uri="{FF2B5EF4-FFF2-40B4-BE49-F238E27FC236}">
                  <a16:creationId xmlns:a16="http://schemas.microsoft.com/office/drawing/2014/main" id="{5E1B8921-7D57-49BB-B76E-2CBFDE29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30" name="Line 63">
              <a:extLst>
                <a:ext uri="{FF2B5EF4-FFF2-40B4-BE49-F238E27FC236}">
                  <a16:creationId xmlns:a16="http://schemas.microsoft.com/office/drawing/2014/main" id="{469CCFFC-A8F6-4FB9-A473-72D1702275A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31" name="Line 64">
              <a:extLst>
                <a:ext uri="{FF2B5EF4-FFF2-40B4-BE49-F238E27FC236}">
                  <a16:creationId xmlns:a16="http://schemas.microsoft.com/office/drawing/2014/main" id="{AA154485-801B-42E3-B0F2-7315BF2E159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32" name="Freeform 65">
              <a:extLst>
                <a:ext uri="{FF2B5EF4-FFF2-40B4-BE49-F238E27FC236}">
                  <a16:creationId xmlns:a16="http://schemas.microsoft.com/office/drawing/2014/main" id="{FD58FE38-AA95-4EEB-B677-BBA1ECD03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  <a:gd name="T6" fmla="*/ 0 w 90"/>
                <a:gd name="T7" fmla="*/ 0 h 2"/>
                <a:gd name="T8" fmla="*/ 90 w 9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33" name="Freeform 66">
              <a:extLst>
                <a:ext uri="{FF2B5EF4-FFF2-40B4-BE49-F238E27FC236}">
                  <a16:creationId xmlns:a16="http://schemas.microsoft.com/office/drawing/2014/main" id="{8AAC8A51-4C76-4769-A00D-3048DD2E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4034" name="Group 67">
              <a:extLst>
                <a:ext uri="{FF2B5EF4-FFF2-40B4-BE49-F238E27FC236}">
                  <a16:creationId xmlns:a16="http://schemas.microsoft.com/office/drawing/2014/main" id="{96A9395D-84A0-4ABA-97A6-AFAC99C0A1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34181" name="Group 68">
                <a:extLst>
                  <a:ext uri="{FF2B5EF4-FFF2-40B4-BE49-F238E27FC236}">
                    <a16:creationId xmlns:a16="http://schemas.microsoft.com/office/drawing/2014/main" id="{4E8A7732-D57D-441A-BF0B-6EF0A1A323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34186" name="Line 69">
                  <a:extLst>
                    <a:ext uri="{FF2B5EF4-FFF2-40B4-BE49-F238E27FC236}">
                      <a16:creationId xmlns:a16="http://schemas.microsoft.com/office/drawing/2014/main" id="{7ED208D5-A1AF-41FF-B174-B808A48323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187" name="Line 70">
                  <a:extLst>
                    <a:ext uri="{FF2B5EF4-FFF2-40B4-BE49-F238E27FC236}">
                      <a16:creationId xmlns:a16="http://schemas.microsoft.com/office/drawing/2014/main" id="{967D424F-BE01-40C0-894F-C05711B83B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182" name="Freeform 71">
                <a:extLst>
                  <a:ext uri="{FF2B5EF4-FFF2-40B4-BE49-F238E27FC236}">
                    <a16:creationId xmlns:a16="http://schemas.microsoft.com/office/drawing/2014/main" id="{D5614003-EBC7-49B3-8229-36A8443D0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4183" name="Group 72">
                <a:extLst>
                  <a:ext uri="{FF2B5EF4-FFF2-40B4-BE49-F238E27FC236}">
                    <a16:creationId xmlns:a16="http://schemas.microsoft.com/office/drawing/2014/main" id="{2C676FFB-E1DA-4FD1-9CC0-A04BA583C9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34184" name="Line 73">
                  <a:extLst>
                    <a:ext uri="{FF2B5EF4-FFF2-40B4-BE49-F238E27FC236}">
                      <a16:creationId xmlns:a16="http://schemas.microsoft.com/office/drawing/2014/main" id="{2B2B1E74-31CE-47AC-8129-9A82B6328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185" name="Line 74">
                  <a:extLst>
                    <a:ext uri="{FF2B5EF4-FFF2-40B4-BE49-F238E27FC236}">
                      <a16:creationId xmlns:a16="http://schemas.microsoft.com/office/drawing/2014/main" id="{935928D4-0FA8-48FA-9E67-0F7D643DEF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4035" name="Freeform 75">
              <a:extLst>
                <a:ext uri="{FF2B5EF4-FFF2-40B4-BE49-F238E27FC236}">
                  <a16:creationId xmlns:a16="http://schemas.microsoft.com/office/drawing/2014/main" id="{6D4C38EB-DB87-413A-910B-5C8D2D3D4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  <a:gd name="T6" fmla="*/ 0 w 107"/>
                <a:gd name="T7" fmla="*/ 0 h 1"/>
                <a:gd name="T8" fmla="*/ 107 w 10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36" name="Freeform 76">
              <a:extLst>
                <a:ext uri="{FF2B5EF4-FFF2-40B4-BE49-F238E27FC236}">
                  <a16:creationId xmlns:a16="http://schemas.microsoft.com/office/drawing/2014/main" id="{89DF7AE2-8E15-496C-97E0-D1ADD7E7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  <a:gd name="T6" fmla="*/ 0 w 96"/>
                <a:gd name="T7" fmla="*/ 0 h 1"/>
                <a:gd name="T8" fmla="*/ 96 w 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4037" name="Group 77">
              <a:extLst>
                <a:ext uri="{FF2B5EF4-FFF2-40B4-BE49-F238E27FC236}">
                  <a16:creationId xmlns:a16="http://schemas.microsoft.com/office/drawing/2014/main" id="{37C09F88-5C88-407D-8361-D16869B214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34174" name="Group 78">
                <a:extLst>
                  <a:ext uri="{FF2B5EF4-FFF2-40B4-BE49-F238E27FC236}">
                    <a16:creationId xmlns:a16="http://schemas.microsoft.com/office/drawing/2014/main" id="{33C8BE4B-C951-469E-B9C3-07CF7378B1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34179" name="Line 79">
                  <a:extLst>
                    <a:ext uri="{FF2B5EF4-FFF2-40B4-BE49-F238E27FC236}">
                      <a16:creationId xmlns:a16="http://schemas.microsoft.com/office/drawing/2014/main" id="{8A656241-2D72-4DAA-B552-AFD9764961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180" name="Line 80">
                  <a:extLst>
                    <a:ext uri="{FF2B5EF4-FFF2-40B4-BE49-F238E27FC236}">
                      <a16:creationId xmlns:a16="http://schemas.microsoft.com/office/drawing/2014/main" id="{662AFE0F-A08E-4A91-B057-D46989BF73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175" name="Freeform 81">
                <a:extLst>
                  <a:ext uri="{FF2B5EF4-FFF2-40B4-BE49-F238E27FC236}">
                    <a16:creationId xmlns:a16="http://schemas.microsoft.com/office/drawing/2014/main" id="{534B5FA4-B503-4417-A982-DE35ED1AF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4176" name="Group 82">
                <a:extLst>
                  <a:ext uri="{FF2B5EF4-FFF2-40B4-BE49-F238E27FC236}">
                    <a16:creationId xmlns:a16="http://schemas.microsoft.com/office/drawing/2014/main" id="{876FC8DB-9BB4-4885-B23A-C28E1D99E1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34177" name="Line 83">
                  <a:extLst>
                    <a:ext uri="{FF2B5EF4-FFF2-40B4-BE49-F238E27FC236}">
                      <a16:creationId xmlns:a16="http://schemas.microsoft.com/office/drawing/2014/main" id="{A0EF933C-E1ED-4AD8-9BDF-DEAB55ED1A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178" name="Line 84">
                  <a:extLst>
                    <a:ext uri="{FF2B5EF4-FFF2-40B4-BE49-F238E27FC236}">
                      <a16:creationId xmlns:a16="http://schemas.microsoft.com/office/drawing/2014/main" id="{41AA1E7D-8972-4556-BC05-E8750477A5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4038" name="Freeform 85">
              <a:extLst>
                <a:ext uri="{FF2B5EF4-FFF2-40B4-BE49-F238E27FC236}">
                  <a16:creationId xmlns:a16="http://schemas.microsoft.com/office/drawing/2014/main" id="{31C44252-E166-4C19-A052-48471E427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39" name="Freeform 86">
              <a:extLst>
                <a:ext uri="{FF2B5EF4-FFF2-40B4-BE49-F238E27FC236}">
                  <a16:creationId xmlns:a16="http://schemas.microsoft.com/office/drawing/2014/main" id="{68FE576F-2527-4D80-ACD4-AE5FB909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  <a:gd name="T6" fmla="*/ 0 w 101"/>
                <a:gd name="T7" fmla="*/ 0 h 1"/>
                <a:gd name="T8" fmla="*/ 101 w 1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40" name="Freeform 87">
              <a:extLst>
                <a:ext uri="{FF2B5EF4-FFF2-40B4-BE49-F238E27FC236}">
                  <a16:creationId xmlns:a16="http://schemas.microsoft.com/office/drawing/2014/main" id="{A3C9202D-CC55-4312-8F90-B4A8E56AA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  <a:gd name="T6" fmla="*/ 0 w 4419"/>
                <a:gd name="T7" fmla="*/ 0 h 1"/>
                <a:gd name="T8" fmla="*/ 4419 w 44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41" name="Line 88">
              <a:extLst>
                <a:ext uri="{FF2B5EF4-FFF2-40B4-BE49-F238E27FC236}">
                  <a16:creationId xmlns:a16="http://schemas.microsoft.com/office/drawing/2014/main" id="{B35A6F27-020C-41DC-80DF-E1476B2AD8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42" name="Line 89">
              <a:extLst>
                <a:ext uri="{FF2B5EF4-FFF2-40B4-BE49-F238E27FC236}">
                  <a16:creationId xmlns:a16="http://schemas.microsoft.com/office/drawing/2014/main" id="{A5C693C0-8845-4B40-A8B9-630186BFF4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43" name="Line 90">
              <a:extLst>
                <a:ext uri="{FF2B5EF4-FFF2-40B4-BE49-F238E27FC236}">
                  <a16:creationId xmlns:a16="http://schemas.microsoft.com/office/drawing/2014/main" id="{5C5F02BB-97E9-469F-BFCE-2F097B1C42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44" name="Line 91">
              <a:extLst>
                <a:ext uri="{FF2B5EF4-FFF2-40B4-BE49-F238E27FC236}">
                  <a16:creationId xmlns:a16="http://schemas.microsoft.com/office/drawing/2014/main" id="{165CF698-E1A5-46A5-B7B3-A9C4AD77AC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45" name="Line 92">
              <a:extLst>
                <a:ext uri="{FF2B5EF4-FFF2-40B4-BE49-F238E27FC236}">
                  <a16:creationId xmlns:a16="http://schemas.microsoft.com/office/drawing/2014/main" id="{965F5073-128B-490D-9399-3E5E79CCA1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46" name="Line 93">
              <a:extLst>
                <a:ext uri="{FF2B5EF4-FFF2-40B4-BE49-F238E27FC236}">
                  <a16:creationId xmlns:a16="http://schemas.microsoft.com/office/drawing/2014/main" id="{691F678C-599C-449E-9717-38F5FAC29D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47" name="Line 94">
              <a:extLst>
                <a:ext uri="{FF2B5EF4-FFF2-40B4-BE49-F238E27FC236}">
                  <a16:creationId xmlns:a16="http://schemas.microsoft.com/office/drawing/2014/main" id="{3F3E1603-447E-41AB-B85E-4FF0090D47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48" name="Line 95">
              <a:extLst>
                <a:ext uri="{FF2B5EF4-FFF2-40B4-BE49-F238E27FC236}">
                  <a16:creationId xmlns:a16="http://schemas.microsoft.com/office/drawing/2014/main" id="{23FDF3DB-7672-4339-ABAF-7B51E42E70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49" name="Freeform 96">
              <a:extLst>
                <a:ext uri="{FF2B5EF4-FFF2-40B4-BE49-F238E27FC236}">
                  <a16:creationId xmlns:a16="http://schemas.microsoft.com/office/drawing/2014/main" id="{3A965ED8-DE96-47F9-AC7A-54B476FDF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50" name="Freeform 97">
              <a:extLst>
                <a:ext uri="{FF2B5EF4-FFF2-40B4-BE49-F238E27FC236}">
                  <a16:creationId xmlns:a16="http://schemas.microsoft.com/office/drawing/2014/main" id="{9B64F7AD-0683-4E2E-BA44-12A86DC42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51" name="Freeform 98">
              <a:extLst>
                <a:ext uri="{FF2B5EF4-FFF2-40B4-BE49-F238E27FC236}">
                  <a16:creationId xmlns:a16="http://schemas.microsoft.com/office/drawing/2014/main" id="{3A54364E-6943-4552-885A-44D18A16A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  <a:gd name="T6" fmla="*/ 0 w 4"/>
                <a:gd name="T7" fmla="*/ 0 h 166"/>
                <a:gd name="T8" fmla="*/ 4 w 4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52" name="Freeform 99">
              <a:extLst>
                <a:ext uri="{FF2B5EF4-FFF2-40B4-BE49-F238E27FC236}">
                  <a16:creationId xmlns:a16="http://schemas.microsoft.com/office/drawing/2014/main" id="{C2AEBE40-E3E6-4B1A-95FF-A211C8159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  <a:gd name="T6" fmla="*/ 0 w 2"/>
                <a:gd name="T7" fmla="*/ 0 h 175"/>
                <a:gd name="T8" fmla="*/ 2 w 2"/>
                <a:gd name="T9" fmla="*/ 175 h 1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53" name="Freeform 100">
              <a:extLst>
                <a:ext uri="{FF2B5EF4-FFF2-40B4-BE49-F238E27FC236}">
                  <a16:creationId xmlns:a16="http://schemas.microsoft.com/office/drawing/2014/main" id="{A5E9AF07-60B7-49E7-814D-2D6392959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54" name="Freeform 101">
              <a:extLst>
                <a:ext uri="{FF2B5EF4-FFF2-40B4-BE49-F238E27FC236}">
                  <a16:creationId xmlns:a16="http://schemas.microsoft.com/office/drawing/2014/main" id="{9DAF8CF4-88F9-4E2C-AE07-A6C5DE5B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  <a:gd name="T6" fmla="*/ 0 w 4422"/>
                <a:gd name="T7" fmla="*/ 0 h 1"/>
                <a:gd name="T8" fmla="*/ 4422 w 442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55" name="Line 102">
              <a:extLst>
                <a:ext uri="{FF2B5EF4-FFF2-40B4-BE49-F238E27FC236}">
                  <a16:creationId xmlns:a16="http://schemas.microsoft.com/office/drawing/2014/main" id="{62484C26-D452-46D5-9221-DDDA5D992D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56" name="Line 103">
              <a:extLst>
                <a:ext uri="{FF2B5EF4-FFF2-40B4-BE49-F238E27FC236}">
                  <a16:creationId xmlns:a16="http://schemas.microsoft.com/office/drawing/2014/main" id="{91577DBC-A20A-4D75-A792-05CF2AF492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57" name="Line 104">
              <a:extLst>
                <a:ext uri="{FF2B5EF4-FFF2-40B4-BE49-F238E27FC236}">
                  <a16:creationId xmlns:a16="http://schemas.microsoft.com/office/drawing/2014/main" id="{25168CE0-6B3B-4B52-A7D7-CFD1437C8C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58" name="Line 105">
              <a:extLst>
                <a:ext uri="{FF2B5EF4-FFF2-40B4-BE49-F238E27FC236}">
                  <a16:creationId xmlns:a16="http://schemas.microsoft.com/office/drawing/2014/main" id="{F92F646F-4BC9-47B9-B4D9-EABEB2086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59" name="Line 106">
              <a:extLst>
                <a:ext uri="{FF2B5EF4-FFF2-40B4-BE49-F238E27FC236}">
                  <a16:creationId xmlns:a16="http://schemas.microsoft.com/office/drawing/2014/main" id="{90DE43BF-5AAB-4896-BF75-DBBB8D7131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60" name="Line 107">
              <a:extLst>
                <a:ext uri="{FF2B5EF4-FFF2-40B4-BE49-F238E27FC236}">
                  <a16:creationId xmlns:a16="http://schemas.microsoft.com/office/drawing/2014/main" id="{5338B57D-7647-414F-A4ED-CF6242FDBC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61" name="Line 108">
              <a:extLst>
                <a:ext uri="{FF2B5EF4-FFF2-40B4-BE49-F238E27FC236}">
                  <a16:creationId xmlns:a16="http://schemas.microsoft.com/office/drawing/2014/main" id="{8BC1812E-73DD-4A4E-B594-09E60C5B47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62" name="Line 109">
              <a:extLst>
                <a:ext uri="{FF2B5EF4-FFF2-40B4-BE49-F238E27FC236}">
                  <a16:creationId xmlns:a16="http://schemas.microsoft.com/office/drawing/2014/main" id="{21513127-A64B-43B2-A25C-24C29B6AEF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63" name="Freeform 110">
              <a:extLst>
                <a:ext uri="{FF2B5EF4-FFF2-40B4-BE49-F238E27FC236}">
                  <a16:creationId xmlns:a16="http://schemas.microsoft.com/office/drawing/2014/main" id="{C1DEF09C-2940-4DAC-8C89-D2E85AA46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64" name="Line 111">
              <a:extLst>
                <a:ext uri="{FF2B5EF4-FFF2-40B4-BE49-F238E27FC236}">
                  <a16:creationId xmlns:a16="http://schemas.microsoft.com/office/drawing/2014/main" id="{8B6C8274-21AA-4AC1-8662-2AED6D5627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65" name="Line 112">
              <a:extLst>
                <a:ext uri="{FF2B5EF4-FFF2-40B4-BE49-F238E27FC236}">
                  <a16:creationId xmlns:a16="http://schemas.microsoft.com/office/drawing/2014/main" id="{971C2926-5AC7-4C3A-8057-C1D007B93A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66" name="Line 113">
              <a:extLst>
                <a:ext uri="{FF2B5EF4-FFF2-40B4-BE49-F238E27FC236}">
                  <a16:creationId xmlns:a16="http://schemas.microsoft.com/office/drawing/2014/main" id="{39DB0DFC-6E0A-400A-9252-700C36F82F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67" name="Line 114">
              <a:extLst>
                <a:ext uri="{FF2B5EF4-FFF2-40B4-BE49-F238E27FC236}">
                  <a16:creationId xmlns:a16="http://schemas.microsoft.com/office/drawing/2014/main" id="{E17F887C-76EF-4315-BDB5-D5F835CC3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68" name="Line 115">
              <a:extLst>
                <a:ext uri="{FF2B5EF4-FFF2-40B4-BE49-F238E27FC236}">
                  <a16:creationId xmlns:a16="http://schemas.microsoft.com/office/drawing/2014/main" id="{9D878662-FEB0-41B3-80F0-2A75F86418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69" name="Line 116">
              <a:extLst>
                <a:ext uri="{FF2B5EF4-FFF2-40B4-BE49-F238E27FC236}">
                  <a16:creationId xmlns:a16="http://schemas.microsoft.com/office/drawing/2014/main" id="{BC39F33E-73FA-497E-8DAB-6C9CACA054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70" name="Line 117">
              <a:extLst>
                <a:ext uri="{FF2B5EF4-FFF2-40B4-BE49-F238E27FC236}">
                  <a16:creationId xmlns:a16="http://schemas.microsoft.com/office/drawing/2014/main" id="{916D5D81-FB34-4E60-9AAD-D7CFA45E00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71" name="Line 118">
              <a:extLst>
                <a:ext uri="{FF2B5EF4-FFF2-40B4-BE49-F238E27FC236}">
                  <a16:creationId xmlns:a16="http://schemas.microsoft.com/office/drawing/2014/main" id="{48EBB2F3-AA73-45DF-949A-0C4709286B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72" name="Freeform 119">
              <a:extLst>
                <a:ext uri="{FF2B5EF4-FFF2-40B4-BE49-F238E27FC236}">
                  <a16:creationId xmlns:a16="http://schemas.microsoft.com/office/drawing/2014/main" id="{B21B7CA8-6A21-4AED-90FE-2EA9F78C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  <a:gd name="T6" fmla="*/ 0 w 3860"/>
                <a:gd name="T7" fmla="*/ 0 h 1"/>
                <a:gd name="T8" fmla="*/ 3860 w 386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73" name="Freeform 120">
              <a:extLst>
                <a:ext uri="{FF2B5EF4-FFF2-40B4-BE49-F238E27FC236}">
                  <a16:creationId xmlns:a16="http://schemas.microsoft.com/office/drawing/2014/main" id="{3F00D6A3-9FDE-4B03-B322-1A9A8966E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74" name="Rectangle 121">
              <a:extLst>
                <a:ext uri="{FF2B5EF4-FFF2-40B4-BE49-F238E27FC236}">
                  <a16:creationId xmlns:a16="http://schemas.microsoft.com/office/drawing/2014/main" id="{9336590D-D05A-4EF1-BFD0-77333AF52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75" name="Text Box 122">
              <a:extLst>
                <a:ext uri="{FF2B5EF4-FFF2-40B4-BE49-F238E27FC236}">
                  <a16:creationId xmlns:a16="http://schemas.microsoft.com/office/drawing/2014/main" id="{F42FF4C3-64BC-49D3-A4C7-29AE7FAD12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7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4076" name="Freeform 123">
              <a:extLst>
                <a:ext uri="{FF2B5EF4-FFF2-40B4-BE49-F238E27FC236}">
                  <a16:creationId xmlns:a16="http://schemas.microsoft.com/office/drawing/2014/main" id="{2A3F6545-FFDF-48F7-B3CE-5FDA3407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77" name="Freeform 124">
              <a:extLst>
                <a:ext uri="{FF2B5EF4-FFF2-40B4-BE49-F238E27FC236}">
                  <a16:creationId xmlns:a16="http://schemas.microsoft.com/office/drawing/2014/main" id="{C63D4B2E-1736-4467-87C3-38FF8109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9"/>
                <a:gd name="T13" fmla="*/ 0 h 1469"/>
                <a:gd name="T14" fmla="*/ 169 w 16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78" name="Freeform 125">
              <a:extLst>
                <a:ext uri="{FF2B5EF4-FFF2-40B4-BE49-F238E27FC236}">
                  <a16:creationId xmlns:a16="http://schemas.microsoft.com/office/drawing/2014/main" id="{7B326B83-31F1-4C04-BCDB-F5FCCD081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79" name="Freeform 126">
              <a:extLst>
                <a:ext uri="{FF2B5EF4-FFF2-40B4-BE49-F238E27FC236}">
                  <a16:creationId xmlns:a16="http://schemas.microsoft.com/office/drawing/2014/main" id="{31BB56BF-E846-4DA5-8D9A-87BEDB03D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7"/>
                <a:gd name="T14" fmla="*/ 155 w 155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80" name="Freeform 127">
              <a:extLst>
                <a:ext uri="{FF2B5EF4-FFF2-40B4-BE49-F238E27FC236}">
                  <a16:creationId xmlns:a16="http://schemas.microsoft.com/office/drawing/2014/main" id="{63836B03-0E39-4853-9C12-ECB79043C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81" name="Freeform 128">
              <a:extLst>
                <a:ext uri="{FF2B5EF4-FFF2-40B4-BE49-F238E27FC236}">
                  <a16:creationId xmlns:a16="http://schemas.microsoft.com/office/drawing/2014/main" id="{3EDC932C-44E0-4F8D-A588-A1FEFD575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82" name="Freeform 129">
              <a:extLst>
                <a:ext uri="{FF2B5EF4-FFF2-40B4-BE49-F238E27FC236}">
                  <a16:creationId xmlns:a16="http://schemas.microsoft.com/office/drawing/2014/main" id="{99210283-F9D4-45E4-BA7D-D2D990DD9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83" name="Freeform 130">
              <a:extLst>
                <a:ext uri="{FF2B5EF4-FFF2-40B4-BE49-F238E27FC236}">
                  <a16:creationId xmlns:a16="http://schemas.microsoft.com/office/drawing/2014/main" id="{340AFD1D-57BE-439C-B406-DDC0682B7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9"/>
                <a:gd name="T14" fmla="*/ 155 w 155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84" name="Freeform 131">
              <a:extLst>
                <a:ext uri="{FF2B5EF4-FFF2-40B4-BE49-F238E27FC236}">
                  <a16:creationId xmlns:a16="http://schemas.microsoft.com/office/drawing/2014/main" id="{EE4827A5-C689-44FB-81D9-AA611F89C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85" name="Freeform 132">
              <a:extLst>
                <a:ext uri="{FF2B5EF4-FFF2-40B4-BE49-F238E27FC236}">
                  <a16:creationId xmlns:a16="http://schemas.microsoft.com/office/drawing/2014/main" id="{41C6A632-D0E1-415B-816D-564D01158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86" name="Freeform 133">
              <a:extLst>
                <a:ext uri="{FF2B5EF4-FFF2-40B4-BE49-F238E27FC236}">
                  <a16:creationId xmlns:a16="http://schemas.microsoft.com/office/drawing/2014/main" id="{50141C5B-A649-4B09-8B48-8E7D9DD30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87" name="Freeform 134">
              <a:extLst>
                <a:ext uri="{FF2B5EF4-FFF2-40B4-BE49-F238E27FC236}">
                  <a16:creationId xmlns:a16="http://schemas.microsoft.com/office/drawing/2014/main" id="{7DA48DA2-7F53-45CF-AE47-7DEE55621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"/>
                <a:gd name="T13" fmla="*/ 0 h 1467"/>
                <a:gd name="T14" fmla="*/ 158 w 158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88" name="Freeform 135">
              <a:extLst>
                <a:ext uri="{FF2B5EF4-FFF2-40B4-BE49-F238E27FC236}">
                  <a16:creationId xmlns:a16="http://schemas.microsoft.com/office/drawing/2014/main" id="{0D359C9F-9FD5-475C-84FB-2279AB73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89" name="Freeform 136">
              <a:extLst>
                <a:ext uri="{FF2B5EF4-FFF2-40B4-BE49-F238E27FC236}">
                  <a16:creationId xmlns:a16="http://schemas.microsoft.com/office/drawing/2014/main" id="{CFAB5322-7F44-4325-92CD-B10AD3D9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9"/>
                <a:gd name="T13" fmla="*/ 0 h 1469"/>
                <a:gd name="T14" fmla="*/ 159 w 15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90" name="Freeform 137">
              <a:extLst>
                <a:ext uri="{FF2B5EF4-FFF2-40B4-BE49-F238E27FC236}">
                  <a16:creationId xmlns:a16="http://schemas.microsoft.com/office/drawing/2014/main" id="{D6CB7CE7-10EA-4ED1-AC50-21A61E6E5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91" name="Freeform 138">
              <a:extLst>
                <a:ext uri="{FF2B5EF4-FFF2-40B4-BE49-F238E27FC236}">
                  <a16:creationId xmlns:a16="http://schemas.microsoft.com/office/drawing/2014/main" id="{AC0ABEE8-1D50-4167-8B7A-8133126D2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0"/>
                <a:gd name="T19" fmla="*/ 0 h 660"/>
                <a:gd name="T20" fmla="*/ 730 w 730"/>
                <a:gd name="T21" fmla="*/ 660 h 6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92" name="Freeform 139">
              <a:extLst>
                <a:ext uri="{FF2B5EF4-FFF2-40B4-BE49-F238E27FC236}">
                  <a16:creationId xmlns:a16="http://schemas.microsoft.com/office/drawing/2014/main" id="{DB701792-3D77-428F-90BE-079E7C59D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8"/>
                <a:gd name="T20" fmla="*/ 729 w 729"/>
                <a:gd name="T21" fmla="*/ 658 h 6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93" name="Freeform 140">
              <a:extLst>
                <a:ext uri="{FF2B5EF4-FFF2-40B4-BE49-F238E27FC236}">
                  <a16:creationId xmlns:a16="http://schemas.microsoft.com/office/drawing/2014/main" id="{B6003EC2-1059-408A-9B56-E1D8148DC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94" name="Freeform 141">
              <a:extLst>
                <a:ext uri="{FF2B5EF4-FFF2-40B4-BE49-F238E27FC236}">
                  <a16:creationId xmlns:a16="http://schemas.microsoft.com/office/drawing/2014/main" id="{2742C0C6-1CEC-409E-BC92-45825A903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95" name="Freeform 142">
              <a:extLst>
                <a:ext uri="{FF2B5EF4-FFF2-40B4-BE49-F238E27FC236}">
                  <a16:creationId xmlns:a16="http://schemas.microsoft.com/office/drawing/2014/main" id="{40609ADA-094C-4162-8997-B38A35998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8"/>
                <a:gd name="T19" fmla="*/ 0 h 571"/>
                <a:gd name="T20" fmla="*/ 708 w 708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96" name="Freeform 143">
              <a:extLst>
                <a:ext uri="{FF2B5EF4-FFF2-40B4-BE49-F238E27FC236}">
                  <a16:creationId xmlns:a16="http://schemas.microsoft.com/office/drawing/2014/main" id="{8364E952-C4F9-4C11-9D7B-9DCC0B931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6"/>
                <a:gd name="T19" fmla="*/ 0 h 567"/>
                <a:gd name="T20" fmla="*/ 726 w 726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97" name="Freeform 144">
              <a:extLst>
                <a:ext uri="{FF2B5EF4-FFF2-40B4-BE49-F238E27FC236}">
                  <a16:creationId xmlns:a16="http://schemas.microsoft.com/office/drawing/2014/main" id="{634763D5-B6E3-477B-81E4-BFA493F35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4"/>
                <a:gd name="T19" fmla="*/ 0 h 567"/>
                <a:gd name="T20" fmla="*/ 714 w 714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98" name="Freeform 145">
              <a:extLst>
                <a:ext uri="{FF2B5EF4-FFF2-40B4-BE49-F238E27FC236}">
                  <a16:creationId xmlns:a16="http://schemas.microsoft.com/office/drawing/2014/main" id="{6E126E97-1312-4D4C-BADC-A57D09740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1"/>
                <a:gd name="T19" fmla="*/ 0 h 567"/>
                <a:gd name="T20" fmla="*/ 711 w 711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99" name="Freeform 146">
              <a:extLst>
                <a:ext uri="{FF2B5EF4-FFF2-40B4-BE49-F238E27FC236}">
                  <a16:creationId xmlns:a16="http://schemas.microsoft.com/office/drawing/2014/main" id="{BF0FF33B-9746-4539-9D33-D6301F645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00" name="Freeform 147">
              <a:extLst>
                <a:ext uri="{FF2B5EF4-FFF2-40B4-BE49-F238E27FC236}">
                  <a16:creationId xmlns:a16="http://schemas.microsoft.com/office/drawing/2014/main" id="{96C41E9E-06A6-4F04-B79F-46AE1380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01" name="Freeform 148">
              <a:extLst>
                <a:ext uri="{FF2B5EF4-FFF2-40B4-BE49-F238E27FC236}">
                  <a16:creationId xmlns:a16="http://schemas.microsoft.com/office/drawing/2014/main" id="{70DB26D2-51F2-49EC-9BE7-4D647F4C6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02" name="Freeform 149">
              <a:extLst>
                <a:ext uri="{FF2B5EF4-FFF2-40B4-BE49-F238E27FC236}">
                  <a16:creationId xmlns:a16="http://schemas.microsoft.com/office/drawing/2014/main" id="{024CEEA2-F175-410A-B7A1-BDFEA6DAE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03" name="Freeform 150">
              <a:extLst>
                <a:ext uri="{FF2B5EF4-FFF2-40B4-BE49-F238E27FC236}">
                  <a16:creationId xmlns:a16="http://schemas.microsoft.com/office/drawing/2014/main" id="{739E7FE0-5309-4886-9750-DF8F9D3F1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04" name="Freeform 151">
              <a:extLst>
                <a:ext uri="{FF2B5EF4-FFF2-40B4-BE49-F238E27FC236}">
                  <a16:creationId xmlns:a16="http://schemas.microsoft.com/office/drawing/2014/main" id="{4D0F564C-9595-4E8C-8AE8-59F3E26F7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05" name="Freeform 152">
              <a:extLst>
                <a:ext uri="{FF2B5EF4-FFF2-40B4-BE49-F238E27FC236}">
                  <a16:creationId xmlns:a16="http://schemas.microsoft.com/office/drawing/2014/main" id="{19172B44-B6B3-425E-912A-AC2888BB2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06" name="Freeform 153">
              <a:extLst>
                <a:ext uri="{FF2B5EF4-FFF2-40B4-BE49-F238E27FC236}">
                  <a16:creationId xmlns:a16="http://schemas.microsoft.com/office/drawing/2014/main" id="{A1FCA5B0-962F-4FDD-B522-49E819C53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07" name="Freeform 154">
              <a:extLst>
                <a:ext uri="{FF2B5EF4-FFF2-40B4-BE49-F238E27FC236}">
                  <a16:creationId xmlns:a16="http://schemas.microsoft.com/office/drawing/2014/main" id="{9D49E735-149F-47F8-B492-568243DF7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  <a:gd name="T6" fmla="*/ 0 w 4317"/>
                <a:gd name="T7" fmla="*/ 0 h 1"/>
                <a:gd name="T8" fmla="*/ 4317 w 431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08" name="Freeform 155">
              <a:extLst>
                <a:ext uri="{FF2B5EF4-FFF2-40B4-BE49-F238E27FC236}">
                  <a16:creationId xmlns:a16="http://schemas.microsoft.com/office/drawing/2014/main" id="{728E3270-8F2A-42B9-A9A9-A0FA210B6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  <a:gd name="T6" fmla="*/ 0 w 3837"/>
                <a:gd name="T7" fmla="*/ 0 h 1"/>
                <a:gd name="T8" fmla="*/ 3837 w 383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09" name="Freeform 156">
              <a:extLst>
                <a:ext uri="{FF2B5EF4-FFF2-40B4-BE49-F238E27FC236}">
                  <a16:creationId xmlns:a16="http://schemas.microsoft.com/office/drawing/2014/main" id="{5299E70E-6B01-4CD7-B09B-85B1DE8E5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10" name="Freeform 157">
              <a:extLst>
                <a:ext uri="{FF2B5EF4-FFF2-40B4-BE49-F238E27FC236}">
                  <a16:creationId xmlns:a16="http://schemas.microsoft.com/office/drawing/2014/main" id="{01A44A22-3E6E-4CB1-A772-9120635AA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11" name="Freeform 158">
              <a:extLst>
                <a:ext uri="{FF2B5EF4-FFF2-40B4-BE49-F238E27FC236}">
                  <a16:creationId xmlns:a16="http://schemas.microsoft.com/office/drawing/2014/main" id="{600691EC-29A6-4498-BB69-CEDFE23A0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12" name="Freeform 159">
              <a:extLst>
                <a:ext uri="{FF2B5EF4-FFF2-40B4-BE49-F238E27FC236}">
                  <a16:creationId xmlns:a16="http://schemas.microsoft.com/office/drawing/2014/main" id="{027B8715-5730-4DAF-9D28-9DFE13FB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  <a:gd name="T6" fmla="*/ 0 w 4"/>
                <a:gd name="T7" fmla="*/ 0 h 247"/>
                <a:gd name="T8" fmla="*/ 4 w 4"/>
                <a:gd name="T9" fmla="*/ 247 h 2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13" name="Freeform 160">
              <a:extLst>
                <a:ext uri="{FF2B5EF4-FFF2-40B4-BE49-F238E27FC236}">
                  <a16:creationId xmlns:a16="http://schemas.microsoft.com/office/drawing/2014/main" id="{1648ECC6-961B-476F-A784-B3ABD72EF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  <a:gd name="T6" fmla="*/ 0 w 1"/>
                <a:gd name="T7" fmla="*/ 0 h 151"/>
                <a:gd name="T8" fmla="*/ 1 w 1"/>
                <a:gd name="T9" fmla="*/ 151 h 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14" name="Line 161">
              <a:extLst>
                <a:ext uri="{FF2B5EF4-FFF2-40B4-BE49-F238E27FC236}">
                  <a16:creationId xmlns:a16="http://schemas.microsoft.com/office/drawing/2014/main" id="{C4F1187F-EFE7-4152-8E51-B49412AEC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15" name="Line 162">
              <a:extLst>
                <a:ext uri="{FF2B5EF4-FFF2-40B4-BE49-F238E27FC236}">
                  <a16:creationId xmlns:a16="http://schemas.microsoft.com/office/drawing/2014/main" id="{18A41FF5-0956-48D1-9E05-DC0221C46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16" name="Line 163">
              <a:extLst>
                <a:ext uri="{FF2B5EF4-FFF2-40B4-BE49-F238E27FC236}">
                  <a16:creationId xmlns:a16="http://schemas.microsoft.com/office/drawing/2014/main" id="{74FD0B9A-B1B0-45DD-B7BE-8D1D0F6A2A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17" name="Rectangle 164">
              <a:extLst>
                <a:ext uri="{FF2B5EF4-FFF2-40B4-BE49-F238E27FC236}">
                  <a16:creationId xmlns:a16="http://schemas.microsoft.com/office/drawing/2014/main" id="{940AACF3-8304-4F95-ADE7-9362F4B1C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18" name="Text Box 165">
              <a:extLst>
                <a:ext uri="{FF2B5EF4-FFF2-40B4-BE49-F238E27FC236}">
                  <a16:creationId xmlns:a16="http://schemas.microsoft.com/office/drawing/2014/main" id="{C81A0215-52F4-48D0-860C-67B7EDCB2C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8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4119" name="Rectangle 166">
              <a:extLst>
                <a:ext uri="{FF2B5EF4-FFF2-40B4-BE49-F238E27FC236}">
                  <a16:creationId xmlns:a16="http://schemas.microsoft.com/office/drawing/2014/main" id="{85E3858C-8FB3-4681-9D8E-1520E4CCE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20" name="Text Box 167">
              <a:extLst>
                <a:ext uri="{FF2B5EF4-FFF2-40B4-BE49-F238E27FC236}">
                  <a16:creationId xmlns:a16="http://schemas.microsoft.com/office/drawing/2014/main" id="{FB4A3511-52BB-4CFD-9BED-162A2C89FC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0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4121" name="Rectangle 168">
              <a:extLst>
                <a:ext uri="{FF2B5EF4-FFF2-40B4-BE49-F238E27FC236}">
                  <a16:creationId xmlns:a16="http://schemas.microsoft.com/office/drawing/2014/main" id="{9D5939CC-8A7C-4F7B-ACC1-D3D0F9986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22" name="Text Box 169">
              <a:extLst>
                <a:ext uri="{FF2B5EF4-FFF2-40B4-BE49-F238E27FC236}">
                  <a16:creationId xmlns:a16="http://schemas.microsoft.com/office/drawing/2014/main" id="{D25CCE64-3A3C-4063-9208-845B2EACE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4123" name="Line 170">
              <a:extLst>
                <a:ext uri="{FF2B5EF4-FFF2-40B4-BE49-F238E27FC236}">
                  <a16:creationId xmlns:a16="http://schemas.microsoft.com/office/drawing/2014/main" id="{482BB488-5736-4255-9606-D2436AC1E1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24" name="Line 171">
              <a:extLst>
                <a:ext uri="{FF2B5EF4-FFF2-40B4-BE49-F238E27FC236}">
                  <a16:creationId xmlns:a16="http://schemas.microsoft.com/office/drawing/2014/main" id="{0CAFE575-FCC7-403B-BAB6-60D4236F6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25" name="Line 172">
              <a:extLst>
                <a:ext uri="{FF2B5EF4-FFF2-40B4-BE49-F238E27FC236}">
                  <a16:creationId xmlns:a16="http://schemas.microsoft.com/office/drawing/2014/main" id="{509BC81B-1E00-4152-AED4-D9D2947F1E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26" name="Line 173">
              <a:extLst>
                <a:ext uri="{FF2B5EF4-FFF2-40B4-BE49-F238E27FC236}">
                  <a16:creationId xmlns:a16="http://schemas.microsoft.com/office/drawing/2014/main" id="{781E381D-BDD8-4CD7-BF51-A0FCB41B5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27" name="Freeform 174">
              <a:extLst>
                <a:ext uri="{FF2B5EF4-FFF2-40B4-BE49-F238E27FC236}">
                  <a16:creationId xmlns:a16="http://schemas.microsoft.com/office/drawing/2014/main" id="{F826F0A9-DBFE-47B6-9BE0-01D8F21A4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28" name="Freeform 175">
              <a:extLst>
                <a:ext uri="{FF2B5EF4-FFF2-40B4-BE49-F238E27FC236}">
                  <a16:creationId xmlns:a16="http://schemas.microsoft.com/office/drawing/2014/main" id="{4280561E-A994-4FCC-B540-FB7F6DEE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  <a:gd name="T6" fmla="*/ 0 w 1"/>
                <a:gd name="T7" fmla="*/ 0 h 525"/>
                <a:gd name="T8" fmla="*/ 1 w 1"/>
                <a:gd name="T9" fmla="*/ 525 h 5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29" name="Freeform 176">
              <a:extLst>
                <a:ext uri="{FF2B5EF4-FFF2-40B4-BE49-F238E27FC236}">
                  <a16:creationId xmlns:a16="http://schemas.microsoft.com/office/drawing/2014/main" id="{D62B3EB9-6366-4923-A51E-2503E65A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30" name="Text Box 177">
              <a:extLst>
                <a:ext uri="{FF2B5EF4-FFF2-40B4-BE49-F238E27FC236}">
                  <a16:creationId xmlns:a16="http://schemas.microsoft.com/office/drawing/2014/main" id="{16A7261C-D68E-4F12-A422-60A29160A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131" name="Text Box 178">
              <a:extLst>
                <a:ext uri="{FF2B5EF4-FFF2-40B4-BE49-F238E27FC236}">
                  <a16:creationId xmlns:a16="http://schemas.microsoft.com/office/drawing/2014/main" id="{E169A369-7AF5-4B63-96BF-C85DA42C6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132" name="Text Box 179">
              <a:extLst>
                <a:ext uri="{FF2B5EF4-FFF2-40B4-BE49-F238E27FC236}">
                  <a16:creationId xmlns:a16="http://schemas.microsoft.com/office/drawing/2014/main" id="{EA1A2119-772A-4993-8850-A79D713449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133" name="Text Box 180">
              <a:extLst>
                <a:ext uri="{FF2B5EF4-FFF2-40B4-BE49-F238E27FC236}">
                  <a16:creationId xmlns:a16="http://schemas.microsoft.com/office/drawing/2014/main" id="{98E9ED5E-AB04-44A2-B82B-4C14CFE38F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134" name="Text Box 181">
              <a:extLst>
                <a:ext uri="{FF2B5EF4-FFF2-40B4-BE49-F238E27FC236}">
                  <a16:creationId xmlns:a16="http://schemas.microsoft.com/office/drawing/2014/main" id="{ECCA84A9-1A27-40F6-A189-630DDA10B6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135" name="Text Box 182">
              <a:extLst>
                <a:ext uri="{FF2B5EF4-FFF2-40B4-BE49-F238E27FC236}">
                  <a16:creationId xmlns:a16="http://schemas.microsoft.com/office/drawing/2014/main" id="{2C5082A9-1BA4-452B-8FD2-0540974AF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136" name="Text Box 183">
              <a:extLst>
                <a:ext uri="{FF2B5EF4-FFF2-40B4-BE49-F238E27FC236}">
                  <a16:creationId xmlns:a16="http://schemas.microsoft.com/office/drawing/2014/main" id="{8CAECB5C-4FCE-4D09-96EC-92C0817669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137" name="Text Box 184">
              <a:extLst>
                <a:ext uri="{FF2B5EF4-FFF2-40B4-BE49-F238E27FC236}">
                  <a16:creationId xmlns:a16="http://schemas.microsoft.com/office/drawing/2014/main" id="{2F5D1B87-46DB-4827-8561-2309C04DC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138" name="Text Box 185">
              <a:extLst>
                <a:ext uri="{FF2B5EF4-FFF2-40B4-BE49-F238E27FC236}">
                  <a16:creationId xmlns:a16="http://schemas.microsoft.com/office/drawing/2014/main" id="{5D8E6744-AC9F-485D-8088-71F771A6B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4139" name="Text Box 186">
              <a:extLst>
                <a:ext uri="{FF2B5EF4-FFF2-40B4-BE49-F238E27FC236}">
                  <a16:creationId xmlns:a16="http://schemas.microsoft.com/office/drawing/2014/main" id="{25A6F928-173F-4CBD-8C85-144DAC5504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4140" name="Text Box 187">
              <a:extLst>
                <a:ext uri="{FF2B5EF4-FFF2-40B4-BE49-F238E27FC236}">
                  <a16:creationId xmlns:a16="http://schemas.microsoft.com/office/drawing/2014/main" id="{AF1952DB-3700-49FF-A271-44263223F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34141" name="Line 188">
              <a:extLst>
                <a:ext uri="{FF2B5EF4-FFF2-40B4-BE49-F238E27FC236}">
                  <a16:creationId xmlns:a16="http://schemas.microsoft.com/office/drawing/2014/main" id="{EC31B391-F55E-4B01-9B33-E133736551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42" name="Text Box 189">
              <a:extLst>
                <a:ext uri="{FF2B5EF4-FFF2-40B4-BE49-F238E27FC236}">
                  <a16:creationId xmlns:a16="http://schemas.microsoft.com/office/drawing/2014/main" id="{1AD1B3E6-B1EA-41F6-B8D1-4B09BD2C1B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4143" name="Text Box 190">
              <a:extLst>
                <a:ext uri="{FF2B5EF4-FFF2-40B4-BE49-F238E27FC236}">
                  <a16:creationId xmlns:a16="http://schemas.microsoft.com/office/drawing/2014/main" id="{70F44E3E-4130-4F24-8415-538EED4656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34144" name="Text Box 191">
              <a:extLst>
                <a:ext uri="{FF2B5EF4-FFF2-40B4-BE49-F238E27FC236}">
                  <a16:creationId xmlns:a16="http://schemas.microsoft.com/office/drawing/2014/main" id="{65A4A686-CA04-4C7A-AA71-6901DC88F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145" name="Text Box 192">
              <a:extLst>
                <a:ext uri="{FF2B5EF4-FFF2-40B4-BE49-F238E27FC236}">
                  <a16:creationId xmlns:a16="http://schemas.microsoft.com/office/drawing/2014/main" id="{C5706BBC-0ED1-46BB-8EB1-E185FFA9F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146" name="Text Box 193">
              <a:extLst>
                <a:ext uri="{FF2B5EF4-FFF2-40B4-BE49-F238E27FC236}">
                  <a16:creationId xmlns:a16="http://schemas.microsoft.com/office/drawing/2014/main" id="{903A0D88-3FF6-428D-AD4F-0A9CC1948C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行</a:t>
              </a:r>
            </a:p>
          </p:txBody>
        </p:sp>
        <p:sp>
          <p:nvSpPr>
            <p:cNvPr id="34147" name="Text Box 194">
              <a:extLst>
                <a:ext uri="{FF2B5EF4-FFF2-40B4-BE49-F238E27FC236}">
                  <a16:creationId xmlns:a16="http://schemas.microsoft.com/office/drawing/2014/main" id="{72FCEA1A-9CED-47AA-9760-DE682F050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</a:p>
          </p:txBody>
        </p:sp>
        <p:sp>
          <p:nvSpPr>
            <p:cNvPr id="34148" name="Text Box 195">
              <a:extLst>
                <a:ext uri="{FF2B5EF4-FFF2-40B4-BE49-F238E27FC236}">
                  <a16:creationId xmlns:a16="http://schemas.microsoft.com/office/drawing/2014/main" id="{FCF3B2F5-4F6F-437D-A5E9-B5084B82A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址</a:t>
              </a:r>
            </a:p>
          </p:txBody>
        </p:sp>
        <p:sp>
          <p:nvSpPr>
            <p:cNvPr id="34149" name="Text Box 196">
              <a:extLst>
                <a:ext uri="{FF2B5EF4-FFF2-40B4-BE49-F238E27FC236}">
                  <a16:creationId xmlns:a16="http://schemas.microsoft.com/office/drawing/2014/main" id="{175485E9-2157-4286-B3E2-D5FD38465E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</a:t>
              </a:r>
            </a:p>
          </p:txBody>
        </p:sp>
        <p:sp>
          <p:nvSpPr>
            <p:cNvPr id="34150" name="Text Box 197">
              <a:extLst>
                <a:ext uri="{FF2B5EF4-FFF2-40B4-BE49-F238E27FC236}">
                  <a16:creationId xmlns:a16="http://schemas.microsoft.com/office/drawing/2014/main" id="{E7B2963A-5A22-4EA5-A3DD-DB3D7D951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34151" name="Text Box 198">
              <a:extLst>
                <a:ext uri="{FF2B5EF4-FFF2-40B4-BE49-F238E27FC236}">
                  <a16:creationId xmlns:a16="http://schemas.microsoft.com/office/drawing/2014/main" id="{224EDA65-034B-4704-A5B8-5BD2654111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列</a:t>
              </a:r>
            </a:p>
          </p:txBody>
        </p:sp>
        <p:sp>
          <p:nvSpPr>
            <p:cNvPr id="34152" name="Text Box 199">
              <a:extLst>
                <a:ext uri="{FF2B5EF4-FFF2-40B4-BE49-F238E27FC236}">
                  <a16:creationId xmlns:a16="http://schemas.microsoft.com/office/drawing/2014/main" id="{DF328CDA-F315-484E-B304-D5E30689E9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</a:p>
          </p:txBody>
        </p:sp>
        <p:sp>
          <p:nvSpPr>
            <p:cNvPr id="34153" name="Text Box 200">
              <a:extLst>
                <a:ext uri="{FF2B5EF4-FFF2-40B4-BE49-F238E27FC236}">
                  <a16:creationId xmlns:a16="http://schemas.microsoft.com/office/drawing/2014/main" id="{EB09A773-0C44-4AD1-B43F-1BD92E0DE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址</a:t>
              </a:r>
            </a:p>
          </p:txBody>
        </p:sp>
        <p:sp>
          <p:nvSpPr>
            <p:cNvPr id="34154" name="Text Box 201">
              <a:extLst>
                <a:ext uri="{FF2B5EF4-FFF2-40B4-BE49-F238E27FC236}">
                  <a16:creationId xmlns:a16="http://schemas.microsoft.com/office/drawing/2014/main" id="{D2B55FBC-74CA-4649-A084-A245FF2533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</a:t>
              </a:r>
            </a:p>
          </p:txBody>
        </p:sp>
        <p:sp>
          <p:nvSpPr>
            <p:cNvPr id="34155" name="Text Box 202">
              <a:extLst>
                <a:ext uri="{FF2B5EF4-FFF2-40B4-BE49-F238E27FC236}">
                  <a16:creationId xmlns:a16="http://schemas.microsoft.com/office/drawing/2014/main" id="{94BC2A43-BA9B-4AFA-BBF3-7F9ED6D17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34156" name="Text Box 203">
              <a:extLst>
                <a:ext uri="{FF2B5EF4-FFF2-40B4-BE49-F238E27FC236}">
                  <a16:creationId xmlns:a16="http://schemas.microsoft.com/office/drawing/2014/main" id="{565D0955-8D38-47B9-8CFB-E0D11E6E1A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4157" name="Text Box 204">
              <a:extLst>
                <a:ext uri="{FF2B5EF4-FFF2-40B4-BE49-F238E27FC236}">
                  <a16:creationId xmlns:a16="http://schemas.microsoft.com/office/drawing/2014/main" id="{1F6B74EA-B72B-40F2-89A5-9F9B30A1F7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34158" name="Text Box 205">
              <a:extLst>
                <a:ext uri="{FF2B5EF4-FFF2-40B4-BE49-F238E27FC236}">
                  <a16:creationId xmlns:a16="http://schemas.microsoft.com/office/drawing/2014/main" id="{2C7C8821-CCAA-4C79-8762-CD845A9BDB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34159" name="Text Box 206">
              <a:extLst>
                <a:ext uri="{FF2B5EF4-FFF2-40B4-BE49-F238E27FC236}">
                  <a16:creationId xmlns:a16="http://schemas.microsoft.com/office/drawing/2014/main" id="{826956F6-0D5C-4775-880A-D7BA7E2EE3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34160" name="Line 207">
              <a:extLst>
                <a:ext uri="{FF2B5EF4-FFF2-40B4-BE49-F238E27FC236}">
                  <a16:creationId xmlns:a16="http://schemas.microsoft.com/office/drawing/2014/main" id="{EB9129BE-2D1B-461B-9B97-23E8C79C77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61" name="Line 208">
              <a:extLst>
                <a:ext uri="{FF2B5EF4-FFF2-40B4-BE49-F238E27FC236}">
                  <a16:creationId xmlns:a16="http://schemas.microsoft.com/office/drawing/2014/main" id="{3163CD33-8BF5-45BB-971C-AA8F8E3A66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62" name="Line 209">
              <a:extLst>
                <a:ext uri="{FF2B5EF4-FFF2-40B4-BE49-F238E27FC236}">
                  <a16:creationId xmlns:a16="http://schemas.microsoft.com/office/drawing/2014/main" id="{BA30F58B-FE08-4E67-8914-26FDB65D8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63" name="Line 210">
              <a:extLst>
                <a:ext uri="{FF2B5EF4-FFF2-40B4-BE49-F238E27FC236}">
                  <a16:creationId xmlns:a16="http://schemas.microsoft.com/office/drawing/2014/main" id="{BCC87255-F82D-48D2-AA40-4598ABED6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64" name="Line 211">
              <a:extLst>
                <a:ext uri="{FF2B5EF4-FFF2-40B4-BE49-F238E27FC236}">
                  <a16:creationId xmlns:a16="http://schemas.microsoft.com/office/drawing/2014/main" id="{C1EB994B-E150-4EF4-96CE-2EE5EB86E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65" name="Line 212">
              <a:extLst>
                <a:ext uri="{FF2B5EF4-FFF2-40B4-BE49-F238E27FC236}">
                  <a16:creationId xmlns:a16="http://schemas.microsoft.com/office/drawing/2014/main" id="{4D4096E3-402C-4231-9556-22FC2431F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66" name="Line 213">
              <a:extLst>
                <a:ext uri="{FF2B5EF4-FFF2-40B4-BE49-F238E27FC236}">
                  <a16:creationId xmlns:a16="http://schemas.microsoft.com/office/drawing/2014/main" id="{1FA096ED-8CF4-40B9-BDC1-BA300CB98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67" name="Line 214">
              <a:extLst>
                <a:ext uri="{FF2B5EF4-FFF2-40B4-BE49-F238E27FC236}">
                  <a16:creationId xmlns:a16="http://schemas.microsoft.com/office/drawing/2014/main" id="{4E14AD93-AFFB-4FBC-AB17-3F263E91D0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68" name="Line 215">
              <a:extLst>
                <a:ext uri="{FF2B5EF4-FFF2-40B4-BE49-F238E27FC236}">
                  <a16:creationId xmlns:a16="http://schemas.microsoft.com/office/drawing/2014/main" id="{051F3D22-55BE-45BC-8666-0C41F44473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69" name="Line 216">
              <a:extLst>
                <a:ext uri="{FF2B5EF4-FFF2-40B4-BE49-F238E27FC236}">
                  <a16:creationId xmlns:a16="http://schemas.microsoft.com/office/drawing/2014/main" id="{7B26905C-34F5-43D7-83B4-7F69D6F6FA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70" name="Text Box 217">
              <a:extLst>
                <a:ext uri="{FF2B5EF4-FFF2-40B4-BE49-F238E27FC236}">
                  <a16:creationId xmlns:a16="http://schemas.microsoft.com/office/drawing/2014/main" id="{AED87783-57C1-4264-8FF3-EB05C4C49C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</a:t>
              </a:r>
            </a:p>
          </p:txBody>
        </p:sp>
        <p:sp>
          <p:nvSpPr>
            <p:cNvPr id="34171" name="Line 218">
              <a:extLst>
                <a:ext uri="{FF2B5EF4-FFF2-40B4-BE49-F238E27FC236}">
                  <a16:creationId xmlns:a16="http://schemas.microsoft.com/office/drawing/2014/main" id="{843F2FBB-63C4-43C5-9968-D7B25CD7B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72" name="Text Box 219">
              <a:extLst>
                <a:ext uri="{FF2B5EF4-FFF2-40B4-BE49-F238E27FC236}">
                  <a16:creationId xmlns:a16="http://schemas.microsoft.com/office/drawing/2014/main" id="{5D67BDA9-1C57-4DD4-A203-36AFFBE7B2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CS</a:t>
              </a:r>
            </a:p>
          </p:txBody>
        </p:sp>
        <p:sp>
          <p:nvSpPr>
            <p:cNvPr id="34173" name="Line 220">
              <a:extLst>
                <a:ext uri="{FF2B5EF4-FFF2-40B4-BE49-F238E27FC236}">
                  <a16:creationId xmlns:a16="http://schemas.microsoft.com/office/drawing/2014/main" id="{2FEAD44A-19DC-421E-B7B5-91779D1B91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3795" name="Group 221">
            <a:extLst>
              <a:ext uri="{FF2B5EF4-FFF2-40B4-BE49-F238E27FC236}">
                <a16:creationId xmlns:a16="http://schemas.microsoft.com/office/drawing/2014/main" id="{E99CD272-9727-454B-B474-BEF193F2307B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311150" cy="4778375"/>
            <a:chOff x="140" y="674"/>
            <a:chExt cx="196" cy="3010"/>
          </a:xfrm>
        </p:grpSpPr>
        <p:sp>
          <p:nvSpPr>
            <p:cNvPr id="33960" name="Text Box 222">
              <a:extLst>
                <a:ext uri="{FF2B5EF4-FFF2-40B4-BE49-F238E27FC236}">
                  <a16:creationId xmlns:a16="http://schemas.microsoft.com/office/drawing/2014/main" id="{68DFAFA4-8A6A-44EE-A256-DD019EF259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61" name="Text Box 223">
              <a:extLst>
                <a:ext uri="{FF2B5EF4-FFF2-40B4-BE49-F238E27FC236}">
                  <a16:creationId xmlns:a16="http://schemas.microsoft.com/office/drawing/2014/main" id="{AABC6607-06B0-4CEC-8A59-3766C6C551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62" name="Text Box 224">
              <a:extLst>
                <a:ext uri="{FF2B5EF4-FFF2-40B4-BE49-F238E27FC236}">
                  <a16:creationId xmlns:a16="http://schemas.microsoft.com/office/drawing/2014/main" id="{157DE205-4C5F-42AF-8679-401577B2CB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63" name="Text Box 225">
              <a:extLst>
                <a:ext uri="{FF2B5EF4-FFF2-40B4-BE49-F238E27FC236}">
                  <a16:creationId xmlns:a16="http://schemas.microsoft.com/office/drawing/2014/main" id="{721F014C-74A0-44A8-A16A-C832CA9B1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64" name="Text Box 226">
              <a:extLst>
                <a:ext uri="{FF2B5EF4-FFF2-40B4-BE49-F238E27FC236}">
                  <a16:creationId xmlns:a16="http://schemas.microsoft.com/office/drawing/2014/main" id="{4D5E1BEB-CBED-4D79-815A-52B3566474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65" name="Text Box 227">
              <a:extLst>
                <a:ext uri="{FF2B5EF4-FFF2-40B4-BE49-F238E27FC236}">
                  <a16:creationId xmlns:a16="http://schemas.microsoft.com/office/drawing/2014/main" id="{30BFBCEC-02EE-431A-B3D1-C7ED4495F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66" name="Text Box 228">
              <a:extLst>
                <a:ext uri="{FF2B5EF4-FFF2-40B4-BE49-F238E27FC236}">
                  <a16:creationId xmlns:a16="http://schemas.microsoft.com/office/drawing/2014/main" id="{64B5AA75-83C6-48D7-9D89-21B9CF096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67" name="Text Box 229">
              <a:extLst>
                <a:ext uri="{FF2B5EF4-FFF2-40B4-BE49-F238E27FC236}">
                  <a16:creationId xmlns:a16="http://schemas.microsoft.com/office/drawing/2014/main" id="{F90E885B-5E30-40D6-8197-4BEE9D9216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68" name="Text Box 230">
              <a:extLst>
                <a:ext uri="{FF2B5EF4-FFF2-40B4-BE49-F238E27FC236}">
                  <a16:creationId xmlns:a16="http://schemas.microsoft.com/office/drawing/2014/main" id="{92E14773-FA4C-48EC-B098-39A9D277BB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969" name="Text Box 231">
              <a:extLst>
                <a:ext uri="{FF2B5EF4-FFF2-40B4-BE49-F238E27FC236}">
                  <a16:creationId xmlns:a16="http://schemas.microsoft.com/office/drawing/2014/main" id="{A46B3DE2-77FE-46B4-9AA1-81E01EB824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33796" name="Group 232">
            <a:extLst>
              <a:ext uri="{FF2B5EF4-FFF2-40B4-BE49-F238E27FC236}">
                <a16:creationId xmlns:a16="http://schemas.microsoft.com/office/drawing/2014/main" id="{3F3DF9D0-588E-45CB-8E98-30BBD221ED81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4179888"/>
            <a:ext cx="6262687" cy="401637"/>
            <a:chOff x="915" y="2633"/>
            <a:chExt cx="3945" cy="253"/>
          </a:xfrm>
        </p:grpSpPr>
        <p:grpSp>
          <p:nvGrpSpPr>
            <p:cNvPr id="33922" name="Group 233">
              <a:extLst>
                <a:ext uri="{FF2B5EF4-FFF2-40B4-BE49-F238E27FC236}">
                  <a16:creationId xmlns:a16="http://schemas.microsoft.com/office/drawing/2014/main" id="{4DCDC85F-5A91-427D-B98A-DCB71D7EB6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33955" name="Freeform 234">
                <a:extLst>
                  <a:ext uri="{FF2B5EF4-FFF2-40B4-BE49-F238E27FC236}">
                    <a16:creationId xmlns:a16="http://schemas.microsoft.com/office/drawing/2014/main" id="{B6DD900F-7C6E-451F-921C-5AD67CD29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956" name="Freeform 235">
                <a:extLst>
                  <a:ext uri="{FF2B5EF4-FFF2-40B4-BE49-F238E27FC236}">
                    <a16:creationId xmlns:a16="http://schemas.microsoft.com/office/drawing/2014/main" id="{BE3E18A3-EE5E-4BD9-869D-CA1E7E430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957" name="Freeform 236">
                <a:extLst>
                  <a:ext uri="{FF2B5EF4-FFF2-40B4-BE49-F238E27FC236}">
                    <a16:creationId xmlns:a16="http://schemas.microsoft.com/office/drawing/2014/main" id="{19B2EC06-E69D-4A40-83DC-47050320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958" name="Freeform 237">
                <a:extLst>
                  <a:ext uri="{FF2B5EF4-FFF2-40B4-BE49-F238E27FC236}">
                    <a16:creationId xmlns:a16="http://schemas.microsoft.com/office/drawing/2014/main" id="{04F04C35-B21D-4228-A6B8-739304498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  <a:gd name="T6" fmla="*/ 0 w 1"/>
                  <a:gd name="T7" fmla="*/ 0 h 178"/>
                  <a:gd name="T8" fmla="*/ 1 w 1"/>
                  <a:gd name="T9" fmla="*/ 178 h 17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959" name="Freeform 238">
                <a:extLst>
                  <a:ext uri="{FF2B5EF4-FFF2-40B4-BE49-F238E27FC236}">
                    <a16:creationId xmlns:a16="http://schemas.microsoft.com/office/drawing/2014/main" id="{3562F5EA-8A37-4A35-9253-3D7424C54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  <a:gd name="T6" fmla="*/ 0 w 3858"/>
                  <a:gd name="T7" fmla="*/ 0 h 2"/>
                  <a:gd name="T8" fmla="*/ 3858 w 385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3923" name="Group 239">
              <a:extLst>
                <a:ext uri="{FF2B5EF4-FFF2-40B4-BE49-F238E27FC236}">
                  <a16:creationId xmlns:a16="http://schemas.microsoft.com/office/drawing/2014/main" id="{CE013B74-8168-4C58-83C2-5C6A0824D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3" y="2633"/>
              <a:ext cx="192" cy="158"/>
              <a:chOff x="1440" y="2928"/>
              <a:chExt cx="192" cy="158"/>
            </a:xfrm>
          </p:grpSpPr>
          <p:grpSp>
            <p:nvGrpSpPr>
              <p:cNvPr id="33948" name="Group 240">
                <a:extLst>
                  <a:ext uri="{FF2B5EF4-FFF2-40B4-BE49-F238E27FC236}">
                    <a16:creationId xmlns:a16="http://schemas.microsoft.com/office/drawing/2014/main" id="{5C72F650-12BA-48AB-9647-FE68F28E18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33953" name="Line 241">
                  <a:extLst>
                    <a:ext uri="{FF2B5EF4-FFF2-40B4-BE49-F238E27FC236}">
                      <a16:creationId xmlns:a16="http://schemas.microsoft.com/office/drawing/2014/main" id="{D8B991E9-FDBF-4F91-AD14-A676049D32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954" name="Line 242">
                  <a:extLst>
                    <a:ext uri="{FF2B5EF4-FFF2-40B4-BE49-F238E27FC236}">
                      <a16:creationId xmlns:a16="http://schemas.microsoft.com/office/drawing/2014/main" id="{052CB9C9-74AE-4019-BB24-9AE79A5ACA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3949" name="Freeform 243">
                <a:extLst>
                  <a:ext uri="{FF2B5EF4-FFF2-40B4-BE49-F238E27FC236}">
                    <a16:creationId xmlns:a16="http://schemas.microsoft.com/office/drawing/2014/main" id="{C1C6D6C0-8EDE-4E9E-8FFA-BFA6AB906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3950" name="Group 244">
                <a:extLst>
                  <a:ext uri="{FF2B5EF4-FFF2-40B4-BE49-F238E27FC236}">
                    <a16:creationId xmlns:a16="http://schemas.microsoft.com/office/drawing/2014/main" id="{AE0F3DA7-2B88-456E-B519-F2AC5192FB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33951" name="Line 245">
                  <a:extLst>
                    <a:ext uri="{FF2B5EF4-FFF2-40B4-BE49-F238E27FC236}">
                      <a16:creationId xmlns:a16="http://schemas.microsoft.com/office/drawing/2014/main" id="{2E3BCD9D-EFD6-4C45-B740-2FFCD7123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952" name="Line 246">
                  <a:extLst>
                    <a:ext uri="{FF2B5EF4-FFF2-40B4-BE49-F238E27FC236}">
                      <a16:creationId xmlns:a16="http://schemas.microsoft.com/office/drawing/2014/main" id="{670D919F-E5A3-41D9-B3F3-7BC8781D84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33924" name="Group 247">
              <a:extLst>
                <a:ext uri="{FF2B5EF4-FFF2-40B4-BE49-F238E27FC236}">
                  <a16:creationId xmlns:a16="http://schemas.microsoft.com/office/drawing/2014/main" id="{CC538A5B-FF0C-4C6A-9022-183897517D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5" y="2635"/>
              <a:ext cx="192" cy="158"/>
              <a:chOff x="1440" y="2928"/>
              <a:chExt cx="192" cy="158"/>
            </a:xfrm>
          </p:grpSpPr>
          <p:grpSp>
            <p:nvGrpSpPr>
              <p:cNvPr id="33941" name="Group 248">
                <a:extLst>
                  <a:ext uri="{FF2B5EF4-FFF2-40B4-BE49-F238E27FC236}">
                    <a16:creationId xmlns:a16="http://schemas.microsoft.com/office/drawing/2014/main" id="{04450606-B03F-402C-97CB-2591A06ADD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33946" name="Line 249">
                  <a:extLst>
                    <a:ext uri="{FF2B5EF4-FFF2-40B4-BE49-F238E27FC236}">
                      <a16:creationId xmlns:a16="http://schemas.microsoft.com/office/drawing/2014/main" id="{C3E89487-DD3E-48B8-8921-D6BD587853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947" name="Line 250">
                  <a:extLst>
                    <a:ext uri="{FF2B5EF4-FFF2-40B4-BE49-F238E27FC236}">
                      <a16:creationId xmlns:a16="http://schemas.microsoft.com/office/drawing/2014/main" id="{628C3F51-C7A1-400B-9EA9-75EBD87F3D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3942" name="Freeform 251">
                <a:extLst>
                  <a:ext uri="{FF2B5EF4-FFF2-40B4-BE49-F238E27FC236}">
                    <a16:creationId xmlns:a16="http://schemas.microsoft.com/office/drawing/2014/main" id="{973D2449-8DE0-4990-B6D2-F669D338A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3943" name="Group 252">
                <a:extLst>
                  <a:ext uri="{FF2B5EF4-FFF2-40B4-BE49-F238E27FC236}">
                    <a16:creationId xmlns:a16="http://schemas.microsoft.com/office/drawing/2014/main" id="{927701C2-9AF3-48C5-A279-6196D708D7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33944" name="Line 253">
                  <a:extLst>
                    <a:ext uri="{FF2B5EF4-FFF2-40B4-BE49-F238E27FC236}">
                      <a16:creationId xmlns:a16="http://schemas.microsoft.com/office/drawing/2014/main" id="{560EB223-EA05-4B61-8863-3862D10BAC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945" name="Line 254">
                  <a:extLst>
                    <a:ext uri="{FF2B5EF4-FFF2-40B4-BE49-F238E27FC236}">
                      <a16:creationId xmlns:a16="http://schemas.microsoft.com/office/drawing/2014/main" id="{2588391B-CF77-4E87-9373-8A403AED69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33925" name="Group 255">
              <a:extLst>
                <a:ext uri="{FF2B5EF4-FFF2-40B4-BE49-F238E27FC236}">
                  <a16:creationId xmlns:a16="http://schemas.microsoft.com/office/drawing/2014/main" id="{38E356CD-4330-42F2-9B01-6A550387D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7" y="2635"/>
              <a:ext cx="192" cy="158"/>
              <a:chOff x="1440" y="2928"/>
              <a:chExt cx="192" cy="158"/>
            </a:xfrm>
          </p:grpSpPr>
          <p:grpSp>
            <p:nvGrpSpPr>
              <p:cNvPr id="33934" name="Group 256">
                <a:extLst>
                  <a:ext uri="{FF2B5EF4-FFF2-40B4-BE49-F238E27FC236}">
                    <a16:creationId xmlns:a16="http://schemas.microsoft.com/office/drawing/2014/main" id="{83115D6B-DC7B-4B03-A77A-C00365FA7B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33939" name="Line 257">
                  <a:extLst>
                    <a:ext uri="{FF2B5EF4-FFF2-40B4-BE49-F238E27FC236}">
                      <a16:creationId xmlns:a16="http://schemas.microsoft.com/office/drawing/2014/main" id="{5B31C520-C26A-4502-92DF-C3574B2EB9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940" name="Line 258">
                  <a:extLst>
                    <a:ext uri="{FF2B5EF4-FFF2-40B4-BE49-F238E27FC236}">
                      <a16:creationId xmlns:a16="http://schemas.microsoft.com/office/drawing/2014/main" id="{F9F1AFB1-AF9A-40AA-B857-542A9579B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3935" name="Freeform 259">
                <a:extLst>
                  <a:ext uri="{FF2B5EF4-FFF2-40B4-BE49-F238E27FC236}">
                    <a16:creationId xmlns:a16="http://schemas.microsoft.com/office/drawing/2014/main" id="{42484005-C411-4D76-8250-19B741C85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3936" name="Group 260">
                <a:extLst>
                  <a:ext uri="{FF2B5EF4-FFF2-40B4-BE49-F238E27FC236}">
                    <a16:creationId xmlns:a16="http://schemas.microsoft.com/office/drawing/2014/main" id="{93D2B0E2-F709-4394-A65C-1DD2DFEB7B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33937" name="Line 261">
                  <a:extLst>
                    <a:ext uri="{FF2B5EF4-FFF2-40B4-BE49-F238E27FC236}">
                      <a16:creationId xmlns:a16="http://schemas.microsoft.com/office/drawing/2014/main" id="{EBB162A7-00A5-481F-BF27-0FC93567F5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938" name="Line 262">
                  <a:extLst>
                    <a:ext uri="{FF2B5EF4-FFF2-40B4-BE49-F238E27FC236}">
                      <a16:creationId xmlns:a16="http://schemas.microsoft.com/office/drawing/2014/main" id="{E9C9032D-5B9A-48E4-BAB6-86E24342AE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33926" name="Group 263">
              <a:extLst>
                <a:ext uri="{FF2B5EF4-FFF2-40B4-BE49-F238E27FC236}">
                  <a16:creationId xmlns:a16="http://schemas.microsoft.com/office/drawing/2014/main" id="{D6791BF9-123E-4340-B0A9-B6ED87D0B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8" y="2635"/>
              <a:ext cx="192" cy="158"/>
              <a:chOff x="1440" y="2928"/>
              <a:chExt cx="192" cy="158"/>
            </a:xfrm>
          </p:grpSpPr>
          <p:grpSp>
            <p:nvGrpSpPr>
              <p:cNvPr id="33927" name="Group 264">
                <a:extLst>
                  <a:ext uri="{FF2B5EF4-FFF2-40B4-BE49-F238E27FC236}">
                    <a16:creationId xmlns:a16="http://schemas.microsoft.com/office/drawing/2014/main" id="{24472FC2-AE23-4C35-BCA7-9368000E48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33932" name="Line 265">
                  <a:extLst>
                    <a:ext uri="{FF2B5EF4-FFF2-40B4-BE49-F238E27FC236}">
                      <a16:creationId xmlns:a16="http://schemas.microsoft.com/office/drawing/2014/main" id="{D99242CA-29F6-4F34-85BA-0EDEBB5527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933" name="Line 266">
                  <a:extLst>
                    <a:ext uri="{FF2B5EF4-FFF2-40B4-BE49-F238E27FC236}">
                      <a16:creationId xmlns:a16="http://schemas.microsoft.com/office/drawing/2014/main" id="{5B193033-6C26-4AC4-8042-C87DE54B26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3928" name="Freeform 267">
                <a:extLst>
                  <a:ext uri="{FF2B5EF4-FFF2-40B4-BE49-F238E27FC236}">
                    <a16:creationId xmlns:a16="http://schemas.microsoft.com/office/drawing/2014/main" id="{8532ACFD-219E-40B9-BB00-572428B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3929" name="Group 268">
                <a:extLst>
                  <a:ext uri="{FF2B5EF4-FFF2-40B4-BE49-F238E27FC236}">
                    <a16:creationId xmlns:a16="http://schemas.microsoft.com/office/drawing/2014/main" id="{5C1A5CEB-87AF-44D6-A580-8774C66A35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33930" name="Line 269">
                  <a:extLst>
                    <a:ext uri="{FF2B5EF4-FFF2-40B4-BE49-F238E27FC236}">
                      <a16:creationId xmlns:a16="http://schemas.microsoft.com/office/drawing/2014/main" id="{2097410B-D1CD-409B-B989-588FFD6707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931" name="Line 270">
                  <a:extLst>
                    <a:ext uri="{FF2B5EF4-FFF2-40B4-BE49-F238E27FC236}">
                      <a16:creationId xmlns:a16="http://schemas.microsoft.com/office/drawing/2014/main" id="{53AFE250-47AB-46CB-B24F-D5ED3FD528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grpSp>
        <p:nvGrpSpPr>
          <p:cNvPr id="33797" name="Group 271">
            <a:extLst>
              <a:ext uri="{FF2B5EF4-FFF2-40B4-BE49-F238E27FC236}">
                <a16:creationId xmlns:a16="http://schemas.microsoft.com/office/drawing/2014/main" id="{EE4CB2BA-D0FF-46AA-9178-C5874317E406}"/>
              </a:ext>
            </a:extLst>
          </p:cNvPr>
          <p:cNvGrpSpPr>
            <a:grpSpLocks/>
          </p:cNvGrpSpPr>
          <p:nvPr/>
        </p:nvGrpSpPr>
        <p:grpSpPr bwMode="auto">
          <a:xfrm>
            <a:off x="1900238" y="1909763"/>
            <a:ext cx="6062662" cy="2339975"/>
            <a:chOff x="1197" y="1203"/>
            <a:chExt cx="3819" cy="1474"/>
          </a:xfrm>
        </p:grpSpPr>
        <p:sp>
          <p:nvSpPr>
            <p:cNvPr id="33914" name="Freeform 272">
              <a:extLst>
                <a:ext uri="{FF2B5EF4-FFF2-40B4-BE49-F238E27FC236}">
                  <a16:creationId xmlns:a16="http://schemas.microsoft.com/office/drawing/2014/main" id="{9113D54F-8655-4B3F-9315-EEEBB3B59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8 w 145"/>
                <a:gd name="T1" fmla="*/ 0 h 1466"/>
                <a:gd name="T2" fmla="*/ 28 w 145"/>
                <a:gd name="T3" fmla="*/ 0 h 1466"/>
                <a:gd name="T4" fmla="*/ 28 w 145"/>
                <a:gd name="T5" fmla="*/ 1538 h 1466"/>
                <a:gd name="T6" fmla="*/ 0 w 145"/>
                <a:gd name="T7" fmla="*/ 1538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15" name="Text Box 273">
              <a:extLst>
                <a:ext uri="{FF2B5EF4-FFF2-40B4-BE49-F238E27FC236}">
                  <a16:creationId xmlns:a16="http://schemas.microsoft.com/office/drawing/2014/main" id="{B31313DD-AC12-4DCB-9B10-A04C78176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916" name="Freeform 274">
              <a:extLst>
                <a:ext uri="{FF2B5EF4-FFF2-40B4-BE49-F238E27FC236}">
                  <a16:creationId xmlns:a16="http://schemas.microsoft.com/office/drawing/2014/main" id="{9C779A69-D1E6-4309-872B-E45B4C8D9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17" name="Text Box 275">
              <a:extLst>
                <a:ext uri="{FF2B5EF4-FFF2-40B4-BE49-F238E27FC236}">
                  <a16:creationId xmlns:a16="http://schemas.microsoft.com/office/drawing/2014/main" id="{47C9BFD7-1D5F-4FD6-AF24-3259697A13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918" name="Freeform 276">
              <a:extLst>
                <a:ext uri="{FF2B5EF4-FFF2-40B4-BE49-F238E27FC236}">
                  <a16:creationId xmlns:a16="http://schemas.microsoft.com/office/drawing/2014/main" id="{2FC24E17-8BCD-4153-9111-B6D7B9612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1"/>
                <a:gd name="T13" fmla="*/ 0 h 1471"/>
                <a:gd name="T14" fmla="*/ 151 w 151"/>
                <a:gd name="T15" fmla="*/ 1471 h 14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19" name="Text Box 277">
              <a:extLst>
                <a:ext uri="{FF2B5EF4-FFF2-40B4-BE49-F238E27FC236}">
                  <a16:creationId xmlns:a16="http://schemas.microsoft.com/office/drawing/2014/main" id="{7E37A93B-24AC-4FF7-8F1A-4C508C02EF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920" name="Freeform 278">
              <a:extLst>
                <a:ext uri="{FF2B5EF4-FFF2-40B4-BE49-F238E27FC236}">
                  <a16:creationId xmlns:a16="http://schemas.microsoft.com/office/drawing/2014/main" id="{D341F4CB-A393-47BC-A35D-05AFC5903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21" name="Text Box 279">
              <a:extLst>
                <a:ext uri="{FF2B5EF4-FFF2-40B4-BE49-F238E27FC236}">
                  <a16:creationId xmlns:a16="http://schemas.microsoft.com/office/drawing/2014/main" id="{CC3BD75A-DAFC-47F6-A4D5-4939A28505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33798" name="Group 280">
            <a:extLst>
              <a:ext uri="{FF2B5EF4-FFF2-40B4-BE49-F238E27FC236}">
                <a16:creationId xmlns:a16="http://schemas.microsoft.com/office/drawing/2014/main" id="{E100755B-FBC4-46ED-8494-FE3A0C989F10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33897" name="Line 281">
              <a:extLst>
                <a:ext uri="{FF2B5EF4-FFF2-40B4-BE49-F238E27FC236}">
                  <a16:creationId xmlns:a16="http://schemas.microsoft.com/office/drawing/2014/main" id="{346BF885-2AC2-41FE-8F3F-95FA19F8E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98" name="Freeform 282">
              <a:extLst>
                <a:ext uri="{FF2B5EF4-FFF2-40B4-BE49-F238E27FC236}">
                  <a16:creationId xmlns:a16="http://schemas.microsoft.com/office/drawing/2014/main" id="{AAAFAF4E-D4AE-4949-A4D0-BA6527084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99" name="Line 283">
              <a:extLst>
                <a:ext uri="{FF2B5EF4-FFF2-40B4-BE49-F238E27FC236}">
                  <a16:creationId xmlns:a16="http://schemas.microsoft.com/office/drawing/2014/main" id="{04ACC375-FD31-4F67-985F-A945BF3E71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00" name="Freeform 284">
              <a:extLst>
                <a:ext uri="{FF2B5EF4-FFF2-40B4-BE49-F238E27FC236}">
                  <a16:creationId xmlns:a16="http://schemas.microsoft.com/office/drawing/2014/main" id="{1A7E81F5-FFC8-481A-B392-FAE80A657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01" name="Line 285">
              <a:extLst>
                <a:ext uri="{FF2B5EF4-FFF2-40B4-BE49-F238E27FC236}">
                  <a16:creationId xmlns:a16="http://schemas.microsoft.com/office/drawing/2014/main" id="{7E4E5BAA-F356-4F08-8FD8-9E31B5E1BF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02" name="Text Box 286">
              <a:extLst>
                <a:ext uri="{FF2B5EF4-FFF2-40B4-BE49-F238E27FC236}">
                  <a16:creationId xmlns:a16="http://schemas.microsoft.com/office/drawing/2014/main" id="{2E2C686D-CEA1-42A5-A46D-AEA9F7F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33903" name="Text Box 287">
              <a:extLst>
                <a:ext uri="{FF2B5EF4-FFF2-40B4-BE49-F238E27FC236}">
                  <a16:creationId xmlns:a16="http://schemas.microsoft.com/office/drawing/2014/main" id="{8CB9A07E-B131-41BC-A2EC-8A873B3822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33904" name="Text Box 288">
              <a:extLst>
                <a:ext uri="{FF2B5EF4-FFF2-40B4-BE49-F238E27FC236}">
                  <a16:creationId xmlns:a16="http://schemas.microsoft.com/office/drawing/2014/main" id="{13509A8F-3E03-485D-B880-022E16792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33905" name="Text Box 289">
              <a:extLst>
                <a:ext uri="{FF2B5EF4-FFF2-40B4-BE49-F238E27FC236}">
                  <a16:creationId xmlns:a16="http://schemas.microsoft.com/office/drawing/2014/main" id="{0E7BA785-C831-4E89-AFC7-66B28D72BF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33906" name="Line 290">
              <a:extLst>
                <a:ext uri="{FF2B5EF4-FFF2-40B4-BE49-F238E27FC236}">
                  <a16:creationId xmlns:a16="http://schemas.microsoft.com/office/drawing/2014/main" id="{F0E56695-A73B-4243-98B5-156D9B175C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07" name="Line 291">
              <a:extLst>
                <a:ext uri="{FF2B5EF4-FFF2-40B4-BE49-F238E27FC236}">
                  <a16:creationId xmlns:a16="http://schemas.microsoft.com/office/drawing/2014/main" id="{0C6FC03C-C8DD-430D-8C3A-B3C9A0A8D1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08" name="Line 292">
              <a:extLst>
                <a:ext uri="{FF2B5EF4-FFF2-40B4-BE49-F238E27FC236}">
                  <a16:creationId xmlns:a16="http://schemas.microsoft.com/office/drawing/2014/main" id="{DC313FEC-71E2-4884-96A5-10F39A1839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09" name="Line 293">
              <a:extLst>
                <a:ext uri="{FF2B5EF4-FFF2-40B4-BE49-F238E27FC236}">
                  <a16:creationId xmlns:a16="http://schemas.microsoft.com/office/drawing/2014/main" id="{E644BB8B-C74A-4582-9F06-562D6ED311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10" name="Line 294">
              <a:extLst>
                <a:ext uri="{FF2B5EF4-FFF2-40B4-BE49-F238E27FC236}">
                  <a16:creationId xmlns:a16="http://schemas.microsoft.com/office/drawing/2014/main" id="{801AC8B9-F82C-419E-B584-0D0D0A8D0C6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11" name="Line 295">
              <a:extLst>
                <a:ext uri="{FF2B5EF4-FFF2-40B4-BE49-F238E27FC236}">
                  <a16:creationId xmlns:a16="http://schemas.microsoft.com/office/drawing/2014/main" id="{00F1D163-0E56-4FC6-9ABC-59EADFCCE36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12" name="Line 296">
              <a:extLst>
                <a:ext uri="{FF2B5EF4-FFF2-40B4-BE49-F238E27FC236}">
                  <a16:creationId xmlns:a16="http://schemas.microsoft.com/office/drawing/2014/main" id="{17A014D6-325E-455F-8B6B-C92CE2CA5D5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13" name="Line 297">
              <a:extLst>
                <a:ext uri="{FF2B5EF4-FFF2-40B4-BE49-F238E27FC236}">
                  <a16:creationId xmlns:a16="http://schemas.microsoft.com/office/drawing/2014/main" id="{381DDE17-871D-4369-95CA-B5AC5BE1707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3801" name="Group 300">
            <a:extLst>
              <a:ext uri="{FF2B5EF4-FFF2-40B4-BE49-F238E27FC236}">
                <a16:creationId xmlns:a16="http://schemas.microsoft.com/office/drawing/2014/main" id="{C917382F-0F13-4E3C-97BC-9E42B4BE6E7D}"/>
              </a:ext>
            </a:extLst>
          </p:cNvPr>
          <p:cNvGrpSpPr>
            <a:grpSpLocks/>
          </p:cNvGrpSpPr>
          <p:nvPr/>
        </p:nvGrpSpPr>
        <p:grpSpPr bwMode="auto">
          <a:xfrm>
            <a:off x="2228850" y="4351338"/>
            <a:ext cx="6173788" cy="1295400"/>
            <a:chOff x="1404" y="2741"/>
            <a:chExt cx="3889" cy="816"/>
          </a:xfrm>
        </p:grpSpPr>
        <p:sp>
          <p:nvSpPr>
            <p:cNvPr id="33893" name="Freeform 301">
              <a:extLst>
                <a:ext uri="{FF2B5EF4-FFF2-40B4-BE49-F238E27FC236}">
                  <a16:creationId xmlns:a16="http://schemas.microsoft.com/office/drawing/2014/main" id="{0362044D-4193-4866-9015-D1943C997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94" name="Freeform 302">
              <a:extLst>
                <a:ext uri="{FF2B5EF4-FFF2-40B4-BE49-F238E27FC236}">
                  <a16:creationId xmlns:a16="http://schemas.microsoft.com/office/drawing/2014/main" id="{4E33336E-AC03-4E52-90CE-6EF74D39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95" name="Freeform 303">
              <a:extLst>
                <a:ext uri="{FF2B5EF4-FFF2-40B4-BE49-F238E27FC236}">
                  <a16:creationId xmlns:a16="http://schemas.microsoft.com/office/drawing/2014/main" id="{74F54F62-FEBA-429A-92C8-AA30FFE9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96" name="Freeform 304">
              <a:extLst>
                <a:ext uri="{FF2B5EF4-FFF2-40B4-BE49-F238E27FC236}">
                  <a16:creationId xmlns:a16="http://schemas.microsoft.com/office/drawing/2014/main" id="{5170AE87-B4E1-459D-9555-E10DCB57F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3802" name="Group 305">
            <a:extLst>
              <a:ext uri="{FF2B5EF4-FFF2-40B4-BE49-F238E27FC236}">
                <a16:creationId xmlns:a16="http://schemas.microsoft.com/office/drawing/2014/main" id="{074CD160-2512-4F6B-AF05-04966B383B21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33869" name="Group 306">
              <a:extLst>
                <a:ext uri="{FF2B5EF4-FFF2-40B4-BE49-F238E27FC236}">
                  <a16:creationId xmlns:a16="http://schemas.microsoft.com/office/drawing/2014/main" id="{BE3D1E55-3AC6-402A-98D9-BE98869CA3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33874" name="Group 307">
                <a:extLst>
                  <a:ext uri="{FF2B5EF4-FFF2-40B4-BE49-F238E27FC236}">
                    <a16:creationId xmlns:a16="http://schemas.microsoft.com/office/drawing/2014/main" id="{EC7729FD-F2B8-44A9-B722-C5E738DD6C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33885" name="Rectangle 308">
                  <a:extLst>
                    <a:ext uri="{FF2B5EF4-FFF2-40B4-BE49-F238E27FC236}">
                      <a16:creationId xmlns:a16="http://schemas.microsoft.com/office/drawing/2014/main" id="{E018EB47-02EE-4A5B-9D0F-16A46B5D82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33886" name="Rectangle 309">
                  <a:extLst>
                    <a:ext uri="{FF2B5EF4-FFF2-40B4-BE49-F238E27FC236}">
                      <a16:creationId xmlns:a16="http://schemas.microsoft.com/office/drawing/2014/main" id="{D5AA93A6-0DB6-4764-AE39-9690F2FE9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3887" name="Rectangle 310">
                  <a:extLst>
                    <a:ext uri="{FF2B5EF4-FFF2-40B4-BE49-F238E27FC236}">
                      <a16:creationId xmlns:a16="http://schemas.microsoft.com/office/drawing/2014/main" id="{CD65D039-EE4D-45AF-8690-5D4702EA56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31</a:t>
                  </a:r>
                </a:p>
              </p:txBody>
            </p:sp>
            <p:sp>
              <p:nvSpPr>
                <p:cNvPr id="33888" name="Rectangle 311">
                  <a:extLst>
                    <a:ext uri="{FF2B5EF4-FFF2-40B4-BE49-F238E27FC236}">
                      <a16:creationId xmlns:a16="http://schemas.microsoft.com/office/drawing/2014/main" id="{454CE383-EE84-4AC2-985F-C98CCFC64D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16</a:t>
                  </a:r>
                </a:p>
              </p:txBody>
            </p:sp>
            <p:sp>
              <p:nvSpPr>
                <p:cNvPr id="33889" name="Rectangle 312">
                  <a:extLst>
                    <a:ext uri="{FF2B5EF4-FFF2-40B4-BE49-F238E27FC236}">
                      <a16:creationId xmlns:a16="http://schemas.microsoft.com/office/drawing/2014/main" id="{F37456D3-02B2-4758-B642-562F284395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47</a:t>
                  </a:r>
                </a:p>
              </p:txBody>
            </p:sp>
            <p:sp>
              <p:nvSpPr>
                <p:cNvPr id="33890" name="Rectangle 313">
                  <a:extLst>
                    <a:ext uri="{FF2B5EF4-FFF2-40B4-BE49-F238E27FC236}">
                      <a16:creationId xmlns:a16="http://schemas.microsoft.com/office/drawing/2014/main" id="{8D294629-4B69-40EF-9E15-039B1B1FB5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32</a:t>
                  </a:r>
                </a:p>
              </p:txBody>
            </p:sp>
            <p:sp>
              <p:nvSpPr>
                <p:cNvPr id="33891" name="Rectangle 314">
                  <a:extLst>
                    <a:ext uri="{FF2B5EF4-FFF2-40B4-BE49-F238E27FC236}">
                      <a16:creationId xmlns:a16="http://schemas.microsoft.com/office/drawing/2014/main" id="{5A6B2F58-9C30-420C-AC5D-056EB39ACD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33892" name="Rectangle 315">
                  <a:extLst>
                    <a:ext uri="{FF2B5EF4-FFF2-40B4-BE49-F238E27FC236}">
                      <a16:creationId xmlns:a16="http://schemas.microsoft.com/office/drawing/2014/main" id="{9778A8A6-BEE3-40CC-BBE2-AA32350D25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48</a:t>
                  </a:r>
                </a:p>
              </p:txBody>
            </p:sp>
          </p:grpSp>
          <p:grpSp>
            <p:nvGrpSpPr>
              <p:cNvPr id="33875" name="Group 316">
                <a:extLst>
                  <a:ext uri="{FF2B5EF4-FFF2-40B4-BE49-F238E27FC236}">
                    <a16:creationId xmlns:a16="http://schemas.microsoft.com/office/drawing/2014/main" id="{17475186-70AE-46B5-96A1-FDA378C835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33876" name="Freeform 317">
                  <a:extLst>
                    <a:ext uri="{FF2B5EF4-FFF2-40B4-BE49-F238E27FC236}">
                      <a16:creationId xmlns:a16="http://schemas.microsoft.com/office/drawing/2014/main" id="{AFDFCEAB-8260-4CD5-930B-EA880BAF0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77" name="Line 318">
                  <a:extLst>
                    <a:ext uri="{FF2B5EF4-FFF2-40B4-BE49-F238E27FC236}">
                      <a16:creationId xmlns:a16="http://schemas.microsoft.com/office/drawing/2014/main" id="{09D9266D-2EEC-473D-ACFB-00D79BC96D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78" name="Line 319">
                  <a:extLst>
                    <a:ext uri="{FF2B5EF4-FFF2-40B4-BE49-F238E27FC236}">
                      <a16:creationId xmlns:a16="http://schemas.microsoft.com/office/drawing/2014/main" id="{D5A161DF-79CC-4CB7-AD3A-E01BFF00DB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79" name="Line 320">
                  <a:extLst>
                    <a:ext uri="{FF2B5EF4-FFF2-40B4-BE49-F238E27FC236}">
                      <a16:creationId xmlns:a16="http://schemas.microsoft.com/office/drawing/2014/main" id="{CEE9013B-7F8E-4CCB-904D-92D60EB7A7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80" name="Line 321">
                  <a:extLst>
                    <a:ext uri="{FF2B5EF4-FFF2-40B4-BE49-F238E27FC236}">
                      <a16:creationId xmlns:a16="http://schemas.microsoft.com/office/drawing/2014/main" id="{0005D716-E3DB-4E9B-A3E2-AB0219880A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81" name="Line 322">
                  <a:extLst>
                    <a:ext uri="{FF2B5EF4-FFF2-40B4-BE49-F238E27FC236}">
                      <a16:creationId xmlns:a16="http://schemas.microsoft.com/office/drawing/2014/main" id="{9ED9DAEE-0DB7-41A5-BD44-623F143F42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82" name="Line 323">
                  <a:extLst>
                    <a:ext uri="{FF2B5EF4-FFF2-40B4-BE49-F238E27FC236}">
                      <a16:creationId xmlns:a16="http://schemas.microsoft.com/office/drawing/2014/main" id="{D960EFAC-45A3-48C1-A355-C5A5D82940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83" name="Line 324">
                  <a:extLst>
                    <a:ext uri="{FF2B5EF4-FFF2-40B4-BE49-F238E27FC236}">
                      <a16:creationId xmlns:a16="http://schemas.microsoft.com/office/drawing/2014/main" id="{94B8FB9E-9185-45CF-A845-DCF6C3A9A6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84" name="Line 325">
                  <a:extLst>
                    <a:ext uri="{FF2B5EF4-FFF2-40B4-BE49-F238E27FC236}">
                      <a16:creationId xmlns:a16="http://schemas.microsoft.com/office/drawing/2014/main" id="{35924997-FB7B-4FDC-9FCD-811BDF6623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3870" name="Text Box 326">
              <a:extLst>
                <a:ext uri="{FF2B5EF4-FFF2-40B4-BE49-F238E27FC236}">
                  <a16:creationId xmlns:a16="http://schemas.microsoft.com/office/drawing/2014/main" id="{46E59015-8F53-494F-8624-62AFA0D974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871" name="Text Box 327">
              <a:extLst>
                <a:ext uri="{FF2B5EF4-FFF2-40B4-BE49-F238E27FC236}">
                  <a16:creationId xmlns:a16="http://schemas.microsoft.com/office/drawing/2014/main" id="{727C3BE0-EFE5-4470-B709-012FBE2C3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872" name="Text Box 328">
              <a:extLst>
                <a:ext uri="{FF2B5EF4-FFF2-40B4-BE49-F238E27FC236}">
                  <a16:creationId xmlns:a16="http://schemas.microsoft.com/office/drawing/2014/main" id="{EB4F1AE3-1365-4947-AA4D-AA34B4CC05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873" name="Text Box 329">
              <a:extLst>
                <a:ext uri="{FF2B5EF4-FFF2-40B4-BE49-F238E27FC236}">
                  <a16:creationId xmlns:a16="http://schemas.microsoft.com/office/drawing/2014/main" id="{B9680BDF-53C3-4BF1-A0E7-D602A4CBFB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sp>
        <p:nvSpPr>
          <p:cNvPr id="33803" name="Rectangle 330">
            <a:extLst>
              <a:ext uri="{FF2B5EF4-FFF2-40B4-BE49-F238E27FC236}">
                <a16:creationId xmlns:a16="http://schemas.microsoft.com/office/drawing/2014/main" id="{41B482B8-3479-4FA0-8CDB-313728D3A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3804" name="Rectangle 331">
            <a:extLst>
              <a:ext uri="{FF2B5EF4-FFF2-40B4-BE49-F238E27FC236}">
                <a16:creationId xmlns:a16="http://schemas.microsoft.com/office/drawing/2014/main" id="{115E8D1A-ACE0-480E-B85D-5E82BA1BC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855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</a:p>
        </p:txBody>
      </p:sp>
      <p:sp>
        <p:nvSpPr>
          <p:cNvPr id="33805" name="Rectangle 332">
            <a:extLst>
              <a:ext uri="{FF2B5EF4-FFF2-40B4-BE49-F238E27FC236}">
                <a16:creationId xmlns:a16="http://schemas.microsoft.com/office/drawing/2014/main" id="{E038D971-B3C9-4C0D-B704-584650399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3863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32</a:t>
            </a:r>
          </a:p>
        </p:txBody>
      </p:sp>
      <p:sp>
        <p:nvSpPr>
          <p:cNvPr id="33806" name="Rectangle 333">
            <a:extLst>
              <a:ext uri="{FF2B5EF4-FFF2-40B4-BE49-F238E27FC236}">
                <a16:creationId xmlns:a16="http://schemas.microsoft.com/office/drawing/2014/main" id="{02EF6659-354B-4E95-8A54-5E2FF9264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675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48</a:t>
            </a:r>
          </a:p>
        </p:txBody>
      </p:sp>
      <p:grpSp>
        <p:nvGrpSpPr>
          <p:cNvPr id="31" name="Group 334">
            <a:extLst>
              <a:ext uri="{FF2B5EF4-FFF2-40B4-BE49-F238E27FC236}">
                <a16:creationId xmlns:a16="http://schemas.microsoft.com/office/drawing/2014/main" id="{BD9B6B00-B7B6-4065-9679-052A0EC934AE}"/>
              </a:ext>
            </a:extLst>
          </p:cNvPr>
          <p:cNvGrpSpPr>
            <a:grpSpLocks/>
          </p:cNvGrpSpPr>
          <p:nvPr/>
        </p:nvGrpSpPr>
        <p:grpSpPr bwMode="auto">
          <a:xfrm>
            <a:off x="1812925" y="5629275"/>
            <a:ext cx="6832600" cy="533400"/>
            <a:chOff x="1142" y="3546"/>
            <a:chExt cx="4304" cy="336"/>
          </a:xfrm>
        </p:grpSpPr>
        <p:grpSp>
          <p:nvGrpSpPr>
            <p:cNvPr id="33857" name="Group 335">
              <a:extLst>
                <a:ext uri="{FF2B5EF4-FFF2-40B4-BE49-F238E27FC236}">
                  <a16:creationId xmlns:a16="http://schemas.microsoft.com/office/drawing/2014/main" id="{142C14E8-4846-4F06-AC81-ED6DD80A80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33867" name="Rectangle 336">
                <a:extLst>
                  <a:ext uri="{FF2B5EF4-FFF2-40B4-BE49-F238E27FC236}">
                    <a16:creationId xmlns:a16="http://schemas.microsoft.com/office/drawing/2014/main" id="{3EC0ADED-04D4-4D40-8B88-5E4E4979C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868" name="Text Box 337">
                <a:extLst>
                  <a:ext uri="{FF2B5EF4-FFF2-40B4-BE49-F238E27FC236}">
                    <a16:creationId xmlns:a16="http://schemas.microsoft.com/office/drawing/2014/main" id="{D034951F-57AA-4EC2-8660-11726392C7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33858" name="Group 338">
              <a:extLst>
                <a:ext uri="{FF2B5EF4-FFF2-40B4-BE49-F238E27FC236}">
                  <a16:creationId xmlns:a16="http://schemas.microsoft.com/office/drawing/2014/main" id="{7A6A34BE-F346-45E4-88A3-159656644E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33865" name="Rectangle 339">
                <a:extLst>
                  <a:ext uri="{FF2B5EF4-FFF2-40B4-BE49-F238E27FC236}">
                    <a16:creationId xmlns:a16="http://schemas.microsoft.com/office/drawing/2014/main" id="{18A07AAB-7A4A-48D6-89B1-EEDA8DC63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866" name="Text Box 340">
                <a:extLst>
                  <a:ext uri="{FF2B5EF4-FFF2-40B4-BE49-F238E27FC236}">
                    <a16:creationId xmlns:a16="http://schemas.microsoft.com/office/drawing/2014/main" id="{99CCC0B0-E2BB-4DCE-8809-FADE1BD7CB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33859" name="Group 341">
              <a:extLst>
                <a:ext uri="{FF2B5EF4-FFF2-40B4-BE49-F238E27FC236}">
                  <a16:creationId xmlns:a16="http://schemas.microsoft.com/office/drawing/2014/main" id="{E3506082-9F92-43C3-9D2F-D3A30C69F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33863" name="Rectangle 342">
                <a:extLst>
                  <a:ext uri="{FF2B5EF4-FFF2-40B4-BE49-F238E27FC236}">
                    <a16:creationId xmlns:a16="http://schemas.microsoft.com/office/drawing/2014/main" id="{9ABE6CCF-3C40-469F-AD63-78DBFF831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864" name="Text Box 343">
                <a:extLst>
                  <a:ext uri="{FF2B5EF4-FFF2-40B4-BE49-F238E27FC236}">
                    <a16:creationId xmlns:a16="http://schemas.microsoft.com/office/drawing/2014/main" id="{75F2072C-ED8D-476F-B8A6-5A8A89BE5E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33860" name="Group 344">
              <a:extLst>
                <a:ext uri="{FF2B5EF4-FFF2-40B4-BE49-F238E27FC236}">
                  <a16:creationId xmlns:a16="http://schemas.microsoft.com/office/drawing/2014/main" id="{20A99763-3713-4D9F-AF42-022ADF35EB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33861" name="Rectangle 345">
                <a:extLst>
                  <a:ext uri="{FF2B5EF4-FFF2-40B4-BE49-F238E27FC236}">
                    <a16:creationId xmlns:a16="http://schemas.microsoft.com/office/drawing/2014/main" id="{72931EED-AE5A-4000-BA4E-D49F83315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862" name="Text Box 346">
                <a:extLst>
                  <a:ext uri="{FF2B5EF4-FFF2-40B4-BE49-F238E27FC236}">
                    <a16:creationId xmlns:a16="http://schemas.microsoft.com/office/drawing/2014/main" id="{CB5CDBD3-1B99-4670-A67F-3A0E5DC916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</p:grpSp>
      <p:grpSp>
        <p:nvGrpSpPr>
          <p:cNvPr id="33808" name="Group 347">
            <a:extLst>
              <a:ext uri="{FF2B5EF4-FFF2-40B4-BE49-F238E27FC236}">
                <a16:creationId xmlns:a16="http://schemas.microsoft.com/office/drawing/2014/main" id="{5FBFECB7-C9F2-4C70-AB08-3A79A6D08ECB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33810" name="Group 348">
              <a:extLst>
                <a:ext uri="{FF2B5EF4-FFF2-40B4-BE49-F238E27FC236}">
                  <a16:creationId xmlns:a16="http://schemas.microsoft.com/office/drawing/2014/main" id="{93254C85-1F5C-4AEA-B5AD-5B30F75821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33819" name="Group 349">
                <a:extLst>
                  <a:ext uri="{FF2B5EF4-FFF2-40B4-BE49-F238E27FC236}">
                    <a16:creationId xmlns:a16="http://schemas.microsoft.com/office/drawing/2014/main" id="{6D8521C8-1120-4A29-9927-102367DDC6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33852" name="Freeform 350">
                  <a:extLst>
                    <a:ext uri="{FF2B5EF4-FFF2-40B4-BE49-F238E27FC236}">
                      <a16:creationId xmlns:a16="http://schemas.microsoft.com/office/drawing/2014/main" id="{3527E408-F444-42F9-B0B3-8FF2D3126C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53" name="Freeform 351">
                  <a:extLst>
                    <a:ext uri="{FF2B5EF4-FFF2-40B4-BE49-F238E27FC236}">
                      <a16:creationId xmlns:a16="http://schemas.microsoft.com/office/drawing/2014/main" id="{F368D2AD-646D-4EF0-884D-849C40E9D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54" name="Freeform 352">
                  <a:extLst>
                    <a:ext uri="{FF2B5EF4-FFF2-40B4-BE49-F238E27FC236}">
                      <a16:creationId xmlns:a16="http://schemas.microsoft.com/office/drawing/2014/main" id="{04141AA3-509B-4602-B1F6-8918416D1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55" name="Freeform 353">
                  <a:extLst>
                    <a:ext uri="{FF2B5EF4-FFF2-40B4-BE49-F238E27FC236}">
                      <a16:creationId xmlns:a16="http://schemas.microsoft.com/office/drawing/2014/main" id="{B68A004F-8450-4918-879E-9B915D83A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56" name="Freeform 354">
                  <a:extLst>
                    <a:ext uri="{FF2B5EF4-FFF2-40B4-BE49-F238E27FC236}">
                      <a16:creationId xmlns:a16="http://schemas.microsoft.com/office/drawing/2014/main" id="{E5A4C306-B357-423F-B60D-7EEDC9A243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33820" name="Group 355">
                <a:extLst>
                  <a:ext uri="{FF2B5EF4-FFF2-40B4-BE49-F238E27FC236}">
                    <a16:creationId xmlns:a16="http://schemas.microsoft.com/office/drawing/2014/main" id="{5034F347-8F0E-4F70-A12D-13E8994035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33845" name="Group 356">
                  <a:extLst>
                    <a:ext uri="{FF2B5EF4-FFF2-40B4-BE49-F238E27FC236}">
                      <a16:creationId xmlns:a16="http://schemas.microsoft.com/office/drawing/2014/main" id="{5AF8A05A-111F-4A16-8A61-50D9C08BC2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850" name="Line 357">
                    <a:extLst>
                      <a:ext uri="{FF2B5EF4-FFF2-40B4-BE49-F238E27FC236}">
                        <a16:creationId xmlns:a16="http://schemas.microsoft.com/office/drawing/2014/main" id="{D8025FD2-D334-4ABF-BC82-BBDB60FB22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851" name="Line 358">
                    <a:extLst>
                      <a:ext uri="{FF2B5EF4-FFF2-40B4-BE49-F238E27FC236}">
                        <a16:creationId xmlns:a16="http://schemas.microsoft.com/office/drawing/2014/main" id="{4E3BE655-E362-4F0C-9067-40D0259F01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3846" name="Freeform 359">
                  <a:extLst>
                    <a:ext uri="{FF2B5EF4-FFF2-40B4-BE49-F238E27FC236}">
                      <a16:creationId xmlns:a16="http://schemas.microsoft.com/office/drawing/2014/main" id="{76F332C9-E9B4-4A1E-86B1-32057753D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3847" name="Group 360">
                  <a:extLst>
                    <a:ext uri="{FF2B5EF4-FFF2-40B4-BE49-F238E27FC236}">
                      <a16:creationId xmlns:a16="http://schemas.microsoft.com/office/drawing/2014/main" id="{1B6B576F-7640-4FFC-8424-530F90BC70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848" name="Line 361">
                    <a:extLst>
                      <a:ext uri="{FF2B5EF4-FFF2-40B4-BE49-F238E27FC236}">
                        <a16:creationId xmlns:a16="http://schemas.microsoft.com/office/drawing/2014/main" id="{96C133A2-50E5-4E51-878E-4177D564F9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849" name="Line 362">
                    <a:extLst>
                      <a:ext uri="{FF2B5EF4-FFF2-40B4-BE49-F238E27FC236}">
                        <a16:creationId xmlns:a16="http://schemas.microsoft.com/office/drawing/2014/main" id="{48C56D0D-34D3-4230-83EF-38BFBC6E08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821" name="Group 363">
                <a:extLst>
                  <a:ext uri="{FF2B5EF4-FFF2-40B4-BE49-F238E27FC236}">
                    <a16:creationId xmlns:a16="http://schemas.microsoft.com/office/drawing/2014/main" id="{48179D7E-CEF6-44D0-AD03-E1DAB5722F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33838" name="Group 364">
                  <a:extLst>
                    <a:ext uri="{FF2B5EF4-FFF2-40B4-BE49-F238E27FC236}">
                      <a16:creationId xmlns:a16="http://schemas.microsoft.com/office/drawing/2014/main" id="{867DEB85-B8F8-416D-AF1B-97B08287EF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843" name="Line 365">
                    <a:extLst>
                      <a:ext uri="{FF2B5EF4-FFF2-40B4-BE49-F238E27FC236}">
                        <a16:creationId xmlns:a16="http://schemas.microsoft.com/office/drawing/2014/main" id="{4729C6FF-3904-4D8C-B59D-13F6EB20C5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844" name="Line 366">
                    <a:extLst>
                      <a:ext uri="{FF2B5EF4-FFF2-40B4-BE49-F238E27FC236}">
                        <a16:creationId xmlns:a16="http://schemas.microsoft.com/office/drawing/2014/main" id="{CC250519-B3CB-409A-9197-8A292EABC4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3839" name="Freeform 367">
                  <a:extLst>
                    <a:ext uri="{FF2B5EF4-FFF2-40B4-BE49-F238E27FC236}">
                      <a16:creationId xmlns:a16="http://schemas.microsoft.com/office/drawing/2014/main" id="{B379FEE6-91B8-48BF-BD79-7D76945CF3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3840" name="Group 368">
                  <a:extLst>
                    <a:ext uri="{FF2B5EF4-FFF2-40B4-BE49-F238E27FC236}">
                      <a16:creationId xmlns:a16="http://schemas.microsoft.com/office/drawing/2014/main" id="{95D103AA-98AE-47A4-9DD8-702888AC92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841" name="Line 369">
                    <a:extLst>
                      <a:ext uri="{FF2B5EF4-FFF2-40B4-BE49-F238E27FC236}">
                        <a16:creationId xmlns:a16="http://schemas.microsoft.com/office/drawing/2014/main" id="{D7468313-7971-4033-B5F9-675AA53FF9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842" name="Line 370">
                    <a:extLst>
                      <a:ext uri="{FF2B5EF4-FFF2-40B4-BE49-F238E27FC236}">
                        <a16:creationId xmlns:a16="http://schemas.microsoft.com/office/drawing/2014/main" id="{BA59F576-3628-4C6F-86AA-F069364CAE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822" name="Group 371">
                <a:extLst>
                  <a:ext uri="{FF2B5EF4-FFF2-40B4-BE49-F238E27FC236}">
                    <a16:creationId xmlns:a16="http://schemas.microsoft.com/office/drawing/2014/main" id="{84006E13-435E-4C19-9F31-B9757E7D3B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33831" name="Group 372">
                  <a:extLst>
                    <a:ext uri="{FF2B5EF4-FFF2-40B4-BE49-F238E27FC236}">
                      <a16:creationId xmlns:a16="http://schemas.microsoft.com/office/drawing/2014/main" id="{71A1BC87-B5DC-4507-A1F1-3FA1A2D32F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836" name="Line 373">
                    <a:extLst>
                      <a:ext uri="{FF2B5EF4-FFF2-40B4-BE49-F238E27FC236}">
                        <a16:creationId xmlns:a16="http://schemas.microsoft.com/office/drawing/2014/main" id="{E4617128-372C-40D9-8D91-0B282698AC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837" name="Line 374">
                    <a:extLst>
                      <a:ext uri="{FF2B5EF4-FFF2-40B4-BE49-F238E27FC236}">
                        <a16:creationId xmlns:a16="http://schemas.microsoft.com/office/drawing/2014/main" id="{8E30017D-669E-43E8-975E-EDA826ECEB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3832" name="Freeform 375">
                  <a:extLst>
                    <a:ext uri="{FF2B5EF4-FFF2-40B4-BE49-F238E27FC236}">
                      <a16:creationId xmlns:a16="http://schemas.microsoft.com/office/drawing/2014/main" id="{D0F1ACCD-DFB7-4DC4-A0CC-994195EB68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3833" name="Group 376">
                  <a:extLst>
                    <a:ext uri="{FF2B5EF4-FFF2-40B4-BE49-F238E27FC236}">
                      <a16:creationId xmlns:a16="http://schemas.microsoft.com/office/drawing/2014/main" id="{42777746-0C2B-4D99-A03B-2C85E47020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834" name="Line 377">
                    <a:extLst>
                      <a:ext uri="{FF2B5EF4-FFF2-40B4-BE49-F238E27FC236}">
                        <a16:creationId xmlns:a16="http://schemas.microsoft.com/office/drawing/2014/main" id="{299F1AD1-55AC-40A0-9804-D6F1DDB358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835" name="Line 378">
                    <a:extLst>
                      <a:ext uri="{FF2B5EF4-FFF2-40B4-BE49-F238E27FC236}">
                        <a16:creationId xmlns:a16="http://schemas.microsoft.com/office/drawing/2014/main" id="{CCF9E478-B6FB-4799-AAA3-610F020A22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823" name="Group 379">
                <a:extLst>
                  <a:ext uri="{FF2B5EF4-FFF2-40B4-BE49-F238E27FC236}">
                    <a16:creationId xmlns:a16="http://schemas.microsoft.com/office/drawing/2014/main" id="{50739C8E-2F56-401E-9971-B2EFCD9171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33824" name="Group 380">
                  <a:extLst>
                    <a:ext uri="{FF2B5EF4-FFF2-40B4-BE49-F238E27FC236}">
                      <a16:creationId xmlns:a16="http://schemas.microsoft.com/office/drawing/2014/main" id="{7CAF3787-2B59-4C11-9A5F-66F888A5C1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829" name="Line 381">
                    <a:extLst>
                      <a:ext uri="{FF2B5EF4-FFF2-40B4-BE49-F238E27FC236}">
                        <a16:creationId xmlns:a16="http://schemas.microsoft.com/office/drawing/2014/main" id="{DA4EE05F-90A5-461E-808D-03F65074B9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830" name="Line 382">
                    <a:extLst>
                      <a:ext uri="{FF2B5EF4-FFF2-40B4-BE49-F238E27FC236}">
                        <a16:creationId xmlns:a16="http://schemas.microsoft.com/office/drawing/2014/main" id="{ED88BF4F-DB45-4F50-9017-C3AF270292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3825" name="Freeform 383">
                  <a:extLst>
                    <a:ext uri="{FF2B5EF4-FFF2-40B4-BE49-F238E27FC236}">
                      <a16:creationId xmlns:a16="http://schemas.microsoft.com/office/drawing/2014/main" id="{7E2CB0C0-D5BB-48D1-A571-4015506B4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3826" name="Group 384">
                  <a:extLst>
                    <a:ext uri="{FF2B5EF4-FFF2-40B4-BE49-F238E27FC236}">
                      <a16:creationId xmlns:a16="http://schemas.microsoft.com/office/drawing/2014/main" id="{A1FB156D-1E5B-4139-A1AD-148619BA31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3827" name="Line 385">
                    <a:extLst>
                      <a:ext uri="{FF2B5EF4-FFF2-40B4-BE49-F238E27FC236}">
                        <a16:creationId xmlns:a16="http://schemas.microsoft.com/office/drawing/2014/main" id="{3B387784-AE8A-49AD-9527-90CF969F13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3828" name="Line 386">
                    <a:extLst>
                      <a:ext uri="{FF2B5EF4-FFF2-40B4-BE49-F238E27FC236}">
                        <a16:creationId xmlns:a16="http://schemas.microsoft.com/office/drawing/2014/main" id="{F65BE6DD-BF70-4BFE-8C7C-1E021402B7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33811" name="Rectangle 387">
              <a:extLst>
                <a:ext uri="{FF2B5EF4-FFF2-40B4-BE49-F238E27FC236}">
                  <a16:creationId xmlns:a16="http://schemas.microsoft.com/office/drawing/2014/main" id="{4A92D533-6390-42E7-BA99-B12CDF59B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3812" name="Text Box 388">
              <a:extLst>
                <a:ext uri="{FF2B5EF4-FFF2-40B4-BE49-F238E27FC236}">
                  <a16:creationId xmlns:a16="http://schemas.microsoft.com/office/drawing/2014/main" id="{018F3FDE-7D77-4145-A37F-7A632D139C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813" name="Rectangle 389">
              <a:extLst>
                <a:ext uri="{FF2B5EF4-FFF2-40B4-BE49-F238E27FC236}">
                  <a16:creationId xmlns:a16="http://schemas.microsoft.com/office/drawing/2014/main" id="{6663AAED-763E-44AC-B032-A59447F9E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3814" name="Rectangle 390">
              <a:extLst>
                <a:ext uri="{FF2B5EF4-FFF2-40B4-BE49-F238E27FC236}">
                  <a16:creationId xmlns:a16="http://schemas.microsoft.com/office/drawing/2014/main" id="{97CC70CB-8731-4C64-81E9-6924717D7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3815" name="Rectangle 391">
              <a:extLst>
                <a:ext uri="{FF2B5EF4-FFF2-40B4-BE49-F238E27FC236}">
                  <a16:creationId xmlns:a16="http://schemas.microsoft.com/office/drawing/2014/main" id="{166B7266-8493-4847-99CB-F8E08CA7A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3816" name="Text Box 392">
              <a:extLst>
                <a:ext uri="{FF2B5EF4-FFF2-40B4-BE49-F238E27FC236}">
                  <a16:creationId xmlns:a16="http://schemas.microsoft.com/office/drawing/2014/main" id="{94E0E697-DDD7-4355-9F26-F812BC23CE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817" name="Text Box 393">
              <a:extLst>
                <a:ext uri="{FF2B5EF4-FFF2-40B4-BE49-F238E27FC236}">
                  <a16:creationId xmlns:a16="http://schemas.microsoft.com/office/drawing/2014/main" id="{1B052A1E-7588-4D37-8E1E-7E5E48BCA8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3818" name="Text Box 394">
              <a:extLst>
                <a:ext uri="{FF2B5EF4-FFF2-40B4-BE49-F238E27FC236}">
                  <a16:creationId xmlns:a16="http://schemas.microsoft.com/office/drawing/2014/main" id="{C8A0FB36-CA59-4181-B751-772A6A3570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sp>
        <p:nvSpPr>
          <p:cNvPr id="396" name="Text Box 21">
            <a:extLst>
              <a:ext uri="{FF2B5EF4-FFF2-40B4-BE49-F238E27FC236}">
                <a16:creationId xmlns:a16="http://schemas.microsoft.com/office/drawing/2014/main" id="{78482C0D-49BF-434A-9BA8-E47480C658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③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818" name="Group 2">
            <a:extLst>
              <a:ext uri="{FF2B5EF4-FFF2-40B4-BE49-F238E27FC236}">
                <a16:creationId xmlns:a16="http://schemas.microsoft.com/office/drawing/2014/main" id="{6F861F9B-2552-447E-90BA-C19FB5DFD453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sp>
          <p:nvSpPr>
            <p:cNvPr id="35005" name="Rectangle 3">
              <a:extLst>
                <a:ext uri="{FF2B5EF4-FFF2-40B4-BE49-F238E27FC236}">
                  <a16:creationId xmlns:a16="http://schemas.microsoft.com/office/drawing/2014/main" id="{E22CE936-A8A5-4FAA-99FC-9F2513F6E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06" name="Rectangle 4">
              <a:extLst>
                <a:ext uri="{FF2B5EF4-FFF2-40B4-BE49-F238E27FC236}">
                  <a16:creationId xmlns:a16="http://schemas.microsoft.com/office/drawing/2014/main" id="{36490699-A762-4B4D-B411-3316C1147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35007" name="Text Box 5">
              <a:extLst>
                <a:ext uri="{FF2B5EF4-FFF2-40B4-BE49-F238E27FC236}">
                  <a16:creationId xmlns:a16="http://schemas.microsoft.com/office/drawing/2014/main" id="{DC0EC0D2-62F1-47D7-B483-F70B58AD1E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008" name="Rectangle 6">
              <a:extLst>
                <a:ext uri="{FF2B5EF4-FFF2-40B4-BE49-F238E27FC236}">
                  <a16:creationId xmlns:a16="http://schemas.microsoft.com/office/drawing/2014/main" id="{4F8301A2-5555-454D-88FE-F72C713F2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5009" name="Rectangle 7">
              <a:extLst>
                <a:ext uri="{FF2B5EF4-FFF2-40B4-BE49-F238E27FC236}">
                  <a16:creationId xmlns:a16="http://schemas.microsoft.com/office/drawing/2014/main" id="{F0DCBEE9-8781-43F9-86C9-706CD1294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31</a:t>
              </a:r>
            </a:p>
          </p:txBody>
        </p:sp>
        <p:sp>
          <p:nvSpPr>
            <p:cNvPr id="35010" name="Text Box 8">
              <a:extLst>
                <a:ext uri="{FF2B5EF4-FFF2-40B4-BE49-F238E27FC236}">
                  <a16:creationId xmlns:a16="http://schemas.microsoft.com/office/drawing/2014/main" id="{EA70AF01-97CA-4CAE-A86E-0375EBF112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011" name="Rectangle 9">
              <a:extLst>
                <a:ext uri="{FF2B5EF4-FFF2-40B4-BE49-F238E27FC236}">
                  <a16:creationId xmlns:a16="http://schemas.microsoft.com/office/drawing/2014/main" id="{1ACDC390-D981-4A0D-9285-2822309C5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5012" name="Rectangle 10">
              <a:extLst>
                <a:ext uri="{FF2B5EF4-FFF2-40B4-BE49-F238E27FC236}">
                  <a16:creationId xmlns:a16="http://schemas.microsoft.com/office/drawing/2014/main" id="{41B24876-808C-40CF-8E6F-A4F55FCDE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47</a:t>
              </a:r>
            </a:p>
          </p:txBody>
        </p:sp>
        <p:sp>
          <p:nvSpPr>
            <p:cNvPr id="35013" name="Text Box 11">
              <a:extLst>
                <a:ext uri="{FF2B5EF4-FFF2-40B4-BE49-F238E27FC236}">
                  <a16:creationId xmlns:a16="http://schemas.microsoft.com/office/drawing/2014/main" id="{58E53387-70E7-4030-9712-9BD9CEFC94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014" name="Rectangle 12">
              <a:extLst>
                <a:ext uri="{FF2B5EF4-FFF2-40B4-BE49-F238E27FC236}">
                  <a16:creationId xmlns:a16="http://schemas.microsoft.com/office/drawing/2014/main" id="{F247E9D9-6440-4DA8-B2ED-CF6C9F796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5015" name="Rectangle 13">
              <a:extLst>
                <a:ext uri="{FF2B5EF4-FFF2-40B4-BE49-F238E27FC236}">
                  <a16:creationId xmlns:a16="http://schemas.microsoft.com/office/drawing/2014/main" id="{FBD63901-F49B-4E37-96CA-90F88E8A8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35016" name="Text Box 14">
              <a:extLst>
                <a:ext uri="{FF2B5EF4-FFF2-40B4-BE49-F238E27FC236}">
                  <a16:creationId xmlns:a16="http://schemas.microsoft.com/office/drawing/2014/main" id="{FC86F242-7391-4E8F-8612-E49DF52C88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017" name="Rectangle 15">
              <a:extLst>
                <a:ext uri="{FF2B5EF4-FFF2-40B4-BE49-F238E27FC236}">
                  <a16:creationId xmlns:a16="http://schemas.microsoft.com/office/drawing/2014/main" id="{5C0CF21F-EF84-43FE-8887-495BD8DCC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5018" name="Rectangle 16">
              <a:extLst>
                <a:ext uri="{FF2B5EF4-FFF2-40B4-BE49-F238E27FC236}">
                  <a16:creationId xmlns:a16="http://schemas.microsoft.com/office/drawing/2014/main" id="{01F7059C-8862-487E-A985-CE96662C2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35019" name="Rectangle 17">
              <a:extLst>
                <a:ext uri="{FF2B5EF4-FFF2-40B4-BE49-F238E27FC236}">
                  <a16:creationId xmlns:a16="http://schemas.microsoft.com/office/drawing/2014/main" id="{2F100905-655B-4E54-AB27-F16B4322B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5020" name="Rectangle 18">
              <a:extLst>
                <a:ext uri="{FF2B5EF4-FFF2-40B4-BE49-F238E27FC236}">
                  <a16:creationId xmlns:a16="http://schemas.microsoft.com/office/drawing/2014/main" id="{3369FBE8-C857-4CB8-BDA5-8E99A4C8E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31</a:t>
              </a:r>
            </a:p>
          </p:txBody>
        </p:sp>
        <p:sp>
          <p:nvSpPr>
            <p:cNvPr id="35021" name="Rectangle 19">
              <a:extLst>
                <a:ext uri="{FF2B5EF4-FFF2-40B4-BE49-F238E27FC236}">
                  <a16:creationId xmlns:a16="http://schemas.microsoft.com/office/drawing/2014/main" id="{4C0BB8FC-7DE8-4564-A11F-AFB90A7D4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5022" name="Rectangle 20">
              <a:extLst>
                <a:ext uri="{FF2B5EF4-FFF2-40B4-BE49-F238E27FC236}">
                  <a16:creationId xmlns:a16="http://schemas.microsoft.com/office/drawing/2014/main" id="{D17FCF3D-BC2F-41BB-AF4D-F054E9127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47</a:t>
              </a:r>
            </a:p>
          </p:txBody>
        </p:sp>
        <p:sp>
          <p:nvSpPr>
            <p:cNvPr id="35023" name="Rectangle 21">
              <a:extLst>
                <a:ext uri="{FF2B5EF4-FFF2-40B4-BE49-F238E27FC236}">
                  <a16:creationId xmlns:a16="http://schemas.microsoft.com/office/drawing/2014/main" id="{ACF1A57D-C0CC-4849-B43D-6C88A6D32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5024" name="Rectangle 22">
              <a:extLst>
                <a:ext uri="{FF2B5EF4-FFF2-40B4-BE49-F238E27FC236}">
                  <a16:creationId xmlns:a16="http://schemas.microsoft.com/office/drawing/2014/main" id="{12ED1E78-845D-47ED-ABF4-9F8F2CB61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35025" name="Rectangle 23">
              <a:extLst>
                <a:ext uri="{FF2B5EF4-FFF2-40B4-BE49-F238E27FC236}">
                  <a16:creationId xmlns:a16="http://schemas.microsoft.com/office/drawing/2014/main" id="{6E49FD3D-3BEF-4FCA-AEF3-72728F416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5026" name="Line 24">
              <a:extLst>
                <a:ext uri="{FF2B5EF4-FFF2-40B4-BE49-F238E27FC236}">
                  <a16:creationId xmlns:a16="http://schemas.microsoft.com/office/drawing/2014/main" id="{433AD321-7E9F-4CE8-A1FA-81493465C55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27" name="Line 25">
              <a:extLst>
                <a:ext uri="{FF2B5EF4-FFF2-40B4-BE49-F238E27FC236}">
                  <a16:creationId xmlns:a16="http://schemas.microsoft.com/office/drawing/2014/main" id="{F624E5A5-849D-47B8-A8C9-87C84116B4C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28" name="Freeform 26">
              <a:extLst>
                <a:ext uri="{FF2B5EF4-FFF2-40B4-BE49-F238E27FC236}">
                  <a16:creationId xmlns:a16="http://schemas.microsoft.com/office/drawing/2014/main" id="{85D37C6D-0B22-4AA3-90D7-3E068D5DC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29" name="Line 27">
              <a:extLst>
                <a:ext uri="{FF2B5EF4-FFF2-40B4-BE49-F238E27FC236}">
                  <a16:creationId xmlns:a16="http://schemas.microsoft.com/office/drawing/2014/main" id="{B151F903-23CE-40B4-9B01-FB66411F581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30" name="Line 28">
              <a:extLst>
                <a:ext uri="{FF2B5EF4-FFF2-40B4-BE49-F238E27FC236}">
                  <a16:creationId xmlns:a16="http://schemas.microsoft.com/office/drawing/2014/main" id="{0D6E50E4-7C92-4BC5-A793-8E332EFF872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31" name="Freeform 29">
              <a:extLst>
                <a:ext uri="{FF2B5EF4-FFF2-40B4-BE49-F238E27FC236}">
                  <a16:creationId xmlns:a16="http://schemas.microsoft.com/office/drawing/2014/main" id="{ED2105AE-085A-4DC9-8AEC-2FA18A98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  <a:gd name="T6" fmla="*/ 0 w 112"/>
                <a:gd name="T7" fmla="*/ 0 h 1"/>
                <a:gd name="T8" fmla="*/ 112 w 1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32" name="Freeform 30">
              <a:extLst>
                <a:ext uri="{FF2B5EF4-FFF2-40B4-BE49-F238E27FC236}">
                  <a16:creationId xmlns:a16="http://schemas.microsoft.com/office/drawing/2014/main" id="{AB474C0E-B7F1-47CB-8403-8B3F30985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9"/>
                <a:gd name="T14" fmla="*/ 152 w 152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33" name="Freeform 31">
              <a:extLst>
                <a:ext uri="{FF2B5EF4-FFF2-40B4-BE49-F238E27FC236}">
                  <a16:creationId xmlns:a16="http://schemas.microsoft.com/office/drawing/2014/main" id="{3125B37B-9F9D-4B78-B0F2-90CC2DAF1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  <a:gd name="T6" fmla="*/ 0 w 102"/>
                <a:gd name="T7" fmla="*/ 0 h 1"/>
                <a:gd name="T8" fmla="*/ 102 w 1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34" name="Line 32">
              <a:extLst>
                <a:ext uri="{FF2B5EF4-FFF2-40B4-BE49-F238E27FC236}">
                  <a16:creationId xmlns:a16="http://schemas.microsoft.com/office/drawing/2014/main" id="{9B457450-9EF8-4706-9807-671BCAFF996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35" name="Line 33">
              <a:extLst>
                <a:ext uri="{FF2B5EF4-FFF2-40B4-BE49-F238E27FC236}">
                  <a16:creationId xmlns:a16="http://schemas.microsoft.com/office/drawing/2014/main" id="{6F95F753-CE87-4E3D-80C3-E1CAD483CC5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36" name="Freeform 34">
              <a:extLst>
                <a:ext uri="{FF2B5EF4-FFF2-40B4-BE49-F238E27FC236}">
                  <a16:creationId xmlns:a16="http://schemas.microsoft.com/office/drawing/2014/main" id="{55AD706B-9598-4316-9418-5C4A9C4AE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37" name="Line 35">
              <a:extLst>
                <a:ext uri="{FF2B5EF4-FFF2-40B4-BE49-F238E27FC236}">
                  <a16:creationId xmlns:a16="http://schemas.microsoft.com/office/drawing/2014/main" id="{9F6BDD8C-1E58-4620-9789-237F43CFE24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38" name="Line 36">
              <a:extLst>
                <a:ext uri="{FF2B5EF4-FFF2-40B4-BE49-F238E27FC236}">
                  <a16:creationId xmlns:a16="http://schemas.microsoft.com/office/drawing/2014/main" id="{9AF9E97D-341A-4697-B54B-BA2DEC592CD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39" name="Freeform 37">
              <a:extLst>
                <a:ext uri="{FF2B5EF4-FFF2-40B4-BE49-F238E27FC236}">
                  <a16:creationId xmlns:a16="http://schemas.microsoft.com/office/drawing/2014/main" id="{77D0DF82-A0B8-40A2-ADA6-77372A84E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  <a:gd name="T6" fmla="*/ 0 w 103"/>
                <a:gd name="T7" fmla="*/ 0 h 1"/>
                <a:gd name="T8" fmla="*/ 103 w 1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40" name="Freeform 38">
              <a:extLst>
                <a:ext uri="{FF2B5EF4-FFF2-40B4-BE49-F238E27FC236}">
                  <a16:creationId xmlns:a16="http://schemas.microsoft.com/office/drawing/2014/main" id="{41010B1F-1067-4DCF-90D5-A80DACCDA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  <a:gd name="T6" fmla="*/ 0 w 113"/>
                <a:gd name="T7" fmla="*/ 0 h 1"/>
                <a:gd name="T8" fmla="*/ 113 w 1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41" name="Line 39">
              <a:extLst>
                <a:ext uri="{FF2B5EF4-FFF2-40B4-BE49-F238E27FC236}">
                  <a16:creationId xmlns:a16="http://schemas.microsoft.com/office/drawing/2014/main" id="{33EBBEA4-3876-4688-B2BD-4DCE50E3319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42" name="Line 40">
              <a:extLst>
                <a:ext uri="{FF2B5EF4-FFF2-40B4-BE49-F238E27FC236}">
                  <a16:creationId xmlns:a16="http://schemas.microsoft.com/office/drawing/2014/main" id="{980B9506-C1F4-490B-B12C-308B833F7B6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43" name="Freeform 41">
              <a:extLst>
                <a:ext uri="{FF2B5EF4-FFF2-40B4-BE49-F238E27FC236}">
                  <a16:creationId xmlns:a16="http://schemas.microsoft.com/office/drawing/2014/main" id="{B3490ECA-E7F5-4064-A0B7-8F5F89179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44" name="Line 42">
              <a:extLst>
                <a:ext uri="{FF2B5EF4-FFF2-40B4-BE49-F238E27FC236}">
                  <a16:creationId xmlns:a16="http://schemas.microsoft.com/office/drawing/2014/main" id="{2EB54275-71A3-484E-8E68-B40517020DD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45" name="Line 43">
              <a:extLst>
                <a:ext uri="{FF2B5EF4-FFF2-40B4-BE49-F238E27FC236}">
                  <a16:creationId xmlns:a16="http://schemas.microsoft.com/office/drawing/2014/main" id="{E0D8CE49-7E93-4A84-B8D2-D59AF8AE511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46" name="Freeform 44">
              <a:extLst>
                <a:ext uri="{FF2B5EF4-FFF2-40B4-BE49-F238E27FC236}">
                  <a16:creationId xmlns:a16="http://schemas.microsoft.com/office/drawing/2014/main" id="{2AC386BA-493D-4F7D-B01F-570133B34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  <a:gd name="T6" fmla="*/ 0 w 109"/>
                <a:gd name="T7" fmla="*/ 0 h 1"/>
                <a:gd name="T8" fmla="*/ 109 w 1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47" name="Freeform 45">
              <a:extLst>
                <a:ext uri="{FF2B5EF4-FFF2-40B4-BE49-F238E27FC236}">
                  <a16:creationId xmlns:a16="http://schemas.microsoft.com/office/drawing/2014/main" id="{7C5384C8-6EE1-46B8-BA24-23E27F30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  <a:gd name="T6" fmla="*/ 0 w 89"/>
                <a:gd name="T7" fmla="*/ 0 h 1"/>
                <a:gd name="T8" fmla="*/ 89 w 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48" name="Line 46">
              <a:extLst>
                <a:ext uri="{FF2B5EF4-FFF2-40B4-BE49-F238E27FC236}">
                  <a16:creationId xmlns:a16="http://schemas.microsoft.com/office/drawing/2014/main" id="{B494E435-F51F-4B3A-B0D4-38B2F90E7A9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49" name="Line 47">
              <a:extLst>
                <a:ext uri="{FF2B5EF4-FFF2-40B4-BE49-F238E27FC236}">
                  <a16:creationId xmlns:a16="http://schemas.microsoft.com/office/drawing/2014/main" id="{FA0B606D-A2C7-488D-A94C-DD3DE21B43A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50" name="Freeform 48">
              <a:extLst>
                <a:ext uri="{FF2B5EF4-FFF2-40B4-BE49-F238E27FC236}">
                  <a16:creationId xmlns:a16="http://schemas.microsoft.com/office/drawing/2014/main" id="{F1BF2F6E-4639-4DDA-BB76-92CCA565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51" name="Line 49">
              <a:extLst>
                <a:ext uri="{FF2B5EF4-FFF2-40B4-BE49-F238E27FC236}">
                  <a16:creationId xmlns:a16="http://schemas.microsoft.com/office/drawing/2014/main" id="{25684D20-F5F5-434B-95EA-CEFBEEDAEA0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52" name="Line 50">
              <a:extLst>
                <a:ext uri="{FF2B5EF4-FFF2-40B4-BE49-F238E27FC236}">
                  <a16:creationId xmlns:a16="http://schemas.microsoft.com/office/drawing/2014/main" id="{BE73F4E6-A3B0-4594-9450-479D831AA97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53" name="Freeform 51">
              <a:extLst>
                <a:ext uri="{FF2B5EF4-FFF2-40B4-BE49-F238E27FC236}">
                  <a16:creationId xmlns:a16="http://schemas.microsoft.com/office/drawing/2014/main" id="{CC5A82AD-1B6C-4FFA-9A13-5CA3DAC2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  <a:gd name="T6" fmla="*/ 0 w 115"/>
                <a:gd name="T7" fmla="*/ 0 h 1"/>
                <a:gd name="T8" fmla="*/ 115 w 1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54" name="Freeform 52">
              <a:extLst>
                <a:ext uri="{FF2B5EF4-FFF2-40B4-BE49-F238E27FC236}">
                  <a16:creationId xmlns:a16="http://schemas.microsoft.com/office/drawing/2014/main" id="{F7F9E566-56C6-4DD4-9EE8-733A4123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  <a:gd name="T6" fmla="*/ 0 w 90"/>
                <a:gd name="T7" fmla="*/ 0 h 1"/>
                <a:gd name="T8" fmla="*/ 90 w 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55" name="Line 53">
              <a:extLst>
                <a:ext uri="{FF2B5EF4-FFF2-40B4-BE49-F238E27FC236}">
                  <a16:creationId xmlns:a16="http://schemas.microsoft.com/office/drawing/2014/main" id="{DDC19F8E-68ED-4CD9-934F-F30F74CA100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56" name="Line 54">
              <a:extLst>
                <a:ext uri="{FF2B5EF4-FFF2-40B4-BE49-F238E27FC236}">
                  <a16:creationId xmlns:a16="http://schemas.microsoft.com/office/drawing/2014/main" id="{D9AEA91C-E0D0-435E-A2C2-2406A9EB01D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57" name="Freeform 55">
              <a:extLst>
                <a:ext uri="{FF2B5EF4-FFF2-40B4-BE49-F238E27FC236}">
                  <a16:creationId xmlns:a16="http://schemas.microsoft.com/office/drawing/2014/main" id="{B82178B8-26FD-4747-A659-A96BE8AAB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58" name="Line 56">
              <a:extLst>
                <a:ext uri="{FF2B5EF4-FFF2-40B4-BE49-F238E27FC236}">
                  <a16:creationId xmlns:a16="http://schemas.microsoft.com/office/drawing/2014/main" id="{A6C3D709-BB64-4618-8B06-9757DB795F6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59" name="Line 57">
              <a:extLst>
                <a:ext uri="{FF2B5EF4-FFF2-40B4-BE49-F238E27FC236}">
                  <a16:creationId xmlns:a16="http://schemas.microsoft.com/office/drawing/2014/main" id="{14E45163-E806-4EF5-B388-6F8958A82CD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60" name="Freeform 58">
              <a:extLst>
                <a:ext uri="{FF2B5EF4-FFF2-40B4-BE49-F238E27FC236}">
                  <a16:creationId xmlns:a16="http://schemas.microsoft.com/office/drawing/2014/main" id="{FBEB34C9-EA5F-42BA-A0A5-5581CBE0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  <a:gd name="T6" fmla="*/ 0 w 100"/>
                <a:gd name="T7" fmla="*/ 0 h 1"/>
                <a:gd name="T8" fmla="*/ 100 w 10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61" name="Freeform 59">
              <a:extLst>
                <a:ext uri="{FF2B5EF4-FFF2-40B4-BE49-F238E27FC236}">
                  <a16:creationId xmlns:a16="http://schemas.microsoft.com/office/drawing/2014/main" id="{13C65493-63C4-4173-9A58-F2953E8D7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62" name="Line 60">
              <a:extLst>
                <a:ext uri="{FF2B5EF4-FFF2-40B4-BE49-F238E27FC236}">
                  <a16:creationId xmlns:a16="http://schemas.microsoft.com/office/drawing/2014/main" id="{E9DFC5DD-CE1A-4982-9902-9C42C0B97A5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63" name="Line 61">
              <a:extLst>
                <a:ext uri="{FF2B5EF4-FFF2-40B4-BE49-F238E27FC236}">
                  <a16:creationId xmlns:a16="http://schemas.microsoft.com/office/drawing/2014/main" id="{243B9B0B-0A40-428D-8089-E2FBFEC9A74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64" name="Freeform 62">
              <a:extLst>
                <a:ext uri="{FF2B5EF4-FFF2-40B4-BE49-F238E27FC236}">
                  <a16:creationId xmlns:a16="http://schemas.microsoft.com/office/drawing/2014/main" id="{6E1DC120-7224-4E25-B51D-9D96DEF83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65" name="Line 63">
              <a:extLst>
                <a:ext uri="{FF2B5EF4-FFF2-40B4-BE49-F238E27FC236}">
                  <a16:creationId xmlns:a16="http://schemas.microsoft.com/office/drawing/2014/main" id="{A1EAAC06-59AF-4791-999A-0E7900593B5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66" name="Line 64">
              <a:extLst>
                <a:ext uri="{FF2B5EF4-FFF2-40B4-BE49-F238E27FC236}">
                  <a16:creationId xmlns:a16="http://schemas.microsoft.com/office/drawing/2014/main" id="{25F3ADAF-1A08-46F1-94A2-BF76F8C65E7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67" name="Freeform 65">
              <a:extLst>
                <a:ext uri="{FF2B5EF4-FFF2-40B4-BE49-F238E27FC236}">
                  <a16:creationId xmlns:a16="http://schemas.microsoft.com/office/drawing/2014/main" id="{A1450EF3-7B0F-4288-8FBE-0BCC68C0F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  <a:gd name="T6" fmla="*/ 0 w 90"/>
                <a:gd name="T7" fmla="*/ 0 h 2"/>
                <a:gd name="T8" fmla="*/ 90 w 9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68" name="Freeform 66">
              <a:extLst>
                <a:ext uri="{FF2B5EF4-FFF2-40B4-BE49-F238E27FC236}">
                  <a16:creationId xmlns:a16="http://schemas.microsoft.com/office/drawing/2014/main" id="{A1FCE91E-BED0-49EE-A8EB-1A6619447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5069" name="Group 67">
              <a:extLst>
                <a:ext uri="{FF2B5EF4-FFF2-40B4-BE49-F238E27FC236}">
                  <a16:creationId xmlns:a16="http://schemas.microsoft.com/office/drawing/2014/main" id="{71264876-3454-41B8-B5AE-4FF22B32C4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35216" name="Group 68">
                <a:extLst>
                  <a:ext uri="{FF2B5EF4-FFF2-40B4-BE49-F238E27FC236}">
                    <a16:creationId xmlns:a16="http://schemas.microsoft.com/office/drawing/2014/main" id="{869F1DB9-EC65-4D8D-AA80-31B182BC29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35221" name="Line 69">
                  <a:extLst>
                    <a:ext uri="{FF2B5EF4-FFF2-40B4-BE49-F238E27FC236}">
                      <a16:creationId xmlns:a16="http://schemas.microsoft.com/office/drawing/2014/main" id="{0326DEBE-F38D-46B6-9E29-F556C0AE7D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5222" name="Line 70">
                  <a:extLst>
                    <a:ext uri="{FF2B5EF4-FFF2-40B4-BE49-F238E27FC236}">
                      <a16:creationId xmlns:a16="http://schemas.microsoft.com/office/drawing/2014/main" id="{F5DFB038-30C8-4A6B-A6B7-EDB8BE08BD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217" name="Freeform 71">
                <a:extLst>
                  <a:ext uri="{FF2B5EF4-FFF2-40B4-BE49-F238E27FC236}">
                    <a16:creationId xmlns:a16="http://schemas.microsoft.com/office/drawing/2014/main" id="{21207FBE-8C8F-4FF8-AF2F-03D9FAC65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5218" name="Group 72">
                <a:extLst>
                  <a:ext uri="{FF2B5EF4-FFF2-40B4-BE49-F238E27FC236}">
                    <a16:creationId xmlns:a16="http://schemas.microsoft.com/office/drawing/2014/main" id="{524E9AC7-1D42-46EE-A0AD-B43EE14AD5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35219" name="Line 73">
                  <a:extLst>
                    <a:ext uri="{FF2B5EF4-FFF2-40B4-BE49-F238E27FC236}">
                      <a16:creationId xmlns:a16="http://schemas.microsoft.com/office/drawing/2014/main" id="{BF1EB2BB-D5F9-4004-A22B-D195AB962D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5220" name="Line 74">
                  <a:extLst>
                    <a:ext uri="{FF2B5EF4-FFF2-40B4-BE49-F238E27FC236}">
                      <a16:creationId xmlns:a16="http://schemas.microsoft.com/office/drawing/2014/main" id="{251022F3-A195-43D8-80C5-EE18E40566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5070" name="Freeform 75">
              <a:extLst>
                <a:ext uri="{FF2B5EF4-FFF2-40B4-BE49-F238E27FC236}">
                  <a16:creationId xmlns:a16="http://schemas.microsoft.com/office/drawing/2014/main" id="{F34E6C07-0CED-49A4-ADCD-3A69157F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  <a:gd name="T6" fmla="*/ 0 w 107"/>
                <a:gd name="T7" fmla="*/ 0 h 1"/>
                <a:gd name="T8" fmla="*/ 107 w 10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71" name="Freeform 76">
              <a:extLst>
                <a:ext uri="{FF2B5EF4-FFF2-40B4-BE49-F238E27FC236}">
                  <a16:creationId xmlns:a16="http://schemas.microsoft.com/office/drawing/2014/main" id="{E3A15DBA-5462-441C-96C4-8C8CA0F0C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  <a:gd name="T6" fmla="*/ 0 w 96"/>
                <a:gd name="T7" fmla="*/ 0 h 1"/>
                <a:gd name="T8" fmla="*/ 96 w 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5072" name="Group 77">
              <a:extLst>
                <a:ext uri="{FF2B5EF4-FFF2-40B4-BE49-F238E27FC236}">
                  <a16:creationId xmlns:a16="http://schemas.microsoft.com/office/drawing/2014/main" id="{4417F27E-FBDD-4195-8F33-DA1C87F34D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35209" name="Group 78">
                <a:extLst>
                  <a:ext uri="{FF2B5EF4-FFF2-40B4-BE49-F238E27FC236}">
                    <a16:creationId xmlns:a16="http://schemas.microsoft.com/office/drawing/2014/main" id="{435556CF-8563-41BB-84F8-CC182E5552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35214" name="Line 79">
                  <a:extLst>
                    <a:ext uri="{FF2B5EF4-FFF2-40B4-BE49-F238E27FC236}">
                      <a16:creationId xmlns:a16="http://schemas.microsoft.com/office/drawing/2014/main" id="{ACF33597-7DED-4B3A-8E37-64608F0738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5215" name="Line 80">
                  <a:extLst>
                    <a:ext uri="{FF2B5EF4-FFF2-40B4-BE49-F238E27FC236}">
                      <a16:creationId xmlns:a16="http://schemas.microsoft.com/office/drawing/2014/main" id="{B58CACAD-E479-495F-AEBF-27FE7F24BD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210" name="Freeform 81">
                <a:extLst>
                  <a:ext uri="{FF2B5EF4-FFF2-40B4-BE49-F238E27FC236}">
                    <a16:creationId xmlns:a16="http://schemas.microsoft.com/office/drawing/2014/main" id="{5663441F-416C-4B40-89A2-7CC4587E6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5211" name="Group 82">
                <a:extLst>
                  <a:ext uri="{FF2B5EF4-FFF2-40B4-BE49-F238E27FC236}">
                    <a16:creationId xmlns:a16="http://schemas.microsoft.com/office/drawing/2014/main" id="{4504B376-9B51-4D9B-90D2-34A8B283B2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35212" name="Line 83">
                  <a:extLst>
                    <a:ext uri="{FF2B5EF4-FFF2-40B4-BE49-F238E27FC236}">
                      <a16:creationId xmlns:a16="http://schemas.microsoft.com/office/drawing/2014/main" id="{DF4A7B0F-1C8F-4CFC-91EB-9DEB4BB3BF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5213" name="Line 84">
                  <a:extLst>
                    <a:ext uri="{FF2B5EF4-FFF2-40B4-BE49-F238E27FC236}">
                      <a16:creationId xmlns:a16="http://schemas.microsoft.com/office/drawing/2014/main" id="{59927C4F-FDB1-4E66-8147-0339562EA9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5073" name="Freeform 85">
              <a:extLst>
                <a:ext uri="{FF2B5EF4-FFF2-40B4-BE49-F238E27FC236}">
                  <a16:creationId xmlns:a16="http://schemas.microsoft.com/office/drawing/2014/main" id="{20E34E09-2115-4765-BBFF-B3E7BFD3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74" name="Freeform 86">
              <a:extLst>
                <a:ext uri="{FF2B5EF4-FFF2-40B4-BE49-F238E27FC236}">
                  <a16:creationId xmlns:a16="http://schemas.microsoft.com/office/drawing/2014/main" id="{D0FABBCB-3E0F-4509-8355-E378AF72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  <a:gd name="T6" fmla="*/ 0 w 101"/>
                <a:gd name="T7" fmla="*/ 0 h 1"/>
                <a:gd name="T8" fmla="*/ 101 w 1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75" name="Freeform 87">
              <a:extLst>
                <a:ext uri="{FF2B5EF4-FFF2-40B4-BE49-F238E27FC236}">
                  <a16:creationId xmlns:a16="http://schemas.microsoft.com/office/drawing/2014/main" id="{2BB710A2-F6A2-4CB6-B489-53395C634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  <a:gd name="T6" fmla="*/ 0 w 4419"/>
                <a:gd name="T7" fmla="*/ 0 h 1"/>
                <a:gd name="T8" fmla="*/ 4419 w 44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76" name="Line 88">
              <a:extLst>
                <a:ext uri="{FF2B5EF4-FFF2-40B4-BE49-F238E27FC236}">
                  <a16:creationId xmlns:a16="http://schemas.microsoft.com/office/drawing/2014/main" id="{33E31F22-C5EF-484D-999F-29E9D2727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77" name="Line 89">
              <a:extLst>
                <a:ext uri="{FF2B5EF4-FFF2-40B4-BE49-F238E27FC236}">
                  <a16:creationId xmlns:a16="http://schemas.microsoft.com/office/drawing/2014/main" id="{56450C5F-2DC8-4989-849A-D8691C4A25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78" name="Line 90">
              <a:extLst>
                <a:ext uri="{FF2B5EF4-FFF2-40B4-BE49-F238E27FC236}">
                  <a16:creationId xmlns:a16="http://schemas.microsoft.com/office/drawing/2014/main" id="{C0D2A00F-8EEB-4176-B7EF-623E76D8C3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79" name="Line 91">
              <a:extLst>
                <a:ext uri="{FF2B5EF4-FFF2-40B4-BE49-F238E27FC236}">
                  <a16:creationId xmlns:a16="http://schemas.microsoft.com/office/drawing/2014/main" id="{26C02697-8E56-4BD2-B6F9-AD02B5A433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80" name="Line 92">
              <a:extLst>
                <a:ext uri="{FF2B5EF4-FFF2-40B4-BE49-F238E27FC236}">
                  <a16:creationId xmlns:a16="http://schemas.microsoft.com/office/drawing/2014/main" id="{E62A4E23-5C3A-489F-BC2B-7E548C723F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81" name="Line 93">
              <a:extLst>
                <a:ext uri="{FF2B5EF4-FFF2-40B4-BE49-F238E27FC236}">
                  <a16:creationId xmlns:a16="http://schemas.microsoft.com/office/drawing/2014/main" id="{2981EF86-9DF6-48ED-B556-3DDBC4A8D7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82" name="Line 94">
              <a:extLst>
                <a:ext uri="{FF2B5EF4-FFF2-40B4-BE49-F238E27FC236}">
                  <a16:creationId xmlns:a16="http://schemas.microsoft.com/office/drawing/2014/main" id="{71435E2D-C369-4E9F-BFA9-6A993A7A3A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83" name="Line 95">
              <a:extLst>
                <a:ext uri="{FF2B5EF4-FFF2-40B4-BE49-F238E27FC236}">
                  <a16:creationId xmlns:a16="http://schemas.microsoft.com/office/drawing/2014/main" id="{0A12E061-26E2-4A99-9082-9035BFACA2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84" name="Freeform 96">
              <a:extLst>
                <a:ext uri="{FF2B5EF4-FFF2-40B4-BE49-F238E27FC236}">
                  <a16:creationId xmlns:a16="http://schemas.microsoft.com/office/drawing/2014/main" id="{2EBFEC17-5862-492F-90F4-50EF0BCA7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85" name="Freeform 97">
              <a:extLst>
                <a:ext uri="{FF2B5EF4-FFF2-40B4-BE49-F238E27FC236}">
                  <a16:creationId xmlns:a16="http://schemas.microsoft.com/office/drawing/2014/main" id="{7C042F35-25DA-40C5-A7E4-D4347BDB6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86" name="Freeform 98">
              <a:extLst>
                <a:ext uri="{FF2B5EF4-FFF2-40B4-BE49-F238E27FC236}">
                  <a16:creationId xmlns:a16="http://schemas.microsoft.com/office/drawing/2014/main" id="{196B4898-A425-4EBC-8F37-66E931846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  <a:gd name="T6" fmla="*/ 0 w 4"/>
                <a:gd name="T7" fmla="*/ 0 h 166"/>
                <a:gd name="T8" fmla="*/ 4 w 4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87" name="Freeform 99">
              <a:extLst>
                <a:ext uri="{FF2B5EF4-FFF2-40B4-BE49-F238E27FC236}">
                  <a16:creationId xmlns:a16="http://schemas.microsoft.com/office/drawing/2014/main" id="{3E8DB6EC-64DD-400B-90A7-6AFBB37A0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  <a:gd name="T6" fmla="*/ 0 w 2"/>
                <a:gd name="T7" fmla="*/ 0 h 175"/>
                <a:gd name="T8" fmla="*/ 2 w 2"/>
                <a:gd name="T9" fmla="*/ 175 h 1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88" name="Freeform 100">
              <a:extLst>
                <a:ext uri="{FF2B5EF4-FFF2-40B4-BE49-F238E27FC236}">
                  <a16:creationId xmlns:a16="http://schemas.microsoft.com/office/drawing/2014/main" id="{940B1AEE-19B7-4AF0-87F7-5977BBBA8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89" name="Freeform 101">
              <a:extLst>
                <a:ext uri="{FF2B5EF4-FFF2-40B4-BE49-F238E27FC236}">
                  <a16:creationId xmlns:a16="http://schemas.microsoft.com/office/drawing/2014/main" id="{CAD470F0-77B6-4335-B318-2B483B06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  <a:gd name="T6" fmla="*/ 0 w 4422"/>
                <a:gd name="T7" fmla="*/ 0 h 1"/>
                <a:gd name="T8" fmla="*/ 4422 w 442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90" name="Line 102">
              <a:extLst>
                <a:ext uri="{FF2B5EF4-FFF2-40B4-BE49-F238E27FC236}">
                  <a16:creationId xmlns:a16="http://schemas.microsoft.com/office/drawing/2014/main" id="{C2020D7D-110F-4039-973F-3B53936D99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91" name="Line 103">
              <a:extLst>
                <a:ext uri="{FF2B5EF4-FFF2-40B4-BE49-F238E27FC236}">
                  <a16:creationId xmlns:a16="http://schemas.microsoft.com/office/drawing/2014/main" id="{CC1CEDE9-4643-4F6C-B454-1E20DACF52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92" name="Line 104">
              <a:extLst>
                <a:ext uri="{FF2B5EF4-FFF2-40B4-BE49-F238E27FC236}">
                  <a16:creationId xmlns:a16="http://schemas.microsoft.com/office/drawing/2014/main" id="{2429FE38-6AC6-4A65-ACF4-155487368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93" name="Line 105">
              <a:extLst>
                <a:ext uri="{FF2B5EF4-FFF2-40B4-BE49-F238E27FC236}">
                  <a16:creationId xmlns:a16="http://schemas.microsoft.com/office/drawing/2014/main" id="{1C04C0DA-0027-4BAF-923B-1BFE3C827A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94" name="Line 106">
              <a:extLst>
                <a:ext uri="{FF2B5EF4-FFF2-40B4-BE49-F238E27FC236}">
                  <a16:creationId xmlns:a16="http://schemas.microsoft.com/office/drawing/2014/main" id="{FA48886E-CED8-4423-8FC0-094DEF5C56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95" name="Line 107">
              <a:extLst>
                <a:ext uri="{FF2B5EF4-FFF2-40B4-BE49-F238E27FC236}">
                  <a16:creationId xmlns:a16="http://schemas.microsoft.com/office/drawing/2014/main" id="{EBBE4262-75F3-4DE0-B666-54F57F234A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96" name="Line 108">
              <a:extLst>
                <a:ext uri="{FF2B5EF4-FFF2-40B4-BE49-F238E27FC236}">
                  <a16:creationId xmlns:a16="http://schemas.microsoft.com/office/drawing/2014/main" id="{7204CC91-D99D-4F8F-8FE2-AEBCA3190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97" name="Line 109">
              <a:extLst>
                <a:ext uri="{FF2B5EF4-FFF2-40B4-BE49-F238E27FC236}">
                  <a16:creationId xmlns:a16="http://schemas.microsoft.com/office/drawing/2014/main" id="{C7C0F9DE-5B5D-44BC-A5DF-F687F2B56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98" name="Freeform 110">
              <a:extLst>
                <a:ext uri="{FF2B5EF4-FFF2-40B4-BE49-F238E27FC236}">
                  <a16:creationId xmlns:a16="http://schemas.microsoft.com/office/drawing/2014/main" id="{49196770-9DB1-4CBC-A261-E24497CF3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99" name="Line 111">
              <a:extLst>
                <a:ext uri="{FF2B5EF4-FFF2-40B4-BE49-F238E27FC236}">
                  <a16:creationId xmlns:a16="http://schemas.microsoft.com/office/drawing/2014/main" id="{204BEEEA-3E20-4EB2-BB79-21FDE7CCB6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00" name="Line 112">
              <a:extLst>
                <a:ext uri="{FF2B5EF4-FFF2-40B4-BE49-F238E27FC236}">
                  <a16:creationId xmlns:a16="http://schemas.microsoft.com/office/drawing/2014/main" id="{E9BBCA2A-F75C-4D20-8DE2-D7855B61EF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01" name="Line 113">
              <a:extLst>
                <a:ext uri="{FF2B5EF4-FFF2-40B4-BE49-F238E27FC236}">
                  <a16:creationId xmlns:a16="http://schemas.microsoft.com/office/drawing/2014/main" id="{7BC63465-CD1A-4833-9A4F-FC3F861BE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02" name="Line 114">
              <a:extLst>
                <a:ext uri="{FF2B5EF4-FFF2-40B4-BE49-F238E27FC236}">
                  <a16:creationId xmlns:a16="http://schemas.microsoft.com/office/drawing/2014/main" id="{C4D35F04-101B-4E36-91C3-A7774F324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03" name="Line 115">
              <a:extLst>
                <a:ext uri="{FF2B5EF4-FFF2-40B4-BE49-F238E27FC236}">
                  <a16:creationId xmlns:a16="http://schemas.microsoft.com/office/drawing/2014/main" id="{305BD1C5-F286-42EA-88CC-639F1A120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04" name="Line 116">
              <a:extLst>
                <a:ext uri="{FF2B5EF4-FFF2-40B4-BE49-F238E27FC236}">
                  <a16:creationId xmlns:a16="http://schemas.microsoft.com/office/drawing/2014/main" id="{BE828047-7220-43A3-AD22-257A60EBAB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05" name="Line 117">
              <a:extLst>
                <a:ext uri="{FF2B5EF4-FFF2-40B4-BE49-F238E27FC236}">
                  <a16:creationId xmlns:a16="http://schemas.microsoft.com/office/drawing/2014/main" id="{BA064650-3A9F-4044-A486-A47500C676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06" name="Line 118">
              <a:extLst>
                <a:ext uri="{FF2B5EF4-FFF2-40B4-BE49-F238E27FC236}">
                  <a16:creationId xmlns:a16="http://schemas.microsoft.com/office/drawing/2014/main" id="{6A2F43C1-2DB2-44C9-9075-B05A26BD6E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07" name="Freeform 119">
              <a:extLst>
                <a:ext uri="{FF2B5EF4-FFF2-40B4-BE49-F238E27FC236}">
                  <a16:creationId xmlns:a16="http://schemas.microsoft.com/office/drawing/2014/main" id="{256F97EB-C3BB-4678-BC2A-0F251B7D2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  <a:gd name="T6" fmla="*/ 0 w 3860"/>
                <a:gd name="T7" fmla="*/ 0 h 1"/>
                <a:gd name="T8" fmla="*/ 3860 w 386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08" name="Freeform 120">
              <a:extLst>
                <a:ext uri="{FF2B5EF4-FFF2-40B4-BE49-F238E27FC236}">
                  <a16:creationId xmlns:a16="http://schemas.microsoft.com/office/drawing/2014/main" id="{1F37EBAB-3963-45C1-B133-BCD957C63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09" name="Rectangle 121">
              <a:extLst>
                <a:ext uri="{FF2B5EF4-FFF2-40B4-BE49-F238E27FC236}">
                  <a16:creationId xmlns:a16="http://schemas.microsoft.com/office/drawing/2014/main" id="{816C4112-A1A9-4301-8A75-A59C4CA57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10" name="Text Box 122">
              <a:extLst>
                <a:ext uri="{FF2B5EF4-FFF2-40B4-BE49-F238E27FC236}">
                  <a16:creationId xmlns:a16="http://schemas.microsoft.com/office/drawing/2014/main" id="{F692AA15-0465-4EDB-A194-71DAECAF2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7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5111" name="Freeform 123">
              <a:extLst>
                <a:ext uri="{FF2B5EF4-FFF2-40B4-BE49-F238E27FC236}">
                  <a16:creationId xmlns:a16="http://schemas.microsoft.com/office/drawing/2014/main" id="{FBE65ED5-8402-4DE6-90C8-ED527426F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12" name="Freeform 124">
              <a:extLst>
                <a:ext uri="{FF2B5EF4-FFF2-40B4-BE49-F238E27FC236}">
                  <a16:creationId xmlns:a16="http://schemas.microsoft.com/office/drawing/2014/main" id="{3BCA7E2A-1517-4387-B4D5-18DD073B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9"/>
                <a:gd name="T13" fmla="*/ 0 h 1469"/>
                <a:gd name="T14" fmla="*/ 169 w 16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13" name="Freeform 125">
              <a:extLst>
                <a:ext uri="{FF2B5EF4-FFF2-40B4-BE49-F238E27FC236}">
                  <a16:creationId xmlns:a16="http://schemas.microsoft.com/office/drawing/2014/main" id="{ED57CE21-D3D5-44C8-94FD-7FE6569AD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14" name="Freeform 126">
              <a:extLst>
                <a:ext uri="{FF2B5EF4-FFF2-40B4-BE49-F238E27FC236}">
                  <a16:creationId xmlns:a16="http://schemas.microsoft.com/office/drawing/2014/main" id="{54C4797E-1BB8-46D4-B079-207053D5C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7"/>
                <a:gd name="T14" fmla="*/ 155 w 155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15" name="Freeform 127">
              <a:extLst>
                <a:ext uri="{FF2B5EF4-FFF2-40B4-BE49-F238E27FC236}">
                  <a16:creationId xmlns:a16="http://schemas.microsoft.com/office/drawing/2014/main" id="{227AAFC9-9198-4811-B218-FF56139C4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16" name="Freeform 128">
              <a:extLst>
                <a:ext uri="{FF2B5EF4-FFF2-40B4-BE49-F238E27FC236}">
                  <a16:creationId xmlns:a16="http://schemas.microsoft.com/office/drawing/2014/main" id="{3288D924-8290-4164-8F2C-7605A2473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17" name="Freeform 129">
              <a:extLst>
                <a:ext uri="{FF2B5EF4-FFF2-40B4-BE49-F238E27FC236}">
                  <a16:creationId xmlns:a16="http://schemas.microsoft.com/office/drawing/2014/main" id="{C417FE0C-F171-43B9-8FEB-6FE781720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18" name="Freeform 130">
              <a:extLst>
                <a:ext uri="{FF2B5EF4-FFF2-40B4-BE49-F238E27FC236}">
                  <a16:creationId xmlns:a16="http://schemas.microsoft.com/office/drawing/2014/main" id="{CA2BF1A9-FA92-4DF3-B866-E45C24219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9"/>
                <a:gd name="T14" fmla="*/ 155 w 155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19" name="Freeform 131">
              <a:extLst>
                <a:ext uri="{FF2B5EF4-FFF2-40B4-BE49-F238E27FC236}">
                  <a16:creationId xmlns:a16="http://schemas.microsoft.com/office/drawing/2014/main" id="{B618D0DB-AD1B-4C1A-BF68-A193FCA52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20" name="Freeform 132">
              <a:extLst>
                <a:ext uri="{FF2B5EF4-FFF2-40B4-BE49-F238E27FC236}">
                  <a16:creationId xmlns:a16="http://schemas.microsoft.com/office/drawing/2014/main" id="{0392BF6E-0BB1-4D28-B5CB-8A3F3846D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21" name="Freeform 133">
              <a:extLst>
                <a:ext uri="{FF2B5EF4-FFF2-40B4-BE49-F238E27FC236}">
                  <a16:creationId xmlns:a16="http://schemas.microsoft.com/office/drawing/2014/main" id="{949D075F-6E33-4718-975C-908F7901D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22" name="Freeform 134">
              <a:extLst>
                <a:ext uri="{FF2B5EF4-FFF2-40B4-BE49-F238E27FC236}">
                  <a16:creationId xmlns:a16="http://schemas.microsoft.com/office/drawing/2014/main" id="{18AC923F-CCF1-4E94-86B2-99612C7A9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"/>
                <a:gd name="T13" fmla="*/ 0 h 1467"/>
                <a:gd name="T14" fmla="*/ 158 w 158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23" name="Freeform 135">
              <a:extLst>
                <a:ext uri="{FF2B5EF4-FFF2-40B4-BE49-F238E27FC236}">
                  <a16:creationId xmlns:a16="http://schemas.microsoft.com/office/drawing/2014/main" id="{3E7E7A6E-DCA9-46E8-BE53-091D797A7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24" name="Freeform 136">
              <a:extLst>
                <a:ext uri="{FF2B5EF4-FFF2-40B4-BE49-F238E27FC236}">
                  <a16:creationId xmlns:a16="http://schemas.microsoft.com/office/drawing/2014/main" id="{94FFFB4F-F4B4-4757-A075-6B11DA92D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9"/>
                <a:gd name="T13" fmla="*/ 0 h 1469"/>
                <a:gd name="T14" fmla="*/ 159 w 15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25" name="Freeform 137">
              <a:extLst>
                <a:ext uri="{FF2B5EF4-FFF2-40B4-BE49-F238E27FC236}">
                  <a16:creationId xmlns:a16="http://schemas.microsoft.com/office/drawing/2014/main" id="{7DA4B747-FA22-4B3D-84F2-D833715B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26" name="Freeform 138">
              <a:extLst>
                <a:ext uri="{FF2B5EF4-FFF2-40B4-BE49-F238E27FC236}">
                  <a16:creationId xmlns:a16="http://schemas.microsoft.com/office/drawing/2014/main" id="{7F486E09-A858-47EE-AB42-333DD8112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0"/>
                <a:gd name="T19" fmla="*/ 0 h 660"/>
                <a:gd name="T20" fmla="*/ 730 w 730"/>
                <a:gd name="T21" fmla="*/ 660 h 6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27" name="Freeform 139">
              <a:extLst>
                <a:ext uri="{FF2B5EF4-FFF2-40B4-BE49-F238E27FC236}">
                  <a16:creationId xmlns:a16="http://schemas.microsoft.com/office/drawing/2014/main" id="{E1427D80-6609-478F-9348-074F9BBC3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8"/>
                <a:gd name="T20" fmla="*/ 729 w 729"/>
                <a:gd name="T21" fmla="*/ 658 h 6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28" name="Freeform 140">
              <a:extLst>
                <a:ext uri="{FF2B5EF4-FFF2-40B4-BE49-F238E27FC236}">
                  <a16:creationId xmlns:a16="http://schemas.microsoft.com/office/drawing/2014/main" id="{34266BD4-B1EB-4F71-AA5A-A01AAC708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29" name="Freeform 141">
              <a:extLst>
                <a:ext uri="{FF2B5EF4-FFF2-40B4-BE49-F238E27FC236}">
                  <a16:creationId xmlns:a16="http://schemas.microsoft.com/office/drawing/2014/main" id="{2620D64A-7F81-414A-9C29-416EF50BD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30" name="Freeform 142">
              <a:extLst>
                <a:ext uri="{FF2B5EF4-FFF2-40B4-BE49-F238E27FC236}">
                  <a16:creationId xmlns:a16="http://schemas.microsoft.com/office/drawing/2014/main" id="{2B897D92-F08D-4B39-9EC0-E89FD4896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8"/>
                <a:gd name="T19" fmla="*/ 0 h 571"/>
                <a:gd name="T20" fmla="*/ 708 w 708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31" name="Freeform 143">
              <a:extLst>
                <a:ext uri="{FF2B5EF4-FFF2-40B4-BE49-F238E27FC236}">
                  <a16:creationId xmlns:a16="http://schemas.microsoft.com/office/drawing/2014/main" id="{6D3C7BA3-D487-4179-A144-A80B20822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6"/>
                <a:gd name="T19" fmla="*/ 0 h 567"/>
                <a:gd name="T20" fmla="*/ 726 w 726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32" name="Freeform 144">
              <a:extLst>
                <a:ext uri="{FF2B5EF4-FFF2-40B4-BE49-F238E27FC236}">
                  <a16:creationId xmlns:a16="http://schemas.microsoft.com/office/drawing/2014/main" id="{26805D8E-63AF-4232-A01E-027059F4D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4"/>
                <a:gd name="T19" fmla="*/ 0 h 567"/>
                <a:gd name="T20" fmla="*/ 714 w 714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33" name="Freeform 145">
              <a:extLst>
                <a:ext uri="{FF2B5EF4-FFF2-40B4-BE49-F238E27FC236}">
                  <a16:creationId xmlns:a16="http://schemas.microsoft.com/office/drawing/2014/main" id="{DE3CA64F-A16E-4324-8C22-EE813E496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1"/>
                <a:gd name="T19" fmla="*/ 0 h 567"/>
                <a:gd name="T20" fmla="*/ 711 w 711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34" name="Freeform 146">
              <a:extLst>
                <a:ext uri="{FF2B5EF4-FFF2-40B4-BE49-F238E27FC236}">
                  <a16:creationId xmlns:a16="http://schemas.microsoft.com/office/drawing/2014/main" id="{B6AFF057-72EF-4836-98CC-56F262933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35" name="Freeform 147">
              <a:extLst>
                <a:ext uri="{FF2B5EF4-FFF2-40B4-BE49-F238E27FC236}">
                  <a16:creationId xmlns:a16="http://schemas.microsoft.com/office/drawing/2014/main" id="{55F25A9D-245A-4F11-8037-49CC02559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36" name="Freeform 148">
              <a:extLst>
                <a:ext uri="{FF2B5EF4-FFF2-40B4-BE49-F238E27FC236}">
                  <a16:creationId xmlns:a16="http://schemas.microsoft.com/office/drawing/2014/main" id="{4DBE4256-61F2-480D-99C0-6E7FA8A73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37" name="Freeform 149">
              <a:extLst>
                <a:ext uri="{FF2B5EF4-FFF2-40B4-BE49-F238E27FC236}">
                  <a16:creationId xmlns:a16="http://schemas.microsoft.com/office/drawing/2014/main" id="{B7CC16A1-A7CE-4421-8C96-6E020FED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38" name="Freeform 150">
              <a:extLst>
                <a:ext uri="{FF2B5EF4-FFF2-40B4-BE49-F238E27FC236}">
                  <a16:creationId xmlns:a16="http://schemas.microsoft.com/office/drawing/2014/main" id="{C9DFDDE2-9C20-44F4-B014-F210F929E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39" name="Freeform 151">
              <a:extLst>
                <a:ext uri="{FF2B5EF4-FFF2-40B4-BE49-F238E27FC236}">
                  <a16:creationId xmlns:a16="http://schemas.microsoft.com/office/drawing/2014/main" id="{26000B26-7783-4E6E-AEC9-D5D214F82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40" name="Freeform 152">
              <a:extLst>
                <a:ext uri="{FF2B5EF4-FFF2-40B4-BE49-F238E27FC236}">
                  <a16:creationId xmlns:a16="http://schemas.microsoft.com/office/drawing/2014/main" id="{D43E77A2-7732-4CFB-A68A-98102DF9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41" name="Freeform 153">
              <a:extLst>
                <a:ext uri="{FF2B5EF4-FFF2-40B4-BE49-F238E27FC236}">
                  <a16:creationId xmlns:a16="http://schemas.microsoft.com/office/drawing/2014/main" id="{76E1C5ED-5DF0-4BC1-8A3F-420A32C3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42" name="Freeform 154">
              <a:extLst>
                <a:ext uri="{FF2B5EF4-FFF2-40B4-BE49-F238E27FC236}">
                  <a16:creationId xmlns:a16="http://schemas.microsoft.com/office/drawing/2014/main" id="{DE27277F-F3B2-405F-A0F3-9C8E23FDF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  <a:gd name="T6" fmla="*/ 0 w 4317"/>
                <a:gd name="T7" fmla="*/ 0 h 1"/>
                <a:gd name="T8" fmla="*/ 4317 w 431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43" name="Freeform 155">
              <a:extLst>
                <a:ext uri="{FF2B5EF4-FFF2-40B4-BE49-F238E27FC236}">
                  <a16:creationId xmlns:a16="http://schemas.microsoft.com/office/drawing/2014/main" id="{21AF8E13-BFC7-4592-B560-DF237E832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  <a:gd name="T6" fmla="*/ 0 w 3837"/>
                <a:gd name="T7" fmla="*/ 0 h 1"/>
                <a:gd name="T8" fmla="*/ 3837 w 383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44" name="Freeform 156">
              <a:extLst>
                <a:ext uri="{FF2B5EF4-FFF2-40B4-BE49-F238E27FC236}">
                  <a16:creationId xmlns:a16="http://schemas.microsoft.com/office/drawing/2014/main" id="{99FC0F48-E079-42DE-9CAD-E8491536F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45" name="Freeform 157">
              <a:extLst>
                <a:ext uri="{FF2B5EF4-FFF2-40B4-BE49-F238E27FC236}">
                  <a16:creationId xmlns:a16="http://schemas.microsoft.com/office/drawing/2014/main" id="{C7F84584-6A8C-4209-93BD-13DE8F303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46" name="Freeform 158">
              <a:extLst>
                <a:ext uri="{FF2B5EF4-FFF2-40B4-BE49-F238E27FC236}">
                  <a16:creationId xmlns:a16="http://schemas.microsoft.com/office/drawing/2014/main" id="{86D861B3-C39A-4CCA-8C26-D336ED032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47" name="Freeform 159">
              <a:extLst>
                <a:ext uri="{FF2B5EF4-FFF2-40B4-BE49-F238E27FC236}">
                  <a16:creationId xmlns:a16="http://schemas.microsoft.com/office/drawing/2014/main" id="{70B9C432-DD18-451D-9292-121DFCA4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  <a:gd name="T6" fmla="*/ 0 w 4"/>
                <a:gd name="T7" fmla="*/ 0 h 247"/>
                <a:gd name="T8" fmla="*/ 4 w 4"/>
                <a:gd name="T9" fmla="*/ 247 h 2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48" name="Freeform 160">
              <a:extLst>
                <a:ext uri="{FF2B5EF4-FFF2-40B4-BE49-F238E27FC236}">
                  <a16:creationId xmlns:a16="http://schemas.microsoft.com/office/drawing/2014/main" id="{1A32F89C-9463-4864-ADAB-3FF93ED2B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  <a:gd name="T6" fmla="*/ 0 w 1"/>
                <a:gd name="T7" fmla="*/ 0 h 151"/>
                <a:gd name="T8" fmla="*/ 1 w 1"/>
                <a:gd name="T9" fmla="*/ 151 h 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49" name="Line 161">
              <a:extLst>
                <a:ext uri="{FF2B5EF4-FFF2-40B4-BE49-F238E27FC236}">
                  <a16:creationId xmlns:a16="http://schemas.microsoft.com/office/drawing/2014/main" id="{71E5522E-C83D-4986-8765-C3094422D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50" name="Line 162">
              <a:extLst>
                <a:ext uri="{FF2B5EF4-FFF2-40B4-BE49-F238E27FC236}">
                  <a16:creationId xmlns:a16="http://schemas.microsoft.com/office/drawing/2014/main" id="{385251F2-F460-4C39-96B6-877D2119A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51" name="Line 163">
              <a:extLst>
                <a:ext uri="{FF2B5EF4-FFF2-40B4-BE49-F238E27FC236}">
                  <a16:creationId xmlns:a16="http://schemas.microsoft.com/office/drawing/2014/main" id="{147CFCA8-DC5B-46AD-9F1B-5375EE6642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52" name="Rectangle 164">
              <a:extLst>
                <a:ext uri="{FF2B5EF4-FFF2-40B4-BE49-F238E27FC236}">
                  <a16:creationId xmlns:a16="http://schemas.microsoft.com/office/drawing/2014/main" id="{0702D777-E757-498F-87AB-59C1F5639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53" name="Text Box 165">
              <a:extLst>
                <a:ext uri="{FF2B5EF4-FFF2-40B4-BE49-F238E27FC236}">
                  <a16:creationId xmlns:a16="http://schemas.microsoft.com/office/drawing/2014/main" id="{5C52C0A5-82B2-407C-9970-CA8939A781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8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5154" name="Rectangle 166">
              <a:extLst>
                <a:ext uri="{FF2B5EF4-FFF2-40B4-BE49-F238E27FC236}">
                  <a16:creationId xmlns:a16="http://schemas.microsoft.com/office/drawing/2014/main" id="{139FFD44-F75D-4AC0-9FE0-D3D420274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55" name="Text Box 167">
              <a:extLst>
                <a:ext uri="{FF2B5EF4-FFF2-40B4-BE49-F238E27FC236}">
                  <a16:creationId xmlns:a16="http://schemas.microsoft.com/office/drawing/2014/main" id="{CB505744-2AAF-41BC-9753-BA1F12DA3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0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5156" name="Rectangle 168">
              <a:extLst>
                <a:ext uri="{FF2B5EF4-FFF2-40B4-BE49-F238E27FC236}">
                  <a16:creationId xmlns:a16="http://schemas.microsoft.com/office/drawing/2014/main" id="{DC0A046F-C846-4844-9A43-FDA557C48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57" name="Text Box 169">
              <a:extLst>
                <a:ext uri="{FF2B5EF4-FFF2-40B4-BE49-F238E27FC236}">
                  <a16:creationId xmlns:a16="http://schemas.microsoft.com/office/drawing/2014/main" id="{B14CE9A4-BD63-4B0E-A8ED-8118953E9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5158" name="Line 170">
              <a:extLst>
                <a:ext uri="{FF2B5EF4-FFF2-40B4-BE49-F238E27FC236}">
                  <a16:creationId xmlns:a16="http://schemas.microsoft.com/office/drawing/2014/main" id="{1341A25D-C09F-4C34-91BC-1A828D3BF6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59" name="Line 171">
              <a:extLst>
                <a:ext uri="{FF2B5EF4-FFF2-40B4-BE49-F238E27FC236}">
                  <a16:creationId xmlns:a16="http://schemas.microsoft.com/office/drawing/2014/main" id="{89BC484A-5854-4C27-A03C-DB87C4F2D9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60" name="Line 172">
              <a:extLst>
                <a:ext uri="{FF2B5EF4-FFF2-40B4-BE49-F238E27FC236}">
                  <a16:creationId xmlns:a16="http://schemas.microsoft.com/office/drawing/2014/main" id="{F34CABFE-D562-416D-8CC8-6A4A89F0DD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61" name="Line 173">
              <a:extLst>
                <a:ext uri="{FF2B5EF4-FFF2-40B4-BE49-F238E27FC236}">
                  <a16:creationId xmlns:a16="http://schemas.microsoft.com/office/drawing/2014/main" id="{3F648C9B-6D59-41ED-B32D-0CAEA72F6C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62" name="Freeform 174">
              <a:extLst>
                <a:ext uri="{FF2B5EF4-FFF2-40B4-BE49-F238E27FC236}">
                  <a16:creationId xmlns:a16="http://schemas.microsoft.com/office/drawing/2014/main" id="{C0084E5D-ADF8-4204-BFC4-24F12F1A8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63" name="Freeform 175">
              <a:extLst>
                <a:ext uri="{FF2B5EF4-FFF2-40B4-BE49-F238E27FC236}">
                  <a16:creationId xmlns:a16="http://schemas.microsoft.com/office/drawing/2014/main" id="{9B370170-185E-4475-8EB1-939C67544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  <a:gd name="T6" fmla="*/ 0 w 1"/>
                <a:gd name="T7" fmla="*/ 0 h 525"/>
                <a:gd name="T8" fmla="*/ 1 w 1"/>
                <a:gd name="T9" fmla="*/ 525 h 5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64" name="Freeform 176">
              <a:extLst>
                <a:ext uri="{FF2B5EF4-FFF2-40B4-BE49-F238E27FC236}">
                  <a16:creationId xmlns:a16="http://schemas.microsoft.com/office/drawing/2014/main" id="{9F6203DB-A7EB-4466-A16D-9F8482947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65" name="Text Box 177">
              <a:extLst>
                <a:ext uri="{FF2B5EF4-FFF2-40B4-BE49-F238E27FC236}">
                  <a16:creationId xmlns:a16="http://schemas.microsoft.com/office/drawing/2014/main" id="{BC247AF1-1209-4EEE-8CE4-D6C7FBC694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166" name="Text Box 178">
              <a:extLst>
                <a:ext uri="{FF2B5EF4-FFF2-40B4-BE49-F238E27FC236}">
                  <a16:creationId xmlns:a16="http://schemas.microsoft.com/office/drawing/2014/main" id="{895CAF29-44F1-4375-8AC3-257AF4912A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167" name="Text Box 179">
              <a:extLst>
                <a:ext uri="{FF2B5EF4-FFF2-40B4-BE49-F238E27FC236}">
                  <a16:creationId xmlns:a16="http://schemas.microsoft.com/office/drawing/2014/main" id="{F50B036C-C7DD-45A2-AC63-A7C165178A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168" name="Text Box 180">
              <a:extLst>
                <a:ext uri="{FF2B5EF4-FFF2-40B4-BE49-F238E27FC236}">
                  <a16:creationId xmlns:a16="http://schemas.microsoft.com/office/drawing/2014/main" id="{05EDE2D2-F2DB-421D-9A92-D161A41B5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169" name="Text Box 181">
              <a:extLst>
                <a:ext uri="{FF2B5EF4-FFF2-40B4-BE49-F238E27FC236}">
                  <a16:creationId xmlns:a16="http://schemas.microsoft.com/office/drawing/2014/main" id="{275720CB-1F9B-4A6F-9910-50FE0BF77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170" name="Text Box 182">
              <a:extLst>
                <a:ext uri="{FF2B5EF4-FFF2-40B4-BE49-F238E27FC236}">
                  <a16:creationId xmlns:a16="http://schemas.microsoft.com/office/drawing/2014/main" id="{B140B3A1-A307-417E-943B-A2D3CA1090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171" name="Text Box 183">
              <a:extLst>
                <a:ext uri="{FF2B5EF4-FFF2-40B4-BE49-F238E27FC236}">
                  <a16:creationId xmlns:a16="http://schemas.microsoft.com/office/drawing/2014/main" id="{C46B7353-3645-45F9-A6CC-ACCE89F961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172" name="Text Box 184">
              <a:extLst>
                <a:ext uri="{FF2B5EF4-FFF2-40B4-BE49-F238E27FC236}">
                  <a16:creationId xmlns:a16="http://schemas.microsoft.com/office/drawing/2014/main" id="{DEA7BDE4-6C95-4564-B1E8-2D5D303CD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173" name="Text Box 185">
              <a:extLst>
                <a:ext uri="{FF2B5EF4-FFF2-40B4-BE49-F238E27FC236}">
                  <a16:creationId xmlns:a16="http://schemas.microsoft.com/office/drawing/2014/main" id="{F59F88A3-39CB-44C0-B817-5E48308B20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5174" name="Text Box 186">
              <a:extLst>
                <a:ext uri="{FF2B5EF4-FFF2-40B4-BE49-F238E27FC236}">
                  <a16:creationId xmlns:a16="http://schemas.microsoft.com/office/drawing/2014/main" id="{03DE4910-DC85-4459-80DC-79D9DF6EC8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5175" name="Text Box 187">
              <a:extLst>
                <a:ext uri="{FF2B5EF4-FFF2-40B4-BE49-F238E27FC236}">
                  <a16:creationId xmlns:a16="http://schemas.microsoft.com/office/drawing/2014/main" id="{A92CB6B8-7DB1-4C25-8A03-25FB3C7FC9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35176" name="Line 188">
              <a:extLst>
                <a:ext uri="{FF2B5EF4-FFF2-40B4-BE49-F238E27FC236}">
                  <a16:creationId xmlns:a16="http://schemas.microsoft.com/office/drawing/2014/main" id="{FDB00891-3AD0-4204-B6F6-38B8DB0908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77" name="Text Box 189">
              <a:extLst>
                <a:ext uri="{FF2B5EF4-FFF2-40B4-BE49-F238E27FC236}">
                  <a16:creationId xmlns:a16="http://schemas.microsoft.com/office/drawing/2014/main" id="{61D179AE-8D52-4F69-B0EC-D0A376CEA4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5178" name="Text Box 190">
              <a:extLst>
                <a:ext uri="{FF2B5EF4-FFF2-40B4-BE49-F238E27FC236}">
                  <a16:creationId xmlns:a16="http://schemas.microsoft.com/office/drawing/2014/main" id="{0B96B281-74C7-48D5-AB69-5CE28D1C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35179" name="Text Box 191">
              <a:extLst>
                <a:ext uri="{FF2B5EF4-FFF2-40B4-BE49-F238E27FC236}">
                  <a16:creationId xmlns:a16="http://schemas.microsoft.com/office/drawing/2014/main" id="{F971E242-7DDA-4E29-9628-490E166792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180" name="Text Box 192">
              <a:extLst>
                <a:ext uri="{FF2B5EF4-FFF2-40B4-BE49-F238E27FC236}">
                  <a16:creationId xmlns:a16="http://schemas.microsoft.com/office/drawing/2014/main" id="{4F40EDD7-A8E6-4461-A4B7-C6850136B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5181" name="Text Box 193">
              <a:extLst>
                <a:ext uri="{FF2B5EF4-FFF2-40B4-BE49-F238E27FC236}">
                  <a16:creationId xmlns:a16="http://schemas.microsoft.com/office/drawing/2014/main" id="{9C61DFE7-E271-44B1-A9E4-339518E23C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行</a:t>
              </a:r>
            </a:p>
          </p:txBody>
        </p:sp>
        <p:sp>
          <p:nvSpPr>
            <p:cNvPr id="35182" name="Text Box 194">
              <a:extLst>
                <a:ext uri="{FF2B5EF4-FFF2-40B4-BE49-F238E27FC236}">
                  <a16:creationId xmlns:a16="http://schemas.microsoft.com/office/drawing/2014/main" id="{6F5C4D64-7E7C-4738-8182-7D4F20235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</a:p>
          </p:txBody>
        </p:sp>
        <p:sp>
          <p:nvSpPr>
            <p:cNvPr id="35183" name="Text Box 195">
              <a:extLst>
                <a:ext uri="{FF2B5EF4-FFF2-40B4-BE49-F238E27FC236}">
                  <a16:creationId xmlns:a16="http://schemas.microsoft.com/office/drawing/2014/main" id="{8567AF37-C4A3-42EF-905B-8D37DA191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址</a:t>
              </a:r>
            </a:p>
          </p:txBody>
        </p:sp>
        <p:sp>
          <p:nvSpPr>
            <p:cNvPr id="35184" name="Text Box 196">
              <a:extLst>
                <a:ext uri="{FF2B5EF4-FFF2-40B4-BE49-F238E27FC236}">
                  <a16:creationId xmlns:a16="http://schemas.microsoft.com/office/drawing/2014/main" id="{1D48DFB2-9B86-4AC1-943D-ED2F48D2CE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</a:t>
              </a:r>
            </a:p>
          </p:txBody>
        </p:sp>
        <p:sp>
          <p:nvSpPr>
            <p:cNvPr id="35185" name="Text Box 197">
              <a:extLst>
                <a:ext uri="{FF2B5EF4-FFF2-40B4-BE49-F238E27FC236}">
                  <a16:creationId xmlns:a16="http://schemas.microsoft.com/office/drawing/2014/main" id="{C48CC1CC-BCAD-4F61-B8A0-89754C500C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35186" name="Text Box 198">
              <a:extLst>
                <a:ext uri="{FF2B5EF4-FFF2-40B4-BE49-F238E27FC236}">
                  <a16:creationId xmlns:a16="http://schemas.microsoft.com/office/drawing/2014/main" id="{89DDDFA6-3C3F-42D4-BDB8-D926B9EA4A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列</a:t>
              </a:r>
            </a:p>
          </p:txBody>
        </p:sp>
        <p:sp>
          <p:nvSpPr>
            <p:cNvPr id="35187" name="Text Box 199">
              <a:extLst>
                <a:ext uri="{FF2B5EF4-FFF2-40B4-BE49-F238E27FC236}">
                  <a16:creationId xmlns:a16="http://schemas.microsoft.com/office/drawing/2014/main" id="{8F20352A-506C-45E8-8291-0A06F0E386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</a:p>
          </p:txBody>
        </p:sp>
        <p:sp>
          <p:nvSpPr>
            <p:cNvPr id="35188" name="Text Box 200">
              <a:extLst>
                <a:ext uri="{FF2B5EF4-FFF2-40B4-BE49-F238E27FC236}">
                  <a16:creationId xmlns:a16="http://schemas.microsoft.com/office/drawing/2014/main" id="{D7C4BCCE-0D58-4766-88A2-0DF4CDD19D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址</a:t>
              </a:r>
            </a:p>
          </p:txBody>
        </p:sp>
        <p:sp>
          <p:nvSpPr>
            <p:cNvPr id="35189" name="Text Box 201">
              <a:extLst>
                <a:ext uri="{FF2B5EF4-FFF2-40B4-BE49-F238E27FC236}">
                  <a16:creationId xmlns:a16="http://schemas.microsoft.com/office/drawing/2014/main" id="{A4555CEF-E00B-4D9D-9270-C0EBFCFAF7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</a:t>
              </a:r>
            </a:p>
          </p:txBody>
        </p:sp>
        <p:sp>
          <p:nvSpPr>
            <p:cNvPr id="35190" name="Text Box 202">
              <a:extLst>
                <a:ext uri="{FF2B5EF4-FFF2-40B4-BE49-F238E27FC236}">
                  <a16:creationId xmlns:a16="http://schemas.microsoft.com/office/drawing/2014/main" id="{DB768686-C2FD-47D4-B74E-4D1BEAC4F1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35191" name="Text Box 203">
              <a:extLst>
                <a:ext uri="{FF2B5EF4-FFF2-40B4-BE49-F238E27FC236}">
                  <a16:creationId xmlns:a16="http://schemas.microsoft.com/office/drawing/2014/main" id="{C49A5EED-260E-4390-95A3-ECE522EEAB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5192" name="Text Box 204">
              <a:extLst>
                <a:ext uri="{FF2B5EF4-FFF2-40B4-BE49-F238E27FC236}">
                  <a16:creationId xmlns:a16="http://schemas.microsoft.com/office/drawing/2014/main" id="{01F287CB-E159-4FB1-A572-0B2019119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35193" name="Text Box 205">
              <a:extLst>
                <a:ext uri="{FF2B5EF4-FFF2-40B4-BE49-F238E27FC236}">
                  <a16:creationId xmlns:a16="http://schemas.microsoft.com/office/drawing/2014/main" id="{4AB6220C-9960-49CD-B9B9-5D6EFF8999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35194" name="Text Box 206">
              <a:extLst>
                <a:ext uri="{FF2B5EF4-FFF2-40B4-BE49-F238E27FC236}">
                  <a16:creationId xmlns:a16="http://schemas.microsoft.com/office/drawing/2014/main" id="{C27F504B-F7E9-4B70-B226-44A9BA8A9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35195" name="Line 207">
              <a:extLst>
                <a:ext uri="{FF2B5EF4-FFF2-40B4-BE49-F238E27FC236}">
                  <a16:creationId xmlns:a16="http://schemas.microsoft.com/office/drawing/2014/main" id="{F4CE3660-6497-4283-A4AC-CEBAD5329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96" name="Line 208">
              <a:extLst>
                <a:ext uri="{FF2B5EF4-FFF2-40B4-BE49-F238E27FC236}">
                  <a16:creationId xmlns:a16="http://schemas.microsoft.com/office/drawing/2014/main" id="{C71940B0-BF4C-4103-BE0B-CE7BC71E1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97" name="Line 209">
              <a:extLst>
                <a:ext uri="{FF2B5EF4-FFF2-40B4-BE49-F238E27FC236}">
                  <a16:creationId xmlns:a16="http://schemas.microsoft.com/office/drawing/2014/main" id="{87AEB623-33BB-4C9E-9400-BD1913140E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98" name="Line 210">
              <a:extLst>
                <a:ext uri="{FF2B5EF4-FFF2-40B4-BE49-F238E27FC236}">
                  <a16:creationId xmlns:a16="http://schemas.microsoft.com/office/drawing/2014/main" id="{7A9FCC27-0D37-483B-BECE-6D0D6643F4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99" name="Line 211">
              <a:extLst>
                <a:ext uri="{FF2B5EF4-FFF2-40B4-BE49-F238E27FC236}">
                  <a16:creationId xmlns:a16="http://schemas.microsoft.com/office/drawing/2014/main" id="{62098A31-19EA-44D3-B6A0-E8799C8456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200" name="Line 212">
              <a:extLst>
                <a:ext uri="{FF2B5EF4-FFF2-40B4-BE49-F238E27FC236}">
                  <a16:creationId xmlns:a16="http://schemas.microsoft.com/office/drawing/2014/main" id="{839738BB-B075-40E0-B3FB-0986392DF3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201" name="Line 213">
              <a:extLst>
                <a:ext uri="{FF2B5EF4-FFF2-40B4-BE49-F238E27FC236}">
                  <a16:creationId xmlns:a16="http://schemas.microsoft.com/office/drawing/2014/main" id="{F858624D-5B87-44AE-8AB0-996B9DF6F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202" name="Line 214">
              <a:extLst>
                <a:ext uri="{FF2B5EF4-FFF2-40B4-BE49-F238E27FC236}">
                  <a16:creationId xmlns:a16="http://schemas.microsoft.com/office/drawing/2014/main" id="{844A0F4E-1A22-442F-840E-EC7005D85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203" name="Line 215">
              <a:extLst>
                <a:ext uri="{FF2B5EF4-FFF2-40B4-BE49-F238E27FC236}">
                  <a16:creationId xmlns:a16="http://schemas.microsoft.com/office/drawing/2014/main" id="{488EB84E-7C3E-42F9-97C3-929F68226E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204" name="Line 216">
              <a:extLst>
                <a:ext uri="{FF2B5EF4-FFF2-40B4-BE49-F238E27FC236}">
                  <a16:creationId xmlns:a16="http://schemas.microsoft.com/office/drawing/2014/main" id="{F73415C1-FAAE-4455-B138-971963E716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205" name="Text Box 217">
              <a:extLst>
                <a:ext uri="{FF2B5EF4-FFF2-40B4-BE49-F238E27FC236}">
                  <a16:creationId xmlns:a16="http://schemas.microsoft.com/office/drawing/2014/main" id="{B34A3F54-18D8-4A7C-9ED5-14ECAE9DC7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</a:t>
              </a:r>
            </a:p>
          </p:txBody>
        </p:sp>
        <p:sp>
          <p:nvSpPr>
            <p:cNvPr id="35206" name="Line 218">
              <a:extLst>
                <a:ext uri="{FF2B5EF4-FFF2-40B4-BE49-F238E27FC236}">
                  <a16:creationId xmlns:a16="http://schemas.microsoft.com/office/drawing/2014/main" id="{FB135E52-338E-42B0-AC2A-48A947EC88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207" name="Text Box 219">
              <a:extLst>
                <a:ext uri="{FF2B5EF4-FFF2-40B4-BE49-F238E27FC236}">
                  <a16:creationId xmlns:a16="http://schemas.microsoft.com/office/drawing/2014/main" id="{CEDCA402-D121-4806-BF7E-B91FCEB305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CS</a:t>
              </a:r>
            </a:p>
          </p:txBody>
        </p:sp>
        <p:sp>
          <p:nvSpPr>
            <p:cNvPr id="35208" name="Line 220">
              <a:extLst>
                <a:ext uri="{FF2B5EF4-FFF2-40B4-BE49-F238E27FC236}">
                  <a16:creationId xmlns:a16="http://schemas.microsoft.com/office/drawing/2014/main" id="{25F18953-8DB3-4F89-BB88-A06DC77D1B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4819" name="Group 221">
            <a:extLst>
              <a:ext uri="{FF2B5EF4-FFF2-40B4-BE49-F238E27FC236}">
                <a16:creationId xmlns:a16="http://schemas.microsoft.com/office/drawing/2014/main" id="{1091F4D7-3392-4AA0-9DEE-547F4C82C581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311150" cy="4778375"/>
            <a:chOff x="140" y="674"/>
            <a:chExt cx="196" cy="3010"/>
          </a:xfrm>
        </p:grpSpPr>
        <p:sp>
          <p:nvSpPr>
            <p:cNvPr id="34995" name="Text Box 222">
              <a:extLst>
                <a:ext uri="{FF2B5EF4-FFF2-40B4-BE49-F238E27FC236}">
                  <a16:creationId xmlns:a16="http://schemas.microsoft.com/office/drawing/2014/main" id="{A49028A2-E07B-4F89-837D-C388A0C02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4996" name="Text Box 223">
              <a:extLst>
                <a:ext uri="{FF2B5EF4-FFF2-40B4-BE49-F238E27FC236}">
                  <a16:creationId xmlns:a16="http://schemas.microsoft.com/office/drawing/2014/main" id="{7B1266C1-99FA-442F-830D-1D4CC9C6CD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4997" name="Text Box 224">
              <a:extLst>
                <a:ext uri="{FF2B5EF4-FFF2-40B4-BE49-F238E27FC236}">
                  <a16:creationId xmlns:a16="http://schemas.microsoft.com/office/drawing/2014/main" id="{885FCF99-45F2-48DD-9223-8BAAC6B0D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4998" name="Text Box 225">
              <a:extLst>
                <a:ext uri="{FF2B5EF4-FFF2-40B4-BE49-F238E27FC236}">
                  <a16:creationId xmlns:a16="http://schemas.microsoft.com/office/drawing/2014/main" id="{BE5F372F-3686-4F51-9F65-C0B84D57E9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4999" name="Text Box 226">
              <a:extLst>
                <a:ext uri="{FF2B5EF4-FFF2-40B4-BE49-F238E27FC236}">
                  <a16:creationId xmlns:a16="http://schemas.microsoft.com/office/drawing/2014/main" id="{F77E821A-00B2-452D-8128-39F2E52E5F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5000" name="Text Box 227">
              <a:extLst>
                <a:ext uri="{FF2B5EF4-FFF2-40B4-BE49-F238E27FC236}">
                  <a16:creationId xmlns:a16="http://schemas.microsoft.com/office/drawing/2014/main" id="{E6CCB35D-2986-47FF-93FF-758B2D4F0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5001" name="Text Box 228">
              <a:extLst>
                <a:ext uri="{FF2B5EF4-FFF2-40B4-BE49-F238E27FC236}">
                  <a16:creationId xmlns:a16="http://schemas.microsoft.com/office/drawing/2014/main" id="{C9EE54A5-3B2A-41F0-B8C2-1C05390274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5002" name="Text Box 229">
              <a:extLst>
                <a:ext uri="{FF2B5EF4-FFF2-40B4-BE49-F238E27FC236}">
                  <a16:creationId xmlns:a16="http://schemas.microsoft.com/office/drawing/2014/main" id="{7F83A8A4-494D-4CFE-BCD0-1C8E284AB6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5003" name="Text Box 230">
              <a:extLst>
                <a:ext uri="{FF2B5EF4-FFF2-40B4-BE49-F238E27FC236}">
                  <a16:creationId xmlns:a16="http://schemas.microsoft.com/office/drawing/2014/main" id="{ECC5E4E2-F565-43ED-9B16-F7A5CB2B89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5004" name="Text Box 231">
              <a:extLst>
                <a:ext uri="{FF2B5EF4-FFF2-40B4-BE49-F238E27FC236}">
                  <a16:creationId xmlns:a16="http://schemas.microsoft.com/office/drawing/2014/main" id="{2FACFDEE-43B1-4B21-AD67-3E5CED5990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34820" name="Group 232">
            <a:extLst>
              <a:ext uri="{FF2B5EF4-FFF2-40B4-BE49-F238E27FC236}">
                <a16:creationId xmlns:a16="http://schemas.microsoft.com/office/drawing/2014/main" id="{31164D76-54E8-4343-BBE9-D1D974321CEF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4179888"/>
            <a:ext cx="6262687" cy="401637"/>
            <a:chOff x="915" y="2633"/>
            <a:chExt cx="3945" cy="253"/>
          </a:xfrm>
        </p:grpSpPr>
        <p:grpSp>
          <p:nvGrpSpPr>
            <p:cNvPr id="34957" name="Group 233">
              <a:extLst>
                <a:ext uri="{FF2B5EF4-FFF2-40B4-BE49-F238E27FC236}">
                  <a16:creationId xmlns:a16="http://schemas.microsoft.com/office/drawing/2014/main" id="{7EA8A540-9975-4166-AC4E-8E7DE033EC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34990" name="Freeform 234">
                <a:extLst>
                  <a:ext uri="{FF2B5EF4-FFF2-40B4-BE49-F238E27FC236}">
                    <a16:creationId xmlns:a16="http://schemas.microsoft.com/office/drawing/2014/main" id="{F8FF35D4-1538-42A8-A747-659139687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991" name="Freeform 235">
                <a:extLst>
                  <a:ext uri="{FF2B5EF4-FFF2-40B4-BE49-F238E27FC236}">
                    <a16:creationId xmlns:a16="http://schemas.microsoft.com/office/drawing/2014/main" id="{A9F70328-8996-4834-8E8D-DBB1B6A37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992" name="Freeform 236">
                <a:extLst>
                  <a:ext uri="{FF2B5EF4-FFF2-40B4-BE49-F238E27FC236}">
                    <a16:creationId xmlns:a16="http://schemas.microsoft.com/office/drawing/2014/main" id="{3B9C641D-04EE-4918-8C4F-402CFD8B1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993" name="Freeform 237">
                <a:extLst>
                  <a:ext uri="{FF2B5EF4-FFF2-40B4-BE49-F238E27FC236}">
                    <a16:creationId xmlns:a16="http://schemas.microsoft.com/office/drawing/2014/main" id="{F004617F-0447-469B-80B8-284037B24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  <a:gd name="T6" fmla="*/ 0 w 1"/>
                  <a:gd name="T7" fmla="*/ 0 h 178"/>
                  <a:gd name="T8" fmla="*/ 1 w 1"/>
                  <a:gd name="T9" fmla="*/ 178 h 17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994" name="Freeform 238">
                <a:extLst>
                  <a:ext uri="{FF2B5EF4-FFF2-40B4-BE49-F238E27FC236}">
                    <a16:creationId xmlns:a16="http://schemas.microsoft.com/office/drawing/2014/main" id="{63DF3F19-5F9F-4125-97CA-535412833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  <a:gd name="T6" fmla="*/ 0 w 3858"/>
                  <a:gd name="T7" fmla="*/ 0 h 2"/>
                  <a:gd name="T8" fmla="*/ 3858 w 385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958" name="Group 239">
              <a:extLst>
                <a:ext uri="{FF2B5EF4-FFF2-40B4-BE49-F238E27FC236}">
                  <a16:creationId xmlns:a16="http://schemas.microsoft.com/office/drawing/2014/main" id="{33116F01-55D0-4353-A7E6-508181545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3" y="2633"/>
              <a:ext cx="192" cy="158"/>
              <a:chOff x="1440" y="2928"/>
              <a:chExt cx="192" cy="158"/>
            </a:xfrm>
          </p:grpSpPr>
          <p:grpSp>
            <p:nvGrpSpPr>
              <p:cNvPr id="34983" name="Group 240">
                <a:extLst>
                  <a:ext uri="{FF2B5EF4-FFF2-40B4-BE49-F238E27FC236}">
                    <a16:creationId xmlns:a16="http://schemas.microsoft.com/office/drawing/2014/main" id="{DD59C947-ADE8-449D-8A0E-E6E0E2CB63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34988" name="Line 241">
                  <a:extLst>
                    <a:ext uri="{FF2B5EF4-FFF2-40B4-BE49-F238E27FC236}">
                      <a16:creationId xmlns:a16="http://schemas.microsoft.com/office/drawing/2014/main" id="{885156C4-6636-4A0D-AB95-39C587531D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89" name="Line 242">
                  <a:extLst>
                    <a:ext uri="{FF2B5EF4-FFF2-40B4-BE49-F238E27FC236}">
                      <a16:creationId xmlns:a16="http://schemas.microsoft.com/office/drawing/2014/main" id="{9AF1348F-6A9D-4C42-9836-00B3BBC09A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984" name="Freeform 243">
                <a:extLst>
                  <a:ext uri="{FF2B5EF4-FFF2-40B4-BE49-F238E27FC236}">
                    <a16:creationId xmlns:a16="http://schemas.microsoft.com/office/drawing/2014/main" id="{F63EF2AC-496B-4D63-B944-8D665A615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4985" name="Group 244">
                <a:extLst>
                  <a:ext uri="{FF2B5EF4-FFF2-40B4-BE49-F238E27FC236}">
                    <a16:creationId xmlns:a16="http://schemas.microsoft.com/office/drawing/2014/main" id="{78472316-A58F-493F-AAAD-B35E0DCCB7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34986" name="Line 245">
                  <a:extLst>
                    <a:ext uri="{FF2B5EF4-FFF2-40B4-BE49-F238E27FC236}">
                      <a16:creationId xmlns:a16="http://schemas.microsoft.com/office/drawing/2014/main" id="{5224AFB0-9E8A-4146-BCBD-64AB2CE516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87" name="Line 246">
                  <a:extLst>
                    <a:ext uri="{FF2B5EF4-FFF2-40B4-BE49-F238E27FC236}">
                      <a16:creationId xmlns:a16="http://schemas.microsoft.com/office/drawing/2014/main" id="{80A45B4D-795A-404F-9EDE-5D503C04AF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34959" name="Group 247">
              <a:extLst>
                <a:ext uri="{FF2B5EF4-FFF2-40B4-BE49-F238E27FC236}">
                  <a16:creationId xmlns:a16="http://schemas.microsoft.com/office/drawing/2014/main" id="{F7D6E3B7-3DDC-4641-B618-ADB5F7E4F0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5" y="2635"/>
              <a:ext cx="192" cy="158"/>
              <a:chOff x="1440" y="2928"/>
              <a:chExt cx="192" cy="158"/>
            </a:xfrm>
          </p:grpSpPr>
          <p:grpSp>
            <p:nvGrpSpPr>
              <p:cNvPr id="34976" name="Group 248">
                <a:extLst>
                  <a:ext uri="{FF2B5EF4-FFF2-40B4-BE49-F238E27FC236}">
                    <a16:creationId xmlns:a16="http://schemas.microsoft.com/office/drawing/2014/main" id="{F2C4F4EA-5965-4A8A-94FC-E022953F81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34981" name="Line 249">
                  <a:extLst>
                    <a:ext uri="{FF2B5EF4-FFF2-40B4-BE49-F238E27FC236}">
                      <a16:creationId xmlns:a16="http://schemas.microsoft.com/office/drawing/2014/main" id="{C616AC30-2260-4421-A1F2-2A69067228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82" name="Line 250">
                  <a:extLst>
                    <a:ext uri="{FF2B5EF4-FFF2-40B4-BE49-F238E27FC236}">
                      <a16:creationId xmlns:a16="http://schemas.microsoft.com/office/drawing/2014/main" id="{21E2169A-C145-4EDB-B3E8-0D3BD572E4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977" name="Freeform 251">
                <a:extLst>
                  <a:ext uri="{FF2B5EF4-FFF2-40B4-BE49-F238E27FC236}">
                    <a16:creationId xmlns:a16="http://schemas.microsoft.com/office/drawing/2014/main" id="{E673D83B-7597-4605-9DAD-8CE77A355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4978" name="Group 252">
                <a:extLst>
                  <a:ext uri="{FF2B5EF4-FFF2-40B4-BE49-F238E27FC236}">
                    <a16:creationId xmlns:a16="http://schemas.microsoft.com/office/drawing/2014/main" id="{A7DCD6A2-621E-4D80-B04B-D7469F3155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34979" name="Line 253">
                  <a:extLst>
                    <a:ext uri="{FF2B5EF4-FFF2-40B4-BE49-F238E27FC236}">
                      <a16:creationId xmlns:a16="http://schemas.microsoft.com/office/drawing/2014/main" id="{72E408AF-1C38-46D7-B067-DC45A98A85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80" name="Line 254">
                  <a:extLst>
                    <a:ext uri="{FF2B5EF4-FFF2-40B4-BE49-F238E27FC236}">
                      <a16:creationId xmlns:a16="http://schemas.microsoft.com/office/drawing/2014/main" id="{F0427A5B-8ADD-4895-B6F2-46897ECBA3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34960" name="Group 255">
              <a:extLst>
                <a:ext uri="{FF2B5EF4-FFF2-40B4-BE49-F238E27FC236}">
                  <a16:creationId xmlns:a16="http://schemas.microsoft.com/office/drawing/2014/main" id="{E4BCEE6D-6524-4BAA-803F-AD8949A865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7" y="2635"/>
              <a:ext cx="192" cy="158"/>
              <a:chOff x="1440" y="2928"/>
              <a:chExt cx="192" cy="158"/>
            </a:xfrm>
          </p:grpSpPr>
          <p:grpSp>
            <p:nvGrpSpPr>
              <p:cNvPr id="34969" name="Group 256">
                <a:extLst>
                  <a:ext uri="{FF2B5EF4-FFF2-40B4-BE49-F238E27FC236}">
                    <a16:creationId xmlns:a16="http://schemas.microsoft.com/office/drawing/2014/main" id="{F6F53F37-F839-4BCC-9106-F7C506A4FC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34974" name="Line 257">
                  <a:extLst>
                    <a:ext uri="{FF2B5EF4-FFF2-40B4-BE49-F238E27FC236}">
                      <a16:creationId xmlns:a16="http://schemas.microsoft.com/office/drawing/2014/main" id="{0FCFAD94-3D62-4C8D-8E7D-8BFE32D4BB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75" name="Line 258">
                  <a:extLst>
                    <a:ext uri="{FF2B5EF4-FFF2-40B4-BE49-F238E27FC236}">
                      <a16:creationId xmlns:a16="http://schemas.microsoft.com/office/drawing/2014/main" id="{28158384-A7DD-4053-864A-EFA8F2FF7C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970" name="Freeform 259">
                <a:extLst>
                  <a:ext uri="{FF2B5EF4-FFF2-40B4-BE49-F238E27FC236}">
                    <a16:creationId xmlns:a16="http://schemas.microsoft.com/office/drawing/2014/main" id="{F67D6C94-680A-409F-AF0D-421101915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4971" name="Group 260">
                <a:extLst>
                  <a:ext uri="{FF2B5EF4-FFF2-40B4-BE49-F238E27FC236}">
                    <a16:creationId xmlns:a16="http://schemas.microsoft.com/office/drawing/2014/main" id="{F3AE38C9-0F59-44FD-8EC7-E74A71DFB1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34972" name="Line 261">
                  <a:extLst>
                    <a:ext uri="{FF2B5EF4-FFF2-40B4-BE49-F238E27FC236}">
                      <a16:creationId xmlns:a16="http://schemas.microsoft.com/office/drawing/2014/main" id="{7E6F8E01-D4A6-455B-A0A0-0403F3248D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73" name="Line 262">
                  <a:extLst>
                    <a:ext uri="{FF2B5EF4-FFF2-40B4-BE49-F238E27FC236}">
                      <a16:creationId xmlns:a16="http://schemas.microsoft.com/office/drawing/2014/main" id="{071B0CE3-80D8-4781-8E91-87E3DF400F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34961" name="Group 263">
              <a:extLst>
                <a:ext uri="{FF2B5EF4-FFF2-40B4-BE49-F238E27FC236}">
                  <a16:creationId xmlns:a16="http://schemas.microsoft.com/office/drawing/2014/main" id="{58D400F0-9551-41A1-9FA8-0AA99AA4A1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8" y="2635"/>
              <a:ext cx="192" cy="158"/>
              <a:chOff x="1440" y="2928"/>
              <a:chExt cx="192" cy="158"/>
            </a:xfrm>
          </p:grpSpPr>
          <p:grpSp>
            <p:nvGrpSpPr>
              <p:cNvPr id="34962" name="Group 264">
                <a:extLst>
                  <a:ext uri="{FF2B5EF4-FFF2-40B4-BE49-F238E27FC236}">
                    <a16:creationId xmlns:a16="http://schemas.microsoft.com/office/drawing/2014/main" id="{E2F8EAFA-57D7-4818-AD35-DC4FC756EF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34967" name="Line 265">
                  <a:extLst>
                    <a:ext uri="{FF2B5EF4-FFF2-40B4-BE49-F238E27FC236}">
                      <a16:creationId xmlns:a16="http://schemas.microsoft.com/office/drawing/2014/main" id="{0066DA4D-CA00-4897-8C61-25E9144244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68" name="Line 266">
                  <a:extLst>
                    <a:ext uri="{FF2B5EF4-FFF2-40B4-BE49-F238E27FC236}">
                      <a16:creationId xmlns:a16="http://schemas.microsoft.com/office/drawing/2014/main" id="{DCCA3D30-9058-4729-9AAA-41069E1D49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963" name="Freeform 267">
                <a:extLst>
                  <a:ext uri="{FF2B5EF4-FFF2-40B4-BE49-F238E27FC236}">
                    <a16:creationId xmlns:a16="http://schemas.microsoft.com/office/drawing/2014/main" id="{966763D7-7F69-4DAA-8295-B9276D57A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4964" name="Group 268">
                <a:extLst>
                  <a:ext uri="{FF2B5EF4-FFF2-40B4-BE49-F238E27FC236}">
                    <a16:creationId xmlns:a16="http://schemas.microsoft.com/office/drawing/2014/main" id="{6B2A115D-C4FC-45DF-93C3-F90B8F5C44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34965" name="Line 269">
                  <a:extLst>
                    <a:ext uri="{FF2B5EF4-FFF2-40B4-BE49-F238E27FC236}">
                      <a16:creationId xmlns:a16="http://schemas.microsoft.com/office/drawing/2014/main" id="{AD46A2DC-1A4B-4E75-A672-13D10B41E0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66" name="Line 270">
                  <a:extLst>
                    <a:ext uri="{FF2B5EF4-FFF2-40B4-BE49-F238E27FC236}">
                      <a16:creationId xmlns:a16="http://schemas.microsoft.com/office/drawing/2014/main" id="{1479A86D-09C8-4499-B4B6-32D72EB6EE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grpSp>
        <p:nvGrpSpPr>
          <p:cNvPr id="34821" name="Group 271">
            <a:extLst>
              <a:ext uri="{FF2B5EF4-FFF2-40B4-BE49-F238E27FC236}">
                <a16:creationId xmlns:a16="http://schemas.microsoft.com/office/drawing/2014/main" id="{8306E3FA-3C15-434E-B8B4-4A54CFDAA55D}"/>
              </a:ext>
            </a:extLst>
          </p:cNvPr>
          <p:cNvGrpSpPr>
            <a:grpSpLocks/>
          </p:cNvGrpSpPr>
          <p:nvPr/>
        </p:nvGrpSpPr>
        <p:grpSpPr bwMode="auto">
          <a:xfrm>
            <a:off x="1900238" y="1909763"/>
            <a:ext cx="6062662" cy="2339975"/>
            <a:chOff x="1197" y="1203"/>
            <a:chExt cx="3819" cy="1474"/>
          </a:xfrm>
        </p:grpSpPr>
        <p:sp>
          <p:nvSpPr>
            <p:cNvPr id="34949" name="Freeform 272">
              <a:extLst>
                <a:ext uri="{FF2B5EF4-FFF2-40B4-BE49-F238E27FC236}">
                  <a16:creationId xmlns:a16="http://schemas.microsoft.com/office/drawing/2014/main" id="{AF0E1878-1205-4B68-BAED-515796841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8 w 145"/>
                <a:gd name="T1" fmla="*/ 0 h 1466"/>
                <a:gd name="T2" fmla="*/ 28 w 145"/>
                <a:gd name="T3" fmla="*/ 0 h 1466"/>
                <a:gd name="T4" fmla="*/ 28 w 145"/>
                <a:gd name="T5" fmla="*/ 1538 h 1466"/>
                <a:gd name="T6" fmla="*/ 0 w 145"/>
                <a:gd name="T7" fmla="*/ 1538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50" name="Text Box 273">
              <a:extLst>
                <a:ext uri="{FF2B5EF4-FFF2-40B4-BE49-F238E27FC236}">
                  <a16:creationId xmlns:a16="http://schemas.microsoft.com/office/drawing/2014/main" id="{D5E99C48-9A0A-443B-B586-47928590F2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951" name="Freeform 274">
              <a:extLst>
                <a:ext uri="{FF2B5EF4-FFF2-40B4-BE49-F238E27FC236}">
                  <a16:creationId xmlns:a16="http://schemas.microsoft.com/office/drawing/2014/main" id="{32B29A80-6BD4-4BB1-BBA2-5F4CFCD79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52" name="Text Box 275">
              <a:extLst>
                <a:ext uri="{FF2B5EF4-FFF2-40B4-BE49-F238E27FC236}">
                  <a16:creationId xmlns:a16="http://schemas.microsoft.com/office/drawing/2014/main" id="{C230626A-F6A8-441E-ADBA-6E411FCC7F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953" name="Freeform 276">
              <a:extLst>
                <a:ext uri="{FF2B5EF4-FFF2-40B4-BE49-F238E27FC236}">
                  <a16:creationId xmlns:a16="http://schemas.microsoft.com/office/drawing/2014/main" id="{42E209D6-97DF-4E03-9367-005D7BC65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1"/>
                <a:gd name="T13" fmla="*/ 0 h 1471"/>
                <a:gd name="T14" fmla="*/ 151 w 151"/>
                <a:gd name="T15" fmla="*/ 1471 h 14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54" name="Text Box 277">
              <a:extLst>
                <a:ext uri="{FF2B5EF4-FFF2-40B4-BE49-F238E27FC236}">
                  <a16:creationId xmlns:a16="http://schemas.microsoft.com/office/drawing/2014/main" id="{6BC2719A-D23B-45B9-A086-B8D58D64A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955" name="Freeform 278">
              <a:extLst>
                <a:ext uri="{FF2B5EF4-FFF2-40B4-BE49-F238E27FC236}">
                  <a16:creationId xmlns:a16="http://schemas.microsoft.com/office/drawing/2014/main" id="{F4F186B1-24B2-412C-ACF1-EF7E6C9D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56" name="Text Box 279">
              <a:extLst>
                <a:ext uri="{FF2B5EF4-FFF2-40B4-BE49-F238E27FC236}">
                  <a16:creationId xmlns:a16="http://schemas.microsoft.com/office/drawing/2014/main" id="{D5E007AD-E197-4E36-8775-160D63B853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34822" name="Group 280">
            <a:extLst>
              <a:ext uri="{FF2B5EF4-FFF2-40B4-BE49-F238E27FC236}">
                <a16:creationId xmlns:a16="http://schemas.microsoft.com/office/drawing/2014/main" id="{52BFB5E7-6468-4CF9-951A-F01EEA911F70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34932" name="Line 281">
              <a:extLst>
                <a:ext uri="{FF2B5EF4-FFF2-40B4-BE49-F238E27FC236}">
                  <a16:creationId xmlns:a16="http://schemas.microsoft.com/office/drawing/2014/main" id="{C4798BF5-F06F-4DD5-B211-B3D382FEA7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33" name="Freeform 282">
              <a:extLst>
                <a:ext uri="{FF2B5EF4-FFF2-40B4-BE49-F238E27FC236}">
                  <a16:creationId xmlns:a16="http://schemas.microsoft.com/office/drawing/2014/main" id="{E4B15FD5-D712-4BAA-A12E-555DB63C7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34" name="Line 283">
              <a:extLst>
                <a:ext uri="{FF2B5EF4-FFF2-40B4-BE49-F238E27FC236}">
                  <a16:creationId xmlns:a16="http://schemas.microsoft.com/office/drawing/2014/main" id="{94E7FC63-7A33-4033-BDE1-F2D70225E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35" name="Freeform 284">
              <a:extLst>
                <a:ext uri="{FF2B5EF4-FFF2-40B4-BE49-F238E27FC236}">
                  <a16:creationId xmlns:a16="http://schemas.microsoft.com/office/drawing/2014/main" id="{80DD5DBB-31F1-4E41-BA50-72385E44A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36" name="Line 285">
              <a:extLst>
                <a:ext uri="{FF2B5EF4-FFF2-40B4-BE49-F238E27FC236}">
                  <a16:creationId xmlns:a16="http://schemas.microsoft.com/office/drawing/2014/main" id="{8093B4B1-4652-4FF2-BBB6-041B6FE6A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37" name="Text Box 286">
              <a:extLst>
                <a:ext uri="{FF2B5EF4-FFF2-40B4-BE49-F238E27FC236}">
                  <a16:creationId xmlns:a16="http://schemas.microsoft.com/office/drawing/2014/main" id="{9B4C0DE2-627A-47EC-AFAE-791D66EF44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34938" name="Text Box 287">
              <a:extLst>
                <a:ext uri="{FF2B5EF4-FFF2-40B4-BE49-F238E27FC236}">
                  <a16:creationId xmlns:a16="http://schemas.microsoft.com/office/drawing/2014/main" id="{CFF73B95-3332-4EC2-BE25-463533D7B2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34939" name="Text Box 288">
              <a:extLst>
                <a:ext uri="{FF2B5EF4-FFF2-40B4-BE49-F238E27FC236}">
                  <a16:creationId xmlns:a16="http://schemas.microsoft.com/office/drawing/2014/main" id="{EC5AA034-34D5-4213-B85A-682485F9D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34940" name="Text Box 289">
              <a:extLst>
                <a:ext uri="{FF2B5EF4-FFF2-40B4-BE49-F238E27FC236}">
                  <a16:creationId xmlns:a16="http://schemas.microsoft.com/office/drawing/2014/main" id="{3DE4FA8B-FB87-4B15-A67E-1580C052CD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34941" name="Line 290">
              <a:extLst>
                <a:ext uri="{FF2B5EF4-FFF2-40B4-BE49-F238E27FC236}">
                  <a16:creationId xmlns:a16="http://schemas.microsoft.com/office/drawing/2014/main" id="{60AAEA9F-E057-4C63-85CF-1A54082792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42" name="Line 291">
              <a:extLst>
                <a:ext uri="{FF2B5EF4-FFF2-40B4-BE49-F238E27FC236}">
                  <a16:creationId xmlns:a16="http://schemas.microsoft.com/office/drawing/2014/main" id="{372DFB9C-1063-46C8-9162-A9AE26506D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43" name="Line 292">
              <a:extLst>
                <a:ext uri="{FF2B5EF4-FFF2-40B4-BE49-F238E27FC236}">
                  <a16:creationId xmlns:a16="http://schemas.microsoft.com/office/drawing/2014/main" id="{82CECA9F-CE1C-4495-B762-0DF6A19BF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44" name="Line 293">
              <a:extLst>
                <a:ext uri="{FF2B5EF4-FFF2-40B4-BE49-F238E27FC236}">
                  <a16:creationId xmlns:a16="http://schemas.microsoft.com/office/drawing/2014/main" id="{23BC1FBF-69D3-436C-A55E-5EF7401118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45" name="Line 294">
              <a:extLst>
                <a:ext uri="{FF2B5EF4-FFF2-40B4-BE49-F238E27FC236}">
                  <a16:creationId xmlns:a16="http://schemas.microsoft.com/office/drawing/2014/main" id="{562E1286-9DCD-46C9-8EAB-1B2E4296085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46" name="Line 295">
              <a:extLst>
                <a:ext uri="{FF2B5EF4-FFF2-40B4-BE49-F238E27FC236}">
                  <a16:creationId xmlns:a16="http://schemas.microsoft.com/office/drawing/2014/main" id="{2353C746-66B6-48CE-A23C-A3376BBEAE7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47" name="Line 296">
              <a:extLst>
                <a:ext uri="{FF2B5EF4-FFF2-40B4-BE49-F238E27FC236}">
                  <a16:creationId xmlns:a16="http://schemas.microsoft.com/office/drawing/2014/main" id="{C556C311-3225-4285-9C1A-DCFCF4DC001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48" name="Line 297">
              <a:extLst>
                <a:ext uri="{FF2B5EF4-FFF2-40B4-BE49-F238E27FC236}">
                  <a16:creationId xmlns:a16="http://schemas.microsoft.com/office/drawing/2014/main" id="{B99BB5FA-3F91-48D6-919D-C34D9383619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4825" name="Group 300">
            <a:extLst>
              <a:ext uri="{FF2B5EF4-FFF2-40B4-BE49-F238E27FC236}">
                <a16:creationId xmlns:a16="http://schemas.microsoft.com/office/drawing/2014/main" id="{C07033D9-5D4A-4CBF-9F1D-6DEEA8A415E6}"/>
              </a:ext>
            </a:extLst>
          </p:cNvPr>
          <p:cNvGrpSpPr>
            <a:grpSpLocks/>
          </p:cNvGrpSpPr>
          <p:nvPr/>
        </p:nvGrpSpPr>
        <p:grpSpPr bwMode="auto">
          <a:xfrm>
            <a:off x="2228850" y="4351338"/>
            <a:ext cx="6173788" cy="1295400"/>
            <a:chOff x="1404" y="2741"/>
            <a:chExt cx="3889" cy="816"/>
          </a:xfrm>
        </p:grpSpPr>
        <p:sp>
          <p:nvSpPr>
            <p:cNvPr id="34928" name="Freeform 301">
              <a:extLst>
                <a:ext uri="{FF2B5EF4-FFF2-40B4-BE49-F238E27FC236}">
                  <a16:creationId xmlns:a16="http://schemas.microsoft.com/office/drawing/2014/main" id="{14FAC0C0-03C6-46B0-84D9-032B06733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29" name="Freeform 302">
              <a:extLst>
                <a:ext uri="{FF2B5EF4-FFF2-40B4-BE49-F238E27FC236}">
                  <a16:creationId xmlns:a16="http://schemas.microsoft.com/office/drawing/2014/main" id="{7EC81215-73E3-40F2-B7EB-BE02282D4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30" name="Freeform 303">
              <a:extLst>
                <a:ext uri="{FF2B5EF4-FFF2-40B4-BE49-F238E27FC236}">
                  <a16:creationId xmlns:a16="http://schemas.microsoft.com/office/drawing/2014/main" id="{7094C91D-7F54-4356-A39A-76F2703CD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31" name="Freeform 304">
              <a:extLst>
                <a:ext uri="{FF2B5EF4-FFF2-40B4-BE49-F238E27FC236}">
                  <a16:creationId xmlns:a16="http://schemas.microsoft.com/office/drawing/2014/main" id="{16986330-D4F0-4682-8A52-F1AC874F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4826" name="Group 305">
            <a:extLst>
              <a:ext uri="{FF2B5EF4-FFF2-40B4-BE49-F238E27FC236}">
                <a16:creationId xmlns:a16="http://schemas.microsoft.com/office/drawing/2014/main" id="{D4C628C8-4D34-4D5A-9EAD-0BC504C7706D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34904" name="Group 306">
              <a:extLst>
                <a:ext uri="{FF2B5EF4-FFF2-40B4-BE49-F238E27FC236}">
                  <a16:creationId xmlns:a16="http://schemas.microsoft.com/office/drawing/2014/main" id="{81D7C07A-79A0-486C-8E9E-625FFA4E87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34909" name="Group 307">
                <a:extLst>
                  <a:ext uri="{FF2B5EF4-FFF2-40B4-BE49-F238E27FC236}">
                    <a16:creationId xmlns:a16="http://schemas.microsoft.com/office/drawing/2014/main" id="{79780247-1D7D-428F-AAD9-4BFEBD43C5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34920" name="Rectangle 308">
                  <a:extLst>
                    <a:ext uri="{FF2B5EF4-FFF2-40B4-BE49-F238E27FC236}">
                      <a16:creationId xmlns:a16="http://schemas.microsoft.com/office/drawing/2014/main" id="{373540F0-CDB5-4C9E-B48C-8BF8D3EC50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34921" name="Rectangle 309">
                  <a:extLst>
                    <a:ext uri="{FF2B5EF4-FFF2-40B4-BE49-F238E27FC236}">
                      <a16:creationId xmlns:a16="http://schemas.microsoft.com/office/drawing/2014/main" id="{394CA292-30D9-448F-B69F-D215F23169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4922" name="Rectangle 310">
                  <a:extLst>
                    <a:ext uri="{FF2B5EF4-FFF2-40B4-BE49-F238E27FC236}">
                      <a16:creationId xmlns:a16="http://schemas.microsoft.com/office/drawing/2014/main" id="{7F9D9446-72C9-4050-822E-E6AC1C9CC2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31</a:t>
                  </a:r>
                </a:p>
              </p:txBody>
            </p:sp>
            <p:sp>
              <p:nvSpPr>
                <p:cNvPr id="34923" name="Rectangle 311">
                  <a:extLst>
                    <a:ext uri="{FF2B5EF4-FFF2-40B4-BE49-F238E27FC236}">
                      <a16:creationId xmlns:a16="http://schemas.microsoft.com/office/drawing/2014/main" id="{5E9B9B66-AAF0-4F92-A140-8AF09FC0A8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16</a:t>
                  </a:r>
                </a:p>
              </p:txBody>
            </p:sp>
            <p:sp>
              <p:nvSpPr>
                <p:cNvPr id="34924" name="Rectangle 312">
                  <a:extLst>
                    <a:ext uri="{FF2B5EF4-FFF2-40B4-BE49-F238E27FC236}">
                      <a16:creationId xmlns:a16="http://schemas.microsoft.com/office/drawing/2014/main" id="{4A857D5B-EF72-406B-AE84-8EEF3F6032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47</a:t>
                  </a:r>
                </a:p>
              </p:txBody>
            </p:sp>
            <p:sp>
              <p:nvSpPr>
                <p:cNvPr id="34925" name="Rectangle 313">
                  <a:extLst>
                    <a:ext uri="{FF2B5EF4-FFF2-40B4-BE49-F238E27FC236}">
                      <a16:creationId xmlns:a16="http://schemas.microsoft.com/office/drawing/2014/main" id="{651FACC8-9A7F-4AC7-861E-7A218CEE3A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32</a:t>
                  </a:r>
                </a:p>
              </p:txBody>
            </p:sp>
            <p:sp>
              <p:nvSpPr>
                <p:cNvPr id="34926" name="Rectangle 314">
                  <a:extLst>
                    <a:ext uri="{FF2B5EF4-FFF2-40B4-BE49-F238E27FC236}">
                      <a16:creationId xmlns:a16="http://schemas.microsoft.com/office/drawing/2014/main" id="{37D154D3-F035-4A26-882C-4403CDFC47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34927" name="Rectangle 315">
                  <a:extLst>
                    <a:ext uri="{FF2B5EF4-FFF2-40B4-BE49-F238E27FC236}">
                      <a16:creationId xmlns:a16="http://schemas.microsoft.com/office/drawing/2014/main" id="{DBAD934F-C04D-4998-822E-30C78044ED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48</a:t>
                  </a:r>
                </a:p>
              </p:txBody>
            </p:sp>
          </p:grpSp>
          <p:grpSp>
            <p:nvGrpSpPr>
              <p:cNvPr id="34910" name="Group 316">
                <a:extLst>
                  <a:ext uri="{FF2B5EF4-FFF2-40B4-BE49-F238E27FC236}">
                    <a16:creationId xmlns:a16="http://schemas.microsoft.com/office/drawing/2014/main" id="{557D2D1F-EE97-4591-A173-FE9A774D2B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34911" name="Freeform 317">
                  <a:extLst>
                    <a:ext uri="{FF2B5EF4-FFF2-40B4-BE49-F238E27FC236}">
                      <a16:creationId xmlns:a16="http://schemas.microsoft.com/office/drawing/2014/main" id="{C708D9EC-0E23-4B58-BE15-2EB993E34D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12" name="Line 318">
                  <a:extLst>
                    <a:ext uri="{FF2B5EF4-FFF2-40B4-BE49-F238E27FC236}">
                      <a16:creationId xmlns:a16="http://schemas.microsoft.com/office/drawing/2014/main" id="{AC95E221-C3A9-472B-8321-3282996B65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13" name="Line 319">
                  <a:extLst>
                    <a:ext uri="{FF2B5EF4-FFF2-40B4-BE49-F238E27FC236}">
                      <a16:creationId xmlns:a16="http://schemas.microsoft.com/office/drawing/2014/main" id="{AC5749B3-7B19-4623-9DEC-FE941F89C4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14" name="Line 320">
                  <a:extLst>
                    <a:ext uri="{FF2B5EF4-FFF2-40B4-BE49-F238E27FC236}">
                      <a16:creationId xmlns:a16="http://schemas.microsoft.com/office/drawing/2014/main" id="{C090F099-F2D1-4105-AFF5-22C68D06D3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15" name="Line 321">
                  <a:extLst>
                    <a:ext uri="{FF2B5EF4-FFF2-40B4-BE49-F238E27FC236}">
                      <a16:creationId xmlns:a16="http://schemas.microsoft.com/office/drawing/2014/main" id="{5C4DEC2C-5554-4A0C-A027-F13D6061AC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16" name="Line 322">
                  <a:extLst>
                    <a:ext uri="{FF2B5EF4-FFF2-40B4-BE49-F238E27FC236}">
                      <a16:creationId xmlns:a16="http://schemas.microsoft.com/office/drawing/2014/main" id="{AE868542-E29D-4B3A-8596-A38CB40359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17" name="Line 323">
                  <a:extLst>
                    <a:ext uri="{FF2B5EF4-FFF2-40B4-BE49-F238E27FC236}">
                      <a16:creationId xmlns:a16="http://schemas.microsoft.com/office/drawing/2014/main" id="{CD4BD922-FD7E-4313-A89F-A0528ED817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18" name="Line 324">
                  <a:extLst>
                    <a:ext uri="{FF2B5EF4-FFF2-40B4-BE49-F238E27FC236}">
                      <a16:creationId xmlns:a16="http://schemas.microsoft.com/office/drawing/2014/main" id="{5F4A1685-4D8A-47A5-B11F-C19F3EB40B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19" name="Line 325">
                  <a:extLst>
                    <a:ext uri="{FF2B5EF4-FFF2-40B4-BE49-F238E27FC236}">
                      <a16:creationId xmlns:a16="http://schemas.microsoft.com/office/drawing/2014/main" id="{73C7DC4B-853F-4077-94FA-2CF3369B30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4905" name="Text Box 326">
              <a:extLst>
                <a:ext uri="{FF2B5EF4-FFF2-40B4-BE49-F238E27FC236}">
                  <a16:creationId xmlns:a16="http://schemas.microsoft.com/office/drawing/2014/main" id="{AA0ECB6E-3736-415C-B58B-A13DD537E4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906" name="Text Box 327">
              <a:extLst>
                <a:ext uri="{FF2B5EF4-FFF2-40B4-BE49-F238E27FC236}">
                  <a16:creationId xmlns:a16="http://schemas.microsoft.com/office/drawing/2014/main" id="{611F7F28-EFDA-4912-9AFB-7B42BC586E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907" name="Text Box 328">
              <a:extLst>
                <a:ext uri="{FF2B5EF4-FFF2-40B4-BE49-F238E27FC236}">
                  <a16:creationId xmlns:a16="http://schemas.microsoft.com/office/drawing/2014/main" id="{6EB44A22-42C1-4944-A385-054646BDF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908" name="Text Box 329">
              <a:extLst>
                <a:ext uri="{FF2B5EF4-FFF2-40B4-BE49-F238E27FC236}">
                  <a16:creationId xmlns:a16="http://schemas.microsoft.com/office/drawing/2014/main" id="{2FE0FC5C-131F-4A99-A361-4AF50FE15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sp>
        <p:nvSpPr>
          <p:cNvPr id="34827" name="Rectangle 330">
            <a:extLst>
              <a:ext uri="{FF2B5EF4-FFF2-40B4-BE49-F238E27FC236}">
                <a16:creationId xmlns:a16="http://schemas.microsoft.com/office/drawing/2014/main" id="{5CE00BD4-D15B-46F2-8912-BE200F212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34828" name="Rectangle 331">
            <a:extLst>
              <a:ext uri="{FF2B5EF4-FFF2-40B4-BE49-F238E27FC236}">
                <a16:creationId xmlns:a16="http://schemas.microsoft.com/office/drawing/2014/main" id="{ED4F932B-529B-4FFB-B2C9-7C0DA0A67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855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</a:p>
        </p:txBody>
      </p:sp>
      <p:sp>
        <p:nvSpPr>
          <p:cNvPr id="34829" name="Rectangle 332">
            <a:extLst>
              <a:ext uri="{FF2B5EF4-FFF2-40B4-BE49-F238E27FC236}">
                <a16:creationId xmlns:a16="http://schemas.microsoft.com/office/drawing/2014/main" id="{35B19487-799A-447D-ABC4-C0256D531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3863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32</a:t>
            </a:r>
          </a:p>
        </p:txBody>
      </p:sp>
      <p:sp>
        <p:nvSpPr>
          <p:cNvPr id="34830" name="Rectangle 333">
            <a:extLst>
              <a:ext uri="{FF2B5EF4-FFF2-40B4-BE49-F238E27FC236}">
                <a16:creationId xmlns:a16="http://schemas.microsoft.com/office/drawing/2014/main" id="{A57B495A-3622-481A-9455-3E3DA42D3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675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  <a:headEnd/>
            <a:tailEnd/>
          </a:ln>
        </p:spPr>
        <p:txBody>
          <a:bodyPr lIns="0" r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48</a:t>
            </a:r>
          </a:p>
        </p:txBody>
      </p:sp>
      <p:grpSp>
        <p:nvGrpSpPr>
          <p:cNvPr id="34831" name="Group 334">
            <a:extLst>
              <a:ext uri="{FF2B5EF4-FFF2-40B4-BE49-F238E27FC236}">
                <a16:creationId xmlns:a16="http://schemas.microsoft.com/office/drawing/2014/main" id="{9C074A9E-3DCC-4DB6-82A3-6DD82180C417}"/>
              </a:ext>
            </a:extLst>
          </p:cNvPr>
          <p:cNvGrpSpPr>
            <a:grpSpLocks/>
          </p:cNvGrpSpPr>
          <p:nvPr/>
        </p:nvGrpSpPr>
        <p:grpSpPr bwMode="auto">
          <a:xfrm>
            <a:off x="1812925" y="5629275"/>
            <a:ext cx="6832600" cy="533400"/>
            <a:chOff x="1142" y="3546"/>
            <a:chExt cx="4304" cy="336"/>
          </a:xfrm>
        </p:grpSpPr>
        <p:grpSp>
          <p:nvGrpSpPr>
            <p:cNvPr id="34892" name="Group 335">
              <a:extLst>
                <a:ext uri="{FF2B5EF4-FFF2-40B4-BE49-F238E27FC236}">
                  <a16:creationId xmlns:a16="http://schemas.microsoft.com/office/drawing/2014/main" id="{153CE299-CB06-4C12-9B8A-9B755F57FD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34902" name="Rectangle 336">
                <a:extLst>
                  <a:ext uri="{FF2B5EF4-FFF2-40B4-BE49-F238E27FC236}">
                    <a16:creationId xmlns:a16="http://schemas.microsoft.com/office/drawing/2014/main" id="{3AE6FED8-96D0-409F-B4D7-C71493BF7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903" name="Text Box 337">
                <a:extLst>
                  <a:ext uri="{FF2B5EF4-FFF2-40B4-BE49-F238E27FC236}">
                    <a16:creationId xmlns:a16="http://schemas.microsoft.com/office/drawing/2014/main" id="{F07EE131-E119-41D6-97C6-F42E1F0CF3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34893" name="Group 338">
              <a:extLst>
                <a:ext uri="{FF2B5EF4-FFF2-40B4-BE49-F238E27FC236}">
                  <a16:creationId xmlns:a16="http://schemas.microsoft.com/office/drawing/2014/main" id="{8B269227-FE31-42C7-A977-6E0ABBFB68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34900" name="Rectangle 339">
                <a:extLst>
                  <a:ext uri="{FF2B5EF4-FFF2-40B4-BE49-F238E27FC236}">
                    <a16:creationId xmlns:a16="http://schemas.microsoft.com/office/drawing/2014/main" id="{40724F26-B4DA-414A-BFCB-DFE75782B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901" name="Text Box 340">
                <a:extLst>
                  <a:ext uri="{FF2B5EF4-FFF2-40B4-BE49-F238E27FC236}">
                    <a16:creationId xmlns:a16="http://schemas.microsoft.com/office/drawing/2014/main" id="{707D9F60-93C7-4ED4-9B62-43B8B607B2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34894" name="Group 341">
              <a:extLst>
                <a:ext uri="{FF2B5EF4-FFF2-40B4-BE49-F238E27FC236}">
                  <a16:creationId xmlns:a16="http://schemas.microsoft.com/office/drawing/2014/main" id="{6077C239-C6F7-4087-896F-D45D2FE2BC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34898" name="Rectangle 342">
                <a:extLst>
                  <a:ext uri="{FF2B5EF4-FFF2-40B4-BE49-F238E27FC236}">
                    <a16:creationId xmlns:a16="http://schemas.microsoft.com/office/drawing/2014/main" id="{AD46B23E-1A7B-433B-B6A2-7E7077518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899" name="Text Box 343">
                <a:extLst>
                  <a:ext uri="{FF2B5EF4-FFF2-40B4-BE49-F238E27FC236}">
                    <a16:creationId xmlns:a16="http://schemas.microsoft.com/office/drawing/2014/main" id="{50D761B6-1E7F-41A4-9AA6-A197B96744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34895" name="Group 344">
              <a:extLst>
                <a:ext uri="{FF2B5EF4-FFF2-40B4-BE49-F238E27FC236}">
                  <a16:creationId xmlns:a16="http://schemas.microsoft.com/office/drawing/2014/main" id="{F7654235-D7AB-481B-8243-5C6B1F1979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34896" name="Rectangle 345">
                <a:extLst>
                  <a:ext uri="{FF2B5EF4-FFF2-40B4-BE49-F238E27FC236}">
                    <a16:creationId xmlns:a16="http://schemas.microsoft.com/office/drawing/2014/main" id="{AF6AFDDC-1E3F-47FD-B477-7E45EBB95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897" name="Text Box 346">
                <a:extLst>
                  <a:ext uri="{FF2B5EF4-FFF2-40B4-BE49-F238E27FC236}">
                    <a16:creationId xmlns:a16="http://schemas.microsoft.com/office/drawing/2014/main" id="{22FC4B1A-E464-43A6-B579-E5CE651FE5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</p:grpSp>
      <p:grpSp>
        <p:nvGrpSpPr>
          <p:cNvPr id="34832" name="Group 347">
            <a:extLst>
              <a:ext uri="{FF2B5EF4-FFF2-40B4-BE49-F238E27FC236}">
                <a16:creationId xmlns:a16="http://schemas.microsoft.com/office/drawing/2014/main" id="{8562CBBE-5FAE-4B1C-8261-35F1EC73AEC8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34845" name="Group 348">
              <a:extLst>
                <a:ext uri="{FF2B5EF4-FFF2-40B4-BE49-F238E27FC236}">
                  <a16:creationId xmlns:a16="http://schemas.microsoft.com/office/drawing/2014/main" id="{2E671B91-415E-492D-9F28-F7A781710E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34854" name="Group 349">
                <a:extLst>
                  <a:ext uri="{FF2B5EF4-FFF2-40B4-BE49-F238E27FC236}">
                    <a16:creationId xmlns:a16="http://schemas.microsoft.com/office/drawing/2014/main" id="{8D19566D-8FF7-4706-8094-37E5CB2022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34887" name="Freeform 350">
                  <a:extLst>
                    <a:ext uri="{FF2B5EF4-FFF2-40B4-BE49-F238E27FC236}">
                      <a16:creationId xmlns:a16="http://schemas.microsoft.com/office/drawing/2014/main" id="{BA0BC698-C58B-4581-957E-4474A9C1A9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888" name="Freeform 351">
                  <a:extLst>
                    <a:ext uri="{FF2B5EF4-FFF2-40B4-BE49-F238E27FC236}">
                      <a16:creationId xmlns:a16="http://schemas.microsoft.com/office/drawing/2014/main" id="{97E58997-AB0C-44F0-B91F-73872987F7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889" name="Freeform 352">
                  <a:extLst>
                    <a:ext uri="{FF2B5EF4-FFF2-40B4-BE49-F238E27FC236}">
                      <a16:creationId xmlns:a16="http://schemas.microsoft.com/office/drawing/2014/main" id="{140F7FD7-5F10-40FA-8800-814484C424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890" name="Freeform 353">
                  <a:extLst>
                    <a:ext uri="{FF2B5EF4-FFF2-40B4-BE49-F238E27FC236}">
                      <a16:creationId xmlns:a16="http://schemas.microsoft.com/office/drawing/2014/main" id="{E7507A82-BBDD-42BC-B121-A57CB8290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891" name="Freeform 354">
                  <a:extLst>
                    <a:ext uri="{FF2B5EF4-FFF2-40B4-BE49-F238E27FC236}">
                      <a16:creationId xmlns:a16="http://schemas.microsoft.com/office/drawing/2014/main" id="{5C21EEE9-A475-4195-B9B0-02D0D3F5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34855" name="Group 355">
                <a:extLst>
                  <a:ext uri="{FF2B5EF4-FFF2-40B4-BE49-F238E27FC236}">
                    <a16:creationId xmlns:a16="http://schemas.microsoft.com/office/drawing/2014/main" id="{6B8613EF-18CC-4013-832F-F64462C485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34880" name="Group 356">
                  <a:extLst>
                    <a:ext uri="{FF2B5EF4-FFF2-40B4-BE49-F238E27FC236}">
                      <a16:creationId xmlns:a16="http://schemas.microsoft.com/office/drawing/2014/main" id="{5857AAC5-6152-4D21-A22B-5E9932CBF0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4885" name="Line 357">
                    <a:extLst>
                      <a:ext uri="{FF2B5EF4-FFF2-40B4-BE49-F238E27FC236}">
                        <a16:creationId xmlns:a16="http://schemas.microsoft.com/office/drawing/2014/main" id="{C528D38B-BBD7-4B4A-8C09-4BF32666A9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4886" name="Line 358">
                    <a:extLst>
                      <a:ext uri="{FF2B5EF4-FFF2-40B4-BE49-F238E27FC236}">
                        <a16:creationId xmlns:a16="http://schemas.microsoft.com/office/drawing/2014/main" id="{4BC937D0-B92F-4AE2-A935-BDEFDC0CD0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4881" name="Freeform 359">
                  <a:extLst>
                    <a:ext uri="{FF2B5EF4-FFF2-40B4-BE49-F238E27FC236}">
                      <a16:creationId xmlns:a16="http://schemas.microsoft.com/office/drawing/2014/main" id="{F229F3E5-F56D-4F47-B8C5-131B8A8B09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4882" name="Group 360">
                  <a:extLst>
                    <a:ext uri="{FF2B5EF4-FFF2-40B4-BE49-F238E27FC236}">
                      <a16:creationId xmlns:a16="http://schemas.microsoft.com/office/drawing/2014/main" id="{388021F5-0FEA-4E1D-813A-FCFF87773F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4883" name="Line 361">
                    <a:extLst>
                      <a:ext uri="{FF2B5EF4-FFF2-40B4-BE49-F238E27FC236}">
                        <a16:creationId xmlns:a16="http://schemas.microsoft.com/office/drawing/2014/main" id="{047E6D7E-1AA9-4EBF-A578-70B987C443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4884" name="Line 362">
                    <a:extLst>
                      <a:ext uri="{FF2B5EF4-FFF2-40B4-BE49-F238E27FC236}">
                        <a16:creationId xmlns:a16="http://schemas.microsoft.com/office/drawing/2014/main" id="{5E41334F-6E16-4A5C-A5A5-777B5D6D8A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4856" name="Group 363">
                <a:extLst>
                  <a:ext uri="{FF2B5EF4-FFF2-40B4-BE49-F238E27FC236}">
                    <a16:creationId xmlns:a16="http://schemas.microsoft.com/office/drawing/2014/main" id="{4618A547-B6E3-40A4-9B55-8947482CA9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34873" name="Group 364">
                  <a:extLst>
                    <a:ext uri="{FF2B5EF4-FFF2-40B4-BE49-F238E27FC236}">
                      <a16:creationId xmlns:a16="http://schemas.microsoft.com/office/drawing/2014/main" id="{D7F6734D-1688-466F-97FD-3BB7EFEF67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4878" name="Line 365">
                    <a:extLst>
                      <a:ext uri="{FF2B5EF4-FFF2-40B4-BE49-F238E27FC236}">
                        <a16:creationId xmlns:a16="http://schemas.microsoft.com/office/drawing/2014/main" id="{389C6087-5E55-453B-B742-E53A24A9AF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4879" name="Line 366">
                    <a:extLst>
                      <a:ext uri="{FF2B5EF4-FFF2-40B4-BE49-F238E27FC236}">
                        <a16:creationId xmlns:a16="http://schemas.microsoft.com/office/drawing/2014/main" id="{23021AD3-CA0C-4730-959D-69B5A4B6A6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4874" name="Freeform 367">
                  <a:extLst>
                    <a:ext uri="{FF2B5EF4-FFF2-40B4-BE49-F238E27FC236}">
                      <a16:creationId xmlns:a16="http://schemas.microsoft.com/office/drawing/2014/main" id="{D648C932-1B43-4227-9D94-E0BA978515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4875" name="Group 368">
                  <a:extLst>
                    <a:ext uri="{FF2B5EF4-FFF2-40B4-BE49-F238E27FC236}">
                      <a16:creationId xmlns:a16="http://schemas.microsoft.com/office/drawing/2014/main" id="{3EAFB1C0-8DA1-4AA5-B2AF-33A00101E3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4876" name="Line 369">
                    <a:extLst>
                      <a:ext uri="{FF2B5EF4-FFF2-40B4-BE49-F238E27FC236}">
                        <a16:creationId xmlns:a16="http://schemas.microsoft.com/office/drawing/2014/main" id="{4AAC9388-2579-455A-A405-99BD7D0D9F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4877" name="Line 370">
                    <a:extLst>
                      <a:ext uri="{FF2B5EF4-FFF2-40B4-BE49-F238E27FC236}">
                        <a16:creationId xmlns:a16="http://schemas.microsoft.com/office/drawing/2014/main" id="{1F1A096A-9CCE-4468-BE1C-516213280F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4857" name="Group 371">
                <a:extLst>
                  <a:ext uri="{FF2B5EF4-FFF2-40B4-BE49-F238E27FC236}">
                    <a16:creationId xmlns:a16="http://schemas.microsoft.com/office/drawing/2014/main" id="{3681C2AB-8972-4B2A-9ACA-C4BCB820EE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34866" name="Group 372">
                  <a:extLst>
                    <a:ext uri="{FF2B5EF4-FFF2-40B4-BE49-F238E27FC236}">
                      <a16:creationId xmlns:a16="http://schemas.microsoft.com/office/drawing/2014/main" id="{2024C31D-2559-454D-83A7-B243A98268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4871" name="Line 373">
                    <a:extLst>
                      <a:ext uri="{FF2B5EF4-FFF2-40B4-BE49-F238E27FC236}">
                        <a16:creationId xmlns:a16="http://schemas.microsoft.com/office/drawing/2014/main" id="{74C5C812-6890-4B8C-9D3D-DC3D4BD929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4872" name="Line 374">
                    <a:extLst>
                      <a:ext uri="{FF2B5EF4-FFF2-40B4-BE49-F238E27FC236}">
                        <a16:creationId xmlns:a16="http://schemas.microsoft.com/office/drawing/2014/main" id="{2D44C09B-4D12-43F0-A73D-EAB8C02004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4867" name="Freeform 375">
                  <a:extLst>
                    <a:ext uri="{FF2B5EF4-FFF2-40B4-BE49-F238E27FC236}">
                      <a16:creationId xmlns:a16="http://schemas.microsoft.com/office/drawing/2014/main" id="{E867F5A5-FA60-443F-BF3B-B033FB6FEC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4868" name="Group 376">
                  <a:extLst>
                    <a:ext uri="{FF2B5EF4-FFF2-40B4-BE49-F238E27FC236}">
                      <a16:creationId xmlns:a16="http://schemas.microsoft.com/office/drawing/2014/main" id="{2734BD54-25E7-4195-A89C-B2CF6E49F4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4869" name="Line 377">
                    <a:extLst>
                      <a:ext uri="{FF2B5EF4-FFF2-40B4-BE49-F238E27FC236}">
                        <a16:creationId xmlns:a16="http://schemas.microsoft.com/office/drawing/2014/main" id="{F336EC65-56A8-4C57-AF58-C2C55CA6AC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4870" name="Line 378">
                    <a:extLst>
                      <a:ext uri="{FF2B5EF4-FFF2-40B4-BE49-F238E27FC236}">
                        <a16:creationId xmlns:a16="http://schemas.microsoft.com/office/drawing/2014/main" id="{7C8713C1-BE48-48D8-B7B2-A3315D9205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4858" name="Group 379">
                <a:extLst>
                  <a:ext uri="{FF2B5EF4-FFF2-40B4-BE49-F238E27FC236}">
                    <a16:creationId xmlns:a16="http://schemas.microsoft.com/office/drawing/2014/main" id="{5D48F720-39EB-4F85-A716-4571ABF01D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34859" name="Group 380">
                  <a:extLst>
                    <a:ext uri="{FF2B5EF4-FFF2-40B4-BE49-F238E27FC236}">
                      <a16:creationId xmlns:a16="http://schemas.microsoft.com/office/drawing/2014/main" id="{B73F979F-9EB0-4DD8-9027-B82A39C92F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4864" name="Line 381">
                    <a:extLst>
                      <a:ext uri="{FF2B5EF4-FFF2-40B4-BE49-F238E27FC236}">
                        <a16:creationId xmlns:a16="http://schemas.microsoft.com/office/drawing/2014/main" id="{36EEF6E5-0A73-452E-9651-5D5F27C43A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4865" name="Line 382">
                    <a:extLst>
                      <a:ext uri="{FF2B5EF4-FFF2-40B4-BE49-F238E27FC236}">
                        <a16:creationId xmlns:a16="http://schemas.microsoft.com/office/drawing/2014/main" id="{8ED7A648-728F-463D-8D29-8A35664728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4860" name="Freeform 383">
                  <a:extLst>
                    <a:ext uri="{FF2B5EF4-FFF2-40B4-BE49-F238E27FC236}">
                      <a16:creationId xmlns:a16="http://schemas.microsoft.com/office/drawing/2014/main" id="{7D699253-51F7-4887-BC0E-1C5CB0C851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4861" name="Group 384">
                  <a:extLst>
                    <a:ext uri="{FF2B5EF4-FFF2-40B4-BE49-F238E27FC236}">
                      <a16:creationId xmlns:a16="http://schemas.microsoft.com/office/drawing/2014/main" id="{46BC2055-A750-43C4-9CC7-818B3E7FBA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4862" name="Line 385">
                    <a:extLst>
                      <a:ext uri="{FF2B5EF4-FFF2-40B4-BE49-F238E27FC236}">
                        <a16:creationId xmlns:a16="http://schemas.microsoft.com/office/drawing/2014/main" id="{A42D2904-9F8D-4A75-84A3-A6CCB3AC4D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4863" name="Line 386">
                    <a:extLst>
                      <a:ext uri="{FF2B5EF4-FFF2-40B4-BE49-F238E27FC236}">
                        <a16:creationId xmlns:a16="http://schemas.microsoft.com/office/drawing/2014/main" id="{61395F8D-6287-4302-AFAD-AD00541934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34846" name="Rectangle 387">
              <a:extLst>
                <a:ext uri="{FF2B5EF4-FFF2-40B4-BE49-F238E27FC236}">
                  <a16:creationId xmlns:a16="http://schemas.microsoft.com/office/drawing/2014/main" id="{7706696A-7C83-4592-9C2E-01186595C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4847" name="Text Box 388">
              <a:extLst>
                <a:ext uri="{FF2B5EF4-FFF2-40B4-BE49-F238E27FC236}">
                  <a16:creationId xmlns:a16="http://schemas.microsoft.com/office/drawing/2014/main" id="{3278D365-7FBD-4266-AC36-C208B628A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848" name="Rectangle 389">
              <a:extLst>
                <a:ext uri="{FF2B5EF4-FFF2-40B4-BE49-F238E27FC236}">
                  <a16:creationId xmlns:a16="http://schemas.microsoft.com/office/drawing/2014/main" id="{E351A14C-9045-4439-8F77-A112540F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4849" name="Rectangle 390">
              <a:extLst>
                <a:ext uri="{FF2B5EF4-FFF2-40B4-BE49-F238E27FC236}">
                  <a16:creationId xmlns:a16="http://schemas.microsoft.com/office/drawing/2014/main" id="{1F36106D-77A7-4AF8-9C68-B5FCCB87D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4850" name="Rectangle 391">
              <a:extLst>
                <a:ext uri="{FF2B5EF4-FFF2-40B4-BE49-F238E27FC236}">
                  <a16:creationId xmlns:a16="http://schemas.microsoft.com/office/drawing/2014/main" id="{A8FC1426-8F1A-4105-842C-2D23B88D8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4851" name="Text Box 392">
              <a:extLst>
                <a:ext uri="{FF2B5EF4-FFF2-40B4-BE49-F238E27FC236}">
                  <a16:creationId xmlns:a16="http://schemas.microsoft.com/office/drawing/2014/main" id="{A18C3BCB-E0F9-4FF9-9E82-9348C7ED4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852" name="Text Box 393">
              <a:extLst>
                <a:ext uri="{FF2B5EF4-FFF2-40B4-BE49-F238E27FC236}">
                  <a16:creationId xmlns:a16="http://schemas.microsoft.com/office/drawing/2014/main" id="{7222F7BE-D475-44F6-963E-2A1D62CA13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853" name="Text Box 394">
              <a:extLst>
                <a:ext uri="{FF2B5EF4-FFF2-40B4-BE49-F238E27FC236}">
                  <a16:creationId xmlns:a16="http://schemas.microsoft.com/office/drawing/2014/main" id="{E32BCDEE-4A79-4D06-8809-73337854EF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31011" name="Group 395">
            <a:extLst>
              <a:ext uri="{FF2B5EF4-FFF2-40B4-BE49-F238E27FC236}">
                <a16:creationId xmlns:a16="http://schemas.microsoft.com/office/drawing/2014/main" id="{B5DA65A4-C1A7-4BE4-BE9E-433518B79317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grpSp>
          <p:nvGrpSpPr>
            <p:cNvPr id="34835" name="Group 396">
              <a:extLst>
                <a:ext uri="{FF2B5EF4-FFF2-40B4-BE49-F238E27FC236}">
                  <a16:creationId xmlns:a16="http://schemas.microsoft.com/office/drawing/2014/main" id="{7CBF3CE7-638B-4320-934A-97BDB0639C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34841" name="Line 397">
                <a:extLst>
                  <a:ext uri="{FF2B5EF4-FFF2-40B4-BE49-F238E27FC236}">
                    <a16:creationId xmlns:a16="http://schemas.microsoft.com/office/drawing/2014/main" id="{ACA78050-9294-43A8-825E-49802AE865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842" name="Line 398">
                <a:extLst>
                  <a:ext uri="{FF2B5EF4-FFF2-40B4-BE49-F238E27FC236}">
                    <a16:creationId xmlns:a16="http://schemas.microsoft.com/office/drawing/2014/main" id="{E23CB9C0-DAA2-487C-B064-5F1A22797F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843" name="Line 399">
                <a:extLst>
                  <a:ext uri="{FF2B5EF4-FFF2-40B4-BE49-F238E27FC236}">
                    <a16:creationId xmlns:a16="http://schemas.microsoft.com/office/drawing/2014/main" id="{AC372D1B-46D0-45A9-A45A-AADBDAC05C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844" name="Line 400">
                <a:extLst>
                  <a:ext uri="{FF2B5EF4-FFF2-40B4-BE49-F238E27FC236}">
                    <a16:creationId xmlns:a16="http://schemas.microsoft.com/office/drawing/2014/main" id="{6F9C7DFD-1507-428B-9291-66FEBF6E18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836" name="Group 401">
              <a:extLst>
                <a:ext uri="{FF2B5EF4-FFF2-40B4-BE49-F238E27FC236}">
                  <a16:creationId xmlns:a16="http://schemas.microsoft.com/office/drawing/2014/main" id="{BD1CA55D-F36A-4BE1-9313-9ABA3F550E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34837" name="Text Box 402">
                <a:extLst>
                  <a:ext uri="{FF2B5EF4-FFF2-40B4-BE49-F238E27FC236}">
                    <a16:creationId xmlns:a16="http://schemas.microsoft.com/office/drawing/2014/main" id="{8412D548-84BD-4FD1-BECC-D0539951E0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4838" name="Text Box 403">
                <a:extLst>
                  <a:ext uri="{FF2B5EF4-FFF2-40B4-BE49-F238E27FC236}">
                    <a16:creationId xmlns:a16="http://schemas.microsoft.com/office/drawing/2014/main" id="{C65C6710-647A-4FB9-8FA9-CF0190E415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34839" name="Text Box 404">
                <a:extLst>
                  <a:ext uri="{FF2B5EF4-FFF2-40B4-BE49-F238E27FC236}">
                    <a16:creationId xmlns:a16="http://schemas.microsoft.com/office/drawing/2014/main" id="{E1603155-DAD0-4498-980E-9B4A386A51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34840" name="Text Box 405">
                <a:extLst>
                  <a:ext uri="{FF2B5EF4-FFF2-40B4-BE49-F238E27FC236}">
                    <a16:creationId xmlns:a16="http://schemas.microsoft.com/office/drawing/2014/main" id="{21EAC252-25AA-4216-9C04-00FB596707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</p:grpSp>
      </p:grpSp>
      <p:sp>
        <p:nvSpPr>
          <p:cNvPr id="34834" name="AutoShape 406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7ECC211-9F11-47EB-B392-A5B524C9B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7" name="Text Box 21">
            <a:extLst>
              <a:ext uri="{FF2B5EF4-FFF2-40B4-BE49-F238E27FC236}">
                <a16:creationId xmlns:a16="http://schemas.microsoft.com/office/drawing/2014/main" id="{7FF8DCD3-FD68-42ED-B0CA-F6731440B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③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1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38186264-E5B4-43CD-857A-53B5FC17ABE0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1055688"/>
            <a:ext cx="9105900" cy="5730875"/>
            <a:chOff x="48" y="665"/>
            <a:chExt cx="5736" cy="3610"/>
          </a:xfrm>
        </p:grpSpPr>
        <p:grpSp>
          <p:nvGrpSpPr>
            <p:cNvPr id="35864" name="Group 3">
              <a:extLst>
                <a:ext uri="{FF2B5EF4-FFF2-40B4-BE49-F238E27FC236}">
                  <a16:creationId xmlns:a16="http://schemas.microsoft.com/office/drawing/2014/main" id="{65DC4CC7-F6AB-4CEF-A94B-2CDA4150C1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" y="665"/>
              <a:ext cx="284" cy="2995"/>
              <a:chOff x="48" y="665"/>
              <a:chExt cx="284" cy="2995"/>
            </a:xfrm>
          </p:grpSpPr>
          <p:sp>
            <p:nvSpPr>
              <p:cNvPr id="36084" name="Text Box 4">
                <a:extLst>
                  <a:ext uri="{FF2B5EF4-FFF2-40B4-BE49-F238E27FC236}">
                    <a16:creationId xmlns:a16="http://schemas.microsoft.com/office/drawing/2014/main" id="{AD441D59-A391-4D4B-BDDD-54AC04E7C2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196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36085" name="Text Box 5">
                <a:extLst>
                  <a:ext uri="{FF2B5EF4-FFF2-40B4-BE49-F238E27FC236}">
                    <a16:creationId xmlns:a16="http://schemas.microsoft.com/office/drawing/2014/main" id="{6713CA93-F4D5-4FC6-BFAB-673B575DAE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170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36086" name="Text Box 6">
                <a:extLst>
                  <a:ext uri="{FF2B5EF4-FFF2-40B4-BE49-F238E27FC236}">
                    <a16:creationId xmlns:a16="http://schemas.microsoft.com/office/drawing/2014/main" id="{E47D5214-90D8-4BDA-85C2-D9E575F25F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144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</a:p>
            </p:txBody>
          </p:sp>
          <p:sp>
            <p:nvSpPr>
              <p:cNvPr id="36087" name="Text Box 7">
                <a:extLst>
                  <a:ext uri="{FF2B5EF4-FFF2-40B4-BE49-F238E27FC236}">
                    <a16:creationId xmlns:a16="http://schemas.microsoft.com/office/drawing/2014/main" id="{B85D6113-9798-4425-AD09-B10C2444E4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1184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</a:p>
            </p:txBody>
          </p:sp>
          <p:sp>
            <p:nvSpPr>
              <p:cNvPr id="36088" name="Text Box 8">
                <a:extLst>
                  <a:ext uri="{FF2B5EF4-FFF2-40B4-BE49-F238E27FC236}">
                    <a16:creationId xmlns:a16="http://schemas.microsoft.com/office/drawing/2014/main" id="{CA2CFD3C-376C-40B0-B966-875408908C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9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36089" name="Text Box 9">
                <a:extLst>
                  <a:ext uri="{FF2B5EF4-FFF2-40B4-BE49-F238E27FC236}">
                    <a16:creationId xmlns:a16="http://schemas.microsoft.com/office/drawing/2014/main" id="{F2E335A8-FAA8-4773-A964-9DA0DA3442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66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8</a:t>
                </a:r>
              </a:p>
            </p:txBody>
          </p:sp>
          <p:sp>
            <p:nvSpPr>
              <p:cNvPr id="36090" name="Text Box 10">
                <a:extLst>
                  <a:ext uri="{FF2B5EF4-FFF2-40B4-BE49-F238E27FC236}">
                    <a16:creationId xmlns:a16="http://schemas.microsoft.com/office/drawing/2014/main" id="{FFB05502-A138-484C-B701-2126027552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3410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6091" name="Text Box 11">
                <a:extLst>
                  <a:ext uri="{FF2B5EF4-FFF2-40B4-BE49-F238E27FC236}">
                    <a16:creationId xmlns:a16="http://schemas.microsoft.com/office/drawing/2014/main" id="{08928419-9ED0-42A8-8DBE-0818C2CE00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315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6092" name="Text Box 12">
                <a:extLst>
                  <a:ext uri="{FF2B5EF4-FFF2-40B4-BE49-F238E27FC236}">
                    <a16:creationId xmlns:a16="http://schemas.microsoft.com/office/drawing/2014/main" id="{45653BB2-3550-47AD-A7BF-A7BF16AE0F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289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36093" name="Text Box 13">
                <a:extLst>
                  <a:ext uri="{FF2B5EF4-FFF2-40B4-BE49-F238E27FC236}">
                    <a16:creationId xmlns:a16="http://schemas.microsoft.com/office/drawing/2014/main" id="{D3165A72-72A3-49EB-8F6F-92B2B47FC6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" y="26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9</a:t>
                </a:r>
              </a:p>
            </p:txBody>
          </p:sp>
        </p:grpSp>
        <p:grpSp>
          <p:nvGrpSpPr>
            <p:cNvPr id="35865" name="Group 14">
              <a:extLst>
                <a:ext uri="{FF2B5EF4-FFF2-40B4-BE49-F238E27FC236}">
                  <a16:creationId xmlns:a16="http://schemas.microsoft.com/office/drawing/2014/main" id="{4042F741-668F-47B5-806B-9957B4E70A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4" y="713"/>
              <a:ext cx="5620" cy="3562"/>
              <a:chOff x="164" y="713"/>
              <a:chExt cx="5620" cy="3562"/>
            </a:xfrm>
          </p:grpSpPr>
          <p:sp>
            <p:nvSpPr>
              <p:cNvPr id="35866" name="Rectangle 15">
                <a:extLst>
                  <a:ext uri="{FF2B5EF4-FFF2-40B4-BE49-F238E27FC236}">
                    <a16:creationId xmlns:a16="http://schemas.microsoft.com/office/drawing/2014/main" id="{B4854A16-8D12-47ED-9BE7-2F4E701B7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67" name="Rectangle 16">
                <a:extLst>
                  <a:ext uri="{FF2B5EF4-FFF2-40B4-BE49-F238E27FC236}">
                    <a16:creationId xmlns:a16="http://schemas.microsoft.com/office/drawing/2014/main" id="{22E466AE-1785-4750-A90B-44314D7B3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35868" name="Text Box 17">
                <a:extLst>
                  <a:ext uri="{FF2B5EF4-FFF2-40B4-BE49-F238E27FC236}">
                    <a16:creationId xmlns:a16="http://schemas.microsoft.com/office/drawing/2014/main" id="{A09D624D-5D31-4081-8405-24469D3F48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32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5869" name="Rectangle 18">
                <a:extLst>
                  <a:ext uri="{FF2B5EF4-FFF2-40B4-BE49-F238E27FC236}">
                    <a16:creationId xmlns:a16="http://schemas.microsoft.com/office/drawing/2014/main" id="{CB7F331E-65A6-4539-9775-5DD4C82A5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5870" name="Rectangle 19">
                <a:extLst>
                  <a:ext uri="{FF2B5EF4-FFF2-40B4-BE49-F238E27FC236}">
                    <a16:creationId xmlns:a16="http://schemas.microsoft.com/office/drawing/2014/main" id="{1AF012F3-1747-4715-B324-8C0023C7B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35871" name="Text Box 20">
                <a:extLst>
                  <a:ext uri="{FF2B5EF4-FFF2-40B4-BE49-F238E27FC236}">
                    <a16:creationId xmlns:a16="http://schemas.microsoft.com/office/drawing/2014/main" id="{BD7E0F27-D9BA-4D7C-BEDC-B2527F194B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73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5872" name="Rectangle 21">
                <a:extLst>
                  <a:ext uri="{FF2B5EF4-FFF2-40B4-BE49-F238E27FC236}">
                    <a16:creationId xmlns:a16="http://schemas.microsoft.com/office/drawing/2014/main" id="{BB3A4C3F-C63D-46A3-BDE1-E036A8F39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35873" name="Rectangle 22">
                <a:extLst>
                  <a:ext uri="{FF2B5EF4-FFF2-40B4-BE49-F238E27FC236}">
                    <a16:creationId xmlns:a16="http://schemas.microsoft.com/office/drawing/2014/main" id="{AAA7F689-1E44-4229-BA37-A1A8536DB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35874" name="Text Box 23">
                <a:extLst>
                  <a:ext uri="{FF2B5EF4-FFF2-40B4-BE49-F238E27FC236}">
                    <a16:creationId xmlns:a16="http://schemas.microsoft.com/office/drawing/2014/main" id="{8E1D8CD6-8501-46BB-B697-5C64606022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5875" name="Rectangle 24">
                <a:extLst>
                  <a:ext uri="{FF2B5EF4-FFF2-40B4-BE49-F238E27FC236}">
                    <a16:creationId xmlns:a16="http://schemas.microsoft.com/office/drawing/2014/main" id="{3BA87078-C7D9-4A49-81FF-F5C42B9FB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35876" name="Rectangle 25">
                <a:extLst>
                  <a:ext uri="{FF2B5EF4-FFF2-40B4-BE49-F238E27FC236}">
                    <a16:creationId xmlns:a16="http://schemas.microsoft.com/office/drawing/2014/main" id="{D701BADD-00E9-40C5-A1A7-6B28FE9BA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35877" name="Text Box 26">
                <a:extLst>
                  <a:ext uri="{FF2B5EF4-FFF2-40B4-BE49-F238E27FC236}">
                    <a16:creationId xmlns:a16="http://schemas.microsoft.com/office/drawing/2014/main" id="{9124A3F2-908C-44BD-8166-717A1F2481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8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5878" name="Rectangle 27">
                <a:extLst>
                  <a:ext uri="{FF2B5EF4-FFF2-40B4-BE49-F238E27FC236}">
                    <a16:creationId xmlns:a16="http://schemas.microsoft.com/office/drawing/2014/main" id="{253FC2A2-B049-4421-887A-C7869584D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35879" name="Rectangle 28">
                <a:extLst>
                  <a:ext uri="{FF2B5EF4-FFF2-40B4-BE49-F238E27FC236}">
                    <a16:creationId xmlns:a16="http://schemas.microsoft.com/office/drawing/2014/main" id="{D0FBBB3F-1BAB-47D6-AFD0-6D16D9696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35880" name="Rectangle 29">
                <a:extLst>
                  <a:ext uri="{FF2B5EF4-FFF2-40B4-BE49-F238E27FC236}">
                    <a16:creationId xmlns:a16="http://schemas.microsoft.com/office/drawing/2014/main" id="{D3B585E5-2FB9-4E5A-A72F-3AE221754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5881" name="Rectangle 30">
                <a:extLst>
                  <a:ext uri="{FF2B5EF4-FFF2-40B4-BE49-F238E27FC236}">
                    <a16:creationId xmlns:a16="http://schemas.microsoft.com/office/drawing/2014/main" id="{C69F6416-7CAF-4592-950E-8B3E148DB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35882" name="Rectangle 31">
                <a:extLst>
                  <a:ext uri="{FF2B5EF4-FFF2-40B4-BE49-F238E27FC236}">
                    <a16:creationId xmlns:a16="http://schemas.microsoft.com/office/drawing/2014/main" id="{D336103B-052F-4223-984F-1D9A18801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35883" name="Rectangle 32">
                <a:extLst>
                  <a:ext uri="{FF2B5EF4-FFF2-40B4-BE49-F238E27FC236}">
                    <a16:creationId xmlns:a16="http://schemas.microsoft.com/office/drawing/2014/main" id="{E52E2E60-7559-498D-99DD-B428B7365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35884" name="Rectangle 33">
                <a:extLst>
                  <a:ext uri="{FF2B5EF4-FFF2-40B4-BE49-F238E27FC236}">
                    <a16:creationId xmlns:a16="http://schemas.microsoft.com/office/drawing/2014/main" id="{58FCB3FF-D298-4B18-872E-FF85EBD40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35885" name="Rectangle 34">
                <a:extLst>
                  <a:ext uri="{FF2B5EF4-FFF2-40B4-BE49-F238E27FC236}">
                    <a16:creationId xmlns:a16="http://schemas.microsoft.com/office/drawing/2014/main" id="{A3031A14-B193-41C6-BD1E-C73A62E22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35886" name="Rectangle 35">
                <a:extLst>
                  <a:ext uri="{FF2B5EF4-FFF2-40B4-BE49-F238E27FC236}">
                    <a16:creationId xmlns:a16="http://schemas.microsoft.com/office/drawing/2014/main" id="{A8E99BA6-4063-40A5-95AB-3C1011DFD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35887" name="Line 36">
                <a:extLst>
                  <a:ext uri="{FF2B5EF4-FFF2-40B4-BE49-F238E27FC236}">
                    <a16:creationId xmlns:a16="http://schemas.microsoft.com/office/drawing/2014/main" id="{4A48C223-7BEA-4572-AEF3-4567D4A916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49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88" name="Line 37">
                <a:extLst>
                  <a:ext uri="{FF2B5EF4-FFF2-40B4-BE49-F238E27FC236}">
                    <a16:creationId xmlns:a16="http://schemas.microsoft.com/office/drawing/2014/main" id="{D0A0ECA3-D1A1-41EF-94C2-0081FE881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32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89" name="Freeform 38">
                <a:extLst>
                  <a:ext uri="{FF2B5EF4-FFF2-40B4-BE49-F238E27FC236}">
                    <a16:creationId xmlns:a16="http://schemas.microsoft.com/office/drawing/2014/main" id="{9A0D5BFC-67EB-433B-B432-47BE62E09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90" name="Line 39">
                <a:extLst>
                  <a:ext uri="{FF2B5EF4-FFF2-40B4-BE49-F238E27FC236}">
                    <a16:creationId xmlns:a16="http://schemas.microsoft.com/office/drawing/2014/main" id="{FCFA5E94-B800-4666-AF61-F5606A1B5E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157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91" name="Line 40">
                <a:extLst>
                  <a:ext uri="{FF2B5EF4-FFF2-40B4-BE49-F238E27FC236}">
                    <a16:creationId xmlns:a16="http://schemas.microsoft.com/office/drawing/2014/main" id="{9A5F7222-1DB3-4E15-B576-1A251951C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236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92" name="Freeform 41">
                <a:extLst>
                  <a:ext uri="{FF2B5EF4-FFF2-40B4-BE49-F238E27FC236}">
                    <a16:creationId xmlns:a16="http://schemas.microsoft.com/office/drawing/2014/main" id="{087F30AF-A5A8-4FE7-9104-3B6C9906E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93" name="Freeform 42">
                <a:extLst>
                  <a:ext uri="{FF2B5EF4-FFF2-40B4-BE49-F238E27FC236}">
                    <a16:creationId xmlns:a16="http://schemas.microsoft.com/office/drawing/2014/main" id="{9FD8C008-AA4B-4B59-A8F5-15AABBCB4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210"/>
                <a:ext cx="158" cy="1468"/>
              </a:xfrm>
              <a:custGeom>
                <a:avLst/>
                <a:gdLst>
                  <a:gd name="T0" fmla="*/ 158 w 158"/>
                  <a:gd name="T1" fmla="*/ 1468 h 1468"/>
                  <a:gd name="T2" fmla="*/ 6 w 158"/>
                  <a:gd name="T3" fmla="*/ 1468 h 1468"/>
                  <a:gd name="T4" fmla="*/ 0 w 158"/>
                  <a:gd name="T5" fmla="*/ 1 h 1468"/>
                  <a:gd name="T6" fmla="*/ 101 w 158"/>
                  <a:gd name="T7" fmla="*/ 0 h 14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8"/>
                  <a:gd name="T14" fmla="*/ 158 w 158"/>
                  <a:gd name="T15" fmla="*/ 1468 h 14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8">
                    <a:moveTo>
                      <a:pt x="158" y="1468"/>
                    </a:moveTo>
                    <a:lnTo>
                      <a:pt x="6" y="1468"/>
                    </a:lnTo>
                    <a:lnTo>
                      <a:pt x="0" y="1"/>
                    </a:lnTo>
                    <a:lnTo>
                      <a:pt x="10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94" name="Freeform 43">
                <a:extLst>
                  <a:ext uri="{FF2B5EF4-FFF2-40B4-BE49-F238E27FC236}">
                    <a16:creationId xmlns:a16="http://schemas.microsoft.com/office/drawing/2014/main" id="{BA1B3C6E-72E7-4F26-85A0-A7E4E4093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95" name="Line 44">
                <a:extLst>
                  <a:ext uri="{FF2B5EF4-FFF2-40B4-BE49-F238E27FC236}">
                    <a16:creationId xmlns:a16="http://schemas.microsoft.com/office/drawing/2014/main" id="{BCD19470-738E-448F-8601-E5F6C5D9BA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920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96" name="Line 45">
                <a:extLst>
                  <a:ext uri="{FF2B5EF4-FFF2-40B4-BE49-F238E27FC236}">
                    <a16:creationId xmlns:a16="http://schemas.microsoft.com/office/drawing/2014/main" id="{1B4DBD87-86C7-4DAA-9F04-E3C6D6B11F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903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97" name="Freeform 46">
                <a:extLst>
                  <a:ext uri="{FF2B5EF4-FFF2-40B4-BE49-F238E27FC236}">
                    <a16:creationId xmlns:a16="http://schemas.microsoft.com/office/drawing/2014/main" id="{74B15F4F-0D6A-46A6-B19B-46D104287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98" name="Line 47">
                <a:extLst>
                  <a:ext uri="{FF2B5EF4-FFF2-40B4-BE49-F238E27FC236}">
                    <a16:creationId xmlns:a16="http://schemas.microsoft.com/office/drawing/2014/main" id="{B1607CFE-7796-4B44-AEDE-68EF47DD30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728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99" name="Line 48">
                <a:extLst>
                  <a:ext uri="{FF2B5EF4-FFF2-40B4-BE49-F238E27FC236}">
                    <a16:creationId xmlns:a16="http://schemas.microsoft.com/office/drawing/2014/main" id="{46A5F22C-A5F5-4680-A83C-520F7EEA5B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807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00" name="Freeform 49">
                <a:extLst>
                  <a:ext uri="{FF2B5EF4-FFF2-40B4-BE49-F238E27FC236}">
                    <a16:creationId xmlns:a16="http://schemas.microsoft.com/office/drawing/2014/main" id="{7F5DC540-E80B-4E16-BD02-FF60DB1E7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01" name="Freeform 50">
                <a:extLst>
                  <a:ext uri="{FF2B5EF4-FFF2-40B4-BE49-F238E27FC236}">
                    <a16:creationId xmlns:a16="http://schemas.microsoft.com/office/drawing/2014/main" id="{9BAFA69F-BEB5-4372-BBCC-C1601B7BD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02" name="Line 51">
                <a:extLst>
                  <a:ext uri="{FF2B5EF4-FFF2-40B4-BE49-F238E27FC236}">
                    <a16:creationId xmlns:a16="http://schemas.microsoft.com/office/drawing/2014/main" id="{9B14133F-76BF-4609-B8A0-DEA55D0036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50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03" name="Line 52">
                <a:extLst>
                  <a:ext uri="{FF2B5EF4-FFF2-40B4-BE49-F238E27FC236}">
                    <a16:creationId xmlns:a16="http://schemas.microsoft.com/office/drawing/2014/main" id="{EA05CB26-6E78-4107-9CE2-17E916296C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484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04" name="Freeform 53">
                <a:extLst>
                  <a:ext uri="{FF2B5EF4-FFF2-40B4-BE49-F238E27FC236}">
                    <a16:creationId xmlns:a16="http://schemas.microsoft.com/office/drawing/2014/main" id="{E2869114-D209-4869-83FD-B73C651DB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05" name="Line 54">
                <a:extLst>
                  <a:ext uri="{FF2B5EF4-FFF2-40B4-BE49-F238E27FC236}">
                    <a16:creationId xmlns:a16="http://schemas.microsoft.com/office/drawing/2014/main" id="{1A805899-6E9B-4A62-8AE2-3C9FB73AC1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30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06" name="Line 55">
                <a:extLst>
                  <a:ext uri="{FF2B5EF4-FFF2-40B4-BE49-F238E27FC236}">
                    <a16:creationId xmlns:a16="http://schemas.microsoft.com/office/drawing/2014/main" id="{965D2B37-1AFD-406D-9683-33672B8261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388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07" name="Freeform 56">
                <a:extLst>
                  <a:ext uri="{FF2B5EF4-FFF2-40B4-BE49-F238E27FC236}">
                    <a16:creationId xmlns:a16="http://schemas.microsoft.com/office/drawing/2014/main" id="{AE49F0D1-8EB0-42E6-B664-ACDB9A98E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08" name="Freeform 57">
                <a:extLst>
                  <a:ext uri="{FF2B5EF4-FFF2-40B4-BE49-F238E27FC236}">
                    <a16:creationId xmlns:a16="http://schemas.microsoft.com/office/drawing/2014/main" id="{057DBB40-B6D2-4692-9B5F-4050D0825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09" name="Line 58">
                <a:extLst>
                  <a:ext uri="{FF2B5EF4-FFF2-40B4-BE49-F238E27FC236}">
                    <a16:creationId xmlns:a16="http://schemas.microsoft.com/office/drawing/2014/main" id="{DA958F86-C776-46F2-BB58-3FB30045F8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10" name="Line 59">
                <a:extLst>
                  <a:ext uri="{FF2B5EF4-FFF2-40B4-BE49-F238E27FC236}">
                    <a16:creationId xmlns:a16="http://schemas.microsoft.com/office/drawing/2014/main" id="{68193E16-4B00-4E3B-B51C-5FEB4D165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11" name="Freeform 60">
                <a:extLst>
                  <a:ext uri="{FF2B5EF4-FFF2-40B4-BE49-F238E27FC236}">
                    <a16:creationId xmlns:a16="http://schemas.microsoft.com/office/drawing/2014/main" id="{8F7ABF85-6568-4FCD-A2E1-8A0049D11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12" name="Line 61">
                <a:extLst>
                  <a:ext uri="{FF2B5EF4-FFF2-40B4-BE49-F238E27FC236}">
                    <a16:creationId xmlns:a16="http://schemas.microsoft.com/office/drawing/2014/main" id="{C5D4E89F-F212-4002-926E-7DF2FC2AB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8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13" name="Line 62">
                <a:extLst>
                  <a:ext uri="{FF2B5EF4-FFF2-40B4-BE49-F238E27FC236}">
                    <a16:creationId xmlns:a16="http://schemas.microsoft.com/office/drawing/2014/main" id="{F60C216C-CF13-4229-A1E9-3ECF93976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9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14" name="Freeform 63">
                <a:extLst>
                  <a:ext uri="{FF2B5EF4-FFF2-40B4-BE49-F238E27FC236}">
                    <a16:creationId xmlns:a16="http://schemas.microsoft.com/office/drawing/2014/main" id="{67312225-3ADA-45C3-A405-24E60F98A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15" name="Freeform 64">
                <a:extLst>
                  <a:ext uri="{FF2B5EF4-FFF2-40B4-BE49-F238E27FC236}">
                    <a16:creationId xmlns:a16="http://schemas.microsoft.com/office/drawing/2014/main" id="{0253BE65-68C5-4E81-824C-5BD72126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16" name="Line 65">
                <a:extLst>
                  <a:ext uri="{FF2B5EF4-FFF2-40B4-BE49-F238E27FC236}">
                    <a16:creationId xmlns:a16="http://schemas.microsoft.com/office/drawing/2014/main" id="{4813F9D6-6BFB-4FB0-BACD-B75EFDF14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17" name="Line 66">
                <a:extLst>
                  <a:ext uri="{FF2B5EF4-FFF2-40B4-BE49-F238E27FC236}">
                    <a16:creationId xmlns:a16="http://schemas.microsoft.com/office/drawing/2014/main" id="{0662BDD6-60F7-492E-9B34-8A689978D9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18" name="Freeform 67">
                <a:extLst>
                  <a:ext uri="{FF2B5EF4-FFF2-40B4-BE49-F238E27FC236}">
                    <a16:creationId xmlns:a16="http://schemas.microsoft.com/office/drawing/2014/main" id="{60734435-FC9D-4B17-AD9E-E64D3EFD1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19" name="Line 68">
                <a:extLst>
                  <a:ext uri="{FF2B5EF4-FFF2-40B4-BE49-F238E27FC236}">
                    <a16:creationId xmlns:a16="http://schemas.microsoft.com/office/drawing/2014/main" id="{B702C62E-1B75-4ECA-9B21-0AFF8AC5F2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4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20" name="Line 69">
                <a:extLst>
                  <a:ext uri="{FF2B5EF4-FFF2-40B4-BE49-F238E27FC236}">
                    <a16:creationId xmlns:a16="http://schemas.microsoft.com/office/drawing/2014/main" id="{B4DED8F3-CE34-4B01-9CA0-5D3F3F561E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5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21" name="Freeform 70">
                <a:extLst>
                  <a:ext uri="{FF2B5EF4-FFF2-40B4-BE49-F238E27FC236}">
                    <a16:creationId xmlns:a16="http://schemas.microsoft.com/office/drawing/2014/main" id="{4A32D51D-EE84-488A-8492-E4FB34384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22" name="Freeform 71">
                <a:extLst>
                  <a:ext uri="{FF2B5EF4-FFF2-40B4-BE49-F238E27FC236}">
                    <a16:creationId xmlns:a16="http://schemas.microsoft.com/office/drawing/2014/main" id="{EE0922D7-7B1F-4BE1-B2C6-1D0DC236C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23" name="Line 72">
                <a:extLst>
                  <a:ext uri="{FF2B5EF4-FFF2-40B4-BE49-F238E27FC236}">
                    <a16:creationId xmlns:a16="http://schemas.microsoft.com/office/drawing/2014/main" id="{78D26AB4-1954-45A1-B559-D6FA1EC4FA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229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24" name="Line 73">
                <a:extLst>
                  <a:ext uri="{FF2B5EF4-FFF2-40B4-BE49-F238E27FC236}">
                    <a16:creationId xmlns:a16="http://schemas.microsoft.com/office/drawing/2014/main" id="{86C5AA39-F7E0-4032-9C5C-A2730F0055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212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25" name="Freeform 74">
                <a:extLst>
                  <a:ext uri="{FF2B5EF4-FFF2-40B4-BE49-F238E27FC236}">
                    <a16:creationId xmlns:a16="http://schemas.microsoft.com/office/drawing/2014/main" id="{CDA4C7EA-9A77-4B0D-8A40-81723A3F7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26" name="Line 75">
                <a:extLst>
                  <a:ext uri="{FF2B5EF4-FFF2-40B4-BE49-F238E27FC236}">
                    <a16:creationId xmlns:a16="http://schemas.microsoft.com/office/drawing/2014/main" id="{D1CF81EF-68ED-4702-8B6C-5B40F351CB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037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27" name="Line 76">
                <a:extLst>
                  <a:ext uri="{FF2B5EF4-FFF2-40B4-BE49-F238E27FC236}">
                    <a16:creationId xmlns:a16="http://schemas.microsoft.com/office/drawing/2014/main" id="{AEC31EE3-766F-4CE4-90A0-FE40B2501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116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28" name="Freeform 77">
                <a:extLst>
                  <a:ext uri="{FF2B5EF4-FFF2-40B4-BE49-F238E27FC236}">
                    <a16:creationId xmlns:a16="http://schemas.microsoft.com/office/drawing/2014/main" id="{A4F3C97F-BA55-46FA-887A-CF2D2BA70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29" name="Freeform 78">
                <a:extLst>
                  <a:ext uri="{FF2B5EF4-FFF2-40B4-BE49-F238E27FC236}">
                    <a16:creationId xmlns:a16="http://schemas.microsoft.com/office/drawing/2014/main" id="{6C9F36CE-4BB6-480B-B21A-8B126F8AF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5930" name="Group 79">
                <a:extLst>
                  <a:ext uri="{FF2B5EF4-FFF2-40B4-BE49-F238E27FC236}">
                    <a16:creationId xmlns:a16="http://schemas.microsoft.com/office/drawing/2014/main" id="{AC4AA38C-8412-4CFE-B1DE-FFB813E276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2" y="2634"/>
                <a:ext cx="192" cy="158"/>
                <a:chOff x="4692" y="2634"/>
                <a:chExt cx="192" cy="158"/>
              </a:xfrm>
            </p:grpSpPr>
            <p:grpSp>
              <p:nvGrpSpPr>
                <p:cNvPr id="36077" name="Group 80">
                  <a:extLst>
                    <a:ext uri="{FF2B5EF4-FFF2-40B4-BE49-F238E27FC236}">
                      <a16:creationId xmlns:a16="http://schemas.microsoft.com/office/drawing/2014/main" id="{BBD04343-C329-44E2-BD7F-F687B89E29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36082" name="Line 81">
                    <a:extLst>
                      <a:ext uri="{FF2B5EF4-FFF2-40B4-BE49-F238E27FC236}">
                        <a16:creationId xmlns:a16="http://schemas.microsoft.com/office/drawing/2014/main" id="{D4247EAA-B994-43F8-8180-C5F0D170E0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6083" name="Line 82">
                    <a:extLst>
                      <a:ext uri="{FF2B5EF4-FFF2-40B4-BE49-F238E27FC236}">
                        <a16:creationId xmlns:a16="http://schemas.microsoft.com/office/drawing/2014/main" id="{3671487F-1999-4ECF-B033-7FD598D0CD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6078" name="Freeform 83">
                  <a:extLst>
                    <a:ext uri="{FF2B5EF4-FFF2-40B4-BE49-F238E27FC236}">
                      <a16:creationId xmlns:a16="http://schemas.microsoft.com/office/drawing/2014/main" id="{83E20F15-C677-4B12-80F5-ADD5CD2556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6079" name="Group 84">
                  <a:extLst>
                    <a:ext uri="{FF2B5EF4-FFF2-40B4-BE49-F238E27FC236}">
                      <a16:creationId xmlns:a16="http://schemas.microsoft.com/office/drawing/2014/main" id="{C9F7D0B6-8E48-4B04-B1A1-FB80A58165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36080" name="Line 85">
                    <a:extLst>
                      <a:ext uri="{FF2B5EF4-FFF2-40B4-BE49-F238E27FC236}">
                        <a16:creationId xmlns:a16="http://schemas.microsoft.com/office/drawing/2014/main" id="{7C4BDE7E-EB95-4FCA-9010-3EFA4E7C37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6081" name="Line 86">
                    <a:extLst>
                      <a:ext uri="{FF2B5EF4-FFF2-40B4-BE49-F238E27FC236}">
                        <a16:creationId xmlns:a16="http://schemas.microsoft.com/office/drawing/2014/main" id="{90A3F65B-6A44-48D8-ABB9-8F1CB82148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35931" name="Freeform 87">
                <a:extLst>
                  <a:ext uri="{FF2B5EF4-FFF2-40B4-BE49-F238E27FC236}">
                    <a16:creationId xmlns:a16="http://schemas.microsoft.com/office/drawing/2014/main" id="{226664B1-4071-4BC8-A3F5-C3216CBCC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32" name="Freeform 88">
                <a:extLst>
                  <a:ext uri="{FF2B5EF4-FFF2-40B4-BE49-F238E27FC236}">
                    <a16:creationId xmlns:a16="http://schemas.microsoft.com/office/drawing/2014/main" id="{1F9E26B3-1161-484B-9F7B-E42BAC89D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5933" name="Group 89">
                <a:extLst>
                  <a:ext uri="{FF2B5EF4-FFF2-40B4-BE49-F238E27FC236}">
                    <a16:creationId xmlns:a16="http://schemas.microsoft.com/office/drawing/2014/main" id="{8BA74322-7565-4738-B37E-1F3AB076CD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59" y="2634"/>
                <a:ext cx="192" cy="158"/>
                <a:chOff x="5259" y="2634"/>
                <a:chExt cx="192" cy="158"/>
              </a:xfrm>
            </p:grpSpPr>
            <p:grpSp>
              <p:nvGrpSpPr>
                <p:cNvPr id="36070" name="Group 90">
                  <a:extLst>
                    <a:ext uri="{FF2B5EF4-FFF2-40B4-BE49-F238E27FC236}">
                      <a16:creationId xmlns:a16="http://schemas.microsoft.com/office/drawing/2014/main" id="{D312BF6F-6BA3-48A5-970C-C6C79C45F9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36075" name="Line 91">
                    <a:extLst>
                      <a:ext uri="{FF2B5EF4-FFF2-40B4-BE49-F238E27FC236}">
                        <a16:creationId xmlns:a16="http://schemas.microsoft.com/office/drawing/2014/main" id="{47970F37-4543-44DF-AE94-2CD871A17F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6076" name="Line 92">
                    <a:extLst>
                      <a:ext uri="{FF2B5EF4-FFF2-40B4-BE49-F238E27FC236}">
                        <a16:creationId xmlns:a16="http://schemas.microsoft.com/office/drawing/2014/main" id="{10F7E630-C522-4E86-8A2D-49FCA88198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6071" name="Freeform 93">
                  <a:extLst>
                    <a:ext uri="{FF2B5EF4-FFF2-40B4-BE49-F238E27FC236}">
                      <a16:creationId xmlns:a16="http://schemas.microsoft.com/office/drawing/2014/main" id="{E57008BF-E95E-4522-A55A-93BF1574F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6072" name="Group 94">
                  <a:extLst>
                    <a:ext uri="{FF2B5EF4-FFF2-40B4-BE49-F238E27FC236}">
                      <a16:creationId xmlns:a16="http://schemas.microsoft.com/office/drawing/2014/main" id="{B9415DAC-EE2A-4E59-8944-871E8935624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36073" name="Line 95">
                    <a:extLst>
                      <a:ext uri="{FF2B5EF4-FFF2-40B4-BE49-F238E27FC236}">
                        <a16:creationId xmlns:a16="http://schemas.microsoft.com/office/drawing/2014/main" id="{97E13930-7280-4B1B-BCE5-77636C41E6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6074" name="Line 96">
                    <a:extLst>
                      <a:ext uri="{FF2B5EF4-FFF2-40B4-BE49-F238E27FC236}">
                        <a16:creationId xmlns:a16="http://schemas.microsoft.com/office/drawing/2014/main" id="{2BF9FE04-8CA3-421B-B607-7610A66847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35934" name="Freeform 97">
                <a:extLst>
                  <a:ext uri="{FF2B5EF4-FFF2-40B4-BE49-F238E27FC236}">
                    <a16:creationId xmlns:a16="http://schemas.microsoft.com/office/drawing/2014/main" id="{3D3E4DC8-DB8B-4B1C-A106-A4C60498C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35" name="Freeform 98">
                <a:extLst>
                  <a:ext uri="{FF2B5EF4-FFF2-40B4-BE49-F238E27FC236}">
                    <a16:creationId xmlns:a16="http://schemas.microsoft.com/office/drawing/2014/main" id="{EEF07056-702A-4601-901F-075A61370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36" name="Freeform 99">
                <a:extLst>
                  <a:ext uri="{FF2B5EF4-FFF2-40B4-BE49-F238E27FC236}">
                    <a16:creationId xmlns:a16="http://schemas.microsoft.com/office/drawing/2014/main" id="{7C125663-8F6C-4F44-B19E-3A768150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37" name="Line 100">
                <a:extLst>
                  <a:ext uri="{FF2B5EF4-FFF2-40B4-BE49-F238E27FC236}">
                    <a16:creationId xmlns:a16="http://schemas.microsoft.com/office/drawing/2014/main" id="{4BD763F4-2AD1-40A7-89D4-6F54105195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38" name="Line 101">
                <a:extLst>
                  <a:ext uri="{FF2B5EF4-FFF2-40B4-BE49-F238E27FC236}">
                    <a16:creationId xmlns:a16="http://schemas.microsoft.com/office/drawing/2014/main" id="{0152FF6B-6DEA-45B1-B7C6-2A77B59495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39" name="Line 102">
                <a:extLst>
                  <a:ext uri="{FF2B5EF4-FFF2-40B4-BE49-F238E27FC236}">
                    <a16:creationId xmlns:a16="http://schemas.microsoft.com/office/drawing/2014/main" id="{4E607BBC-3DBC-4E00-9F6B-649EC127E9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40" name="Line 103">
                <a:extLst>
                  <a:ext uri="{FF2B5EF4-FFF2-40B4-BE49-F238E27FC236}">
                    <a16:creationId xmlns:a16="http://schemas.microsoft.com/office/drawing/2014/main" id="{B0102F40-E86D-4F46-A490-80A490EDD4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41" name="Line 104">
                <a:extLst>
                  <a:ext uri="{FF2B5EF4-FFF2-40B4-BE49-F238E27FC236}">
                    <a16:creationId xmlns:a16="http://schemas.microsoft.com/office/drawing/2014/main" id="{B9131A50-09FE-498B-B28F-AC70320CC8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42" name="Line 105">
                <a:extLst>
                  <a:ext uri="{FF2B5EF4-FFF2-40B4-BE49-F238E27FC236}">
                    <a16:creationId xmlns:a16="http://schemas.microsoft.com/office/drawing/2014/main" id="{CBF98325-C9D1-49D3-A113-B1959DFA3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43" name="Line 106">
                <a:extLst>
                  <a:ext uri="{FF2B5EF4-FFF2-40B4-BE49-F238E27FC236}">
                    <a16:creationId xmlns:a16="http://schemas.microsoft.com/office/drawing/2014/main" id="{7A0C6860-99F5-4875-BA97-0DAD15EA93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44" name="Line 107">
                <a:extLst>
                  <a:ext uri="{FF2B5EF4-FFF2-40B4-BE49-F238E27FC236}">
                    <a16:creationId xmlns:a16="http://schemas.microsoft.com/office/drawing/2014/main" id="{11DB0776-74EE-4D11-8CC1-EE4381681B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45" name="Freeform 108">
                <a:extLst>
                  <a:ext uri="{FF2B5EF4-FFF2-40B4-BE49-F238E27FC236}">
                    <a16:creationId xmlns:a16="http://schemas.microsoft.com/office/drawing/2014/main" id="{196EF2BD-84A9-4835-93F0-C65FE1CFC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46" name="Freeform 109">
                <a:extLst>
                  <a:ext uri="{FF2B5EF4-FFF2-40B4-BE49-F238E27FC236}">
                    <a16:creationId xmlns:a16="http://schemas.microsoft.com/office/drawing/2014/main" id="{793EB33D-6FB9-41B2-A2FF-17739A1B9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47" name="Freeform 110">
                <a:extLst>
                  <a:ext uri="{FF2B5EF4-FFF2-40B4-BE49-F238E27FC236}">
                    <a16:creationId xmlns:a16="http://schemas.microsoft.com/office/drawing/2014/main" id="{44D05705-E897-4750-8D97-5E45534F1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48" name="Freeform 111">
                <a:extLst>
                  <a:ext uri="{FF2B5EF4-FFF2-40B4-BE49-F238E27FC236}">
                    <a16:creationId xmlns:a16="http://schemas.microsoft.com/office/drawing/2014/main" id="{7CA1F4D7-3B47-41FB-973E-19437207D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49" name="Freeform 112">
                <a:extLst>
                  <a:ext uri="{FF2B5EF4-FFF2-40B4-BE49-F238E27FC236}">
                    <a16:creationId xmlns:a16="http://schemas.microsoft.com/office/drawing/2014/main" id="{1AFC9899-3D8B-40A0-875D-2AF13C081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50" name="Freeform 113">
                <a:extLst>
                  <a:ext uri="{FF2B5EF4-FFF2-40B4-BE49-F238E27FC236}">
                    <a16:creationId xmlns:a16="http://schemas.microsoft.com/office/drawing/2014/main" id="{2AEA1C25-E83B-4544-917F-458FAF108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51" name="Line 114">
                <a:extLst>
                  <a:ext uri="{FF2B5EF4-FFF2-40B4-BE49-F238E27FC236}">
                    <a16:creationId xmlns:a16="http://schemas.microsoft.com/office/drawing/2014/main" id="{B0A8F762-877F-43D7-8442-EC30127EEB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52" name="Line 115">
                <a:extLst>
                  <a:ext uri="{FF2B5EF4-FFF2-40B4-BE49-F238E27FC236}">
                    <a16:creationId xmlns:a16="http://schemas.microsoft.com/office/drawing/2014/main" id="{B6E9F5CA-43E9-422E-A385-1C7826F81E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53" name="Line 116">
                <a:extLst>
                  <a:ext uri="{FF2B5EF4-FFF2-40B4-BE49-F238E27FC236}">
                    <a16:creationId xmlns:a16="http://schemas.microsoft.com/office/drawing/2014/main" id="{F4DCEC72-5E0B-474D-A0CC-04EA24D10F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54" name="Line 117">
                <a:extLst>
                  <a:ext uri="{FF2B5EF4-FFF2-40B4-BE49-F238E27FC236}">
                    <a16:creationId xmlns:a16="http://schemas.microsoft.com/office/drawing/2014/main" id="{12D30FF3-CAC7-4E58-A8E2-91C8EEE15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55" name="Line 118">
                <a:extLst>
                  <a:ext uri="{FF2B5EF4-FFF2-40B4-BE49-F238E27FC236}">
                    <a16:creationId xmlns:a16="http://schemas.microsoft.com/office/drawing/2014/main" id="{26DF6E9C-A673-4DD4-834F-3996B41CD4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56" name="Line 119">
                <a:extLst>
                  <a:ext uri="{FF2B5EF4-FFF2-40B4-BE49-F238E27FC236}">
                    <a16:creationId xmlns:a16="http://schemas.microsoft.com/office/drawing/2014/main" id="{7BC6F70D-6CCF-4A87-8726-D4A0803D09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57" name="Line 120">
                <a:extLst>
                  <a:ext uri="{FF2B5EF4-FFF2-40B4-BE49-F238E27FC236}">
                    <a16:creationId xmlns:a16="http://schemas.microsoft.com/office/drawing/2014/main" id="{931BA0DB-7E5C-4769-A2B1-43F9D3DB5D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58" name="Line 121">
                <a:extLst>
                  <a:ext uri="{FF2B5EF4-FFF2-40B4-BE49-F238E27FC236}">
                    <a16:creationId xmlns:a16="http://schemas.microsoft.com/office/drawing/2014/main" id="{29604F91-9B02-405B-AE27-AF554F1151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59" name="Freeform 122">
                <a:extLst>
                  <a:ext uri="{FF2B5EF4-FFF2-40B4-BE49-F238E27FC236}">
                    <a16:creationId xmlns:a16="http://schemas.microsoft.com/office/drawing/2014/main" id="{F39DAF15-962E-429B-BE4F-4C8314E7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60" name="Line 123">
                <a:extLst>
                  <a:ext uri="{FF2B5EF4-FFF2-40B4-BE49-F238E27FC236}">
                    <a16:creationId xmlns:a16="http://schemas.microsoft.com/office/drawing/2014/main" id="{C73A50B3-EB0B-48FA-A473-959FACD95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61" name="Line 124">
                <a:extLst>
                  <a:ext uri="{FF2B5EF4-FFF2-40B4-BE49-F238E27FC236}">
                    <a16:creationId xmlns:a16="http://schemas.microsoft.com/office/drawing/2014/main" id="{6A636BF8-0A54-407E-8901-FF70A57C89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62" name="Line 125">
                <a:extLst>
                  <a:ext uri="{FF2B5EF4-FFF2-40B4-BE49-F238E27FC236}">
                    <a16:creationId xmlns:a16="http://schemas.microsoft.com/office/drawing/2014/main" id="{CE8827B4-A89C-41E8-8D6C-9038A1981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63" name="Line 126">
                <a:extLst>
                  <a:ext uri="{FF2B5EF4-FFF2-40B4-BE49-F238E27FC236}">
                    <a16:creationId xmlns:a16="http://schemas.microsoft.com/office/drawing/2014/main" id="{263FC0CA-E166-4A65-82B4-7538E453EB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64" name="Line 127">
                <a:extLst>
                  <a:ext uri="{FF2B5EF4-FFF2-40B4-BE49-F238E27FC236}">
                    <a16:creationId xmlns:a16="http://schemas.microsoft.com/office/drawing/2014/main" id="{CDC32629-E979-4BEE-BBDD-13E3193B2B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65" name="Line 128">
                <a:extLst>
                  <a:ext uri="{FF2B5EF4-FFF2-40B4-BE49-F238E27FC236}">
                    <a16:creationId xmlns:a16="http://schemas.microsoft.com/office/drawing/2014/main" id="{94E39C76-B12D-4016-9F3F-04B2450158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66" name="Line 129">
                <a:extLst>
                  <a:ext uri="{FF2B5EF4-FFF2-40B4-BE49-F238E27FC236}">
                    <a16:creationId xmlns:a16="http://schemas.microsoft.com/office/drawing/2014/main" id="{08561E31-6806-4A0F-ABCD-08A3B48E46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67" name="Line 130">
                <a:extLst>
                  <a:ext uri="{FF2B5EF4-FFF2-40B4-BE49-F238E27FC236}">
                    <a16:creationId xmlns:a16="http://schemas.microsoft.com/office/drawing/2014/main" id="{5C0FA64A-FB87-43EB-89E9-E2C08CC27E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68" name="Freeform 131">
                <a:extLst>
                  <a:ext uri="{FF2B5EF4-FFF2-40B4-BE49-F238E27FC236}">
                    <a16:creationId xmlns:a16="http://schemas.microsoft.com/office/drawing/2014/main" id="{72125CAF-15BE-4C4D-9F44-846FE8DFE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69" name="Freeform 132">
                <a:extLst>
                  <a:ext uri="{FF2B5EF4-FFF2-40B4-BE49-F238E27FC236}">
                    <a16:creationId xmlns:a16="http://schemas.microsoft.com/office/drawing/2014/main" id="{435F61A6-A0C9-46C4-99AF-B12101D9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70" name="Rectangle 133">
                <a:extLst>
                  <a:ext uri="{FF2B5EF4-FFF2-40B4-BE49-F238E27FC236}">
                    <a16:creationId xmlns:a16="http://schemas.microsoft.com/office/drawing/2014/main" id="{969C889D-7A7B-4650-81DC-3FA02535F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71" name="Text Box 134">
                <a:extLst>
                  <a:ext uri="{FF2B5EF4-FFF2-40B4-BE49-F238E27FC236}">
                    <a16:creationId xmlns:a16="http://schemas.microsoft.com/office/drawing/2014/main" id="{EB264717-5C74-46BD-BAB8-A39FB82564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5972" name="Freeform 135">
                <a:extLst>
                  <a:ext uri="{FF2B5EF4-FFF2-40B4-BE49-F238E27FC236}">
                    <a16:creationId xmlns:a16="http://schemas.microsoft.com/office/drawing/2014/main" id="{BAABD967-1AFE-4B85-8A69-F72D6DF1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73" name="Freeform 136">
                <a:extLst>
                  <a:ext uri="{FF2B5EF4-FFF2-40B4-BE49-F238E27FC236}">
                    <a16:creationId xmlns:a16="http://schemas.microsoft.com/office/drawing/2014/main" id="{1B10EF17-644A-4691-BE6E-3EBADD4D1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74" name="Freeform 137">
                <a:extLst>
                  <a:ext uri="{FF2B5EF4-FFF2-40B4-BE49-F238E27FC236}">
                    <a16:creationId xmlns:a16="http://schemas.microsoft.com/office/drawing/2014/main" id="{584133B9-BDF0-4B6B-9EAE-3A2E506C4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75" name="Freeform 138">
                <a:extLst>
                  <a:ext uri="{FF2B5EF4-FFF2-40B4-BE49-F238E27FC236}">
                    <a16:creationId xmlns:a16="http://schemas.microsoft.com/office/drawing/2014/main" id="{C02AA4CD-9A87-4758-B0AE-F862C5652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92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9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76" name="Freeform 139">
                <a:extLst>
                  <a:ext uri="{FF2B5EF4-FFF2-40B4-BE49-F238E27FC236}">
                    <a16:creationId xmlns:a16="http://schemas.microsoft.com/office/drawing/2014/main" id="{B30DBF07-B01B-4EBC-9909-03AAEBA5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77" name="Freeform 140">
                <a:extLst>
                  <a:ext uri="{FF2B5EF4-FFF2-40B4-BE49-F238E27FC236}">
                    <a16:creationId xmlns:a16="http://schemas.microsoft.com/office/drawing/2014/main" id="{DA13C5D0-5BAF-44E3-897E-AD5E2B193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83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8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78" name="Freeform 141">
                <a:extLst>
                  <a:ext uri="{FF2B5EF4-FFF2-40B4-BE49-F238E27FC236}">
                    <a16:creationId xmlns:a16="http://schemas.microsoft.com/office/drawing/2014/main" id="{677924EC-EC95-4732-A527-8677EDE4A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79" name="Freeform 142">
                <a:extLst>
                  <a:ext uri="{FF2B5EF4-FFF2-40B4-BE49-F238E27FC236}">
                    <a16:creationId xmlns:a16="http://schemas.microsoft.com/office/drawing/2014/main" id="{38909E38-545E-40FE-BA42-9370A92A8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6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80" name="Freeform 143">
                <a:extLst>
                  <a:ext uri="{FF2B5EF4-FFF2-40B4-BE49-F238E27FC236}">
                    <a16:creationId xmlns:a16="http://schemas.microsoft.com/office/drawing/2014/main" id="{8B0B56B4-6535-47F3-A660-66D3E286E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81" name="Freeform 144">
                <a:extLst>
                  <a:ext uri="{FF2B5EF4-FFF2-40B4-BE49-F238E27FC236}">
                    <a16:creationId xmlns:a16="http://schemas.microsoft.com/office/drawing/2014/main" id="{CB201E00-55E8-45B2-8B3E-2693C3C8F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9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82" name="Freeform 145">
                <a:extLst>
                  <a:ext uri="{FF2B5EF4-FFF2-40B4-BE49-F238E27FC236}">
                    <a16:creationId xmlns:a16="http://schemas.microsoft.com/office/drawing/2014/main" id="{FE06FDC2-195F-4313-BB85-1683F59BA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83" name="Freeform 146">
                <a:extLst>
                  <a:ext uri="{FF2B5EF4-FFF2-40B4-BE49-F238E27FC236}">
                    <a16:creationId xmlns:a16="http://schemas.microsoft.com/office/drawing/2014/main" id="{8EB18208-A9C4-4905-B84C-077F21A29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84" name="Freeform 147">
                <a:extLst>
                  <a:ext uri="{FF2B5EF4-FFF2-40B4-BE49-F238E27FC236}">
                    <a16:creationId xmlns:a16="http://schemas.microsoft.com/office/drawing/2014/main" id="{A72291D9-7D75-4700-8E2A-55376930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85" name="Freeform 148">
                <a:extLst>
                  <a:ext uri="{FF2B5EF4-FFF2-40B4-BE49-F238E27FC236}">
                    <a16:creationId xmlns:a16="http://schemas.microsoft.com/office/drawing/2014/main" id="{06657FFE-1E7A-4C55-B4B0-E89EC0EFC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86" name="Freeform 149">
                <a:extLst>
                  <a:ext uri="{FF2B5EF4-FFF2-40B4-BE49-F238E27FC236}">
                    <a16:creationId xmlns:a16="http://schemas.microsoft.com/office/drawing/2014/main" id="{D30AF450-0D4E-4D96-A6F5-0ACA13BC1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87" name="Freeform 150">
                <a:extLst>
                  <a:ext uri="{FF2B5EF4-FFF2-40B4-BE49-F238E27FC236}">
                    <a16:creationId xmlns:a16="http://schemas.microsoft.com/office/drawing/2014/main" id="{D6BF426D-5BF7-4657-982F-DDCCC68B5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88" name="Freeform 151">
                <a:extLst>
                  <a:ext uri="{FF2B5EF4-FFF2-40B4-BE49-F238E27FC236}">
                    <a16:creationId xmlns:a16="http://schemas.microsoft.com/office/drawing/2014/main" id="{05261751-6FE3-44EB-A828-5A591F2F9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744"/>
                <a:ext cx="729" cy="657"/>
              </a:xfrm>
              <a:custGeom>
                <a:avLst/>
                <a:gdLst>
                  <a:gd name="T0" fmla="*/ 153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85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5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89" name="Freeform 152">
                <a:extLst>
                  <a:ext uri="{FF2B5EF4-FFF2-40B4-BE49-F238E27FC236}">
                    <a16:creationId xmlns:a16="http://schemas.microsoft.com/office/drawing/2014/main" id="{4DBE3998-72E6-4499-A3C4-51BB4DCED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90" name="Freeform 153">
                <a:extLst>
                  <a:ext uri="{FF2B5EF4-FFF2-40B4-BE49-F238E27FC236}">
                    <a16:creationId xmlns:a16="http://schemas.microsoft.com/office/drawing/2014/main" id="{E9ED31CC-D1EC-48D1-8E5C-503599F19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91" name="Freeform 154">
                <a:extLst>
                  <a:ext uri="{FF2B5EF4-FFF2-40B4-BE49-F238E27FC236}">
                    <a16:creationId xmlns:a16="http://schemas.microsoft.com/office/drawing/2014/main" id="{A8CC183C-E009-48AF-A9F2-4F7FCB9A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735"/>
                <a:ext cx="708" cy="570"/>
              </a:xfrm>
              <a:custGeom>
                <a:avLst/>
                <a:gdLst>
                  <a:gd name="T0" fmla="*/ 0 w 708"/>
                  <a:gd name="T1" fmla="*/ 0 h 570"/>
                  <a:gd name="T2" fmla="*/ 132 w 708"/>
                  <a:gd name="T3" fmla="*/ 0 h 570"/>
                  <a:gd name="T4" fmla="*/ 129 w 708"/>
                  <a:gd name="T5" fmla="*/ 570 h 570"/>
                  <a:gd name="T6" fmla="*/ 708 w 708"/>
                  <a:gd name="T7" fmla="*/ 570 h 570"/>
                  <a:gd name="T8" fmla="*/ 708 w 708"/>
                  <a:gd name="T9" fmla="*/ 9 h 570"/>
                  <a:gd name="T10" fmla="*/ 573 w 708"/>
                  <a:gd name="T11" fmla="*/ 9 h 5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0"/>
                  <a:gd name="T20" fmla="*/ 708 w 708"/>
                  <a:gd name="T21" fmla="*/ 570 h 57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0">
                    <a:moveTo>
                      <a:pt x="0" y="0"/>
                    </a:moveTo>
                    <a:lnTo>
                      <a:pt x="132" y="0"/>
                    </a:lnTo>
                    <a:lnTo>
                      <a:pt x="129" y="570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92" name="Freeform 155">
                <a:extLst>
                  <a:ext uri="{FF2B5EF4-FFF2-40B4-BE49-F238E27FC236}">
                    <a16:creationId xmlns:a16="http://schemas.microsoft.com/office/drawing/2014/main" id="{42311A2D-A1AB-4925-AB6E-E840BAB93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4 w 726"/>
                  <a:gd name="T3" fmla="*/ 0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4" y="0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93" name="Freeform 156">
                <a:extLst>
                  <a:ext uri="{FF2B5EF4-FFF2-40B4-BE49-F238E27FC236}">
                    <a16:creationId xmlns:a16="http://schemas.microsoft.com/office/drawing/2014/main" id="{1A74873B-B296-4BB9-9E52-1BF447469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94" name="Freeform 157">
                <a:extLst>
                  <a:ext uri="{FF2B5EF4-FFF2-40B4-BE49-F238E27FC236}">
                    <a16:creationId xmlns:a16="http://schemas.microsoft.com/office/drawing/2014/main" id="{82462435-A3DC-40C6-84DB-AA026D154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6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95" name="Freeform 158">
                <a:extLst>
                  <a:ext uri="{FF2B5EF4-FFF2-40B4-BE49-F238E27FC236}">
                    <a16:creationId xmlns:a16="http://schemas.microsoft.com/office/drawing/2014/main" id="{4D6C9058-3792-4214-B4CF-626902C8E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96" name="Freeform 159">
                <a:extLst>
                  <a:ext uri="{FF2B5EF4-FFF2-40B4-BE49-F238E27FC236}">
                    <a16:creationId xmlns:a16="http://schemas.microsoft.com/office/drawing/2014/main" id="{45E516AA-C0B7-468B-A38E-9D41DBC2B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97" name="Freeform 160">
                <a:extLst>
                  <a:ext uri="{FF2B5EF4-FFF2-40B4-BE49-F238E27FC236}">
                    <a16:creationId xmlns:a16="http://schemas.microsoft.com/office/drawing/2014/main" id="{24533E59-AF9A-4C5B-81EC-EE6257B86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98" name="Freeform 161">
                <a:extLst>
                  <a:ext uri="{FF2B5EF4-FFF2-40B4-BE49-F238E27FC236}">
                    <a16:creationId xmlns:a16="http://schemas.microsoft.com/office/drawing/2014/main" id="{2CD9F821-AEA2-48CB-8B71-7B2FF1D5B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999" name="Freeform 162">
                <a:extLst>
                  <a:ext uri="{FF2B5EF4-FFF2-40B4-BE49-F238E27FC236}">
                    <a16:creationId xmlns:a16="http://schemas.microsoft.com/office/drawing/2014/main" id="{B2CB8552-DD5E-42E7-B5FC-62BF4FB8B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00" name="Freeform 163">
                <a:extLst>
                  <a:ext uri="{FF2B5EF4-FFF2-40B4-BE49-F238E27FC236}">
                    <a16:creationId xmlns:a16="http://schemas.microsoft.com/office/drawing/2014/main" id="{88F656F0-38F9-44E2-98B7-82D94BAE5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01" name="Freeform 164">
                <a:extLst>
                  <a:ext uri="{FF2B5EF4-FFF2-40B4-BE49-F238E27FC236}">
                    <a16:creationId xmlns:a16="http://schemas.microsoft.com/office/drawing/2014/main" id="{AB1CB089-6BFC-4B20-838D-060A00A52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02" name="Freeform 165">
                <a:extLst>
                  <a:ext uri="{FF2B5EF4-FFF2-40B4-BE49-F238E27FC236}">
                    <a16:creationId xmlns:a16="http://schemas.microsoft.com/office/drawing/2014/main" id="{6211F818-FAAC-4DBC-B174-4F0DF6034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03" name="Freeform 166">
                <a:extLst>
                  <a:ext uri="{FF2B5EF4-FFF2-40B4-BE49-F238E27FC236}">
                    <a16:creationId xmlns:a16="http://schemas.microsoft.com/office/drawing/2014/main" id="{20DEBDE6-8CDA-423E-9DE8-107B34E44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04" name="Freeform 167">
                <a:extLst>
                  <a:ext uri="{FF2B5EF4-FFF2-40B4-BE49-F238E27FC236}">
                    <a16:creationId xmlns:a16="http://schemas.microsoft.com/office/drawing/2014/main" id="{424A8F7D-B0DD-4161-9B0A-63C6A89F0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05" name="Freeform 168">
                <a:extLst>
                  <a:ext uri="{FF2B5EF4-FFF2-40B4-BE49-F238E27FC236}">
                    <a16:creationId xmlns:a16="http://schemas.microsoft.com/office/drawing/2014/main" id="{A6E30AD7-D179-444F-85CB-5E36BB2B8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06" name="Freeform 169">
                <a:extLst>
                  <a:ext uri="{FF2B5EF4-FFF2-40B4-BE49-F238E27FC236}">
                    <a16:creationId xmlns:a16="http://schemas.microsoft.com/office/drawing/2014/main" id="{55BB4CEB-7973-41AC-A2BE-C56E1FA94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07" name="Freeform 170">
                <a:extLst>
                  <a:ext uri="{FF2B5EF4-FFF2-40B4-BE49-F238E27FC236}">
                    <a16:creationId xmlns:a16="http://schemas.microsoft.com/office/drawing/2014/main" id="{511A7FA2-1CC6-4611-B11A-40735E5BA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08" name="Freeform 171">
                <a:extLst>
                  <a:ext uri="{FF2B5EF4-FFF2-40B4-BE49-F238E27FC236}">
                    <a16:creationId xmlns:a16="http://schemas.microsoft.com/office/drawing/2014/main" id="{46EFEC8F-5DE5-43FE-A5E7-24EAA1318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09" name="Freeform 172">
                <a:extLst>
                  <a:ext uri="{FF2B5EF4-FFF2-40B4-BE49-F238E27FC236}">
                    <a16:creationId xmlns:a16="http://schemas.microsoft.com/office/drawing/2014/main" id="{FC2D10ED-D10A-4914-B017-32BBB198A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1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10" name="Line 173">
                <a:extLst>
                  <a:ext uri="{FF2B5EF4-FFF2-40B4-BE49-F238E27FC236}">
                    <a16:creationId xmlns:a16="http://schemas.microsoft.com/office/drawing/2014/main" id="{7F4B1894-9CD0-41A3-A1D2-04EF900F86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48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11" name="Line 174">
                <a:extLst>
                  <a:ext uri="{FF2B5EF4-FFF2-40B4-BE49-F238E27FC236}">
                    <a16:creationId xmlns:a16="http://schemas.microsoft.com/office/drawing/2014/main" id="{44E6E97A-2753-460B-9942-1842087F6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12" name="Line 175">
                <a:extLst>
                  <a:ext uri="{FF2B5EF4-FFF2-40B4-BE49-F238E27FC236}">
                    <a16:creationId xmlns:a16="http://schemas.microsoft.com/office/drawing/2014/main" id="{65342A31-79E4-48BB-8302-9610A83122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13" name="Rectangle 176">
                <a:extLst>
                  <a:ext uri="{FF2B5EF4-FFF2-40B4-BE49-F238E27FC236}">
                    <a16:creationId xmlns:a16="http://schemas.microsoft.com/office/drawing/2014/main" id="{22D2FFA5-C2E0-438E-9EC6-8CC83CD5D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14" name="Text Box 177">
                <a:extLst>
                  <a:ext uri="{FF2B5EF4-FFF2-40B4-BE49-F238E27FC236}">
                    <a16:creationId xmlns:a16="http://schemas.microsoft.com/office/drawing/2014/main" id="{4E228BAA-ECDE-4574-B634-1152E58C02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6015" name="Rectangle 178">
                <a:extLst>
                  <a:ext uri="{FF2B5EF4-FFF2-40B4-BE49-F238E27FC236}">
                    <a16:creationId xmlns:a16="http://schemas.microsoft.com/office/drawing/2014/main" id="{F693B5D4-433C-43A4-A8EF-944271C9A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16" name="Text Box 179">
                <a:extLst>
                  <a:ext uri="{FF2B5EF4-FFF2-40B4-BE49-F238E27FC236}">
                    <a16:creationId xmlns:a16="http://schemas.microsoft.com/office/drawing/2014/main" id="{D79E0909-213E-44A5-A4EA-898217BDC6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24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6017" name="Rectangle 180">
                <a:extLst>
                  <a:ext uri="{FF2B5EF4-FFF2-40B4-BE49-F238E27FC236}">
                    <a16:creationId xmlns:a16="http://schemas.microsoft.com/office/drawing/2014/main" id="{077ED6B2-0DE5-42F9-B80A-838A955E4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18" name="Text Box 181">
                <a:extLst>
                  <a:ext uri="{FF2B5EF4-FFF2-40B4-BE49-F238E27FC236}">
                    <a16:creationId xmlns:a16="http://schemas.microsoft.com/office/drawing/2014/main" id="{A9403DD2-2F9F-421E-A45B-3C8D5B136B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7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6019" name="Line 182">
                <a:extLst>
                  <a:ext uri="{FF2B5EF4-FFF2-40B4-BE49-F238E27FC236}">
                    <a16:creationId xmlns:a16="http://schemas.microsoft.com/office/drawing/2014/main" id="{9A014F86-3E39-4CF7-89AD-BA5632CAFC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20" name="Line 183">
                <a:extLst>
                  <a:ext uri="{FF2B5EF4-FFF2-40B4-BE49-F238E27FC236}">
                    <a16:creationId xmlns:a16="http://schemas.microsoft.com/office/drawing/2014/main" id="{3F4FED09-ACD5-46B0-B08E-2995014F1E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21" name="Line 184">
                <a:extLst>
                  <a:ext uri="{FF2B5EF4-FFF2-40B4-BE49-F238E27FC236}">
                    <a16:creationId xmlns:a16="http://schemas.microsoft.com/office/drawing/2014/main" id="{EB21C5B0-4FB8-495E-987F-88B9FB3C02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7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22" name="Line 185">
                <a:extLst>
                  <a:ext uri="{FF2B5EF4-FFF2-40B4-BE49-F238E27FC236}">
                    <a16:creationId xmlns:a16="http://schemas.microsoft.com/office/drawing/2014/main" id="{E77A2579-75B4-46D2-AE35-A43EDC3BAA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23" name="Freeform 186">
                <a:extLst>
                  <a:ext uri="{FF2B5EF4-FFF2-40B4-BE49-F238E27FC236}">
                    <a16:creationId xmlns:a16="http://schemas.microsoft.com/office/drawing/2014/main" id="{3D4EB444-A145-4CB9-9DC2-41770EC46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24" name="Freeform 187">
                <a:extLst>
                  <a:ext uri="{FF2B5EF4-FFF2-40B4-BE49-F238E27FC236}">
                    <a16:creationId xmlns:a16="http://schemas.microsoft.com/office/drawing/2014/main" id="{ACBDDA2F-B01B-47A0-8673-3FDCD0CB9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91"/>
                <a:ext cx="3" cy="522"/>
              </a:xfrm>
              <a:custGeom>
                <a:avLst/>
                <a:gdLst>
                  <a:gd name="T0" fmla="*/ 0 w 3"/>
                  <a:gd name="T1" fmla="*/ 0 h 522"/>
                  <a:gd name="T2" fmla="*/ 3 w 3"/>
                  <a:gd name="T3" fmla="*/ 522 h 522"/>
                  <a:gd name="T4" fmla="*/ 0 60000 65536"/>
                  <a:gd name="T5" fmla="*/ 0 60000 65536"/>
                  <a:gd name="T6" fmla="*/ 0 w 3"/>
                  <a:gd name="T7" fmla="*/ 0 h 522"/>
                  <a:gd name="T8" fmla="*/ 3 w 3"/>
                  <a:gd name="T9" fmla="*/ 522 h 5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522">
                    <a:moveTo>
                      <a:pt x="0" y="0"/>
                    </a:moveTo>
                    <a:lnTo>
                      <a:pt x="3" y="52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25" name="Freeform 188">
                <a:extLst>
                  <a:ext uri="{FF2B5EF4-FFF2-40B4-BE49-F238E27FC236}">
                    <a16:creationId xmlns:a16="http://schemas.microsoft.com/office/drawing/2014/main" id="{C8AD8669-8DC5-4010-8A63-694631157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9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26" name="Text Box 189">
                <a:extLst>
                  <a:ext uri="{FF2B5EF4-FFF2-40B4-BE49-F238E27FC236}">
                    <a16:creationId xmlns:a16="http://schemas.microsoft.com/office/drawing/2014/main" id="{7B311256-5DC6-4AB3-8FC3-D8F71BA1B7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217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6027" name="Text Box 190">
                <a:extLst>
                  <a:ext uri="{FF2B5EF4-FFF2-40B4-BE49-F238E27FC236}">
                    <a16:creationId xmlns:a16="http://schemas.microsoft.com/office/drawing/2014/main" id="{F7F960C7-73CA-4BEE-8A5D-32E2441717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7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6028" name="Text Box 191">
                <a:extLst>
                  <a:ext uri="{FF2B5EF4-FFF2-40B4-BE49-F238E27FC236}">
                    <a16:creationId xmlns:a16="http://schemas.microsoft.com/office/drawing/2014/main" id="{591AC510-A654-4650-B224-556D05D9C9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3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6029" name="Text Box 192">
                <a:extLst>
                  <a:ext uri="{FF2B5EF4-FFF2-40B4-BE49-F238E27FC236}">
                    <a16:creationId xmlns:a16="http://schemas.microsoft.com/office/drawing/2014/main" id="{2BE2CEA7-2B37-4997-A522-C284C10D1C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94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6030" name="Text Box 193">
                <a:extLst>
                  <a:ext uri="{FF2B5EF4-FFF2-40B4-BE49-F238E27FC236}">
                    <a16:creationId xmlns:a16="http://schemas.microsoft.com/office/drawing/2014/main" id="{D5903B92-E5C0-4C20-84D4-80720EE2FB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3520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6031" name="Text Box 194">
                <a:extLst>
                  <a:ext uri="{FF2B5EF4-FFF2-40B4-BE49-F238E27FC236}">
                    <a16:creationId xmlns:a16="http://schemas.microsoft.com/office/drawing/2014/main" id="{35FAC590-13DB-4C43-BF36-C179F9BAFC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097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6032" name="Text Box 195">
                <a:extLst>
                  <a:ext uri="{FF2B5EF4-FFF2-40B4-BE49-F238E27FC236}">
                    <a16:creationId xmlns:a16="http://schemas.microsoft.com/office/drawing/2014/main" id="{AD08B079-BFB1-4D38-B2ED-04DEB1D30A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6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6033" name="Text Box 196">
                <a:extLst>
                  <a:ext uri="{FF2B5EF4-FFF2-40B4-BE49-F238E27FC236}">
                    <a16:creationId xmlns:a16="http://schemas.microsoft.com/office/drawing/2014/main" id="{1979B150-3EAD-4F58-A275-5F43AB8C5D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5268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6034" name="Text Box 197">
                <a:extLst>
                  <a:ext uri="{FF2B5EF4-FFF2-40B4-BE49-F238E27FC236}">
                    <a16:creationId xmlns:a16="http://schemas.microsoft.com/office/drawing/2014/main" id="{4A66D141-4C1D-4B5E-8D52-87C27D32FC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6035" name="Text Box 198">
                <a:extLst>
                  <a:ext uri="{FF2B5EF4-FFF2-40B4-BE49-F238E27FC236}">
                    <a16:creationId xmlns:a16="http://schemas.microsoft.com/office/drawing/2014/main" id="{2FE18C72-6B2E-4DA3-AE61-2281CB0B6D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6036" name="Text Box 199">
                <a:extLst>
                  <a:ext uri="{FF2B5EF4-FFF2-40B4-BE49-F238E27FC236}">
                    <a16:creationId xmlns:a16="http://schemas.microsoft.com/office/drawing/2014/main" id="{47BBAB92-8103-4A4C-AB96-FE89F9E545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8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36037" name="Line 200">
                <a:extLst>
                  <a:ext uri="{FF2B5EF4-FFF2-40B4-BE49-F238E27FC236}">
                    <a16:creationId xmlns:a16="http://schemas.microsoft.com/office/drawing/2014/main" id="{E99A8C0A-272E-445C-9F40-DF908DAAD0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6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38" name="Text Box 201">
                <a:extLst>
                  <a:ext uri="{FF2B5EF4-FFF2-40B4-BE49-F238E27FC236}">
                    <a16:creationId xmlns:a16="http://schemas.microsoft.com/office/drawing/2014/main" id="{82980FA1-2B00-478D-8720-734CAA98C5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6039" name="Text Box 202">
                <a:extLst>
                  <a:ext uri="{FF2B5EF4-FFF2-40B4-BE49-F238E27FC236}">
                    <a16:creationId xmlns:a16="http://schemas.microsoft.com/office/drawing/2014/main" id="{77E29B4B-B043-4639-BEB6-2745956340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8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36040" name="Text Box 203">
                <a:extLst>
                  <a:ext uri="{FF2B5EF4-FFF2-40B4-BE49-F238E27FC236}">
                    <a16:creationId xmlns:a16="http://schemas.microsoft.com/office/drawing/2014/main" id="{98F83233-B545-4253-89A2-E701D043CD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8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6041" name="Text Box 204">
                <a:extLst>
                  <a:ext uri="{FF2B5EF4-FFF2-40B4-BE49-F238E27FC236}">
                    <a16:creationId xmlns:a16="http://schemas.microsoft.com/office/drawing/2014/main" id="{2168454D-FAA2-4348-977E-488153AB81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89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6042" name="Text Box 205">
                <a:extLst>
                  <a:ext uri="{FF2B5EF4-FFF2-40B4-BE49-F238E27FC236}">
                    <a16:creationId xmlns:a16="http://schemas.microsoft.com/office/drawing/2014/main" id="{748FEB62-33B9-47FB-92AE-334747F030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行</a:t>
                </a:r>
              </a:p>
            </p:txBody>
          </p:sp>
          <p:sp>
            <p:nvSpPr>
              <p:cNvPr id="36043" name="Text Box 206">
                <a:extLst>
                  <a:ext uri="{FF2B5EF4-FFF2-40B4-BE49-F238E27FC236}">
                    <a16:creationId xmlns:a16="http://schemas.microsoft.com/office/drawing/2014/main" id="{25E79B38-9F45-43A4-913E-5F9F042ABE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36044" name="Text Box 207">
                <a:extLst>
                  <a:ext uri="{FF2B5EF4-FFF2-40B4-BE49-F238E27FC236}">
                    <a16:creationId xmlns:a16="http://schemas.microsoft.com/office/drawing/2014/main" id="{5CAF8C40-2C60-4C22-903B-9CE0141AFB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36045" name="Text Box 208">
                <a:extLst>
                  <a:ext uri="{FF2B5EF4-FFF2-40B4-BE49-F238E27FC236}">
                    <a16:creationId xmlns:a16="http://schemas.microsoft.com/office/drawing/2014/main" id="{DD131A49-8B5E-42ED-8C8B-A3C189E022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36046" name="Text Box 209">
                <a:extLst>
                  <a:ext uri="{FF2B5EF4-FFF2-40B4-BE49-F238E27FC236}">
                    <a16:creationId xmlns:a16="http://schemas.microsoft.com/office/drawing/2014/main" id="{E75F9240-3502-482D-AEED-324CAF5F0F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36047" name="Text Box 210">
                <a:extLst>
                  <a:ext uri="{FF2B5EF4-FFF2-40B4-BE49-F238E27FC236}">
                    <a16:creationId xmlns:a16="http://schemas.microsoft.com/office/drawing/2014/main" id="{DC411D9F-7DA1-4398-91D4-84BF190CA7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列</a:t>
                </a:r>
              </a:p>
            </p:txBody>
          </p:sp>
          <p:sp>
            <p:nvSpPr>
              <p:cNvPr id="36048" name="Text Box 211">
                <a:extLst>
                  <a:ext uri="{FF2B5EF4-FFF2-40B4-BE49-F238E27FC236}">
                    <a16:creationId xmlns:a16="http://schemas.microsoft.com/office/drawing/2014/main" id="{82C3375C-7A9C-4ACB-8615-1B050B048B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36049" name="Text Box 212">
                <a:extLst>
                  <a:ext uri="{FF2B5EF4-FFF2-40B4-BE49-F238E27FC236}">
                    <a16:creationId xmlns:a16="http://schemas.microsoft.com/office/drawing/2014/main" id="{8CE333D6-F9BD-4C4E-988B-166AE9F8F1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36050" name="Text Box 213">
                <a:extLst>
                  <a:ext uri="{FF2B5EF4-FFF2-40B4-BE49-F238E27FC236}">
                    <a16:creationId xmlns:a16="http://schemas.microsoft.com/office/drawing/2014/main" id="{DAF9E685-357A-43C0-BC73-B9ED9388C4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36051" name="Text Box 214">
                <a:extLst>
                  <a:ext uri="{FF2B5EF4-FFF2-40B4-BE49-F238E27FC236}">
                    <a16:creationId xmlns:a16="http://schemas.microsoft.com/office/drawing/2014/main" id="{529285AF-4414-41ED-AE8B-B57B8EE5F1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36052" name="Text Box 215">
                <a:extLst>
                  <a:ext uri="{FF2B5EF4-FFF2-40B4-BE49-F238E27FC236}">
                    <a16:creationId xmlns:a16="http://schemas.microsoft.com/office/drawing/2014/main" id="{54974713-BA33-49F8-9421-715C5F65E7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6053" name="Text Box 216">
                <a:extLst>
                  <a:ext uri="{FF2B5EF4-FFF2-40B4-BE49-F238E27FC236}">
                    <a16:creationId xmlns:a16="http://schemas.microsoft.com/office/drawing/2014/main" id="{3D2CC186-9EB2-4879-BCC8-9187B37EDC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2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36054" name="Text Box 217">
                <a:extLst>
                  <a:ext uri="{FF2B5EF4-FFF2-40B4-BE49-F238E27FC236}">
                    <a16:creationId xmlns:a16="http://schemas.microsoft.com/office/drawing/2014/main" id="{933695D6-1BF9-4CB2-837C-960AC762EA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80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36055" name="Text Box 218">
                <a:extLst>
                  <a:ext uri="{FF2B5EF4-FFF2-40B4-BE49-F238E27FC236}">
                    <a16:creationId xmlns:a16="http://schemas.microsoft.com/office/drawing/2014/main" id="{1D6FF637-81FB-4E51-BE20-815DA37290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3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36056" name="Line 219">
                <a:extLst>
                  <a:ext uri="{FF2B5EF4-FFF2-40B4-BE49-F238E27FC236}">
                    <a16:creationId xmlns:a16="http://schemas.microsoft.com/office/drawing/2014/main" id="{016F1048-F9F8-4F68-B677-C8E24EC6EB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57" name="Line 220">
                <a:extLst>
                  <a:ext uri="{FF2B5EF4-FFF2-40B4-BE49-F238E27FC236}">
                    <a16:creationId xmlns:a16="http://schemas.microsoft.com/office/drawing/2014/main" id="{AACD6811-5482-42E0-8F17-0D85C04B7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58" name="Line 221">
                <a:extLst>
                  <a:ext uri="{FF2B5EF4-FFF2-40B4-BE49-F238E27FC236}">
                    <a16:creationId xmlns:a16="http://schemas.microsoft.com/office/drawing/2014/main" id="{8C5BB45E-5BC1-406D-8A16-67DE02B335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59" name="Line 222">
                <a:extLst>
                  <a:ext uri="{FF2B5EF4-FFF2-40B4-BE49-F238E27FC236}">
                    <a16:creationId xmlns:a16="http://schemas.microsoft.com/office/drawing/2014/main" id="{CB20465C-0B75-4C22-BE99-83910F527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60" name="Line 223">
                <a:extLst>
                  <a:ext uri="{FF2B5EF4-FFF2-40B4-BE49-F238E27FC236}">
                    <a16:creationId xmlns:a16="http://schemas.microsoft.com/office/drawing/2014/main" id="{3B4C87B0-1524-4523-B23D-C8E8DCF58C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61" name="Line 224">
                <a:extLst>
                  <a:ext uri="{FF2B5EF4-FFF2-40B4-BE49-F238E27FC236}">
                    <a16:creationId xmlns:a16="http://schemas.microsoft.com/office/drawing/2014/main" id="{5877F15C-6DAB-4FFB-836F-5FB1EB4BCA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62" name="Line 225">
                <a:extLst>
                  <a:ext uri="{FF2B5EF4-FFF2-40B4-BE49-F238E27FC236}">
                    <a16:creationId xmlns:a16="http://schemas.microsoft.com/office/drawing/2014/main" id="{4E5E3D72-7948-491F-BC12-8B4D8B4D24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63" name="Line 226">
                <a:extLst>
                  <a:ext uri="{FF2B5EF4-FFF2-40B4-BE49-F238E27FC236}">
                    <a16:creationId xmlns:a16="http://schemas.microsoft.com/office/drawing/2014/main" id="{56DAD657-EF0A-4E98-8685-46F15ACE95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64" name="Line 227">
                <a:extLst>
                  <a:ext uri="{FF2B5EF4-FFF2-40B4-BE49-F238E27FC236}">
                    <a16:creationId xmlns:a16="http://schemas.microsoft.com/office/drawing/2014/main" id="{F6CE6A9F-BA13-4C24-B48F-69F057561E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65" name="Line 228">
                <a:extLst>
                  <a:ext uri="{FF2B5EF4-FFF2-40B4-BE49-F238E27FC236}">
                    <a16:creationId xmlns:a16="http://schemas.microsoft.com/office/drawing/2014/main" id="{4610D06B-779B-4E14-AEEC-54A9995015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66" name="Text Box 229">
                <a:extLst>
                  <a:ext uri="{FF2B5EF4-FFF2-40B4-BE49-F238E27FC236}">
                    <a16:creationId xmlns:a16="http://schemas.microsoft.com/office/drawing/2014/main" id="{0FE95179-CE46-4C42-880D-24F880810A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2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WE</a:t>
                </a:r>
              </a:p>
            </p:txBody>
          </p:sp>
          <p:sp>
            <p:nvSpPr>
              <p:cNvPr id="36067" name="Line 230">
                <a:extLst>
                  <a:ext uri="{FF2B5EF4-FFF2-40B4-BE49-F238E27FC236}">
                    <a16:creationId xmlns:a16="http://schemas.microsoft.com/office/drawing/2014/main" id="{B675F82F-59D1-4EA3-992A-FC82CA5E7F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6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068" name="Text Box 231">
                <a:extLst>
                  <a:ext uri="{FF2B5EF4-FFF2-40B4-BE49-F238E27FC236}">
                    <a16:creationId xmlns:a16="http://schemas.microsoft.com/office/drawing/2014/main" id="{1D6F3EDD-CC7D-4263-9863-CE1E4313C3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CS</a:t>
                </a:r>
              </a:p>
            </p:txBody>
          </p:sp>
          <p:sp>
            <p:nvSpPr>
              <p:cNvPr id="36069" name="Line 232">
                <a:extLst>
                  <a:ext uri="{FF2B5EF4-FFF2-40B4-BE49-F238E27FC236}">
                    <a16:creationId xmlns:a16="http://schemas.microsoft.com/office/drawing/2014/main" id="{7101857A-1092-4661-90FD-3D489D76A7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0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11" name="Group 233">
            <a:extLst>
              <a:ext uri="{FF2B5EF4-FFF2-40B4-BE49-F238E27FC236}">
                <a16:creationId xmlns:a16="http://schemas.microsoft.com/office/drawing/2014/main" id="{642B4450-EE7B-4109-91DD-AAC28F721C08}"/>
              </a:ext>
            </a:extLst>
          </p:cNvPr>
          <p:cNvGrpSpPr>
            <a:grpSpLocks/>
          </p:cNvGrpSpPr>
          <p:nvPr/>
        </p:nvGrpSpPr>
        <p:grpSpPr bwMode="auto">
          <a:xfrm>
            <a:off x="1622425" y="854075"/>
            <a:ext cx="7292975" cy="403225"/>
            <a:chOff x="1022" y="538"/>
            <a:chExt cx="4594" cy="254"/>
          </a:xfrm>
        </p:grpSpPr>
        <p:sp>
          <p:nvSpPr>
            <p:cNvPr id="35847" name="Line 234">
              <a:extLst>
                <a:ext uri="{FF2B5EF4-FFF2-40B4-BE49-F238E27FC236}">
                  <a16:creationId xmlns:a16="http://schemas.microsoft.com/office/drawing/2014/main" id="{D6DB3770-63FE-4D21-9615-01ACA91E93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48" name="Freeform 235">
              <a:extLst>
                <a:ext uri="{FF2B5EF4-FFF2-40B4-BE49-F238E27FC236}">
                  <a16:creationId xmlns:a16="http://schemas.microsoft.com/office/drawing/2014/main" id="{7E4A1C5A-966F-4EDA-8646-6D3FEF406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49" name="Line 236">
              <a:extLst>
                <a:ext uri="{FF2B5EF4-FFF2-40B4-BE49-F238E27FC236}">
                  <a16:creationId xmlns:a16="http://schemas.microsoft.com/office/drawing/2014/main" id="{F9E8AAD8-CA8D-4497-B9AD-17CA22984C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0" name="Freeform 237">
              <a:extLst>
                <a:ext uri="{FF2B5EF4-FFF2-40B4-BE49-F238E27FC236}">
                  <a16:creationId xmlns:a16="http://schemas.microsoft.com/office/drawing/2014/main" id="{EAE6770E-210E-4811-A08B-EC335B381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1" name="Line 238">
              <a:extLst>
                <a:ext uri="{FF2B5EF4-FFF2-40B4-BE49-F238E27FC236}">
                  <a16:creationId xmlns:a16="http://schemas.microsoft.com/office/drawing/2014/main" id="{167B6317-14EC-4596-B76C-90A0452CFC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2" name="Text Box 239">
              <a:extLst>
                <a:ext uri="{FF2B5EF4-FFF2-40B4-BE49-F238E27FC236}">
                  <a16:creationId xmlns:a16="http://schemas.microsoft.com/office/drawing/2014/main" id="{3BCF2389-31E5-4232-AA3A-D41D50CCA0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35853" name="Text Box 240">
              <a:extLst>
                <a:ext uri="{FF2B5EF4-FFF2-40B4-BE49-F238E27FC236}">
                  <a16:creationId xmlns:a16="http://schemas.microsoft.com/office/drawing/2014/main" id="{C7CB236F-EAE3-4A8F-885D-7E7C508D82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35854" name="Text Box 241">
              <a:extLst>
                <a:ext uri="{FF2B5EF4-FFF2-40B4-BE49-F238E27FC236}">
                  <a16:creationId xmlns:a16="http://schemas.microsoft.com/office/drawing/2014/main" id="{F4068E3C-20A5-4DEE-94D3-6BF333CE80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35855" name="Text Box 242">
              <a:extLst>
                <a:ext uri="{FF2B5EF4-FFF2-40B4-BE49-F238E27FC236}">
                  <a16:creationId xmlns:a16="http://schemas.microsoft.com/office/drawing/2014/main" id="{31812CEE-7F35-49E7-B9BA-BE80A4DEF6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35856" name="Line 243">
              <a:extLst>
                <a:ext uri="{FF2B5EF4-FFF2-40B4-BE49-F238E27FC236}">
                  <a16:creationId xmlns:a16="http://schemas.microsoft.com/office/drawing/2014/main" id="{E35A8152-A01E-43F8-AFD8-B097EF2E36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7" name="Line 244">
              <a:extLst>
                <a:ext uri="{FF2B5EF4-FFF2-40B4-BE49-F238E27FC236}">
                  <a16:creationId xmlns:a16="http://schemas.microsoft.com/office/drawing/2014/main" id="{E40E275C-D6BE-4B1D-B508-515C4447E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8" name="Line 245">
              <a:extLst>
                <a:ext uri="{FF2B5EF4-FFF2-40B4-BE49-F238E27FC236}">
                  <a16:creationId xmlns:a16="http://schemas.microsoft.com/office/drawing/2014/main" id="{7FA2DBF0-42DD-4AE6-ACD2-E827D2C6A4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9" name="Line 246">
              <a:extLst>
                <a:ext uri="{FF2B5EF4-FFF2-40B4-BE49-F238E27FC236}">
                  <a16:creationId xmlns:a16="http://schemas.microsoft.com/office/drawing/2014/main" id="{6228495C-C613-4B42-A710-A7A06F7773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0" name="Line 247">
              <a:extLst>
                <a:ext uri="{FF2B5EF4-FFF2-40B4-BE49-F238E27FC236}">
                  <a16:creationId xmlns:a16="http://schemas.microsoft.com/office/drawing/2014/main" id="{0298F203-39F1-4E8D-B1D7-A6C532616B1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1" name="Line 248">
              <a:extLst>
                <a:ext uri="{FF2B5EF4-FFF2-40B4-BE49-F238E27FC236}">
                  <a16:creationId xmlns:a16="http://schemas.microsoft.com/office/drawing/2014/main" id="{C36E75DD-0380-48F3-A967-5336EF6B82B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2" name="Line 249">
              <a:extLst>
                <a:ext uri="{FF2B5EF4-FFF2-40B4-BE49-F238E27FC236}">
                  <a16:creationId xmlns:a16="http://schemas.microsoft.com/office/drawing/2014/main" id="{090BF61E-81F7-4225-9D85-559711CC4CC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3" name="Line 250">
              <a:extLst>
                <a:ext uri="{FF2B5EF4-FFF2-40B4-BE49-F238E27FC236}">
                  <a16:creationId xmlns:a16="http://schemas.microsoft.com/office/drawing/2014/main" id="{B460F5DC-A9AE-47B3-A0AF-D7F1F4A1493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35845" name="Text Box 252">
            <a:extLst>
              <a:ext uri="{FF2B5EF4-FFF2-40B4-BE49-F238E27FC236}">
                <a16:creationId xmlns:a16="http://schemas.microsoft.com/office/drawing/2014/main" id="{2296A89F-1ED4-4B21-82A1-6FD0F8196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③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66" name="Group 2">
            <a:extLst>
              <a:ext uri="{FF2B5EF4-FFF2-40B4-BE49-F238E27FC236}">
                <a16:creationId xmlns:a16="http://schemas.microsoft.com/office/drawing/2014/main" id="{0D8248AF-D1E1-47F1-A767-A091C38F2421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sp>
          <p:nvSpPr>
            <p:cNvPr id="36899" name="Rectangle 3">
              <a:extLst>
                <a:ext uri="{FF2B5EF4-FFF2-40B4-BE49-F238E27FC236}">
                  <a16:creationId xmlns:a16="http://schemas.microsoft.com/office/drawing/2014/main" id="{B8E464A4-B43A-48EE-8170-615B31B94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00" name="Rectangle 4">
              <a:extLst>
                <a:ext uri="{FF2B5EF4-FFF2-40B4-BE49-F238E27FC236}">
                  <a16:creationId xmlns:a16="http://schemas.microsoft.com/office/drawing/2014/main" id="{50707D39-7A98-4BED-AA65-0DDBD277D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36901" name="Text Box 5">
              <a:extLst>
                <a:ext uri="{FF2B5EF4-FFF2-40B4-BE49-F238E27FC236}">
                  <a16:creationId xmlns:a16="http://schemas.microsoft.com/office/drawing/2014/main" id="{DC02C571-C2A5-4440-AE69-A063DDBAF3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6902" name="Rectangle 6">
              <a:extLst>
                <a:ext uri="{FF2B5EF4-FFF2-40B4-BE49-F238E27FC236}">
                  <a16:creationId xmlns:a16="http://schemas.microsoft.com/office/drawing/2014/main" id="{B561E006-3F9C-478C-8214-13DBEF28D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903" name="Rectangle 7">
              <a:extLst>
                <a:ext uri="{FF2B5EF4-FFF2-40B4-BE49-F238E27FC236}">
                  <a16:creationId xmlns:a16="http://schemas.microsoft.com/office/drawing/2014/main" id="{4C3A8D04-D40B-4B71-B58C-D562D4E39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31</a:t>
              </a:r>
            </a:p>
          </p:txBody>
        </p:sp>
        <p:sp>
          <p:nvSpPr>
            <p:cNvPr id="36904" name="Text Box 8">
              <a:extLst>
                <a:ext uri="{FF2B5EF4-FFF2-40B4-BE49-F238E27FC236}">
                  <a16:creationId xmlns:a16="http://schemas.microsoft.com/office/drawing/2014/main" id="{C5FF8D26-5656-4B80-9B1B-3C8248408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6905" name="Rectangle 9">
              <a:extLst>
                <a:ext uri="{FF2B5EF4-FFF2-40B4-BE49-F238E27FC236}">
                  <a16:creationId xmlns:a16="http://schemas.microsoft.com/office/drawing/2014/main" id="{3FC6504C-361F-485B-ADDE-7269A6CB9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6906" name="Rectangle 10">
              <a:extLst>
                <a:ext uri="{FF2B5EF4-FFF2-40B4-BE49-F238E27FC236}">
                  <a16:creationId xmlns:a16="http://schemas.microsoft.com/office/drawing/2014/main" id="{DB73F836-DD10-4BDC-B2B0-1A448C186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47</a:t>
              </a:r>
            </a:p>
          </p:txBody>
        </p:sp>
        <p:sp>
          <p:nvSpPr>
            <p:cNvPr id="36907" name="Text Box 11">
              <a:extLst>
                <a:ext uri="{FF2B5EF4-FFF2-40B4-BE49-F238E27FC236}">
                  <a16:creationId xmlns:a16="http://schemas.microsoft.com/office/drawing/2014/main" id="{358EDB74-3B34-40BA-9EF9-031AB5FC87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6908" name="Rectangle 12">
              <a:extLst>
                <a:ext uri="{FF2B5EF4-FFF2-40B4-BE49-F238E27FC236}">
                  <a16:creationId xmlns:a16="http://schemas.microsoft.com/office/drawing/2014/main" id="{5C7584D9-545C-47E2-922D-C3C87A45E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6909" name="Rectangle 13">
              <a:extLst>
                <a:ext uri="{FF2B5EF4-FFF2-40B4-BE49-F238E27FC236}">
                  <a16:creationId xmlns:a16="http://schemas.microsoft.com/office/drawing/2014/main" id="{D5941B8A-199C-4003-982D-4CDA374FF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36910" name="Text Box 14">
              <a:extLst>
                <a:ext uri="{FF2B5EF4-FFF2-40B4-BE49-F238E27FC236}">
                  <a16:creationId xmlns:a16="http://schemas.microsoft.com/office/drawing/2014/main" id="{3FA88503-0B6E-46AF-BE8C-C2308C428D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6911" name="Rectangle 15">
              <a:extLst>
                <a:ext uri="{FF2B5EF4-FFF2-40B4-BE49-F238E27FC236}">
                  <a16:creationId xmlns:a16="http://schemas.microsoft.com/office/drawing/2014/main" id="{C04EA598-B212-448F-A833-8DCBC0772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6912" name="Rectangle 16">
              <a:extLst>
                <a:ext uri="{FF2B5EF4-FFF2-40B4-BE49-F238E27FC236}">
                  <a16:creationId xmlns:a16="http://schemas.microsoft.com/office/drawing/2014/main" id="{906A741C-CA3F-4C87-BF53-9BC7DFB0F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36913" name="Rectangle 17">
              <a:extLst>
                <a:ext uri="{FF2B5EF4-FFF2-40B4-BE49-F238E27FC236}">
                  <a16:creationId xmlns:a16="http://schemas.microsoft.com/office/drawing/2014/main" id="{5FB42793-C66E-486E-9E76-7A9624617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914" name="Rectangle 18">
              <a:extLst>
                <a:ext uri="{FF2B5EF4-FFF2-40B4-BE49-F238E27FC236}">
                  <a16:creationId xmlns:a16="http://schemas.microsoft.com/office/drawing/2014/main" id="{79404E3E-763E-4C3D-8324-31AC2003B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31</a:t>
              </a:r>
            </a:p>
          </p:txBody>
        </p:sp>
        <p:sp>
          <p:nvSpPr>
            <p:cNvPr id="36915" name="Rectangle 19">
              <a:extLst>
                <a:ext uri="{FF2B5EF4-FFF2-40B4-BE49-F238E27FC236}">
                  <a16:creationId xmlns:a16="http://schemas.microsoft.com/office/drawing/2014/main" id="{99B776E6-6D5D-437E-9BFF-1CACD274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6916" name="Rectangle 20">
              <a:extLst>
                <a:ext uri="{FF2B5EF4-FFF2-40B4-BE49-F238E27FC236}">
                  <a16:creationId xmlns:a16="http://schemas.microsoft.com/office/drawing/2014/main" id="{6725E301-89DD-47B4-991D-F55A4B444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47</a:t>
              </a:r>
            </a:p>
          </p:txBody>
        </p:sp>
        <p:sp>
          <p:nvSpPr>
            <p:cNvPr id="36917" name="Rectangle 21">
              <a:extLst>
                <a:ext uri="{FF2B5EF4-FFF2-40B4-BE49-F238E27FC236}">
                  <a16:creationId xmlns:a16="http://schemas.microsoft.com/office/drawing/2014/main" id="{7BD0C0F3-0D72-44AD-B1C3-FF3C01B23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6918" name="Rectangle 22">
              <a:extLst>
                <a:ext uri="{FF2B5EF4-FFF2-40B4-BE49-F238E27FC236}">
                  <a16:creationId xmlns:a16="http://schemas.microsoft.com/office/drawing/2014/main" id="{FE7C6108-1052-4361-8C5D-E3D16DFC2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36919" name="Rectangle 23">
              <a:extLst>
                <a:ext uri="{FF2B5EF4-FFF2-40B4-BE49-F238E27FC236}">
                  <a16:creationId xmlns:a16="http://schemas.microsoft.com/office/drawing/2014/main" id="{065C6269-938F-424B-A4D6-611948EA0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6920" name="Line 24">
              <a:extLst>
                <a:ext uri="{FF2B5EF4-FFF2-40B4-BE49-F238E27FC236}">
                  <a16:creationId xmlns:a16="http://schemas.microsoft.com/office/drawing/2014/main" id="{86566E77-89AF-4930-B464-D888208EEFE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21" name="Line 25">
              <a:extLst>
                <a:ext uri="{FF2B5EF4-FFF2-40B4-BE49-F238E27FC236}">
                  <a16:creationId xmlns:a16="http://schemas.microsoft.com/office/drawing/2014/main" id="{2F67C600-05B5-4FAD-9151-A763DB39F08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22" name="Freeform 26">
              <a:extLst>
                <a:ext uri="{FF2B5EF4-FFF2-40B4-BE49-F238E27FC236}">
                  <a16:creationId xmlns:a16="http://schemas.microsoft.com/office/drawing/2014/main" id="{15A43DC9-E3DE-42ED-BDA1-CB2E31E8F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23" name="Line 27">
              <a:extLst>
                <a:ext uri="{FF2B5EF4-FFF2-40B4-BE49-F238E27FC236}">
                  <a16:creationId xmlns:a16="http://schemas.microsoft.com/office/drawing/2014/main" id="{2FFD95AA-FF0E-49C6-915F-8D440AD9655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24" name="Line 28">
              <a:extLst>
                <a:ext uri="{FF2B5EF4-FFF2-40B4-BE49-F238E27FC236}">
                  <a16:creationId xmlns:a16="http://schemas.microsoft.com/office/drawing/2014/main" id="{D8414855-7CB6-4E64-9E40-C97047A06D1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25" name="Freeform 29">
              <a:extLst>
                <a:ext uri="{FF2B5EF4-FFF2-40B4-BE49-F238E27FC236}">
                  <a16:creationId xmlns:a16="http://schemas.microsoft.com/office/drawing/2014/main" id="{42D9A87E-4EF3-480D-A3A5-63EED05B9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  <a:gd name="T6" fmla="*/ 0 w 112"/>
                <a:gd name="T7" fmla="*/ 0 h 1"/>
                <a:gd name="T8" fmla="*/ 112 w 1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26" name="Freeform 30">
              <a:extLst>
                <a:ext uri="{FF2B5EF4-FFF2-40B4-BE49-F238E27FC236}">
                  <a16:creationId xmlns:a16="http://schemas.microsoft.com/office/drawing/2014/main" id="{729FB199-AB2B-4677-A3F0-80807969E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9"/>
                <a:gd name="T14" fmla="*/ 152 w 152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27" name="Freeform 31">
              <a:extLst>
                <a:ext uri="{FF2B5EF4-FFF2-40B4-BE49-F238E27FC236}">
                  <a16:creationId xmlns:a16="http://schemas.microsoft.com/office/drawing/2014/main" id="{0C664C1B-BD7E-4542-88D7-D1D95941A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  <a:gd name="T6" fmla="*/ 0 w 102"/>
                <a:gd name="T7" fmla="*/ 0 h 1"/>
                <a:gd name="T8" fmla="*/ 102 w 1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28" name="Line 32">
              <a:extLst>
                <a:ext uri="{FF2B5EF4-FFF2-40B4-BE49-F238E27FC236}">
                  <a16:creationId xmlns:a16="http://schemas.microsoft.com/office/drawing/2014/main" id="{23A50AF8-640E-4C7E-8FFE-82ABD08A289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29" name="Line 33">
              <a:extLst>
                <a:ext uri="{FF2B5EF4-FFF2-40B4-BE49-F238E27FC236}">
                  <a16:creationId xmlns:a16="http://schemas.microsoft.com/office/drawing/2014/main" id="{06AB1135-3619-4933-B6D8-05CE0C05E04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30" name="Freeform 34">
              <a:extLst>
                <a:ext uri="{FF2B5EF4-FFF2-40B4-BE49-F238E27FC236}">
                  <a16:creationId xmlns:a16="http://schemas.microsoft.com/office/drawing/2014/main" id="{E27CC7B5-B88A-4B9F-B71A-B19A0730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31" name="Line 35">
              <a:extLst>
                <a:ext uri="{FF2B5EF4-FFF2-40B4-BE49-F238E27FC236}">
                  <a16:creationId xmlns:a16="http://schemas.microsoft.com/office/drawing/2014/main" id="{7291D9B0-36DB-40E0-999E-FABDA8BEEF2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32" name="Line 36">
              <a:extLst>
                <a:ext uri="{FF2B5EF4-FFF2-40B4-BE49-F238E27FC236}">
                  <a16:creationId xmlns:a16="http://schemas.microsoft.com/office/drawing/2014/main" id="{5234F74D-1CF4-423B-98EB-6A4DC22AC1B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33" name="Freeform 37">
              <a:extLst>
                <a:ext uri="{FF2B5EF4-FFF2-40B4-BE49-F238E27FC236}">
                  <a16:creationId xmlns:a16="http://schemas.microsoft.com/office/drawing/2014/main" id="{5AB294C5-A68C-4266-A343-3D638169A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  <a:gd name="T6" fmla="*/ 0 w 103"/>
                <a:gd name="T7" fmla="*/ 0 h 1"/>
                <a:gd name="T8" fmla="*/ 103 w 1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34" name="Freeform 38">
              <a:extLst>
                <a:ext uri="{FF2B5EF4-FFF2-40B4-BE49-F238E27FC236}">
                  <a16:creationId xmlns:a16="http://schemas.microsoft.com/office/drawing/2014/main" id="{90AA76B5-73E5-449E-A268-26443947B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  <a:gd name="T6" fmla="*/ 0 w 113"/>
                <a:gd name="T7" fmla="*/ 0 h 1"/>
                <a:gd name="T8" fmla="*/ 113 w 1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35" name="Line 39">
              <a:extLst>
                <a:ext uri="{FF2B5EF4-FFF2-40B4-BE49-F238E27FC236}">
                  <a16:creationId xmlns:a16="http://schemas.microsoft.com/office/drawing/2014/main" id="{6308CE7C-9863-457D-9725-93BCFBD0039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36" name="Line 40">
              <a:extLst>
                <a:ext uri="{FF2B5EF4-FFF2-40B4-BE49-F238E27FC236}">
                  <a16:creationId xmlns:a16="http://schemas.microsoft.com/office/drawing/2014/main" id="{9F86438F-CF23-4889-873D-173AC7BCAAB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37" name="Freeform 41">
              <a:extLst>
                <a:ext uri="{FF2B5EF4-FFF2-40B4-BE49-F238E27FC236}">
                  <a16:creationId xmlns:a16="http://schemas.microsoft.com/office/drawing/2014/main" id="{3354C87C-6525-49FA-B06B-F0D35EEB6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38" name="Line 42">
              <a:extLst>
                <a:ext uri="{FF2B5EF4-FFF2-40B4-BE49-F238E27FC236}">
                  <a16:creationId xmlns:a16="http://schemas.microsoft.com/office/drawing/2014/main" id="{E2D1FB7D-9759-456A-9BFE-094EE79C7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39" name="Line 43">
              <a:extLst>
                <a:ext uri="{FF2B5EF4-FFF2-40B4-BE49-F238E27FC236}">
                  <a16:creationId xmlns:a16="http://schemas.microsoft.com/office/drawing/2014/main" id="{8278DF8D-3696-4B42-B92F-CD0D8AD1837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40" name="Freeform 44">
              <a:extLst>
                <a:ext uri="{FF2B5EF4-FFF2-40B4-BE49-F238E27FC236}">
                  <a16:creationId xmlns:a16="http://schemas.microsoft.com/office/drawing/2014/main" id="{2DA4FEC6-E36A-4CE0-984F-9221997ED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  <a:gd name="T6" fmla="*/ 0 w 109"/>
                <a:gd name="T7" fmla="*/ 0 h 1"/>
                <a:gd name="T8" fmla="*/ 109 w 1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41" name="Freeform 45">
              <a:extLst>
                <a:ext uri="{FF2B5EF4-FFF2-40B4-BE49-F238E27FC236}">
                  <a16:creationId xmlns:a16="http://schemas.microsoft.com/office/drawing/2014/main" id="{10712DAD-0494-4389-8A08-8C7D0B99F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  <a:gd name="T6" fmla="*/ 0 w 89"/>
                <a:gd name="T7" fmla="*/ 0 h 1"/>
                <a:gd name="T8" fmla="*/ 89 w 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42" name="Line 46">
              <a:extLst>
                <a:ext uri="{FF2B5EF4-FFF2-40B4-BE49-F238E27FC236}">
                  <a16:creationId xmlns:a16="http://schemas.microsoft.com/office/drawing/2014/main" id="{185A1DF3-36E6-4154-B03C-22767373BBC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43" name="Line 47">
              <a:extLst>
                <a:ext uri="{FF2B5EF4-FFF2-40B4-BE49-F238E27FC236}">
                  <a16:creationId xmlns:a16="http://schemas.microsoft.com/office/drawing/2014/main" id="{9B9D2212-FC21-48F8-B18B-645B09AE652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44" name="Freeform 48">
              <a:extLst>
                <a:ext uri="{FF2B5EF4-FFF2-40B4-BE49-F238E27FC236}">
                  <a16:creationId xmlns:a16="http://schemas.microsoft.com/office/drawing/2014/main" id="{83911130-1C78-4965-BB7C-2EA83578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45" name="Line 49">
              <a:extLst>
                <a:ext uri="{FF2B5EF4-FFF2-40B4-BE49-F238E27FC236}">
                  <a16:creationId xmlns:a16="http://schemas.microsoft.com/office/drawing/2014/main" id="{F8E5D08E-1A9A-420E-A1C2-77B7B5F7F4D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46" name="Line 50">
              <a:extLst>
                <a:ext uri="{FF2B5EF4-FFF2-40B4-BE49-F238E27FC236}">
                  <a16:creationId xmlns:a16="http://schemas.microsoft.com/office/drawing/2014/main" id="{19389F5E-5307-4942-8B31-7F97F8905C9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47" name="Freeform 51">
              <a:extLst>
                <a:ext uri="{FF2B5EF4-FFF2-40B4-BE49-F238E27FC236}">
                  <a16:creationId xmlns:a16="http://schemas.microsoft.com/office/drawing/2014/main" id="{844F2EA3-04D4-4BA1-A9E1-CF55335D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  <a:gd name="T6" fmla="*/ 0 w 115"/>
                <a:gd name="T7" fmla="*/ 0 h 1"/>
                <a:gd name="T8" fmla="*/ 115 w 1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48" name="Freeform 52">
              <a:extLst>
                <a:ext uri="{FF2B5EF4-FFF2-40B4-BE49-F238E27FC236}">
                  <a16:creationId xmlns:a16="http://schemas.microsoft.com/office/drawing/2014/main" id="{DBDEC4F3-4260-4106-AB53-C98D22D05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  <a:gd name="T6" fmla="*/ 0 w 90"/>
                <a:gd name="T7" fmla="*/ 0 h 1"/>
                <a:gd name="T8" fmla="*/ 90 w 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49" name="Line 53">
              <a:extLst>
                <a:ext uri="{FF2B5EF4-FFF2-40B4-BE49-F238E27FC236}">
                  <a16:creationId xmlns:a16="http://schemas.microsoft.com/office/drawing/2014/main" id="{0E79AAB8-91F2-4395-A8E1-BA0FF34B6C6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50" name="Line 54">
              <a:extLst>
                <a:ext uri="{FF2B5EF4-FFF2-40B4-BE49-F238E27FC236}">
                  <a16:creationId xmlns:a16="http://schemas.microsoft.com/office/drawing/2014/main" id="{C1696116-D031-4BBD-BB95-86DA529D74B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51" name="Freeform 55">
              <a:extLst>
                <a:ext uri="{FF2B5EF4-FFF2-40B4-BE49-F238E27FC236}">
                  <a16:creationId xmlns:a16="http://schemas.microsoft.com/office/drawing/2014/main" id="{6F333DAB-1BF2-4875-B1D7-BC5C9D384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52" name="Line 56">
              <a:extLst>
                <a:ext uri="{FF2B5EF4-FFF2-40B4-BE49-F238E27FC236}">
                  <a16:creationId xmlns:a16="http://schemas.microsoft.com/office/drawing/2014/main" id="{6140B6E2-F552-4B44-8F4E-3E03D00339E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53" name="Line 57">
              <a:extLst>
                <a:ext uri="{FF2B5EF4-FFF2-40B4-BE49-F238E27FC236}">
                  <a16:creationId xmlns:a16="http://schemas.microsoft.com/office/drawing/2014/main" id="{29C3DBB4-A5F3-425D-B8C4-3710DD8124B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54" name="Freeform 58">
              <a:extLst>
                <a:ext uri="{FF2B5EF4-FFF2-40B4-BE49-F238E27FC236}">
                  <a16:creationId xmlns:a16="http://schemas.microsoft.com/office/drawing/2014/main" id="{67F9F4FD-23F8-47A2-9B02-3ECA3D5C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  <a:gd name="T6" fmla="*/ 0 w 100"/>
                <a:gd name="T7" fmla="*/ 0 h 1"/>
                <a:gd name="T8" fmla="*/ 100 w 10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55" name="Freeform 59">
              <a:extLst>
                <a:ext uri="{FF2B5EF4-FFF2-40B4-BE49-F238E27FC236}">
                  <a16:creationId xmlns:a16="http://schemas.microsoft.com/office/drawing/2014/main" id="{C93C28F9-54CE-4DB3-81C4-077135A9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56" name="Line 60">
              <a:extLst>
                <a:ext uri="{FF2B5EF4-FFF2-40B4-BE49-F238E27FC236}">
                  <a16:creationId xmlns:a16="http://schemas.microsoft.com/office/drawing/2014/main" id="{8145F20F-E864-45F3-A914-916E979E0A8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57" name="Line 61">
              <a:extLst>
                <a:ext uri="{FF2B5EF4-FFF2-40B4-BE49-F238E27FC236}">
                  <a16:creationId xmlns:a16="http://schemas.microsoft.com/office/drawing/2014/main" id="{DC8269D8-F7DC-4D5A-97C9-1B088115496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58" name="Freeform 62">
              <a:extLst>
                <a:ext uri="{FF2B5EF4-FFF2-40B4-BE49-F238E27FC236}">
                  <a16:creationId xmlns:a16="http://schemas.microsoft.com/office/drawing/2014/main" id="{CF4D1C6B-5DF3-4EAE-AF8B-DD7A1CC06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59" name="Line 63">
              <a:extLst>
                <a:ext uri="{FF2B5EF4-FFF2-40B4-BE49-F238E27FC236}">
                  <a16:creationId xmlns:a16="http://schemas.microsoft.com/office/drawing/2014/main" id="{D024B083-521F-4C5D-95FB-2915D3480F0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60" name="Line 64">
              <a:extLst>
                <a:ext uri="{FF2B5EF4-FFF2-40B4-BE49-F238E27FC236}">
                  <a16:creationId xmlns:a16="http://schemas.microsoft.com/office/drawing/2014/main" id="{73DC2E1C-D430-43DA-8E70-FC9F8066BD6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61" name="Freeform 65">
              <a:extLst>
                <a:ext uri="{FF2B5EF4-FFF2-40B4-BE49-F238E27FC236}">
                  <a16:creationId xmlns:a16="http://schemas.microsoft.com/office/drawing/2014/main" id="{E5901C86-91E1-4D70-8B29-C2CCED390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  <a:gd name="T6" fmla="*/ 0 w 90"/>
                <a:gd name="T7" fmla="*/ 0 h 2"/>
                <a:gd name="T8" fmla="*/ 90 w 9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62" name="Freeform 66">
              <a:extLst>
                <a:ext uri="{FF2B5EF4-FFF2-40B4-BE49-F238E27FC236}">
                  <a16:creationId xmlns:a16="http://schemas.microsoft.com/office/drawing/2014/main" id="{4D7E83F1-71C0-4BA3-8D8C-D2F627F7F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6963" name="Group 67">
              <a:extLst>
                <a:ext uri="{FF2B5EF4-FFF2-40B4-BE49-F238E27FC236}">
                  <a16:creationId xmlns:a16="http://schemas.microsoft.com/office/drawing/2014/main" id="{2DF4B4F7-B8AA-42C7-9CAC-F60844C647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37110" name="Group 68">
                <a:extLst>
                  <a:ext uri="{FF2B5EF4-FFF2-40B4-BE49-F238E27FC236}">
                    <a16:creationId xmlns:a16="http://schemas.microsoft.com/office/drawing/2014/main" id="{773E00D4-39FF-4AD0-BDC3-8A5240ADE5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37115" name="Line 69">
                  <a:extLst>
                    <a:ext uri="{FF2B5EF4-FFF2-40B4-BE49-F238E27FC236}">
                      <a16:creationId xmlns:a16="http://schemas.microsoft.com/office/drawing/2014/main" id="{7624D04B-1A5B-45DA-8DA9-8CE0391644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116" name="Line 70">
                  <a:extLst>
                    <a:ext uri="{FF2B5EF4-FFF2-40B4-BE49-F238E27FC236}">
                      <a16:creationId xmlns:a16="http://schemas.microsoft.com/office/drawing/2014/main" id="{7683A578-7844-459A-9781-92848638A5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7111" name="Freeform 71">
                <a:extLst>
                  <a:ext uri="{FF2B5EF4-FFF2-40B4-BE49-F238E27FC236}">
                    <a16:creationId xmlns:a16="http://schemas.microsoft.com/office/drawing/2014/main" id="{68D28494-4D69-4953-BBBD-32363AC2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7112" name="Group 72">
                <a:extLst>
                  <a:ext uri="{FF2B5EF4-FFF2-40B4-BE49-F238E27FC236}">
                    <a16:creationId xmlns:a16="http://schemas.microsoft.com/office/drawing/2014/main" id="{C809736C-F0C1-4BB1-B7D1-6A55F9A9F9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37113" name="Line 73">
                  <a:extLst>
                    <a:ext uri="{FF2B5EF4-FFF2-40B4-BE49-F238E27FC236}">
                      <a16:creationId xmlns:a16="http://schemas.microsoft.com/office/drawing/2014/main" id="{7015D558-4413-4BEC-B12F-C86AD2A6E4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114" name="Line 74">
                  <a:extLst>
                    <a:ext uri="{FF2B5EF4-FFF2-40B4-BE49-F238E27FC236}">
                      <a16:creationId xmlns:a16="http://schemas.microsoft.com/office/drawing/2014/main" id="{DA342B5A-0541-41C2-A437-C34C055A87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6964" name="Freeform 75">
              <a:extLst>
                <a:ext uri="{FF2B5EF4-FFF2-40B4-BE49-F238E27FC236}">
                  <a16:creationId xmlns:a16="http://schemas.microsoft.com/office/drawing/2014/main" id="{AE93F355-942E-455D-9AA2-00F04491D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  <a:gd name="T6" fmla="*/ 0 w 107"/>
                <a:gd name="T7" fmla="*/ 0 h 1"/>
                <a:gd name="T8" fmla="*/ 107 w 10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65" name="Freeform 76">
              <a:extLst>
                <a:ext uri="{FF2B5EF4-FFF2-40B4-BE49-F238E27FC236}">
                  <a16:creationId xmlns:a16="http://schemas.microsoft.com/office/drawing/2014/main" id="{A3057A3D-3A8E-4BD9-B3F8-A6909B06B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  <a:gd name="T6" fmla="*/ 0 w 96"/>
                <a:gd name="T7" fmla="*/ 0 h 1"/>
                <a:gd name="T8" fmla="*/ 96 w 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6966" name="Group 77">
              <a:extLst>
                <a:ext uri="{FF2B5EF4-FFF2-40B4-BE49-F238E27FC236}">
                  <a16:creationId xmlns:a16="http://schemas.microsoft.com/office/drawing/2014/main" id="{BC1C5552-7EB3-4D1E-B00E-9082EF884A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37103" name="Group 78">
                <a:extLst>
                  <a:ext uri="{FF2B5EF4-FFF2-40B4-BE49-F238E27FC236}">
                    <a16:creationId xmlns:a16="http://schemas.microsoft.com/office/drawing/2014/main" id="{BB6B8BF9-63C9-4958-B1D1-32B3330AF0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37108" name="Line 79">
                  <a:extLst>
                    <a:ext uri="{FF2B5EF4-FFF2-40B4-BE49-F238E27FC236}">
                      <a16:creationId xmlns:a16="http://schemas.microsoft.com/office/drawing/2014/main" id="{E14E6967-631D-4E08-9BDB-DA91935BB0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109" name="Line 80">
                  <a:extLst>
                    <a:ext uri="{FF2B5EF4-FFF2-40B4-BE49-F238E27FC236}">
                      <a16:creationId xmlns:a16="http://schemas.microsoft.com/office/drawing/2014/main" id="{14D9BBEA-EF38-4EBC-B677-76F1DBE7A8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7104" name="Freeform 81">
                <a:extLst>
                  <a:ext uri="{FF2B5EF4-FFF2-40B4-BE49-F238E27FC236}">
                    <a16:creationId xmlns:a16="http://schemas.microsoft.com/office/drawing/2014/main" id="{D89032AE-C29E-4D9F-BA2E-AFC54B204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7105" name="Group 82">
                <a:extLst>
                  <a:ext uri="{FF2B5EF4-FFF2-40B4-BE49-F238E27FC236}">
                    <a16:creationId xmlns:a16="http://schemas.microsoft.com/office/drawing/2014/main" id="{6A407BB7-EC6A-484A-8CD5-326B72ED70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37106" name="Line 83">
                  <a:extLst>
                    <a:ext uri="{FF2B5EF4-FFF2-40B4-BE49-F238E27FC236}">
                      <a16:creationId xmlns:a16="http://schemas.microsoft.com/office/drawing/2014/main" id="{CDE6A73C-27F5-4654-ACCB-4753716662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107" name="Line 84">
                  <a:extLst>
                    <a:ext uri="{FF2B5EF4-FFF2-40B4-BE49-F238E27FC236}">
                      <a16:creationId xmlns:a16="http://schemas.microsoft.com/office/drawing/2014/main" id="{B7B28BBA-EB23-42D7-81B5-EF28D6C838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6967" name="Freeform 85">
              <a:extLst>
                <a:ext uri="{FF2B5EF4-FFF2-40B4-BE49-F238E27FC236}">
                  <a16:creationId xmlns:a16="http://schemas.microsoft.com/office/drawing/2014/main" id="{99745EC4-C03C-4B33-BE28-781617B04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68" name="Freeform 86">
              <a:extLst>
                <a:ext uri="{FF2B5EF4-FFF2-40B4-BE49-F238E27FC236}">
                  <a16:creationId xmlns:a16="http://schemas.microsoft.com/office/drawing/2014/main" id="{6EF9A1F0-CCED-4DD2-A823-CA394EAD3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  <a:gd name="T6" fmla="*/ 0 w 101"/>
                <a:gd name="T7" fmla="*/ 0 h 1"/>
                <a:gd name="T8" fmla="*/ 101 w 1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69" name="Freeform 87">
              <a:extLst>
                <a:ext uri="{FF2B5EF4-FFF2-40B4-BE49-F238E27FC236}">
                  <a16:creationId xmlns:a16="http://schemas.microsoft.com/office/drawing/2014/main" id="{A28CA535-EF72-434C-A3A5-DF42079C8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  <a:gd name="T6" fmla="*/ 0 w 4419"/>
                <a:gd name="T7" fmla="*/ 0 h 1"/>
                <a:gd name="T8" fmla="*/ 4419 w 44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70" name="Line 88">
              <a:extLst>
                <a:ext uri="{FF2B5EF4-FFF2-40B4-BE49-F238E27FC236}">
                  <a16:creationId xmlns:a16="http://schemas.microsoft.com/office/drawing/2014/main" id="{59F19194-C4AA-41EC-8000-AA6498593C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71" name="Line 89">
              <a:extLst>
                <a:ext uri="{FF2B5EF4-FFF2-40B4-BE49-F238E27FC236}">
                  <a16:creationId xmlns:a16="http://schemas.microsoft.com/office/drawing/2014/main" id="{2DB8EBBA-424D-4E3F-A32F-2B48F41034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72" name="Line 90">
              <a:extLst>
                <a:ext uri="{FF2B5EF4-FFF2-40B4-BE49-F238E27FC236}">
                  <a16:creationId xmlns:a16="http://schemas.microsoft.com/office/drawing/2014/main" id="{3709E4E0-0C74-4D62-815A-862CBC48A3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73" name="Line 91">
              <a:extLst>
                <a:ext uri="{FF2B5EF4-FFF2-40B4-BE49-F238E27FC236}">
                  <a16:creationId xmlns:a16="http://schemas.microsoft.com/office/drawing/2014/main" id="{B1208B5F-6F84-4992-B1B7-3A9ACCB10D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74" name="Line 92">
              <a:extLst>
                <a:ext uri="{FF2B5EF4-FFF2-40B4-BE49-F238E27FC236}">
                  <a16:creationId xmlns:a16="http://schemas.microsoft.com/office/drawing/2014/main" id="{CD702F28-EC2F-4D88-97B0-FA351B1D02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75" name="Line 93">
              <a:extLst>
                <a:ext uri="{FF2B5EF4-FFF2-40B4-BE49-F238E27FC236}">
                  <a16:creationId xmlns:a16="http://schemas.microsoft.com/office/drawing/2014/main" id="{031BB159-017F-4AEB-AC2A-6BF74A3F0E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76" name="Line 94">
              <a:extLst>
                <a:ext uri="{FF2B5EF4-FFF2-40B4-BE49-F238E27FC236}">
                  <a16:creationId xmlns:a16="http://schemas.microsoft.com/office/drawing/2014/main" id="{F04CCC7A-18DF-43F7-9052-7E59107647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77" name="Line 95">
              <a:extLst>
                <a:ext uri="{FF2B5EF4-FFF2-40B4-BE49-F238E27FC236}">
                  <a16:creationId xmlns:a16="http://schemas.microsoft.com/office/drawing/2014/main" id="{91C5362C-F187-4BCD-9773-90951B5FEA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78" name="Freeform 96">
              <a:extLst>
                <a:ext uri="{FF2B5EF4-FFF2-40B4-BE49-F238E27FC236}">
                  <a16:creationId xmlns:a16="http://schemas.microsoft.com/office/drawing/2014/main" id="{0939C13D-1484-4658-B77A-5C424EF8A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79" name="Freeform 97">
              <a:extLst>
                <a:ext uri="{FF2B5EF4-FFF2-40B4-BE49-F238E27FC236}">
                  <a16:creationId xmlns:a16="http://schemas.microsoft.com/office/drawing/2014/main" id="{A5DD8C86-7025-4B67-8E8A-07B54F142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80" name="Freeform 98">
              <a:extLst>
                <a:ext uri="{FF2B5EF4-FFF2-40B4-BE49-F238E27FC236}">
                  <a16:creationId xmlns:a16="http://schemas.microsoft.com/office/drawing/2014/main" id="{EFDA6EC0-A674-4569-A0DB-9C175EA7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  <a:gd name="T6" fmla="*/ 0 w 4"/>
                <a:gd name="T7" fmla="*/ 0 h 166"/>
                <a:gd name="T8" fmla="*/ 4 w 4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81" name="Freeform 99">
              <a:extLst>
                <a:ext uri="{FF2B5EF4-FFF2-40B4-BE49-F238E27FC236}">
                  <a16:creationId xmlns:a16="http://schemas.microsoft.com/office/drawing/2014/main" id="{EAA01E47-5AF2-4F44-A74B-3B80EC8E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  <a:gd name="T6" fmla="*/ 0 w 2"/>
                <a:gd name="T7" fmla="*/ 0 h 175"/>
                <a:gd name="T8" fmla="*/ 2 w 2"/>
                <a:gd name="T9" fmla="*/ 175 h 1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82" name="Freeform 100">
              <a:extLst>
                <a:ext uri="{FF2B5EF4-FFF2-40B4-BE49-F238E27FC236}">
                  <a16:creationId xmlns:a16="http://schemas.microsoft.com/office/drawing/2014/main" id="{8AE77A78-13A1-4E62-9375-4DBBAF845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83" name="Freeform 101">
              <a:extLst>
                <a:ext uri="{FF2B5EF4-FFF2-40B4-BE49-F238E27FC236}">
                  <a16:creationId xmlns:a16="http://schemas.microsoft.com/office/drawing/2014/main" id="{63E962E5-7311-46E5-AEDB-C21ED5201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  <a:gd name="T6" fmla="*/ 0 w 4422"/>
                <a:gd name="T7" fmla="*/ 0 h 1"/>
                <a:gd name="T8" fmla="*/ 4422 w 442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84" name="Line 102">
              <a:extLst>
                <a:ext uri="{FF2B5EF4-FFF2-40B4-BE49-F238E27FC236}">
                  <a16:creationId xmlns:a16="http://schemas.microsoft.com/office/drawing/2014/main" id="{C0F67A66-CA5D-4E34-966E-DF0AD51D5C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85" name="Line 103">
              <a:extLst>
                <a:ext uri="{FF2B5EF4-FFF2-40B4-BE49-F238E27FC236}">
                  <a16:creationId xmlns:a16="http://schemas.microsoft.com/office/drawing/2014/main" id="{0B7D358C-7C56-460F-AB3B-E794EB91BC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86" name="Line 104">
              <a:extLst>
                <a:ext uri="{FF2B5EF4-FFF2-40B4-BE49-F238E27FC236}">
                  <a16:creationId xmlns:a16="http://schemas.microsoft.com/office/drawing/2014/main" id="{DA077B18-D4FB-45A1-9B5C-0F3DAB46F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87" name="Line 105">
              <a:extLst>
                <a:ext uri="{FF2B5EF4-FFF2-40B4-BE49-F238E27FC236}">
                  <a16:creationId xmlns:a16="http://schemas.microsoft.com/office/drawing/2014/main" id="{BA309D47-D7DE-4EF4-9061-E7877346B7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88" name="Line 106">
              <a:extLst>
                <a:ext uri="{FF2B5EF4-FFF2-40B4-BE49-F238E27FC236}">
                  <a16:creationId xmlns:a16="http://schemas.microsoft.com/office/drawing/2014/main" id="{28858603-EC0B-401B-AB02-0FB9F44AAB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89" name="Line 107">
              <a:extLst>
                <a:ext uri="{FF2B5EF4-FFF2-40B4-BE49-F238E27FC236}">
                  <a16:creationId xmlns:a16="http://schemas.microsoft.com/office/drawing/2014/main" id="{61A3BEF0-D36E-4446-A3B7-29852992EC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90" name="Line 108">
              <a:extLst>
                <a:ext uri="{FF2B5EF4-FFF2-40B4-BE49-F238E27FC236}">
                  <a16:creationId xmlns:a16="http://schemas.microsoft.com/office/drawing/2014/main" id="{8E7F33B7-66F0-4489-B0C2-463E452723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91" name="Line 109">
              <a:extLst>
                <a:ext uri="{FF2B5EF4-FFF2-40B4-BE49-F238E27FC236}">
                  <a16:creationId xmlns:a16="http://schemas.microsoft.com/office/drawing/2014/main" id="{EF4F6B18-D618-45B0-B214-C48F178C98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92" name="Freeform 110">
              <a:extLst>
                <a:ext uri="{FF2B5EF4-FFF2-40B4-BE49-F238E27FC236}">
                  <a16:creationId xmlns:a16="http://schemas.microsoft.com/office/drawing/2014/main" id="{17C81381-CC3F-4141-9C9D-F78686BAB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93" name="Line 111">
              <a:extLst>
                <a:ext uri="{FF2B5EF4-FFF2-40B4-BE49-F238E27FC236}">
                  <a16:creationId xmlns:a16="http://schemas.microsoft.com/office/drawing/2014/main" id="{039E0EE3-B84B-430C-A3CE-D708E84F2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94" name="Line 112">
              <a:extLst>
                <a:ext uri="{FF2B5EF4-FFF2-40B4-BE49-F238E27FC236}">
                  <a16:creationId xmlns:a16="http://schemas.microsoft.com/office/drawing/2014/main" id="{8E08A462-4FB6-46DC-B44E-A4B3F41529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95" name="Line 113">
              <a:extLst>
                <a:ext uri="{FF2B5EF4-FFF2-40B4-BE49-F238E27FC236}">
                  <a16:creationId xmlns:a16="http://schemas.microsoft.com/office/drawing/2014/main" id="{3E840854-74A4-4E6E-BA59-9C37CF24DC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96" name="Line 114">
              <a:extLst>
                <a:ext uri="{FF2B5EF4-FFF2-40B4-BE49-F238E27FC236}">
                  <a16:creationId xmlns:a16="http://schemas.microsoft.com/office/drawing/2014/main" id="{7EF8DFA3-8471-429E-AE64-334758ECF4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97" name="Line 115">
              <a:extLst>
                <a:ext uri="{FF2B5EF4-FFF2-40B4-BE49-F238E27FC236}">
                  <a16:creationId xmlns:a16="http://schemas.microsoft.com/office/drawing/2014/main" id="{4BBFA4C9-5A92-426F-A49C-CDA401703A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98" name="Line 116">
              <a:extLst>
                <a:ext uri="{FF2B5EF4-FFF2-40B4-BE49-F238E27FC236}">
                  <a16:creationId xmlns:a16="http://schemas.microsoft.com/office/drawing/2014/main" id="{B8DD1BC3-A84F-464E-9D23-6347D9611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99" name="Line 117">
              <a:extLst>
                <a:ext uri="{FF2B5EF4-FFF2-40B4-BE49-F238E27FC236}">
                  <a16:creationId xmlns:a16="http://schemas.microsoft.com/office/drawing/2014/main" id="{412F5085-BB42-4236-ADE0-ECB744B1D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00" name="Line 118">
              <a:extLst>
                <a:ext uri="{FF2B5EF4-FFF2-40B4-BE49-F238E27FC236}">
                  <a16:creationId xmlns:a16="http://schemas.microsoft.com/office/drawing/2014/main" id="{2393593A-3A65-46AE-8E54-0B3E6FD78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01" name="Freeform 119">
              <a:extLst>
                <a:ext uri="{FF2B5EF4-FFF2-40B4-BE49-F238E27FC236}">
                  <a16:creationId xmlns:a16="http://schemas.microsoft.com/office/drawing/2014/main" id="{1E4C0C1A-E4AB-4D73-A5BE-1A9D0C9ED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  <a:gd name="T6" fmla="*/ 0 w 3860"/>
                <a:gd name="T7" fmla="*/ 0 h 1"/>
                <a:gd name="T8" fmla="*/ 3860 w 386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02" name="Freeform 120">
              <a:extLst>
                <a:ext uri="{FF2B5EF4-FFF2-40B4-BE49-F238E27FC236}">
                  <a16:creationId xmlns:a16="http://schemas.microsoft.com/office/drawing/2014/main" id="{9D8DFE0E-88CF-403E-9E1F-E6679333E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03" name="Rectangle 121">
              <a:extLst>
                <a:ext uri="{FF2B5EF4-FFF2-40B4-BE49-F238E27FC236}">
                  <a16:creationId xmlns:a16="http://schemas.microsoft.com/office/drawing/2014/main" id="{FDE8E55B-154C-4F5D-8639-054BABDEA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04" name="Text Box 122">
              <a:extLst>
                <a:ext uri="{FF2B5EF4-FFF2-40B4-BE49-F238E27FC236}">
                  <a16:creationId xmlns:a16="http://schemas.microsoft.com/office/drawing/2014/main" id="{20523D18-DCA2-42E3-AB45-63AEADC5B7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72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7005" name="Freeform 123">
              <a:extLst>
                <a:ext uri="{FF2B5EF4-FFF2-40B4-BE49-F238E27FC236}">
                  <a16:creationId xmlns:a16="http://schemas.microsoft.com/office/drawing/2014/main" id="{6005DC9D-7883-4EB3-B2DA-F8938D127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06" name="Freeform 124">
              <a:extLst>
                <a:ext uri="{FF2B5EF4-FFF2-40B4-BE49-F238E27FC236}">
                  <a16:creationId xmlns:a16="http://schemas.microsoft.com/office/drawing/2014/main" id="{D01D78BF-7D35-4334-BE1B-00B636B8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9"/>
                <a:gd name="T13" fmla="*/ 0 h 1469"/>
                <a:gd name="T14" fmla="*/ 169 w 16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07" name="Freeform 125">
              <a:extLst>
                <a:ext uri="{FF2B5EF4-FFF2-40B4-BE49-F238E27FC236}">
                  <a16:creationId xmlns:a16="http://schemas.microsoft.com/office/drawing/2014/main" id="{719BF3D5-0AFB-4424-A0A7-809A3CA59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08" name="Freeform 126">
              <a:extLst>
                <a:ext uri="{FF2B5EF4-FFF2-40B4-BE49-F238E27FC236}">
                  <a16:creationId xmlns:a16="http://schemas.microsoft.com/office/drawing/2014/main" id="{80885CCA-81FB-437A-B0B8-91C3FE358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7"/>
                <a:gd name="T14" fmla="*/ 155 w 155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09" name="Freeform 127">
              <a:extLst>
                <a:ext uri="{FF2B5EF4-FFF2-40B4-BE49-F238E27FC236}">
                  <a16:creationId xmlns:a16="http://schemas.microsoft.com/office/drawing/2014/main" id="{5F4B0C66-FEFB-4A7C-8144-3610FC1DD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10" name="Freeform 128">
              <a:extLst>
                <a:ext uri="{FF2B5EF4-FFF2-40B4-BE49-F238E27FC236}">
                  <a16:creationId xmlns:a16="http://schemas.microsoft.com/office/drawing/2014/main" id="{BADA1442-1DBA-490F-A325-D6710EF7E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11" name="Freeform 129">
              <a:extLst>
                <a:ext uri="{FF2B5EF4-FFF2-40B4-BE49-F238E27FC236}">
                  <a16:creationId xmlns:a16="http://schemas.microsoft.com/office/drawing/2014/main" id="{2AD53CB7-5C9A-4822-9B92-6E192B153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12" name="Freeform 130">
              <a:extLst>
                <a:ext uri="{FF2B5EF4-FFF2-40B4-BE49-F238E27FC236}">
                  <a16:creationId xmlns:a16="http://schemas.microsoft.com/office/drawing/2014/main" id="{298A226B-BB14-462A-817B-DA5A6A219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9"/>
                <a:gd name="T14" fmla="*/ 155 w 155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13" name="Freeform 131">
              <a:extLst>
                <a:ext uri="{FF2B5EF4-FFF2-40B4-BE49-F238E27FC236}">
                  <a16:creationId xmlns:a16="http://schemas.microsoft.com/office/drawing/2014/main" id="{63B018E0-0E63-4C4F-93D3-EFE1D9C92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14" name="Freeform 132">
              <a:extLst>
                <a:ext uri="{FF2B5EF4-FFF2-40B4-BE49-F238E27FC236}">
                  <a16:creationId xmlns:a16="http://schemas.microsoft.com/office/drawing/2014/main" id="{6795D267-386A-4547-A4F4-2C5B301D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15" name="Freeform 133">
              <a:extLst>
                <a:ext uri="{FF2B5EF4-FFF2-40B4-BE49-F238E27FC236}">
                  <a16:creationId xmlns:a16="http://schemas.microsoft.com/office/drawing/2014/main" id="{32AC81AA-BBC9-4ADB-AD71-6B8BAE084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16" name="Freeform 134">
              <a:extLst>
                <a:ext uri="{FF2B5EF4-FFF2-40B4-BE49-F238E27FC236}">
                  <a16:creationId xmlns:a16="http://schemas.microsoft.com/office/drawing/2014/main" id="{F3D55E0F-D164-4D1E-A9D5-F28C657E3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"/>
                <a:gd name="T13" fmla="*/ 0 h 1467"/>
                <a:gd name="T14" fmla="*/ 158 w 158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17" name="Freeform 135">
              <a:extLst>
                <a:ext uri="{FF2B5EF4-FFF2-40B4-BE49-F238E27FC236}">
                  <a16:creationId xmlns:a16="http://schemas.microsoft.com/office/drawing/2014/main" id="{24CB3E75-7134-4440-99C9-DE2673A85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18" name="Freeform 136">
              <a:extLst>
                <a:ext uri="{FF2B5EF4-FFF2-40B4-BE49-F238E27FC236}">
                  <a16:creationId xmlns:a16="http://schemas.microsoft.com/office/drawing/2014/main" id="{A30F568D-AFBF-4BDD-87B0-4CB0FF1A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9"/>
                <a:gd name="T13" fmla="*/ 0 h 1469"/>
                <a:gd name="T14" fmla="*/ 159 w 15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19" name="Freeform 137">
              <a:extLst>
                <a:ext uri="{FF2B5EF4-FFF2-40B4-BE49-F238E27FC236}">
                  <a16:creationId xmlns:a16="http://schemas.microsoft.com/office/drawing/2014/main" id="{F0F2C426-4B4A-4122-857B-9192D649F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20" name="Freeform 138">
              <a:extLst>
                <a:ext uri="{FF2B5EF4-FFF2-40B4-BE49-F238E27FC236}">
                  <a16:creationId xmlns:a16="http://schemas.microsoft.com/office/drawing/2014/main" id="{6BD3FB9D-BFFC-432B-9FD8-0F417BC8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0"/>
                <a:gd name="T19" fmla="*/ 0 h 660"/>
                <a:gd name="T20" fmla="*/ 730 w 730"/>
                <a:gd name="T21" fmla="*/ 660 h 6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21" name="Freeform 139">
              <a:extLst>
                <a:ext uri="{FF2B5EF4-FFF2-40B4-BE49-F238E27FC236}">
                  <a16:creationId xmlns:a16="http://schemas.microsoft.com/office/drawing/2014/main" id="{34C759AE-FE73-4CF1-8A6B-2DA966C4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8"/>
                <a:gd name="T20" fmla="*/ 729 w 729"/>
                <a:gd name="T21" fmla="*/ 658 h 6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22" name="Freeform 140">
              <a:extLst>
                <a:ext uri="{FF2B5EF4-FFF2-40B4-BE49-F238E27FC236}">
                  <a16:creationId xmlns:a16="http://schemas.microsoft.com/office/drawing/2014/main" id="{3441C2C7-8ECE-451C-8D16-55B1FCD7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23" name="Freeform 141">
              <a:extLst>
                <a:ext uri="{FF2B5EF4-FFF2-40B4-BE49-F238E27FC236}">
                  <a16:creationId xmlns:a16="http://schemas.microsoft.com/office/drawing/2014/main" id="{AA7CBCC4-B250-419C-A0C9-F98976E7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24" name="Freeform 142">
              <a:extLst>
                <a:ext uri="{FF2B5EF4-FFF2-40B4-BE49-F238E27FC236}">
                  <a16:creationId xmlns:a16="http://schemas.microsoft.com/office/drawing/2014/main" id="{E3F50E5B-091B-46C6-BEF3-1C06762FB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8"/>
                <a:gd name="T19" fmla="*/ 0 h 571"/>
                <a:gd name="T20" fmla="*/ 708 w 708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25" name="Freeform 143">
              <a:extLst>
                <a:ext uri="{FF2B5EF4-FFF2-40B4-BE49-F238E27FC236}">
                  <a16:creationId xmlns:a16="http://schemas.microsoft.com/office/drawing/2014/main" id="{4B1F1575-C6F9-4E51-831D-D8017C44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6"/>
                <a:gd name="T19" fmla="*/ 0 h 567"/>
                <a:gd name="T20" fmla="*/ 726 w 726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26" name="Freeform 144">
              <a:extLst>
                <a:ext uri="{FF2B5EF4-FFF2-40B4-BE49-F238E27FC236}">
                  <a16:creationId xmlns:a16="http://schemas.microsoft.com/office/drawing/2014/main" id="{4E935854-F72C-4846-8342-6CD625760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4"/>
                <a:gd name="T19" fmla="*/ 0 h 567"/>
                <a:gd name="T20" fmla="*/ 714 w 714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27" name="Freeform 145">
              <a:extLst>
                <a:ext uri="{FF2B5EF4-FFF2-40B4-BE49-F238E27FC236}">
                  <a16:creationId xmlns:a16="http://schemas.microsoft.com/office/drawing/2014/main" id="{827D9DFF-7C38-482A-8377-98CD9FCA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1"/>
                <a:gd name="T19" fmla="*/ 0 h 567"/>
                <a:gd name="T20" fmla="*/ 711 w 711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28" name="Freeform 146">
              <a:extLst>
                <a:ext uri="{FF2B5EF4-FFF2-40B4-BE49-F238E27FC236}">
                  <a16:creationId xmlns:a16="http://schemas.microsoft.com/office/drawing/2014/main" id="{4EAF8308-8E3E-45A4-A3DD-368403EC2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29" name="Freeform 147">
              <a:extLst>
                <a:ext uri="{FF2B5EF4-FFF2-40B4-BE49-F238E27FC236}">
                  <a16:creationId xmlns:a16="http://schemas.microsoft.com/office/drawing/2014/main" id="{2147BDB6-1423-4C76-B2E7-F2C5FE6F1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30" name="Freeform 148">
              <a:extLst>
                <a:ext uri="{FF2B5EF4-FFF2-40B4-BE49-F238E27FC236}">
                  <a16:creationId xmlns:a16="http://schemas.microsoft.com/office/drawing/2014/main" id="{58B8B7CA-E408-4D82-88C6-B7B7831B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31" name="Freeform 149">
              <a:extLst>
                <a:ext uri="{FF2B5EF4-FFF2-40B4-BE49-F238E27FC236}">
                  <a16:creationId xmlns:a16="http://schemas.microsoft.com/office/drawing/2014/main" id="{C5D9783B-EFD7-490D-9EBB-6A8CCFF9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32" name="Freeform 150">
              <a:extLst>
                <a:ext uri="{FF2B5EF4-FFF2-40B4-BE49-F238E27FC236}">
                  <a16:creationId xmlns:a16="http://schemas.microsoft.com/office/drawing/2014/main" id="{D1FCF4C7-41D8-426D-AAF5-5E6920885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33" name="Freeform 151">
              <a:extLst>
                <a:ext uri="{FF2B5EF4-FFF2-40B4-BE49-F238E27FC236}">
                  <a16:creationId xmlns:a16="http://schemas.microsoft.com/office/drawing/2014/main" id="{293C9398-656F-4F57-94B8-96980BB1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34" name="Freeform 152">
              <a:extLst>
                <a:ext uri="{FF2B5EF4-FFF2-40B4-BE49-F238E27FC236}">
                  <a16:creationId xmlns:a16="http://schemas.microsoft.com/office/drawing/2014/main" id="{7AAE09DE-4327-4AB9-B369-9284867D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35" name="Freeform 153">
              <a:extLst>
                <a:ext uri="{FF2B5EF4-FFF2-40B4-BE49-F238E27FC236}">
                  <a16:creationId xmlns:a16="http://schemas.microsoft.com/office/drawing/2014/main" id="{306DF264-C803-46A4-95DE-27E7DACC7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36" name="Freeform 154">
              <a:extLst>
                <a:ext uri="{FF2B5EF4-FFF2-40B4-BE49-F238E27FC236}">
                  <a16:creationId xmlns:a16="http://schemas.microsoft.com/office/drawing/2014/main" id="{97132D56-0A5B-44A0-8706-3AE567B9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  <a:gd name="T6" fmla="*/ 0 w 4317"/>
                <a:gd name="T7" fmla="*/ 0 h 1"/>
                <a:gd name="T8" fmla="*/ 4317 w 431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37" name="Freeform 155">
              <a:extLst>
                <a:ext uri="{FF2B5EF4-FFF2-40B4-BE49-F238E27FC236}">
                  <a16:creationId xmlns:a16="http://schemas.microsoft.com/office/drawing/2014/main" id="{B0A3DB98-8719-4F4F-8F8C-24B80963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  <a:gd name="T6" fmla="*/ 0 w 3837"/>
                <a:gd name="T7" fmla="*/ 0 h 1"/>
                <a:gd name="T8" fmla="*/ 3837 w 383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38" name="Freeform 156">
              <a:extLst>
                <a:ext uri="{FF2B5EF4-FFF2-40B4-BE49-F238E27FC236}">
                  <a16:creationId xmlns:a16="http://schemas.microsoft.com/office/drawing/2014/main" id="{DC01CF94-16F1-49EF-8506-ED78644ED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39" name="Freeform 157">
              <a:extLst>
                <a:ext uri="{FF2B5EF4-FFF2-40B4-BE49-F238E27FC236}">
                  <a16:creationId xmlns:a16="http://schemas.microsoft.com/office/drawing/2014/main" id="{9905F1CE-4960-4F9B-987F-DF8FEFECB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40" name="Freeform 158">
              <a:extLst>
                <a:ext uri="{FF2B5EF4-FFF2-40B4-BE49-F238E27FC236}">
                  <a16:creationId xmlns:a16="http://schemas.microsoft.com/office/drawing/2014/main" id="{F9200B8C-2BC6-420B-B683-12D9E8A9C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41" name="Freeform 159">
              <a:extLst>
                <a:ext uri="{FF2B5EF4-FFF2-40B4-BE49-F238E27FC236}">
                  <a16:creationId xmlns:a16="http://schemas.microsoft.com/office/drawing/2014/main" id="{816C31AE-9C79-4EF3-B8E7-E79AFD448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  <a:gd name="T6" fmla="*/ 0 w 4"/>
                <a:gd name="T7" fmla="*/ 0 h 247"/>
                <a:gd name="T8" fmla="*/ 4 w 4"/>
                <a:gd name="T9" fmla="*/ 247 h 2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42" name="Freeform 160">
              <a:extLst>
                <a:ext uri="{FF2B5EF4-FFF2-40B4-BE49-F238E27FC236}">
                  <a16:creationId xmlns:a16="http://schemas.microsoft.com/office/drawing/2014/main" id="{0A365BCD-AD62-49E9-AF37-0804DE44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  <a:gd name="T6" fmla="*/ 0 w 1"/>
                <a:gd name="T7" fmla="*/ 0 h 151"/>
                <a:gd name="T8" fmla="*/ 1 w 1"/>
                <a:gd name="T9" fmla="*/ 151 h 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43" name="Line 161">
              <a:extLst>
                <a:ext uri="{FF2B5EF4-FFF2-40B4-BE49-F238E27FC236}">
                  <a16:creationId xmlns:a16="http://schemas.microsoft.com/office/drawing/2014/main" id="{F7ED34AF-6927-46DB-9710-352F0DE105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44" name="Line 162">
              <a:extLst>
                <a:ext uri="{FF2B5EF4-FFF2-40B4-BE49-F238E27FC236}">
                  <a16:creationId xmlns:a16="http://schemas.microsoft.com/office/drawing/2014/main" id="{BBE08164-78AB-47F4-91AB-A2F5260850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45" name="Line 163">
              <a:extLst>
                <a:ext uri="{FF2B5EF4-FFF2-40B4-BE49-F238E27FC236}">
                  <a16:creationId xmlns:a16="http://schemas.microsoft.com/office/drawing/2014/main" id="{CFF05F90-E268-43F2-8B81-3F13C1B4C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46" name="Rectangle 164">
              <a:extLst>
                <a:ext uri="{FF2B5EF4-FFF2-40B4-BE49-F238E27FC236}">
                  <a16:creationId xmlns:a16="http://schemas.microsoft.com/office/drawing/2014/main" id="{10B77CFA-4C0C-4BA2-8587-4E74D7225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47" name="Text Box 165">
              <a:extLst>
                <a:ext uri="{FF2B5EF4-FFF2-40B4-BE49-F238E27FC236}">
                  <a16:creationId xmlns:a16="http://schemas.microsoft.com/office/drawing/2014/main" id="{77A9664B-2E3F-4E05-B17C-4D93A1EB2C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8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7048" name="Rectangle 166">
              <a:extLst>
                <a:ext uri="{FF2B5EF4-FFF2-40B4-BE49-F238E27FC236}">
                  <a16:creationId xmlns:a16="http://schemas.microsoft.com/office/drawing/2014/main" id="{59F2F0F9-2493-4886-B765-16DA49340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49" name="Text Box 167">
              <a:extLst>
                <a:ext uri="{FF2B5EF4-FFF2-40B4-BE49-F238E27FC236}">
                  <a16:creationId xmlns:a16="http://schemas.microsoft.com/office/drawing/2014/main" id="{BCEAB309-66ED-4A7E-9850-5DE1E54FBF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0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7050" name="Rectangle 168">
              <a:extLst>
                <a:ext uri="{FF2B5EF4-FFF2-40B4-BE49-F238E27FC236}">
                  <a16:creationId xmlns:a16="http://schemas.microsoft.com/office/drawing/2014/main" id="{2CC30739-224A-412D-B754-007B8F393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51" name="Text Box 169">
              <a:extLst>
                <a:ext uri="{FF2B5EF4-FFF2-40B4-BE49-F238E27FC236}">
                  <a16:creationId xmlns:a16="http://schemas.microsoft.com/office/drawing/2014/main" id="{D8A388CF-1307-4DE0-9BC3-D772BC3C0F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读写电路</a:t>
              </a:r>
            </a:p>
          </p:txBody>
        </p:sp>
        <p:sp>
          <p:nvSpPr>
            <p:cNvPr id="37052" name="Line 170">
              <a:extLst>
                <a:ext uri="{FF2B5EF4-FFF2-40B4-BE49-F238E27FC236}">
                  <a16:creationId xmlns:a16="http://schemas.microsoft.com/office/drawing/2014/main" id="{8B290B2E-680C-4E69-B3E9-5F2B1A56E7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53" name="Line 171">
              <a:extLst>
                <a:ext uri="{FF2B5EF4-FFF2-40B4-BE49-F238E27FC236}">
                  <a16:creationId xmlns:a16="http://schemas.microsoft.com/office/drawing/2014/main" id="{913BDFDC-C4CB-4555-85E3-E574DAC1D1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54" name="Line 172">
              <a:extLst>
                <a:ext uri="{FF2B5EF4-FFF2-40B4-BE49-F238E27FC236}">
                  <a16:creationId xmlns:a16="http://schemas.microsoft.com/office/drawing/2014/main" id="{FA80E348-FE52-4077-8D2B-DB9F8094D1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55" name="Line 173">
              <a:extLst>
                <a:ext uri="{FF2B5EF4-FFF2-40B4-BE49-F238E27FC236}">
                  <a16:creationId xmlns:a16="http://schemas.microsoft.com/office/drawing/2014/main" id="{D2331C5E-F4FB-4EA9-ACAB-AB9B32CB74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56" name="Freeform 174">
              <a:extLst>
                <a:ext uri="{FF2B5EF4-FFF2-40B4-BE49-F238E27FC236}">
                  <a16:creationId xmlns:a16="http://schemas.microsoft.com/office/drawing/2014/main" id="{56103466-125D-4B12-9B99-9410F2BF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57" name="Freeform 175">
              <a:extLst>
                <a:ext uri="{FF2B5EF4-FFF2-40B4-BE49-F238E27FC236}">
                  <a16:creationId xmlns:a16="http://schemas.microsoft.com/office/drawing/2014/main" id="{79982818-C7E4-479A-99FA-7EF8A8073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  <a:gd name="T6" fmla="*/ 0 w 1"/>
                <a:gd name="T7" fmla="*/ 0 h 525"/>
                <a:gd name="T8" fmla="*/ 1 w 1"/>
                <a:gd name="T9" fmla="*/ 525 h 5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58" name="Freeform 176">
              <a:extLst>
                <a:ext uri="{FF2B5EF4-FFF2-40B4-BE49-F238E27FC236}">
                  <a16:creationId xmlns:a16="http://schemas.microsoft.com/office/drawing/2014/main" id="{440DA43C-BECA-428A-A51C-459BF7389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2695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59" name="Text Box 177">
              <a:extLst>
                <a:ext uri="{FF2B5EF4-FFF2-40B4-BE49-F238E27FC236}">
                  <a16:creationId xmlns:a16="http://schemas.microsoft.com/office/drawing/2014/main" id="{A41A878C-2944-4DE9-94DC-2C0DC5680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060" name="Text Box 178">
              <a:extLst>
                <a:ext uri="{FF2B5EF4-FFF2-40B4-BE49-F238E27FC236}">
                  <a16:creationId xmlns:a16="http://schemas.microsoft.com/office/drawing/2014/main" id="{688E6BC9-035B-474F-9264-BAACCAAFE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061" name="Text Box 179">
              <a:extLst>
                <a:ext uri="{FF2B5EF4-FFF2-40B4-BE49-F238E27FC236}">
                  <a16:creationId xmlns:a16="http://schemas.microsoft.com/office/drawing/2014/main" id="{C8C1D993-85EF-476A-9432-EA76B1158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062" name="Text Box 180">
              <a:extLst>
                <a:ext uri="{FF2B5EF4-FFF2-40B4-BE49-F238E27FC236}">
                  <a16:creationId xmlns:a16="http://schemas.microsoft.com/office/drawing/2014/main" id="{95B8556A-4C3D-4F0E-8CBD-EB21FBA21A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063" name="Text Box 181">
              <a:extLst>
                <a:ext uri="{FF2B5EF4-FFF2-40B4-BE49-F238E27FC236}">
                  <a16:creationId xmlns:a16="http://schemas.microsoft.com/office/drawing/2014/main" id="{F68FA10F-F099-4E7C-B79B-2704AE30A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064" name="Text Box 182">
              <a:extLst>
                <a:ext uri="{FF2B5EF4-FFF2-40B4-BE49-F238E27FC236}">
                  <a16:creationId xmlns:a16="http://schemas.microsoft.com/office/drawing/2014/main" id="{DCBFE1DC-55B2-4FA1-AAF4-B36937F871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065" name="Text Box 183">
              <a:extLst>
                <a:ext uri="{FF2B5EF4-FFF2-40B4-BE49-F238E27FC236}">
                  <a16:creationId xmlns:a16="http://schemas.microsoft.com/office/drawing/2014/main" id="{86D4701F-9CDC-4F75-B93F-98DF064AEA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066" name="Text Box 184">
              <a:extLst>
                <a:ext uri="{FF2B5EF4-FFF2-40B4-BE49-F238E27FC236}">
                  <a16:creationId xmlns:a16="http://schemas.microsoft.com/office/drawing/2014/main" id="{50590831-F1A5-4462-9581-B6DCEDD66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067" name="Text Box 185">
              <a:extLst>
                <a:ext uri="{FF2B5EF4-FFF2-40B4-BE49-F238E27FC236}">
                  <a16:creationId xmlns:a16="http://schemas.microsoft.com/office/drawing/2014/main" id="{315DACE6-C3AE-4FA7-924F-7D34913A3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7068" name="Text Box 186">
              <a:extLst>
                <a:ext uri="{FF2B5EF4-FFF2-40B4-BE49-F238E27FC236}">
                  <a16:creationId xmlns:a16="http://schemas.microsoft.com/office/drawing/2014/main" id="{FDD805C9-D40C-4E9C-8461-70E137575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7069" name="Text Box 187">
              <a:extLst>
                <a:ext uri="{FF2B5EF4-FFF2-40B4-BE49-F238E27FC236}">
                  <a16:creationId xmlns:a16="http://schemas.microsoft.com/office/drawing/2014/main" id="{9C3BB315-3E44-48FC-B63D-FEC4AD621B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63</a:t>
              </a:r>
            </a:p>
          </p:txBody>
        </p:sp>
        <p:sp>
          <p:nvSpPr>
            <p:cNvPr id="37070" name="Line 188">
              <a:extLst>
                <a:ext uri="{FF2B5EF4-FFF2-40B4-BE49-F238E27FC236}">
                  <a16:creationId xmlns:a16="http://schemas.microsoft.com/office/drawing/2014/main" id="{3FD404F3-4087-4B87-BE26-6CAD35CCCC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71" name="Text Box 189">
              <a:extLst>
                <a:ext uri="{FF2B5EF4-FFF2-40B4-BE49-F238E27FC236}">
                  <a16:creationId xmlns:a16="http://schemas.microsoft.com/office/drawing/2014/main" id="{8F523236-5F40-4841-8756-A52429F3A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7072" name="Text Box 190">
              <a:extLst>
                <a:ext uri="{FF2B5EF4-FFF2-40B4-BE49-F238E27FC236}">
                  <a16:creationId xmlns:a16="http://schemas.microsoft.com/office/drawing/2014/main" id="{F8162B04-9A18-41AC-878B-00E529552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37073" name="Text Box 191">
              <a:extLst>
                <a:ext uri="{FF2B5EF4-FFF2-40B4-BE49-F238E27FC236}">
                  <a16:creationId xmlns:a16="http://schemas.microsoft.com/office/drawing/2014/main" id="{4F34077A-036D-4159-B1F1-D0BE28EFEC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074" name="Text Box 192">
              <a:extLst>
                <a:ext uri="{FF2B5EF4-FFF2-40B4-BE49-F238E27FC236}">
                  <a16:creationId xmlns:a16="http://schemas.microsoft.com/office/drawing/2014/main" id="{3AE15F84-0CCE-4C9A-A23C-91F4C7A58C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075" name="Text Box 193">
              <a:extLst>
                <a:ext uri="{FF2B5EF4-FFF2-40B4-BE49-F238E27FC236}">
                  <a16:creationId xmlns:a16="http://schemas.microsoft.com/office/drawing/2014/main" id="{0AC076F5-8355-494F-A9D2-67B6E122FB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行</a:t>
              </a:r>
            </a:p>
          </p:txBody>
        </p:sp>
        <p:sp>
          <p:nvSpPr>
            <p:cNvPr id="37076" name="Text Box 194">
              <a:extLst>
                <a:ext uri="{FF2B5EF4-FFF2-40B4-BE49-F238E27FC236}">
                  <a16:creationId xmlns:a16="http://schemas.microsoft.com/office/drawing/2014/main" id="{9D9648D8-8F33-40B6-A02D-0AEA0E9E4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</a:p>
          </p:txBody>
        </p:sp>
        <p:sp>
          <p:nvSpPr>
            <p:cNvPr id="37077" name="Text Box 195">
              <a:extLst>
                <a:ext uri="{FF2B5EF4-FFF2-40B4-BE49-F238E27FC236}">
                  <a16:creationId xmlns:a16="http://schemas.microsoft.com/office/drawing/2014/main" id="{E6BA4CE3-E682-4467-B7F3-410B59E8C1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址</a:t>
              </a:r>
            </a:p>
          </p:txBody>
        </p:sp>
        <p:sp>
          <p:nvSpPr>
            <p:cNvPr id="37078" name="Text Box 196">
              <a:extLst>
                <a:ext uri="{FF2B5EF4-FFF2-40B4-BE49-F238E27FC236}">
                  <a16:creationId xmlns:a16="http://schemas.microsoft.com/office/drawing/2014/main" id="{14AC1254-934B-4000-9AF3-C16459653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</a:t>
              </a:r>
            </a:p>
          </p:txBody>
        </p:sp>
        <p:sp>
          <p:nvSpPr>
            <p:cNvPr id="37079" name="Text Box 197">
              <a:extLst>
                <a:ext uri="{FF2B5EF4-FFF2-40B4-BE49-F238E27FC236}">
                  <a16:creationId xmlns:a16="http://schemas.microsoft.com/office/drawing/2014/main" id="{E5B34D89-C720-4F43-81F1-1F2C787B4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37080" name="Text Box 198">
              <a:extLst>
                <a:ext uri="{FF2B5EF4-FFF2-40B4-BE49-F238E27FC236}">
                  <a16:creationId xmlns:a16="http://schemas.microsoft.com/office/drawing/2014/main" id="{B0BD6435-7DB8-41CF-85EB-08FC1051DC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列</a:t>
              </a:r>
            </a:p>
          </p:txBody>
        </p:sp>
        <p:sp>
          <p:nvSpPr>
            <p:cNvPr id="37081" name="Text Box 199">
              <a:extLst>
                <a:ext uri="{FF2B5EF4-FFF2-40B4-BE49-F238E27FC236}">
                  <a16:creationId xmlns:a16="http://schemas.microsoft.com/office/drawing/2014/main" id="{E8C9DB51-407E-4EEB-8895-F9E208A80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</a:p>
          </p:txBody>
        </p:sp>
        <p:sp>
          <p:nvSpPr>
            <p:cNvPr id="37082" name="Text Box 200">
              <a:extLst>
                <a:ext uri="{FF2B5EF4-FFF2-40B4-BE49-F238E27FC236}">
                  <a16:creationId xmlns:a16="http://schemas.microsoft.com/office/drawing/2014/main" id="{36E11664-227D-4D51-9ADB-FC3BF7B4B1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址</a:t>
              </a:r>
            </a:p>
          </p:txBody>
        </p:sp>
        <p:sp>
          <p:nvSpPr>
            <p:cNvPr id="37083" name="Text Box 201">
              <a:extLst>
                <a:ext uri="{FF2B5EF4-FFF2-40B4-BE49-F238E27FC236}">
                  <a16:creationId xmlns:a16="http://schemas.microsoft.com/office/drawing/2014/main" id="{DF4EC789-0ED5-4056-BFE2-39DD13F84C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</a:t>
              </a:r>
            </a:p>
          </p:txBody>
        </p:sp>
        <p:sp>
          <p:nvSpPr>
            <p:cNvPr id="37084" name="Text Box 202">
              <a:extLst>
                <a:ext uri="{FF2B5EF4-FFF2-40B4-BE49-F238E27FC236}">
                  <a16:creationId xmlns:a16="http://schemas.microsoft.com/office/drawing/2014/main" id="{6BB9A6DB-A3EA-40F3-B06A-2E48F0DA3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37085" name="Text Box 203">
              <a:extLst>
                <a:ext uri="{FF2B5EF4-FFF2-40B4-BE49-F238E27FC236}">
                  <a16:creationId xmlns:a16="http://schemas.microsoft.com/office/drawing/2014/main" id="{6AC34B45-710C-423F-98C6-FFE720747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7086" name="Text Box 204">
              <a:extLst>
                <a:ext uri="{FF2B5EF4-FFF2-40B4-BE49-F238E27FC236}">
                  <a16:creationId xmlns:a16="http://schemas.microsoft.com/office/drawing/2014/main" id="{C9D6836F-5EEB-41C0-98D0-3EDF8B4D60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37087" name="Text Box 205">
              <a:extLst>
                <a:ext uri="{FF2B5EF4-FFF2-40B4-BE49-F238E27FC236}">
                  <a16:creationId xmlns:a16="http://schemas.microsoft.com/office/drawing/2014/main" id="{D87315EA-3A94-4B14-8B68-B8862AAA9A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37088" name="Text Box 206">
              <a:extLst>
                <a:ext uri="{FF2B5EF4-FFF2-40B4-BE49-F238E27FC236}">
                  <a16:creationId xmlns:a16="http://schemas.microsoft.com/office/drawing/2014/main" id="{E45DD375-386B-4CD1-8BC0-2EE0C5BD88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37089" name="Line 207">
              <a:extLst>
                <a:ext uri="{FF2B5EF4-FFF2-40B4-BE49-F238E27FC236}">
                  <a16:creationId xmlns:a16="http://schemas.microsoft.com/office/drawing/2014/main" id="{88284496-2AE9-4A5F-B394-D3B9388D78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90" name="Line 208">
              <a:extLst>
                <a:ext uri="{FF2B5EF4-FFF2-40B4-BE49-F238E27FC236}">
                  <a16:creationId xmlns:a16="http://schemas.microsoft.com/office/drawing/2014/main" id="{3E260141-136F-43B1-80BF-415218A143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91" name="Line 209">
              <a:extLst>
                <a:ext uri="{FF2B5EF4-FFF2-40B4-BE49-F238E27FC236}">
                  <a16:creationId xmlns:a16="http://schemas.microsoft.com/office/drawing/2014/main" id="{ACE4D095-2927-4177-9000-EE39C3D96E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92" name="Line 210">
              <a:extLst>
                <a:ext uri="{FF2B5EF4-FFF2-40B4-BE49-F238E27FC236}">
                  <a16:creationId xmlns:a16="http://schemas.microsoft.com/office/drawing/2014/main" id="{B46C3641-1057-4853-84C5-7A665B5B5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93" name="Line 211">
              <a:extLst>
                <a:ext uri="{FF2B5EF4-FFF2-40B4-BE49-F238E27FC236}">
                  <a16:creationId xmlns:a16="http://schemas.microsoft.com/office/drawing/2014/main" id="{4DC93FAB-6F25-46FD-99B0-155F4A5F52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94" name="Line 212">
              <a:extLst>
                <a:ext uri="{FF2B5EF4-FFF2-40B4-BE49-F238E27FC236}">
                  <a16:creationId xmlns:a16="http://schemas.microsoft.com/office/drawing/2014/main" id="{315EF4E0-B0F9-483F-866A-8BAC9FEB69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95" name="Line 213">
              <a:extLst>
                <a:ext uri="{FF2B5EF4-FFF2-40B4-BE49-F238E27FC236}">
                  <a16:creationId xmlns:a16="http://schemas.microsoft.com/office/drawing/2014/main" id="{8196DEED-2423-4D75-A3DC-06857790E8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96" name="Line 214">
              <a:extLst>
                <a:ext uri="{FF2B5EF4-FFF2-40B4-BE49-F238E27FC236}">
                  <a16:creationId xmlns:a16="http://schemas.microsoft.com/office/drawing/2014/main" id="{BCE01A70-27DC-4680-9F0E-5C9C412199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97" name="Line 215">
              <a:extLst>
                <a:ext uri="{FF2B5EF4-FFF2-40B4-BE49-F238E27FC236}">
                  <a16:creationId xmlns:a16="http://schemas.microsoft.com/office/drawing/2014/main" id="{00E8735B-4993-47CA-813E-6B1C4332C5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98" name="Line 216">
              <a:extLst>
                <a:ext uri="{FF2B5EF4-FFF2-40B4-BE49-F238E27FC236}">
                  <a16:creationId xmlns:a16="http://schemas.microsoft.com/office/drawing/2014/main" id="{334AFD75-0920-4A28-9ECF-5F09B3821B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99" name="Text Box 217">
              <a:extLst>
                <a:ext uri="{FF2B5EF4-FFF2-40B4-BE49-F238E27FC236}">
                  <a16:creationId xmlns:a16="http://schemas.microsoft.com/office/drawing/2014/main" id="{3A756CED-A168-4DB1-BA7E-51D7758076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</a:t>
              </a:r>
            </a:p>
          </p:txBody>
        </p:sp>
        <p:sp>
          <p:nvSpPr>
            <p:cNvPr id="37100" name="Line 218">
              <a:extLst>
                <a:ext uri="{FF2B5EF4-FFF2-40B4-BE49-F238E27FC236}">
                  <a16:creationId xmlns:a16="http://schemas.microsoft.com/office/drawing/2014/main" id="{E1951D9F-A652-4C2C-A728-BAA66B8CED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101" name="Text Box 219">
              <a:extLst>
                <a:ext uri="{FF2B5EF4-FFF2-40B4-BE49-F238E27FC236}">
                  <a16:creationId xmlns:a16="http://schemas.microsoft.com/office/drawing/2014/main" id="{31E3ED78-8532-416E-8002-93B16E7822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CS</a:t>
              </a:r>
            </a:p>
          </p:txBody>
        </p:sp>
        <p:sp>
          <p:nvSpPr>
            <p:cNvPr id="37102" name="Line 220">
              <a:extLst>
                <a:ext uri="{FF2B5EF4-FFF2-40B4-BE49-F238E27FC236}">
                  <a16:creationId xmlns:a16="http://schemas.microsoft.com/office/drawing/2014/main" id="{0DFD721A-F214-40E0-8014-160A46755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6867" name="Group 221">
            <a:extLst>
              <a:ext uri="{FF2B5EF4-FFF2-40B4-BE49-F238E27FC236}">
                <a16:creationId xmlns:a16="http://schemas.microsoft.com/office/drawing/2014/main" id="{B0DA9AD1-2D7F-4EC4-9DA8-39CE5137F63C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36882" name="Line 222">
              <a:extLst>
                <a:ext uri="{FF2B5EF4-FFF2-40B4-BE49-F238E27FC236}">
                  <a16:creationId xmlns:a16="http://schemas.microsoft.com/office/drawing/2014/main" id="{EFBD721E-8170-422B-8E33-DC25834ACA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83" name="Freeform 223">
              <a:extLst>
                <a:ext uri="{FF2B5EF4-FFF2-40B4-BE49-F238E27FC236}">
                  <a16:creationId xmlns:a16="http://schemas.microsoft.com/office/drawing/2014/main" id="{F948E0CD-96DF-4D72-AE42-2E384DEFD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84" name="Line 224">
              <a:extLst>
                <a:ext uri="{FF2B5EF4-FFF2-40B4-BE49-F238E27FC236}">
                  <a16:creationId xmlns:a16="http://schemas.microsoft.com/office/drawing/2014/main" id="{D500451E-A64F-48C3-8889-1F4324E46A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85" name="Freeform 225">
              <a:extLst>
                <a:ext uri="{FF2B5EF4-FFF2-40B4-BE49-F238E27FC236}">
                  <a16:creationId xmlns:a16="http://schemas.microsoft.com/office/drawing/2014/main" id="{EEF79145-DCFB-46BD-BB41-F434AC7D4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86" name="Line 226">
              <a:extLst>
                <a:ext uri="{FF2B5EF4-FFF2-40B4-BE49-F238E27FC236}">
                  <a16:creationId xmlns:a16="http://schemas.microsoft.com/office/drawing/2014/main" id="{9F8E9C0F-F467-4DD5-B9AB-11FF7C75B3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87" name="Text Box 227">
              <a:extLst>
                <a:ext uri="{FF2B5EF4-FFF2-40B4-BE49-F238E27FC236}">
                  <a16:creationId xmlns:a16="http://schemas.microsoft.com/office/drawing/2014/main" id="{C85104CC-7348-4685-BACC-52AEE54C6F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36888" name="Text Box 228">
              <a:extLst>
                <a:ext uri="{FF2B5EF4-FFF2-40B4-BE49-F238E27FC236}">
                  <a16:creationId xmlns:a16="http://schemas.microsoft.com/office/drawing/2014/main" id="{57C732C5-D5D8-47CE-8E1A-E9D2722495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36889" name="Text Box 229">
              <a:extLst>
                <a:ext uri="{FF2B5EF4-FFF2-40B4-BE49-F238E27FC236}">
                  <a16:creationId xmlns:a16="http://schemas.microsoft.com/office/drawing/2014/main" id="{C3DEA555-DE62-4A70-A2EB-389C08C251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36890" name="Text Box 230">
              <a:extLst>
                <a:ext uri="{FF2B5EF4-FFF2-40B4-BE49-F238E27FC236}">
                  <a16:creationId xmlns:a16="http://schemas.microsoft.com/office/drawing/2014/main" id="{6CB0E8E0-9895-4DD9-BEA2-CF23EF09ED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36891" name="Line 231">
              <a:extLst>
                <a:ext uri="{FF2B5EF4-FFF2-40B4-BE49-F238E27FC236}">
                  <a16:creationId xmlns:a16="http://schemas.microsoft.com/office/drawing/2014/main" id="{9C60FA86-CA7A-4696-A8B7-5DBBF76795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92" name="Line 232">
              <a:extLst>
                <a:ext uri="{FF2B5EF4-FFF2-40B4-BE49-F238E27FC236}">
                  <a16:creationId xmlns:a16="http://schemas.microsoft.com/office/drawing/2014/main" id="{857D6770-CE52-4A87-88E2-A4A62EF50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93" name="Line 233">
              <a:extLst>
                <a:ext uri="{FF2B5EF4-FFF2-40B4-BE49-F238E27FC236}">
                  <a16:creationId xmlns:a16="http://schemas.microsoft.com/office/drawing/2014/main" id="{A9848CBB-339F-4FD1-A09F-ED2BBE9768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94" name="Line 234">
              <a:extLst>
                <a:ext uri="{FF2B5EF4-FFF2-40B4-BE49-F238E27FC236}">
                  <a16:creationId xmlns:a16="http://schemas.microsoft.com/office/drawing/2014/main" id="{A94B4959-75C8-4DFA-AB70-5342A16CF5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95" name="Line 235">
              <a:extLst>
                <a:ext uri="{FF2B5EF4-FFF2-40B4-BE49-F238E27FC236}">
                  <a16:creationId xmlns:a16="http://schemas.microsoft.com/office/drawing/2014/main" id="{B68382E6-7DD0-4B3C-8C85-D62188AF3C2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96" name="Line 236">
              <a:extLst>
                <a:ext uri="{FF2B5EF4-FFF2-40B4-BE49-F238E27FC236}">
                  <a16:creationId xmlns:a16="http://schemas.microsoft.com/office/drawing/2014/main" id="{16CBEDBF-160C-40FF-8D7E-AAAFF635D87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97" name="Line 237">
              <a:extLst>
                <a:ext uri="{FF2B5EF4-FFF2-40B4-BE49-F238E27FC236}">
                  <a16:creationId xmlns:a16="http://schemas.microsoft.com/office/drawing/2014/main" id="{7797CB94-CB80-4931-BD45-62465D77853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98" name="Line 238">
              <a:extLst>
                <a:ext uri="{FF2B5EF4-FFF2-40B4-BE49-F238E27FC236}">
                  <a16:creationId xmlns:a16="http://schemas.microsoft.com/office/drawing/2014/main" id="{C89B52A0-75E3-41B0-B16C-8BD995D01C3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" name="Group 239">
            <a:extLst>
              <a:ext uri="{FF2B5EF4-FFF2-40B4-BE49-F238E27FC236}">
                <a16:creationId xmlns:a16="http://schemas.microsoft.com/office/drawing/2014/main" id="{F9A651A2-E984-433A-AEC9-7AE869397C6C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311150" cy="4778375"/>
            <a:chOff x="140" y="674"/>
            <a:chExt cx="196" cy="3010"/>
          </a:xfrm>
        </p:grpSpPr>
        <p:sp>
          <p:nvSpPr>
            <p:cNvPr id="36872" name="Text Box 240">
              <a:extLst>
                <a:ext uri="{FF2B5EF4-FFF2-40B4-BE49-F238E27FC236}">
                  <a16:creationId xmlns:a16="http://schemas.microsoft.com/office/drawing/2014/main" id="{976D3AEA-833E-43E2-8418-C42817308D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873" name="Text Box 241">
              <a:extLst>
                <a:ext uri="{FF2B5EF4-FFF2-40B4-BE49-F238E27FC236}">
                  <a16:creationId xmlns:a16="http://schemas.microsoft.com/office/drawing/2014/main" id="{E52B64C3-6DA0-47FC-A8F9-2D1C8185D4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874" name="Text Box 242">
              <a:extLst>
                <a:ext uri="{FF2B5EF4-FFF2-40B4-BE49-F238E27FC236}">
                  <a16:creationId xmlns:a16="http://schemas.microsoft.com/office/drawing/2014/main" id="{2F9FDFBC-F6F5-4A0E-B127-8FAB6DA66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875" name="Text Box 243">
              <a:extLst>
                <a:ext uri="{FF2B5EF4-FFF2-40B4-BE49-F238E27FC236}">
                  <a16:creationId xmlns:a16="http://schemas.microsoft.com/office/drawing/2014/main" id="{05B9CC5D-0C5F-4A97-A6B4-3E9D0864CB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876" name="Text Box 244">
              <a:extLst>
                <a:ext uri="{FF2B5EF4-FFF2-40B4-BE49-F238E27FC236}">
                  <a16:creationId xmlns:a16="http://schemas.microsoft.com/office/drawing/2014/main" id="{BFF62AEB-272A-4CB1-B964-A402521A13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877" name="Text Box 245">
              <a:extLst>
                <a:ext uri="{FF2B5EF4-FFF2-40B4-BE49-F238E27FC236}">
                  <a16:creationId xmlns:a16="http://schemas.microsoft.com/office/drawing/2014/main" id="{1F63CA9A-13F2-41FF-9E2D-F258F17B37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878" name="Text Box 246">
              <a:extLst>
                <a:ext uri="{FF2B5EF4-FFF2-40B4-BE49-F238E27FC236}">
                  <a16:creationId xmlns:a16="http://schemas.microsoft.com/office/drawing/2014/main" id="{6B94B198-456B-43A0-85CA-69FF498EC4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879" name="Text Box 247">
              <a:extLst>
                <a:ext uri="{FF2B5EF4-FFF2-40B4-BE49-F238E27FC236}">
                  <a16:creationId xmlns:a16="http://schemas.microsoft.com/office/drawing/2014/main" id="{BF1C1A00-E547-4201-9C59-727633657D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880" name="Text Box 248">
              <a:extLst>
                <a:ext uri="{FF2B5EF4-FFF2-40B4-BE49-F238E27FC236}">
                  <a16:creationId xmlns:a16="http://schemas.microsoft.com/office/drawing/2014/main" id="{3F705379-8CC5-4D1C-AE6A-90687D48C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6881" name="Text Box 249">
              <a:extLst>
                <a:ext uri="{FF2B5EF4-FFF2-40B4-BE49-F238E27FC236}">
                  <a16:creationId xmlns:a16="http://schemas.microsoft.com/office/drawing/2014/main" id="{C3D0A1B3-54D0-4F21-A6DB-0666093600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sp>
        <p:nvSpPr>
          <p:cNvPr id="36870" name="Text Box 251">
            <a:extLst>
              <a:ext uri="{FF2B5EF4-FFF2-40B4-BE49-F238E27FC236}">
                <a16:creationId xmlns:a16="http://schemas.microsoft.com/office/drawing/2014/main" id="{07DF6F5A-C53A-49F7-952C-B08523417E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③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90" name="Group 2">
            <a:extLst>
              <a:ext uri="{FF2B5EF4-FFF2-40B4-BE49-F238E27FC236}">
                <a16:creationId xmlns:a16="http://schemas.microsoft.com/office/drawing/2014/main" id="{F15AD128-426B-4EBB-96CB-921A7B957C1E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38150" name="Line 3">
              <a:extLst>
                <a:ext uri="{FF2B5EF4-FFF2-40B4-BE49-F238E27FC236}">
                  <a16:creationId xmlns:a16="http://schemas.microsoft.com/office/drawing/2014/main" id="{87EEDCF3-704E-489E-8B67-EA5BE045E3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51" name="Freeform 4">
              <a:extLst>
                <a:ext uri="{FF2B5EF4-FFF2-40B4-BE49-F238E27FC236}">
                  <a16:creationId xmlns:a16="http://schemas.microsoft.com/office/drawing/2014/main" id="{BA44405F-E068-4A3D-976F-363ECFE4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52" name="Line 5">
              <a:extLst>
                <a:ext uri="{FF2B5EF4-FFF2-40B4-BE49-F238E27FC236}">
                  <a16:creationId xmlns:a16="http://schemas.microsoft.com/office/drawing/2014/main" id="{F2DB57B8-490E-466A-938A-9B4572FB51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53" name="Freeform 6">
              <a:extLst>
                <a:ext uri="{FF2B5EF4-FFF2-40B4-BE49-F238E27FC236}">
                  <a16:creationId xmlns:a16="http://schemas.microsoft.com/office/drawing/2014/main" id="{98E9084B-20DA-4B90-8D5C-0AB15A38B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54" name="Line 7">
              <a:extLst>
                <a:ext uri="{FF2B5EF4-FFF2-40B4-BE49-F238E27FC236}">
                  <a16:creationId xmlns:a16="http://schemas.microsoft.com/office/drawing/2014/main" id="{5A13D2D2-778C-4DBC-850E-3012510795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55" name="Text Box 8">
              <a:extLst>
                <a:ext uri="{FF2B5EF4-FFF2-40B4-BE49-F238E27FC236}">
                  <a16:creationId xmlns:a16="http://schemas.microsoft.com/office/drawing/2014/main" id="{CB9920EC-49EF-4576-900D-5D24BA6706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38156" name="Text Box 9">
              <a:extLst>
                <a:ext uri="{FF2B5EF4-FFF2-40B4-BE49-F238E27FC236}">
                  <a16:creationId xmlns:a16="http://schemas.microsoft.com/office/drawing/2014/main" id="{6975C41F-696D-4C7F-81D1-563DDA59EA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38157" name="Text Box 10">
              <a:extLst>
                <a:ext uri="{FF2B5EF4-FFF2-40B4-BE49-F238E27FC236}">
                  <a16:creationId xmlns:a16="http://schemas.microsoft.com/office/drawing/2014/main" id="{63AE4626-19FD-4F0D-91BF-5C82997A52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38158" name="Text Box 11">
              <a:extLst>
                <a:ext uri="{FF2B5EF4-FFF2-40B4-BE49-F238E27FC236}">
                  <a16:creationId xmlns:a16="http://schemas.microsoft.com/office/drawing/2014/main" id="{BF403C22-D2D0-48A7-B85F-277F77F22D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38159" name="Line 12">
              <a:extLst>
                <a:ext uri="{FF2B5EF4-FFF2-40B4-BE49-F238E27FC236}">
                  <a16:creationId xmlns:a16="http://schemas.microsoft.com/office/drawing/2014/main" id="{FC3F2795-3590-447F-BFC7-5E15E2E50C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60" name="Line 13">
              <a:extLst>
                <a:ext uri="{FF2B5EF4-FFF2-40B4-BE49-F238E27FC236}">
                  <a16:creationId xmlns:a16="http://schemas.microsoft.com/office/drawing/2014/main" id="{509C1F28-6425-4600-862E-473D7FBAD4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61" name="Line 14">
              <a:extLst>
                <a:ext uri="{FF2B5EF4-FFF2-40B4-BE49-F238E27FC236}">
                  <a16:creationId xmlns:a16="http://schemas.microsoft.com/office/drawing/2014/main" id="{4CEFB0F0-A6BA-4495-BF27-C6F8EE2CE4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62" name="Line 15">
              <a:extLst>
                <a:ext uri="{FF2B5EF4-FFF2-40B4-BE49-F238E27FC236}">
                  <a16:creationId xmlns:a16="http://schemas.microsoft.com/office/drawing/2014/main" id="{1AE28324-8B31-4984-B1C4-FB1F9D0C0C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63" name="Line 16">
              <a:extLst>
                <a:ext uri="{FF2B5EF4-FFF2-40B4-BE49-F238E27FC236}">
                  <a16:creationId xmlns:a16="http://schemas.microsoft.com/office/drawing/2014/main" id="{EE2F064E-5F88-43BD-AB1A-99775FBE7A8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64" name="Line 17">
              <a:extLst>
                <a:ext uri="{FF2B5EF4-FFF2-40B4-BE49-F238E27FC236}">
                  <a16:creationId xmlns:a16="http://schemas.microsoft.com/office/drawing/2014/main" id="{B83E1559-4071-4729-BD55-7A2A608BEAD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65" name="Line 18">
              <a:extLst>
                <a:ext uri="{FF2B5EF4-FFF2-40B4-BE49-F238E27FC236}">
                  <a16:creationId xmlns:a16="http://schemas.microsoft.com/office/drawing/2014/main" id="{845C7FCE-F28B-4E07-81BD-8554352FDE6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66" name="Line 19">
              <a:extLst>
                <a:ext uri="{FF2B5EF4-FFF2-40B4-BE49-F238E27FC236}">
                  <a16:creationId xmlns:a16="http://schemas.microsoft.com/office/drawing/2014/main" id="{A5D62466-8AF5-4766-81C8-D0827454938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7891" name="Group 20">
            <a:extLst>
              <a:ext uri="{FF2B5EF4-FFF2-40B4-BE49-F238E27FC236}">
                <a16:creationId xmlns:a16="http://schemas.microsoft.com/office/drawing/2014/main" id="{A0002CF7-A2B3-4FF8-A693-DCEF7F56D3FC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8921750" cy="5716588"/>
            <a:chOff x="140" y="674"/>
            <a:chExt cx="5620" cy="3601"/>
          </a:xfrm>
        </p:grpSpPr>
        <p:grpSp>
          <p:nvGrpSpPr>
            <p:cNvPr id="37920" name="Group 21">
              <a:extLst>
                <a:ext uri="{FF2B5EF4-FFF2-40B4-BE49-F238E27FC236}">
                  <a16:creationId xmlns:a16="http://schemas.microsoft.com/office/drawing/2014/main" id="{C9B59A27-5DDB-4D90-A00D-58BE8F458C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713"/>
              <a:ext cx="5620" cy="3562"/>
              <a:chOff x="140" y="713"/>
              <a:chExt cx="5620" cy="3562"/>
            </a:xfrm>
          </p:grpSpPr>
          <p:sp>
            <p:nvSpPr>
              <p:cNvPr id="37932" name="Rectangle 22">
                <a:extLst>
                  <a:ext uri="{FF2B5EF4-FFF2-40B4-BE49-F238E27FC236}">
                    <a16:creationId xmlns:a16="http://schemas.microsoft.com/office/drawing/2014/main" id="{1BB63D14-0D24-45F7-B30C-D3EC95AED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33" name="Rectangle 23">
                <a:extLst>
                  <a:ext uri="{FF2B5EF4-FFF2-40B4-BE49-F238E27FC236}">
                    <a16:creationId xmlns:a16="http://schemas.microsoft.com/office/drawing/2014/main" id="{B7A600F7-17FD-4525-8570-5E97E709F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37934" name="Text Box 24">
                <a:extLst>
                  <a:ext uri="{FF2B5EF4-FFF2-40B4-BE49-F238E27FC236}">
                    <a16:creationId xmlns:a16="http://schemas.microsoft.com/office/drawing/2014/main" id="{94CE6D62-5B13-488C-9EB5-9B34C36FEF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7935" name="Rectangle 25">
                <a:extLst>
                  <a:ext uri="{FF2B5EF4-FFF2-40B4-BE49-F238E27FC236}">
                    <a16:creationId xmlns:a16="http://schemas.microsoft.com/office/drawing/2014/main" id="{FBA58772-CA11-45D8-B791-30C7BA609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36" name="Rectangle 26">
                <a:extLst>
                  <a:ext uri="{FF2B5EF4-FFF2-40B4-BE49-F238E27FC236}">
                    <a16:creationId xmlns:a16="http://schemas.microsoft.com/office/drawing/2014/main" id="{633D727E-17B5-46EF-B9FF-22B78FF22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37937" name="Text Box 27">
                <a:extLst>
                  <a:ext uri="{FF2B5EF4-FFF2-40B4-BE49-F238E27FC236}">
                    <a16:creationId xmlns:a16="http://schemas.microsoft.com/office/drawing/2014/main" id="{199F9597-D834-4F6D-A14B-89C2CE8280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7938" name="Rectangle 28">
                <a:extLst>
                  <a:ext uri="{FF2B5EF4-FFF2-40B4-BE49-F238E27FC236}">
                    <a16:creationId xmlns:a16="http://schemas.microsoft.com/office/drawing/2014/main" id="{4AD6A46F-A0E8-4F62-B786-922D4E72C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37939" name="Rectangle 29">
                <a:extLst>
                  <a:ext uri="{FF2B5EF4-FFF2-40B4-BE49-F238E27FC236}">
                    <a16:creationId xmlns:a16="http://schemas.microsoft.com/office/drawing/2014/main" id="{6820D6BE-0BAB-4AD2-9026-B1FC8723B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37940" name="Text Box 30">
                <a:extLst>
                  <a:ext uri="{FF2B5EF4-FFF2-40B4-BE49-F238E27FC236}">
                    <a16:creationId xmlns:a16="http://schemas.microsoft.com/office/drawing/2014/main" id="{3BBCCF04-E6C2-40BA-9428-E367EA26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7941" name="Rectangle 31">
                <a:extLst>
                  <a:ext uri="{FF2B5EF4-FFF2-40B4-BE49-F238E27FC236}">
                    <a16:creationId xmlns:a16="http://schemas.microsoft.com/office/drawing/2014/main" id="{70F338F1-8F28-4A57-A5B0-AAE2645EA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37942" name="Rectangle 32">
                <a:extLst>
                  <a:ext uri="{FF2B5EF4-FFF2-40B4-BE49-F238E27FC236}">
                    <a16:creationId xmlns:a16="http://schemas.microsoft.com/office/drawing/2014/main" id="{7394A890-1563-4924-BD90-305DC1CF3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37943" name="Text Box 33">
                <a:extLst>
                  <a:ext uri="{FF2B5EF4-FFF2-40B4-BE49-F238E27FC236}">
                    <a16:creationId xmlns:a16="http://schemas.microsoft.com/office/drawing/2014/main" id="{5192C09B-5ECC-4027-BC0F-C961AC1B58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7944" name="Rectangle 34">
                <a:extLst>
                  <a:ext uri="{FF2B5EF4-FFF2-40B4-BE49-F238E27FC236}">
                    <a16:creationId xmlns:a16="http://schemas.microsoft.com/office/drawing/2014/main" id="{612800F8-9430-4FB4-A58F-C707FCF40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37945" name="Rectangle 35">
                <a:extLst>
                  <a:ext uri="{FF2B5EF4-FFF2-40B4-BE49-F238E27FC236}">
                    <a16:creationId xmlns:a16="http://schemas.microsoft.com/office/drawing/2014/main" id="{B8CCC7AB-2F44-4E99-B718-6A4BB7B3D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37946" name="Rectangle 36">
                <a:extLst>
                  <a:ext uri="{FF2B5EF4-FFF2-40B4-BE49-F238E27FC236}">
                    <a16:creationId xmlns:a16="http://schemas.microsoft.com/office/drawing/2014/main" id="{69D67A27-BF08-4B46-BB7C-D0B913453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47" name="Rectangle 37">
                <a:extLst>
                  <a:ext uri="{FF2B5EF4-FFF2-40B4-BE49-F238E27FC236}">
                    <a16:creationId xmlns:a16="http://schemas.microsoft.com/office/drawing/2014/main" id="{C783AA9D-32E7-4583-9460-F85173E81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37948" name="Rectangle 38">
                <a:extLst>
                  <a:ext uri="{FF2B5EF4-FFF2-40B4-BE49-F238E27FC236}">
                    <a16:creationId xmlns:a16="http://schemas.microsoft.com/office/drawing/2014/main" id="{9200E3D7-51FC-4C84-A0D9-7694507ED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37949" name="Rectangle 39">
                <a:extLst>
                  <a:ext uri="{FF2B5EF4-FFF2-40B4-BE49-F238E27FC236}">
                    <a16:creationId xmlns:a16="http://schemas.microsoft.com/office/drawing/2014/main" id="{D3E066A7-4DA1-4E58-9798-E04DDC7E1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37950" name="Rectangle 40">
                <a:extLst>
                  <a:ext uri="{FF2B5EF4-FFF2-40B4-BE49-F238E27FC236}">
                    <a16:creationId xmlns:a16="http://schemas.microsoft.com/office/drawing/2014/main" id="{9DFF351F-695B-469E-8262-34C006062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37951" name="Rectangle 41">
                <a:extLst>
                  <a:ext uri="{FF2B5EF4-FFF2-40B4-BE49-F238E27FC236}">
                    <a16:creationId xmlns:a16="http://schemas.microsoft.com/office/drawing/2014/main" id="{32775875-ECA3-4781-908D-A91F61FD6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37952" name="Rectangle 42">
                <a:extLst>
                  <a:ext uri="{FF2B5EF4-FFF2-40B4-BE49-F238E27FC236}">
                    <a16:creationId xmlns:a16="http://schemas.microsoft.com/office/drawing/2014/main" id="{2613ACB9-0F08-4460-8931-0AFABA51A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37953" name="Line 43">
                <a:extLst>
                  <a:ext uri="{FF2B5EF4-FFF2-40B4-BE49-F238E27FC236}">
                    <a16:creationId xmlns:a16="http://schemas.microsoft.com/office/drawing/2014/main" id="{3BD3E220-601F-474D-9869-BC4AE8733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54" name="Line 44">
                <a:extLst>
                  <a:ext uri="{FF2B5EF4-FFF2-40B4-BE49-F238E27FC236}">
                    <a16:creationId xmlns:a16="http://schemas.microsoft.com/office/drawing/2014/main" id="{0248B6CA-C505-41D9-84D0-4C44760E4C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55" name="Freeform 45">
                <a:extLst>
                  <a:ext uri="{FF2B5EF4-FFF2-40B4-BE49-F238E27FC236}">
                    <a16:creationId xmlns:a16="http://schemas.microsoft.com/office/drawing/2014/main" id="{546FB486-5F40-41A9-9F24-E20DCA3FA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56" name="Line 46">
                <a:extLst>
                  <a:ext uri="{FF2B5EF4-FFF2-40B4-BE49-F238E27FC236}">
                    <a16:creationId xmlns:a16="http://schemas.microsoft.com/office/drawing/2014/main" id="{3AC8729D-29AD-444A-866D-DB6ABDF36F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57" name="Line 47">
                <a:extLst>
                  <a:ext uri="{FF2B5EF4-FFF2-40B4-BE49-F238E27FC236}">
                    <a16:creationId xmlns:a16="http://schemas.microsoft.com/office/drawing/2014/main" id="{A382CD9F-EC04-413C-B481-A66B80B773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58" name="Freeform 48">
                <a:extLst>
                  <a:ext uri="{FF2B5EF4-FFF2-40B4-BE49-F238E27FC236}">
                    <a16:creationId xmlns:a16="http://schemas.microsoft.com/office/drawing/2014/main" id="{A290AD45-4D99-41D7-9CED-B9FB9A08A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59" name="Freeform 49">
                <a:extLst>
                  <a:ext uri="{FF2B5EF4-FFF2-40B4-BE49-F238E27FC236}">
                    <a16:creationId xmlns:a16="http://schemas.microsoft.com/office/drawing/2014/main" id="{2BBB45C4-3EFC-46E3-BDEA-A7F642486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9"/>
                  <a:gd name="T14" fmla="*/ 152 w 152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60" name="Freeform 50">
                <a:extLst>
                  <a:ext uri="{FF2B5EF4-FFF2-40B4-BE49-F238E27FC236}">
                    <a16:creationId xmlns:a16="http://schemas.microsoft.com/office/drawing/2014/main" id="{705DEB2A-D547-4BD6-8138-E357B8444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61" name="Line 51">
                <a:extLst>
                  <a:ext uri="{FF2B5EF4-FFF2-40B4-BE49-F238E27FC236}">
                    <a16:creationId xmlns:a16="http://schemas.microsoft.com/office/drawing/2014/main" id="{807F7F50-B093-4447-99DE-84624923DF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62" name="Line 52">
                <a:extLst>
                  <a:ext uri="{FF2B5EF4-FFF2-40B4-BE49-F238E27FC236}">
                    <a16:creationId xmlns:a16="http://schemas.microsoft.com/office/drawing/2014/main" id="{FE36AA45-1B1A-4111-B2A5-B676127ED1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63" name="Freeform 53">
                <a:extLst>
                  <a:ext uri="{FF2B5EF4-FFF2-40B4-BE49-F238E27FC236}">
                    <a16:creationId xmlns:a16="http://schemas.microsoft.com/office/drawing/2014/main" id="{93C09015-D504-4249-A5E0-6B7C3C2AB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64" name="Line 54">
                <a:extLst>
                  <a:ext uri="{FF2B5EF4-FFF2-40B4-BE49-F238E27FC236}">
                    <a16:creationId xmlns:a16="http://schemas.microsoft.com/office/drawing/2014/main" id="{73F92B2C-9755-446E-9182-F4DA373ED7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65" name="Line 55">
                <a:extLst>
                  <a:ext uri="{FF2B5EF4-FFF2-40B4-BE49-F238E27FC236}">
                    <a16:creationId xmlns:a16="http://schemas.microsoft.com/office/drawing/2014/main" id="{7484F940-072E-4357-BD9C-42345F85BD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66" name="Freeform 56">
                <a:extLst>
                  <a:ext uri="{FF2B5EF4-FFF2-40B4-BE49-F238E27FC236}">
                    <a16:creationId xmlns:a16="http://schemas.microsoft.com/office/drawing/2014/main" id="{EFA969E6-9B78-4B93-BA4C-F500FE675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67" name="Freeform 57">
                <a:extLst>
                  <a:ext uri="{FF2B5EF4-FFF2-40B4-BE49-F238E27FC236}">
                    <a16:creationId xmlns:a16="http://schemas.microsoft.com/office/drawing/2014/main" id="{944B099B-1192-4D63-8DFC-46F84D905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68" name="Line 58">
                <a:extLst>
                  <a:ext uri="{FF2B5EF4-FFF2-40B4-BE49-F238E27FC236}">
                    <a16:creationId xmlns:a16="http://schemas.microsoft.com/office/drawing/2014/main" id="{E70A3D92-148A-4153-9588-38ABF0EBE5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69" name="Line 59">
                <a:extLst>
                  <a:ext uri="{FF2B5EF4-FFF2-40B4-BE49-F238E27FC236}">
                    <a16:creationId xmlns:a16="http://schemas.microsoft.com/office/drawing/2014/main" id="{00EF9870-3C5B-4036-930B-75E6D01587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70" name="Freeform 60">
                <a:extLst>
                  <a:ext uri="{FF2B5EF4-FFF2-40B4-BE49-F238E27FC236}">
                    <a16:creationId xmlns:a16="http://schemas.microsoft.com/office/drawing/2014/main" id="{5BF18419-5134-4FC8-87C3-213A1EC7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71" name="Line 61">
                <a:extLst>
                  <a:ext uri="{FF2B5EF4-FFF2-40B4-BE49-F238E27FC236}">
                    <a16:creationId xmlns:a16="http://schemas.microsoft.com/office/drawing/2014/main" id="{14AC6712-20AD-4F1E-A5F6-9CD00EB046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72" name="Line 62">
                <a:extLst>
                  <a:ext uri="{FF2B5EF4-FFF2-40B4-BE49-F238E27FC236}">
                    <a16:creationId xmlns:a16="http://schemas.microsoft.com/office/drawing/2014/main" id="{C5136376-AF87-46E6-B576-657AD076B3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73" name="Freeform 63">
                <a:extLst>
                  <a:ext uri="{FF2B5EF4-FFF2-40B4-BE49-F238E27FC236}">
                    <a16:creationId xmlns:a16="http://schemas.microsoft.com/office/drawing/2014/main" id="{32F00D53-E743-416B-9664-9EBE9BD8B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74" name="Freeform 64">
                <a:extLst>
                  <a:ext uri="{FF2B5EF4-FFF2-40B4-BE49-F238E27FC236}">
                    <a16:creationId xmlns:a16="http://schemas.microsoft.com/office/drawing/2014/main" id="{AD470002-1138-49AF-A465-C530F55F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75" name="Line 65">
                <a:extLst>
                  <a:ext uri="{FF2B5EF4-FFF2-40B4-BE49-F238E27FC236}">
                    <a16:creationId xmlns:a16="http://schemas.microsoft.com/office/drawing/2014/main" id="{8997EF70-50E6-4547-A6A1-BFFA36A0E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76" name="Line 66">
                <a:extLst>
                  <a:ext uri="{FF2B5EF4-FFF2-40B4-BE49-F238E27FC236}">
                    <a16:creationId xmlns:a16="http://schemas.microsoft.com/office/drawing/2014/main" id="{2236B5E8-79C8-4E9A-8017-A6B69942B8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77" name="Freeform 67">
                <a:extLst>
                  <a:ext uri="{FF2B5EF4-FFF2-40B4-BE49-F238E27FC236}">
                    <a16:creationId xmlns:a16="http://schemas.microsoft.com/office/drawing/2014/main" id="{AEAA6EC2-34C1-4CBB-A769-F93B588D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78" name="Line 68">
                <a:extLst>
                  <a:ext uri="{FF2B5EF4-FFF2-40B4-BE49-F238E27FC236}">
                    <a16:creationId xmlns:a16="http://schemas.microsoft.com/office/drawing/2014/main" id="{8E14B143-BDAE-49E9-9DB4-F5F89FC262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79" name="Line 69">
                <a:extLst>
                  <a:ext uri="{FF2B5EF4-FFF2-40B4-BE49-F238E27FC236}">
                    <a16:creationId xmlns:a16="http://schemas.microsoft.com/office/drawing/2014/main" id="{39191759-603C-47D3-821B-EA3FAA3429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80" name="Freeform 70">
                <a:extLst>
                  <a:ext uri="{FF2B5EF4-FFF2-40B4-BE49-F238E27FC236}">
                    <a16:creationId xmlns:a16="http://schemas.microsoft.com/office/drawing/2014/main" id="{544C0081-F6A7-4135-AFB8-F85FE3543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81" name="Freeform 71">
                <a:extLst>
                  <a:ext uri="{FF2B5EF4-FFF2-40B4-BE49-F238E27FC236}">
                    <a16:creationId xmlns:a16="http://schemas.microsoft.com/office/drawing/2014/main" id="{6312F18B-5545-467F-9FE5-34A4FFE6C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82" name="Line 72">
                <a:extLst>
                  <a:ext uri="{FF2B5EF4-FFF2-40B4-BE49-F238E27FC236}">
                    <a16:creationId xmlns:a16="http://schemas.microsoft.com/office/drawing/2014/main" id="{7D14B918-3A4D-4D0D-AFCB-0E721B38AF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83" name="Line 73">
                <a:extLst>
                  <a:ext uri="{FF2B5EF4-FFF2-40B4-BE49-F238E27FC236}">
                    <a16:creationId xmlns:a16="http://schemas.microsoft.com/office/drawing/2014/main" id="{A93ABC08-6E78-466D-AD6A-EC38CC99FD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84" name="Freeform 74">
                <a:extLst>
                  <a:ext uri="{FF2B5EF4-FFF2-40B4-BE49-F238E27FC236}">
                    <a16:creationId xmlns:a16="http://schemas.microsoft.com/office/drawing/2014/main" id="{F5368D4D-4A80-4F1A-866F-EBC17B5E5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85" name="Line 75">
                <a:extLst>
                  <a:ext uri="{FF2B5EF4-FFF2-40B4-BE49-F238E27FC236}">
                    <a16:creationId xmlns:a16="http://schemas.microsoft.com/office/drawing/2014/main" id="{61803A36-4AB5-4897-A110-5CACBB88E8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86" name="Line 76">
                <a:extLst>
                  <a:ext uri="{FF2B5EF4-FFF2-40B4-BE49-F238E27FC236}">
                    <a16:creationId xmlns:a16="http://schemas.microsoft.com/office/drawing/2014/main" id="{F37587D0-DC2C-40D5-9590-4C12BC94D1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87" name="Freeform 77">
                <a:extLst>
                  <a:ext uri="{FF2B5EF4-FFF2-40B4-BE49-F238E27FC236}">
                    <a16:creationId xmlns:a16="http://schemas.microsoft.com/office/drawing/2014/main" id="{C94E0C2E-D83C-4247-BE1A-A98464535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88" name="Freeform 78">
                <a:extLst>
                  <a:ext uri="{FF2B5EF4-FFF2-40B4-BE49-F238E27FC236}">
                    <a16:creationId xmlns:a16="http://schemas.microsoft.com/office/drawing/2014/main" id="{7A5C7D04-71EC-4250-A754-FD5287A34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89" name="Line 79">
                <a:extLst>
                  <a:ext uri="{FF2B5EF4-FFF2-40B4-BE49-F238E27FC236}">
                    <a16:creationId xmlns:a16="http://schemas.microsoft.com/office/drawing/2014/main" id="{A5B5AED2-999C-482A-9F60-E4F1A35EE0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90" name="Line 80">
                <a:extLst>
                  <a:ext uri="{FF2B5EF4-FFF2-40B4-BE49-F238E27FC236}">
                    <a16:creationId xmlns:a16="http://schemas.microsoft.com/office/drawing/2014/main" id="{41DAB58C-1906-436C-A401-E90E220F0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91" name="Freeform 81">
                <a:extLst>
                  <a:ext uri="{FF2B5EF4-FFF2-40B4-BE49-F238E27FC236}">
                    <a16:creationId xmlns:a16="http://schemas.microsoft.com/office/drawing/2014/main" id="{2246DF9A-9B8A-4C9D-979F-76EBD38D1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92" name="Line 82">
                <a:extLst>
                  <a:ext uri="{FF2B5EF4-FFF2-40B4-BE49-F238E27FC236}">
                    <a16:creationId xmlns:a16="http://schemas.microsoft.com/office/drawing/2014/main" id="{A0910032-8D9A-49C9-BA91-AE4498EFB8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93" name="Line 83">
                <a:extLst>
                  <a:ext uri="{FF2B5EF4-FFF2-40B4-BE49-F238E27FC236}">
                    <a16:creationId xmlns:a16="http://schemas.microsoft.com/office/drawing/2014/main" id="{25822DDD-E5E8-4D66-825D-37DC59DC0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94" name="Freeform 84">
                <a:extLst>
                  <a:ext uri="{FF2B5EF4-FFF2-40B4-BE49-F238E27FC236}">
                    <a16:creationId xmlns:a16="http://schemas.microsoft.com/office/drawing/2014/main" id="{7B5CC094-237F-4643-A333-DABFFCAD5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95" name="Freeform 85">
                <a:extLst>
                  <a:ext uri="{FF2B5EF4-FFF2-40B4-BE49-F238E27FC236}">
                    <a16:creationId xmlns:a16="http://schemas.microsoft.com/office/drawing/2014/main" id="{E074B788-4815-4A4E-AF9E-CFB1F180E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7996" name="Group 86">
                <a:extLst>
                  <a:ext uri="{FF2B5EF4-FFF2-40B4-BE49-F238E27FC236}">
                    <a16:creationId xmlns:a16="http://schemas.microsoft.com/office/drawing/2014/main" id="{72BF97EE-8925-4F77-B431-4F66827E7D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38143" name="Group 87">
                  <a:extLst>
                    <a:ext uri="{FF2B5EF4-FFF2-40B4-BE49-F238E27FC236}">
                      <a16:creationId xmlns:a16="http://schemas.microsoft.com/office/drawing/2014/main" id="{6FDEEC6D-EE72-4B2C-8D88-E8354001A94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38148" name="Line 88">
                    <a:extLst>
                      <a:ext uri="{FF2B5EF4-FFF2-40B4-BE49-F238E27FC236}">
                        <a16:creationId xmlns:a16="http://schemas.microsoft.com/office/drawing/2014/main" id="{DFB7FC89-D753-4A23-B176-E4E92E4319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149" name="Line 89">
                    <a:extLst>
                      <a:ext uri="{FF2B5EF4-FFF2-40B4-BE49-F238E27FC236}">
                        <a16:creationId xmlns:a16="http://schemas.microsoft.com/office/drawing/2014/main" id="{BCD8384B-D8AE-4E92-A3A2-BA60402CE5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8144" name="Freeform 90">
                  <a:extLst>
                    <a:ext uri="{FF2B5EF4-FFF2-40B4-BE49-F238E27FC236}">
                      <a16:creationId xmlns:a16="http://schemas.microsoft.com/office/drawing/2014/main" id="{F9F26490-BD1C-491C-B51B-A6F73A1883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8145" name="Group 91">
                  <a:extLst>
                    <a:ext uri="{FF2B5EF4-FFF2-40B4-BE49-F238E27FC236}">
                      <a16:creationId xmlns:a16="http://schemas.microsoft.com/office/drawing/2014/main" id="{59D5D096-EB79-4CE6-8627-E4F0184340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38146" name="Line 92">
                    <a:extLst>
                      <a:ext uri="{FF2B5EF4-FFF2-40B4-BE49-F238E27FC236}">
                        <a16:creationId xmlns:a16="http://schemas.microsoft.com/office/drawing/2014/main" id="{5A03C0E7-0F7F-4FFA-A86F-2F73920327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147" name="Line 93">
                    <a:extLst>
                      <a:ext uri="{FF2B5EF4-FFF2-40B4-BE49-F238E27FC236}">
                        <a16:creationId xmlns:a16="http://schemas.microsoft.com/office/drawing/2014/main" id="{817DC60E-CCD6-4C67-A0A0-E5D12ED523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37997" name="Freeform 94">
                <a:extLst>
                  <a:ext uri="{FF2B5EF4-FFF2-40B4-BE49-F238E27FC236}">
                    <a16:creationId xmlns:a16="http://schemas.microsoft.com/office/drawing/2014/main" id="{57B22FC5-A10B-4EBF-9E4A-E65C57A23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7998" name="Freeform 95">
                <a:extLst>
                  <a:ext uri="{FF2B5EF4-FFF2-40B4-BE49-F238E27FC236}">
                    <a16:creationId xmlns:a16="http://schemas.microsoft.com/office/drawing/2014/main" id="{4E38D7EB-FB4F-4378-8087-44BC8A058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7999" name="Group 96">
                <a:extLst>
                  <a:ext uri="{FF2B5EF4-FFF2-40B4-BE49-F238E27FC236}">
                    <a16:creationId xmlns:a16="http://schemas.microsoft.com/office/drawing/2014/main" id="{BE84DF88-E47C-4932-A566-FBFE4BB2AF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38136" name="Group 97">
                  <a:extLst>
                    <a:ext uri="{FF2B5EF4-FFF2-40B4-BE49-F238E27FC236}">
                      <a16:creationId xmlns:a16="http://schemas.microsoft.com/office/drawing/2014/main" id="{D4DDAF49-07E3-43C8-B79F-DB63D9A6CE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38141" name="Line 98">
                    <a:extLst>
                      <a:ext uri="{FF2B5EF4-FFF2-40B4-BE49-F238E27FC236}">
                        <a16:creationId xmlns:a16="http://schemas.microsoft.com/office/drawing/2014/main" id="{40EA1093-D092-40AA-A516-F261D636AD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142" name="Line 99">
                    <a:extLst>
                      <a:ext uri="{FF2B5EF4-FFF2-40B4-BE49-F238E27FC236}">
                        <a16:creationId xmlns:a16="http://schemas.microsoft.com/office/drawing/2014/main" id="{CEDF5667-8983-498A-A3FB-FD99609497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8137" name="Freeform 100">
                  <a:extLst>
                    <a:ext uri="{FF2B5EF4-FFF2-40B4-BE49-F238E27FC236}">
                      <a16:creationId xmlns:a16="http://schemas.microsoft.com/office/drawing/2014/main" id="{B1018570-CC92-4C93-AEE8-16013E739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8138" name="Group 101">
                  <a:extLst>
                    <a:ext uri="{FF2B5EF4-FFF2-40B4-BE49-F238E27FC236}">
                      <a16:creationId xmlns:a16="http://schemas.microsoft.com/office/drawing/2014/main" id="{8681CBD5-B0B3-4FCB-846D-4DD4F37D0BE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38139" name="Line 102">
                    <a:extLst>
                      <a:ext uri="{FF2B5EF4-FFF2-40B4-BE49-F238E27FC236}">
                        <a16:creationId xmlns:a16="http://schemas.microsoft.com/office/drawing/2014/main" id="{DB81BF96-A5B6-48A2-B6F6-B53B802DFC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140" name="Line 103">
                    <a:extLst>
                      <a:ext uri="{FF2B5EF4-FFF2-40B4-BE49-F238E27FC236}">
                        <a16:creationId xmlns:a16="http://schemas.microsoft.com/office/drawing/2014/main" id="{A9CD3A06-29C9-4DFF-A77E-537C9EECDE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38000" name="Freeform 104">
                <a:extLst>
                  <a:ext uri="{FF2B5EF4-FFF2-40B4-BE49-F238E27FC236}">
                    <a16:creationId xmlns:a16="http://schemas.microsoft.com/office/drawing/2014/main" id="{4C49FCFC-FCA9-41BF-BA76-820B51945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01" name="Freeform 105">
                <a:extLst>
                  <a:ext uri="{FF2B5EF4-FFF2-40B4-BE49-F238E27FC236}">
                    <a16:creationId xmlns:a16="http://schemas.microsoft.com/office/drawing/2014/main" id="{A5E738A1-61CE-43F9-98F0-76952A72E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02" name="Freeform 106">
                <a:extLst>
                  <a:ext uri="{FF2B5EF4-FFF2-40B4-BE49-F238E27FC236}">
                    <a16:creationId xmlns:a16="http://schemas.microsoft.com/office/drawing/2014/main" id="{49AE119A-BF36-448A-8D6E-C8A0AF4C7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03" name="Line 107">
                <a:extLst>
                  <a:ext uri="{FF2B5EF4-FFF2-40B4-BE49-F238E27FC236}">
                    <a16:creationId xmlns:a16="http://schemas.microsoft.com/office/drawing/2014/main" id="{86C870BB-9A78-4BBD-835E-74F1F4B324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04" name="Line 108">
                <a:extLst>
                  <a:ext uri="{FF2B5EF4-FFF2-40B4-BE49-F238E27FC236}">
                    <a16:creationId xmlns:a16="http://schemas.microsoft.com/office/drawing/2014/main" id="{7177773A-3862-4C2A-A678-4324652583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05" name="Line 109">
                <a:extLst>
                  <a:ext uri="{FF2B5EF4-FFF2-40B4-BE49-F238E27FC236}">
                    <a16:creationId xmlns:a16="http://schemas.microsoft.com/office/drawing/2014/main" id="{14E622A1-89A2-40C1-A1BE-6E652D326E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06" name="Line 110">
                <a:extLst>
                  <a:ext uri="{FF2B5EF4-FFF2-40B4-BE49-F238E27FC236}">
                    <a16:creationId xmlns:a16="http://schemas.microsoft.com/office/drawing/2014/main" id="{2E3F45E1-DA70-469C-B339-5553F6FE7A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07" name="Line 111">
                <a:extLst>
                  <a:ext uri="{FF2B5EF4-FFF2-40B4-BE49-F238E27FC236}">
                    <a16:creationId xmlns:a16="http://schemas.microsoft.com/office/drawing/2014/main" id="{0F247B62-8DFD-46F5-A2B2-3BE4D2970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08" name="Line 112">
                <a:extLst>
                  <a:ext uri="{FF2B5EF4-FFF2-40B4-BE49-F238E27FC236}">
                    <a16:creationId xmlns:a16="http://schemas.microsoft.com/office/drawing/2014/main" id="{FCFE7B49-5095-4A69-8CBF-AC68640985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09" name="Line 113">
                <a:extLst>
                  <a:ext uri="{FF2B5EF4-FFF2-40B4-BE49-F238E27FC236}">
                    <a16:creationId xmlns:a16="http://schemas.microsoft.com/office/drawing/2014/main" id="{3BED7D73-8103-40D7-8C10-810309351E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10" name="Line 114">
                <a:extLst>
                  <a:ext uri="{FF2B5EF4-FFF2-40B4-BE49-F238E27FC236}">
                    <a16:creationId xmlns:a16="http://schemas.microsoft.com/office/drawing/2014/main" id="{F724EC8E-9EEA-47BE-A455-06E9304F9B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11" name="Freeform 115">
                <a:extLst>
                  <a:ext uri="{FF2B5EF4-FFF2-40B4-BE49-F238E27FC236}">
                    <a16:creationId xmlns:a16="http://schemas.microsoft.com/office/drawing/2014/main" id="{6EE7608E-3261-4985-A746-D7884268C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12" name="Freeform 116">
                <a:extLst>
                  <a:ext uri="{FF2B5EF4-FFF2-40B4-BE49-F238E27FC236}">
                    <a16:creationId xmlns:a16="http://schemas.microsoft.com/office/drawing/2014/main" id="{FB943060-699B-435D-B63F-F92D07C6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13" name="Freeform 117">
                <a:extLst>
                  <a:ext uri="{FF2B5EF4-FFF2-40B4-BE49-F238E27FC236}">
                    <a16:creationId xmlns:a16="http://schemas.microsoft.com/office/drawing/2014/main" id="{3C014DA9-05F4-465F-883A-CCF8F5142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  <a:gd name="T6" fmla="*/ 0 w 4"/>
                  <a:gd name="T7" fmla="*/ 0 h 166"/>
                  <a:gd name="T8" fmla="*/ 4 w 4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14" name="Freeform 118">
                <a:extLst>
                  <a:ext uri="{FF2B5EF4-FFF2-40B4-BE49-F238E27FC236}">
                    <a16:creationId xmlns:a16="http://schemas.microsoft.com/office/drawing/2014/main" id="{0D0BA8E3-C184-4682-97F1-992FE7CA9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15" name="Freeform 119">
                <a:extLst>
                  <a:ext uri="{FF2B5EF4-FFF2-40B4-BE49-F238E27FC236}">
                    <a16:creationId xmlns:a16="http://schemas.microsoft.com/office/drawing/2014/main" id="{9E089DA3-C723-4E69-8E3F-1842383AA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16" name="Freeform 120">
                <a:extLst>
                  <a:ext uri="{FF2B5EF4-FFF2-40B4-BE49-F238E27FC236}">
                    <a16:creationId xmlns:a16="http://schemas.microsoft.com/office/drawing/2014/main" id="{19B284DA-E0A3-4CAF-A8ED-8B20EC958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17" name="Line 121">
                <a:extLst>
                  <a:ext uri="{FF2B5EF4-FFF2-40B4-BE49-F238E27FC236}">
                    <a16:creationId xmlns:a16="http://schemas.microsoft.com/office/drawing/2014/main" id="{1E197F39-FEDA-4351-A524-2E7A7FD483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18" name="Line 122">
                <a:extLst>
                  <a:ext uri="{FF2B5EF4-FFF2-40B4-BE49-F238E27FC236}">
                    <a16:creationId xmlns:a16="http://schemas.microsoft.com/office/drawing/2014/main" id="{168995AD-5E63-44C0-9877-2B21E13F40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19" name="Line 123">
                <a:extLst>
                  <a:ext uri="{FF2B5EF4-FFF2-40B4-BE49-F238E27FC236}">
                    <a16:creationId xmlns:a16="http://schemas.microsoft.com/office/drawing/2014/main" id="{F48356D8-92F7-4533-9D1E-4E7348302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20" name="Line 124">
                <a:extLst>
                  <a:ext uri="{FF2B5EF4-FFF2-40B4-BE49-F238E27FC236}">
                    <a16:creationId xmlns:a16="http://schemas.microsoft.com/office/drawing/2014/main" id="{9B31A99E-8785-48DB-82FD-8E6863D401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21" name="Line 125">
                <a:extLst>
                  <a:ext uri="{FF2B5EF4-FFF2-40B4-BE49-F238E27FC236}">
                    <a16:creationId xmlns:a16="http://schemas.microsoft.com/office/drawing/2014/main" id="{4EF0FC8E-C79B-4EC1-AEBE-10C056C373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22" name="Line 126">
                <a:extLst>
                  <a:ext uri="{FF2B5EF4-FFF2-40B4-BE49-F238E27FC236}">
                    <a16:creationId xmlns:a16="http://schemas.microsoft.com/office/drawing/2014/main" id="{F2980460-CD10-4B8A-9878-EEAC735083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23" name="Line 127">
                <a:extLst>
                  <a:ext uri="{FF2B5EF4-FFF2-40B4-BE49-F238E27FC236}">
                    <a16:creationId xmlns:a16="http://schemas.microsoft.com/office/drawing/2014/main" id="{A6B6FB7C-7835-4562-B7D8-9AA9A70D7B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24" name="Line 128">
                <a:extLst>
                  <a:ext uri="{FF2B5EF4-FFF2-40B4-BE49-F238E27FC236}">
                    <a16:creationId xmlns:a16="http://schemas.microsoft.com/office/drawing/2014/main" id="{6F449767-D695-4B3E-931A-63C51F3099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25" name="Freeform 129">
                <a:extLst>
                  <a:ext uri="{FF2B5EF4-FFF2-40B4-BE49-F238E27FC236}">
                    <a16:creationId xmlns:a16="http://schemas.microsoft.com/office/drawing/2014/main" id="{A39CE9C2-97CE-450E-B736-E0E8B326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26" name="Line 130">
                <a:extLst>
                  <a:ext uri="{FF2B5EF4-FFF2-40B4-BE49-F238E27FC236}">
                    <a16:creationId xmlns:a16="http://schemas.microsoft.com/office/drawing/2014/main" id="{CFB6F3EC-A1A7-425C-879B-4CB1725C4A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27" name="Line 131">
                <a:extLst>
                  <a:ext uri="{FF2B5EF4-FFF2-40B4-BE49-F238E27FC236}">
                    <a16:creationId xmlns:a16="http://schemas.microsoft.com/office/drawing/2014/main" id="{EEF90A32-83D5-40DF-82D4-F3DF24A861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28" name="Line 132">
                <a:extLst>
                  <a:ext uri="{FF2B5EF4-FFF2-40B4-BE49-F238E27FC236}">
                    <a16:creationId xmlns:a16="http://schemas.microsoft.com/office/drawing/2014/main" id="{B0D8911D-2AD2-4C3D-8837-55C755E796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29" name="Line 133">
                <a:extLst>
                  <a:ext uri="{FF2B5EF4-FFF2-40B4-BE49-F238E27FC236}">
                    <a16:creationId xmlns:a16="http://schemas.microsoft.com/office/drawing/2014/main" id="{C65D2693-7459-4B93-BD73-2B1208C9DF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30" name="Line 134">
                <a:extLst>
                  <a:ext uri="{FF2B5EF4-FFF2-40B4-BE49-F238E27FC236}">
                    <a16:creationId xmlns:a16="http://schemas.microsoft.com/office/drawing/2014/main" id="{FC7F819A-331E-42F4-A4DA-DCBDAF6CB4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31" name="Line 135">
                <a:extLst>
                  <a:ext uri="{FF2B5EF4-FFF2-40B4-BE49-F238E27FC236}">
                    <a16:creationId xmlns:a16="http://schemas.microsoft.com/office/drawing/2014/main" id="{E6EA8C32-474A-459B-AA47-8129B7F66C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32" name="Line 136">
                <a:extLst>
                  <a:ext uri="{FF2B5EF4-FFF2-40B4-BE49-F238E27FC236}">
                    <a16:creationId xmlns:a16="http://schemas.microsoft.com/office/drawing/2014/main" id="{73A65298-F481-4D42-8EFE-1A8F3F0A88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33" name="Line 137">
                <a:extLst>
                  <a:ext uri="{FF2B5EF4-FFF2-40B4-BE49-F238E27FC236}">
                    <a16:creationId xmlns:a16="http://schemas.microsoft.com/office/drawing/2014/main" id="{7A0D04A0-1650-4695-8AA2-3B261D0E54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34" name="Freeform 138">
                <a:extLst>
                  <a:ext uri="{FF2B5EF4-FFF2-40B4-BE49-F238E27FC236}">
                    <a16:creationId xmlns:a16="http://schemas.microsoft.com/office/drawing/2014/main" id="{1BDD6750-55E8-4CF9-A8A0-0BD6522F5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35" name="Freeform 139">
                <a:extLst>
                  <a:ext uri="{FF2B5EF4-FFF2-40B4-BE49-F238E27FC236}">
                    <a16:creationId xmlns:a16="http://schemas.microsoft.com/office/drawing/2014/main" id="{8E1883FC-089A-43BE-B771-53AAE51EA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36" name="Rectangle 140">
                <a:extLst>
                  <a:ext uri="{FF2B5EF4-FFF2-40B4-BE49-F238E27FC236}">
                    <a16:creationId xmlns:a16="http://schemas.microsoft.com/office/drawing/2014/main" id="{92D2DB4E-A5D9-473C-9295-BB20CA5BD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37" name="Text Box 141">
                <a:extLst>
                  <a:ext uri="{FF2B5EF4-FFF2-40B4-BE49-F238E27FC236}">
                    <a16:creationId xmlns:a16="http://schemas.microsoft.com/office/drawing/2014/main" id="{B69D1DE5-C148-432F-AD45-ED9E3E9280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8038" name="Freeform 142">
                <a:extLst>
                  <a:ext uri="{FF2B5EF4-FFF2-40B4-BE49-F238E27FC236}">
                    <a16:creationId xmlns:a16="http://schemas.microsoft.com/office/drawing/2014/main" id="{4DEC07D2-A758-4697-8FAA-0AC5F6F1E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39" name="Freeform 143">
                <a:extLst>
                  <a:ext uri="{FF2B5EF4-FFF2-40B4-BE49-F238E27FC236}">
                    <a16:creationId xmlns:a16="http://schemas.microsoft.com/office/drawing/2014/main" id="{5CCA8794-2DE8-4226-B2D6-CC8A7B92B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40" name="Freeform 144">
                <a:extLst>
                  <a:ext uri="{FF2B5EF4-FFF2-40B4-BE49-F238E27FC236}">
                    <a16:creationId xmlns:a16="http://schemas.microsoft.com/office/drawing/2014/main" id="{677EEFA7-D336-4C2D-875F-BA24F8556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41" name="Freeform 145">
                <a:extLst>
                  <a:ext uri="{FF2B5EF4-FFF2-40B4-BE49-F238E27FC236}">
                    <a16:creationId xmlns:a16="http://schemas.microsoft.com/office/drawing/2014/main" id="{DF603A3E-B17D-402A-B91D-4C488EFB1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7"/>
                  <a:gd name="T14" fmla="*/ 155 w 155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42" name="Freeform 146">
                <a:extLst>
                  <a:ext uri="{FF2B5EF4-FFF2-40B4-BE49-F238E27FC236}">
                    <a16:creationId xmlns:a16="http://schemas.microsoft.com/office/drawing/2014/main" id="{A3A0CD29-2D30-4692-88D7-8F6524043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43" name="Freeform 147">
                <a:extLst>
                  <a:ext uri="{FF2B5EF4-FFF2-40B4-BE49-F238E27FC236}">
                    <a16:creationId xmlns:a16="http://schemas.microsoft.com/office/drawing/2014/main" id="{8A793844-D345-41BA-A959-BFA615DC2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44" name="Freeform 148">
                <a:extLst>
                  <a:ext uri="{FF2B5EF4-FFF2-40B4-BE49-F238E27FC236}">
                    <a16:creationId xmlns:a16="http://schemas.microsoft.com/office/drawing/2014/main" id="{3FBFCBDE-E64A-49BB-8E5F-04F1BA7D3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45" name="Freeform 149">
                <a:extLst>
                  <a:ext uri="{FF2B5EF4-FFF2-40B4-BE49-F238E27FC236}">
                    <a16:creationId xmlns:a16="http://schemas.microsoft.com/office/drawing/2014/main" id="{F3F94FCA-4997-4A6F-AEBA-C18F5698E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9"/>
                  <a:gd name="T14" fmla="*/ 155 w 155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46" name="Freeform 150">
                <a:extLst>
                  <a:ext uri="{FF2B5EF4-FFF2-40B4-BE49-F238E27FC236}">
                    <a16:creationId xmlns:a16="http://schemas.microsoft.com/office/drawing/2014/main" id="{85E93A9C-4E33-45E6-B6D0-0184E2F98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47" name="Freeform 151">
                <a:extLst>
                  <a:ext uri="{FF2B5EF4-FFF2-40B4-BE49-F238E27FC236}">
                    <a16:creationId xmlns:a16="http://schemas.microsoft.com/office/drawing/2014/main" id="{61923E85-ABD8-46BC-BD5B-CB2BEC688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48" name="Freeform 152">
                <a:extLst>
                  <a:ext uri="{FF2B5EF4-FFF2-40B4-BE49-F238E27FC236}">
                    <a16:creationId xmlns:a16="http://schemas.microsoft.com/office/drawing/2014/main" id="{DBA60A28-16A2-4715-AEDC-686BCC09F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49" name="Freeform 153">
                <a:extLst>
                  <a:ext uri="{FF2B5EF4-FFF2-40B4-BE49-F238E27FC236}">
                    <a16:creationId xmlns:a16="http://schemas.microsoft.com/office/drawing/2014/main" id="{C77229A5-2224-4397-BF1B-E1B2CAB4A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50" name="Freeform 154">
                <a:extLst>
                  <a:ext uri="{FF2B5EF4-FFF2-40B4-BE49-F238E27FC236}">
                    <a16:creationId xmlns:a16="http://schemas.microsoft.com/office/drawing/2014/main" id="{708D2126-97C1-4BC9-8972-0056E3418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51" name="Freeform 155">
                <a:extLst>
                  <a:ext uri="{FF2B5EF4-FFF2-40B4-BE49-F238E27FC236}">
                    <a16:creationId xmlns:a16="http://schemas.microsoft.com/office/drawing/2014/main" id="{6DCFA727-6D14-465A-A1F3-5B7E5CBB4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52" name="Freeform 156">
                <a:extLst>
                  <a:ext uri="{FF2B5EF4-FFF2-40B4-BE49-F238E27FC236}">
                    <a16:creationId xmlns:a16="http://schemas.microsoft.com/office/drawing/2014/main" id="{B8DC6852-668D-43BA-B80F-E14AEF05D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53" name="Freeform 157">
                <a:extLst>
                  <a:ext uri="{FF2B5EF4-FFF2-40B4-BE49-F238E27FC236}">
                    <a16:creationId xmlns:a16="http://schemas.microsoft.com/office/drawing/2014/main" id="{D2201155-E197-4C63-B39B-15387D487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54" name="Freeform 158">
                <a:extLst>
                  <a:ext uri="{FF2B5EF4-FFF2-40B4-BE49-F238E27FC236}">
                    <a16:creationId xmlns:a16="http://schemas.microsoft.com/office/drawing/2014/main" id="{6D8C27CB-CE3B-4CB4-B46A-E5A672375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8"/>
                  <a:gd name="T20" fmla="*/ 729 w 729"/>
                  <a:gd name="T21" fmla="*/ 658 h 6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55" name="Freeform 159">
                <a:extLst>
                  <a:ext uri="{FF2B5EF4-FFF2-40B4-BE49-F238E27FC236}">
                    <a16:creationId xmlns:a16="http://schemas.microsoft.com/office/drawing/2014/main" id="{B4EC4543-08F9-45B8-829E-AABA3AB9E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56" name="Freeform 160">
                <a:extLst>
                  <a:ext uri="{FF2B5EF4-FFF2-40B4-BE49-F238E27FC236}">
                    <a16:creationId xmlns:a16="http://schemas.microsoft.com/office/drawing/2014/main" id="{21ACF125-79D2-434C-AC9C-AFF13E61F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57" name="Freeform 161">
                <a:extLst>
                  <a:ext uri="{FF2B5EF4-FFF2-40B4-BE49-F238E27FC236}">
                    <a16:creationId xmlns:a16="http://schemas.microsoft.com/office/drawing/2014/main" id="{D42D76C8-32E6-445C-8167-2BCC8FC82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1"/>
                  <a:gd name="T20" fmla="*/ 708 w 708"/>
                  <a:gd name="T21" fmla="*/ 571 h 5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58" name="Freeform 162">
                <a:extLst>
                  <a:ext uri="{FF2B5EF4-FFF2-40B4-BE49-F238E27FC236}">
                    <a16:creationId xmlns:a16="http://schemas.microsoft.com/office/drawing/2014/main" id="{435A6C4B-F70F-4389-AED9-DCBC80217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59" name="Freeform 163">
                <a:extLst>
                  <a:ext uri="{FF2B5EF4-FFF2-40B4-BE49-F238E27FC236}">
                    <a16:creationId xmlns:a16="http://schemas.microsoft.com/office/drawing/2014/main" id="{C86F7FA4-B0C5-4E74-8127-AF35D160D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60" name="Freeform 164">
                <a:extLst>
                  <a:ext uri="{FF2B5EF4-FFF2-40B4-BE49-F238E27FC236}">
                    <a16:creationId xmlns:a16="http://schemas.microsoft.com/office/drawing/2014/main" id="{221B6F16-8C7A-435D-A5FE-23C2923B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61" name="Freeform 165">
                <a:extLst>
                  <a:ext uri="{FF2B5EF4-FFF2-40B4-BE49-F238E27FC236}">
                    <a16:creationId xmlns:a16="http://schemas.microsoft.com/office/drawing/2014/main" id="{522D31B8-2CFC-4B5B-917E-1A19B8C03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62" name="Freeform 166">
                <a:extLst>
                  <a:ext uri="{FF2B5EF4-FFF2-40B4-BE49-F238E27FC236}">
                    <a16:creationId xmlns:a16="http://schemas.microsoft.com/office/drawing/2014/main" id="{4629BC43-DDC0-4A12-A86C-942C5C64E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63" name="Freeform 167">
                <a:extLst>
                  <a:ext uri="{FF2B5EF4-FFF2-40B4-BE49-F238E27FC236}">
                    <a16:creationId xmlns:a16="http://schemas.microsoft.com/office/drawing/2014/main" id="{E517F120-E97B-43A5-928B-C042B5EEB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64" name="Freeform 168">
                <a:extLst>
                  <a:ext uri="{FF2B5EF4-FFF2-40B4-BE49-F238E27FC236}">
                    <a16:creationId xmlns:a16="http://schemas.microsoft.com/office/drawing/2014/main" id="{F3949FD0-0E73-42E7-87E2-02ACF056C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65" name="Freeform 169">
                <a:extLst>
                  <a:ext uri="{FF2B5EF4-FFF2-40B4-BE49-F238E27FC236}">
                    <a16:creationId xmlns:a16="http://schemas.microsoft.com/office/drawing/2014/main" id="{1A6D8D3C-3F11-40DD-BA45-20D55CAB4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66" name="Freeform 170">
                <a:extLst>
                  <a:ext uri="{FF2B5EF4-FFF2-40B4-BE49-F238E27FC236}">
                    <a16:creationId xmlns:a16="http://schemas.microsoft.com/office/drawing/2014/main" id="{C5122881-6126-4C35-BF65-6CEB1190E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67" name="Freeform 171">
                <a:extLst>
                  <a:ext uri="{FF2B5EF4-FFF2-40B4-BE49-F238E27FC236}">
                    <a16:creationId xmlns:a16="http://schemas.microsoft.com/office/drawing/2014/main" id="{60172F02-6B42-407B-8EF6-ED6B5A4E9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68" name="Freeform 172">
                <a:extLst>
                  <a:ext uri="{FF2B5EF4-FFF2-40B4-BE49-F238E27FC236}">
                    <a16:creationId xmlns:a16="http://schemas.microsoft.com/office/drawing/2014/main" id="{75340F4A-A02C-43D5-BFDF-247E5DF5A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69" name="Freeform 173">
                <a:extLst>
                  <a:ext uri="{FF2B5EF4-FFF2-40B4-BE49-F238E27FC236}">
                    <a16:creationId xmlns:a16="http://schemas.microsoft.com/office/drawing/2014/main" id="{6EAC1966-3D69-4FEB-996D-D07556A1B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70" name="Freeform 174">
                <a:extLst>
                  <a:ext uri="{FF2B5EF4-FFF2-40B4-BE49-F238E27FC236}">
                    <a16:creationId xmlns:a16="http://schemas.microsoft.com/office/drawing/2014/main" id="{A207A2E5-45D9-4B8B-B7FB-81C81BBA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71" name="Freeform 175">
                <a:extLst>
                  <a:ext uri="{FF2B5EF4-FFF2-40B4-BE49-F238E27FC236}">
                    <a16:creationId xmlns:a16="http://schemas.microsoft.com/office/drawing/2014/main" id="{9F6D49A6-E7DD-42F4-A20B-1F884ADD0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72" name="Freeform 176">
                <a:extLst>
                  <a:ext uri="{FF2B5EF4-FFF2-40B4-BE49-F238E27FC236}">
                    <a16:creationId xmlns:a16="http://schemas.microsoft.com/office/drawing/2014/main" id="{3AC91DA1-4723-4D88-A5C2-714DDD8C5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73" name="Freeform 177">
                <a:extLst>
                  <a:ext uri="{FF2B5EF4-FFF2-40B4-BE49-F238E27FC236}">
                    <a16:creationId xmlns:a16="http://schemas.microsoft.com/office/drawing/2014/main" id="{CF155F8F-A148-46FF-8A09-F7AD82A37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74" name="Freeform 178">
                <a:extLst>
                  <a:ext uri="{FF2B5EF4-FFF2-40B4-BE49-F238E27FC236}">
                    <a16:creationId xmlns:a16="http://schemas.microsoft.com/office/drawing/2014/main" id="{87532A0F-6D5B-431E-8D92-0D1859883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75" name="Freeform 179">
                <a:extLst>
                  <a:ext uri="{FF2B5EF4-FFF2-40B4-BE49-F238E27FC236}">
                    <a16:creationId xmlns:a16="http://schemas.microsoft.com/office/drawing/2014/main" id="{57FFE516-AFAA-4C66-9460-F89031BFD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76" name="Line 180">
                <a:extLst>
                  <a:ext uri="{FF2B5EF4-FFF2-40B4-BE49-F238E27FC236}">
                    <a16:creationId xmlns:a16="http://schemas.microsoft.com/office/drawing/2014/main" id="{DA5FF2F8-B5B2-469D-89FB-9468EAE050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77" name="Line 181">
                <a:extLst>
                  <a:ext uri="{FF2B5EF4-FFF2-40B4-BE49-F238E27FC236}">
                    <a16:creationId xmlns:a16="http://schemas.microsoft.com/office/drawing/2014/main" id="{15423C71-8313-4EE3-8CFF-EB40E602B3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78" name="Line 182">
                <a:extLst>
                  <a:ext uri="{FF2B5EF4-FFF2-40B4-BE49-F238E27FC236}">
                    <a16:creationId xmlns:a16="http://schemas.microsoft.com/office/drawing/2014/main" id="{FF3A8C3D-EF67-4B53-A3D8-83647C888C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79" name="Rectangle 183">
                <a:extLst>
                  <a:ext uri="{FF2B5EF4-FFF2-40B4-BE49-F238E27FC236}">
                    <a16:creationId xmlns:a16="http://schemas.microsoft.com/office/drawing/2014/main" id="{55D6CB69-3F11-48CC-A942-62E3C4FB6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80" name="Text Box 184">
                <a:extLst>
                  <a:ext uri="{FF2B5EF4-FFF2-40B4-BE49-F238E27FC236}">
                    <a16:creationId xmlns:a16="http://schemas.microsoft.com/office/drawing/2014/main" id="{E2CCD1E5-63CF-4D2F-973C-7648DCDFE8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8081" name="Rectangle 185">
                <a:extLst>
                  <a:ext uri="{FF2B5EF4-FFF2-40B4-BE49-F238E27FC236}">
                    <a16:creationId xmlns:a16="http://schemas.microsoft.com/office/drawing/2014/main" id="{7DDF8849-95DD-4D0E-A820-835CA3740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82" name="Text Box 186">
                <a:extLst>
                  <a:ext uri="{FF2B5EF4-FFF2-40B4-BE49-F238E27FC236}">
                    <a16:creationId xmlns:a16="http://schemas.microsoft.com/office/drawing/2014/main" id="{4A021CE4-5682-4854-B82B-6FB0F974E5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8083" name="Rectangle 187">
                <a:extLst>
                  <a:ext uri="{FF2B5EF4-FFF2-40B4-BE49-F238E27FC236}">
                    <a16:creationId xmlns:a16="http://schemas.microsoft.com/office/drawing/2014/main" id="{64B39BAE-935B-4DCD-A38A-767C07E54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84" name="Text Box 188">
                <a:extLst>
                  <a:ext uri="{FF2B5EF4-FFF2-40B4-BE49-F238E27FC236}">
                    <a16:creationId xmlns:a16="http://schemas.microsoft.com/office/drawing/2014/main" id="{FB988945-7578-498F-9AA8-4EF0EF0368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38085" name="Line 189">
                <a:extLst>
                  <a:ext uri="{FF2B5EF4-FFF2-40B4-BE49-F238E27FC236}">
                    <a16:creationId xmlns:a16="http://schemas.microsoft.com/office/drawing/2014/main" id="{A8B6C148-DDF4-4EDB-8A43-3AAB5E24AB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86" name="Line 190">
                <a:extLst>
                  <a:ext uri="{FF2B5EF4-FFF2-40B4-BE49-F238E27FC236}">
                    <a16:creationId xmlns:a16="http://schemas.microsoft.com/office/drawing/2014/main" id="{37C81D7B-51BB-47D7-99FC-91838F4D12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87" name="Line 191">
                <a:extLst>
                  <a:ext uri="{FF2B5EF4-FFF2-40B4-BE49-F238E27FC236}">
                    <a16:creationId xmlns:a16="http://schemas.microsoft.com/office/drawing/2014/main" id="{70AA49CA-813A-4C0B-BCE9-5E4D27097D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88" name="Line 192">
                <a:extLst>
                  <a:ext uri="{FF2B5EF4-FFF2-40B4-BE49-F238E27FC236}">
                    <a16:creationId xmlns:a16="http://schemas.microsoft.com/office/drawing/2014/main" id="{971BF965-3205-4033-A231-A69B25D9BA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89" name="Freeform 193">
                <a:extLst>
                  <a:ext uri="{FF2B5EF4-FFF2-40B4-BE49-F238E27FC236}">
                    <a16:creationId xmlns:a16="http://schemas.microsoft.com/office/drawing/2014/main" id="{25918905-A8B2-4740-A2D1-0D84558B4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90" name="Freeform 194">
                <a:extLst>
                  <a:ext uri="{FF2B5EF4-FFF2-40B4-BE49-F238E27FC236}">
                    <a16:creationId xmlns:a16="http://schemas.microsoft.com/office/drawing/2014/main" id="{3937F478-A6E5-410E-9147-9DF02715B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  <a:gd name="T6" fmla="*/ 0 w 1"/>
                  <a:gd name="T7" fmla="*/ 0 h 525"/>
                  <a:gd name="T8" fmla="*/ 1 w 1"/>
                  <a:gd name="T9" fmla="*/ 525 h 52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91" name="Freeform 195">
                <a:extLst>
                  <a:ext uri="{FF2B5EF4-FFF2-40B4-BE49-F238E27FC236}">
                    <a16:creationId xmlns:a16="http://schemas.microsoft.com/office/drawing/2014/main" id="{F550A724-A5A7-4C49-83CA-BBE741108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092" name="Text Box 196">
                <a:extLst>
                  <a:ext uri="{FF2B5EF4-FFF2-40B4-BE49-F238E27FC236}">
                    <a16:creationId xmlns:a16="http://schemas.microsoft.com/office/drawing/2014/main" id="{53CDDB08-B58A-456B-8458-FD7F730F91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093" name="Text Box 197">
                <a:extLst>
                  <a:ext uri="{FF2B5EF4-FFF2-40B4-BE49-F238E27FC236}">
                    <a16:creationId xmlns:a16="http://schemas.microsoft.com/office/drawing/2014/main" id="{65C5FDCB-5D9B-445E-8C83-8D3EB98BD8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094" name="Text Box 198">
                <a:extLst>
                  <a:ext uri="{FF2B5EF4-FFF2-40B4-BE49-F238E27FC236}">
                    <a16:creationId xmlns:a16="http://schemas.microsoft.com/office/drawing/2014/main" id="{6EF41D26-A080-4427-AD3F-3CA8C05B93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095" name="Text Box 199">
                <a:extLst>
                  <a:ext uri="{FF2B5EF4-FFF2-40B4-BE49-F238E27FC236}">
                    <a16:creationId xmlns:a16="http://schemas.microsoft.com/office/drawing/2014/main" id="{FAA884AC-E30D-4A67-B775-26F14BB783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096" name="Text Box 200">
                <a:extLst>
                  <a:ext uri="{FF2B5EF4-FFF2-40B4-BE49-F238E27FC236}">
                    <a16:creationId xmlns:a16="http://schemas.microsoft.com/office/drawing/2014/main" id="{EFBEAAF7-1F24-47EA-9992-67C4EF3C21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097" name="Text Box 201">
                <a:extLst>
                  <a:ext uri="{FF2B5EF4-FFF2-40B4-BE49-F238E27FC236}">
                    <a16:creationId xmlns:a16="http://schemas.microsoft.com/office/drawing/2014/main" id="{FC6C0973-5C52-43BA-B66E-BC185B677C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098" name="Text Box 202">
                <a:extLst>
                  <a:ext uri="{FF2B5EF4-FFF2-40B4-BE49-F238E27FC236}">
                    <a16:creationId xmlns:a16="http://schemas.microsoft.com/office/drawing/2014/main" id="{718A3B8A-9DBD-4448-B220-03900A0D4B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099" name="Text Box 203">
                <a:extLst>
                  <a:ext uri="{FF2B5EF4-FFF2-40B4-BE49-F238E27FC236}">
                    <a16:creationId xmlns:a16="http://schemas.microsoft.com/office/drawing/2014/main" id="{23A90AC8-6BAE-4D83-9C23-A831DA339A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100" name="Text Box 204">
                <a:extLst>
                  <a:ext uri="{FF2B5EF4-FFF2-40B4-BE49-F238E27FC236}">
                    <a16:creationId xmlns:a16="http://schemas.microsoft.com/office/drawing/2014/main" id="{4939521B-A514-4C5F-83BE-C350DA40CB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8101" name="Text Box 205">
                <a:extLst>
                  <a:ext uri="{FF2B5EF4-FFF2-40B4-BE49-F238E27FC236}">
                    <a16:creationId xmlns:a16="http://schemas.microsoft.com/office/drawing/2014/main" id="{13D94E29-F53E-4646-A9B8-9A91BF467A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8102" name="Text Box 206">
                <a:extLst>
                  <a:ext uri="{FF2B5EF4-FFF2-40B4-BE49-F238E27FC236}">
                    <a16:creationId xmlns:a16="http://schemas.microsoft.com/office/drawing/2014/main" id="{40F242D8-A3B3-468A-B4CA-6ACE8419C1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38103" name="Line 207">
                <a:extLst>
                  <a:ext uri="{FF2B5EF4-FFF2-40B4-BE49-F238E27FC236}">
                    <a16:creationId xmlns:a16="http://schemas.microsoft.com/office/drawing/2014/main" id="{29CA8618-C650-402A-B8C0-BF0A28AD7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04" name="Text Box 208">
                <a:extLst>
                  <a:ext uri="{FF2B5EF4-FFF2-40B4-BE49-F238E27FC236}">
                    <a16:creationId xmlns:a16="http://schemas.microsoft.com/office/drawing/2014/main" id="{14A84D52-3FB3-430F-8BBC-6AAD741CD6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8105" name="Text Box 209">
                <a:extLst>
                  <a:ext uri="{FF2B5EF4-FFF2-40B4-BE49-F238E27FC236}">
                    <a16:creationId xmlns:a16="http://schemas.microsoft.com/office/drawing/2014/main" id="{FB1690B1-7D0C-4B92-BC3D-24EB769A2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38106" name="Text Box 210">
                <a:extLst>
                  <a:ext uri="{FF2B5EF4-FFF2-40B4-BE49-F238E27FC236}">
                    <a16:creationId xmlns:a16="http://schemas.microsoft.com/office/drawing/2014/main" id="{3A6A913C-8419-42C9-A8A9-14ED86F242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107" name="Text Box 211">
                <a:extLst>
                  <a:ext uri="{FF2B5EF4-FFF2-40B4-BE49-F238E27FC236}">
                    <a16:creationId xmlns:a16="http://schemas.microsoft.com/office/drawing/2014/main" id="{CE6289DF-5D71-4F3C-850A-C0030132CC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108" name="Text Box 212">
                <a:extLst>
                  <a:ext uri="{FF2B5EF4-FFF2-40B4-BE49-F238E27FC236}">
                    <a16:creationId xmlns:a16="http://schemas.microsoft.com/office/drawing/2014/main" id="{1C23619C-45D9-4ED5-BB86-227F143A28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行</a:t>
                </a:r>
              </a:p>
            </p:txBody>
          </p:sp>
          <p:sp>
            <p:nvSpPr>
              <p:cNvPr id="38109" name="Text Box 213">
                <a:extLst>
                  <a:ext uri="{FF2B5EF4-FFF2-40B4-BE49-F238E27FC236}">
                    <a16:creationId xmlns:a16="http://schemas.microsoft.com/office/drawing/2014/main" id="{C434272F-10A0-444F-9095-D7D24D8E4C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38110" name="Text Box 214">
                <a:extLst>
                  <a:ext uri="{FF2B5EF4-FFF2-40B4-BE49-F238E27FC236}">
                    <a16:creationId xmlns:a16="http://schemas.microsoft.com/office/drawing/2014/main" id="{0B40FD7C-06A2-4B4F-AE0A-F445CE86CD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38111" name="Text Box 215">
                <a:extLst>
                  <a:ext uri="{FF2B5EF4-FFF2-40B4-BE49-F238E27FC236}">
                    <a16:creationId xmlns:a16="http://schemas.microsoft.com/office/drawing/2014/main" id="{064F2803-7BD7-4FB3-BBDB-900D489583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38112" name="Text Box 216">
                <a:extLst>
                  <a:ext uri="{FF2B5EF4-FFF2-40B4-BE49-F238E27FC236}">
                    <a16:creationId xmlns:a16="http://schemas.microsoft.com/office/drawing/2014/main" id="{A61CE238-CAE7-4D98-B7B5-195967E4AE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38113" name="Text Box 217">
                <a:extLst>
                  <a:ext uri="{FF2B5EF4-FFF2-40B4-BE49-F238E27FC236}">
                    <a16:creationId xmlns:a16="http://schemas.microsoft.com/office/drawing/2014/main" id="{391C5601-E482-4334-94F7-798E74EC99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列</a:t>
                </a:r>
              </a:p>
            </p:txBody>
          </p:sp>
          <p:sp>
            <p:nvSpPr>
              <p:cNvPr id="38114" name="Text Box 218">
                <a:extLst>
                  <a:ext uri="{FF2B5EF4-FFF2-40B4-BE49-F238E27FC236}">
                    <a16:creationId xmlns:a16="http://schemas.microsoft.com/office/drawing/2014/main" id="{B4B76FA2-6AD2-4FC0-8EF1-711F6A7BE8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38115" name="Text Box 219">
                <a:extLst>
                  <a:ext uri="{FF2B5EF4-FFF2-40B4-BE49-F238E27FC236}">
                    <a16:creationId xmlns:a16="http://schemas.microsoft.com/office/drawing/2014/main" id="{92473B7B-B80A-4F63-8964-4C9AA8986E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38116" name="Text Box 220">
                <a:extLst>
                  <a:ext uri="{FF2B5EF4-FFF2-40B4-BE49-F238E27FC236}">
                    <a16:creationId xmlns:a16="http://schemas.microsoft.com/office/drawing/2014/main" id="{EEBD7FEA-0DC0-48A6-978F-8B8AE8B665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38117" name="Text Box 221">
                <a:extLst>
                  <a:ext uri="{FF2B5EF4-FFF2-40B4-BE49-F238E27FC236}">
                    <a16:creationId xmlns:a16="http://schemas.microsoft.com/office/drawing/2014/main" id="{D1BF18A7-D974-4386-817D-80EBA88691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38118" name="Text Box 222">
                <a:extLst>
                  <a:ext uri="{FF2B5EF4-FFF2-40B4-BE49-F238E27FC236}">
                    <a16:creationId xmlns:a16="http://schemas.microsoft.com/office/drawing/2014/main" id="{2698D410-83DE-42A0-B058-EEB794B0B0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8119" name="Text Box 223">
                <a:extLst>
                  <a:ext uri="{FF2B5EF4-FFF2-40B4-BE49-F238E27FC236}">
                    <a16:creationId xmlns:a16="http://schemas.microsoft.com/office/drawing/2014/main" id="{174B38E7-56C8-413F-A54D-0F858AD6B7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38120" name="Text Box 224">
                <a:extLst>
                  <a:ext uri="{FF2B5EF4-FFF2-40B4-BE49-F238E27FC236}">
                    <a16:creationId xmlns:a16="http://schemas.microsoft.com/office/drawing/2014/main" id="{548AF736-DD93-4778-BF43-1DA9C994BD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38121" name="Text Box 225">
                <a:extLst>
                  <a:ext uri="{FF2B5EF4-FFF2-40B4-BE49-F238E27FC236}">
                    <a16:creationId xmlns:a16="http://schemas.microsoft.com/office/drawing/2014/main" id="{0A0138D2-0900-4F75-A81B-0D6BAB1433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38122" name="Line 226">
                <a:extLst>
                  <a:ext uri="{FF2B5EF4-FFF2-40B4-BE49-F238E27FC236}">
                    <a16:creationId xmlns:a16="http://schemas.microsoft.com/office/drawing/2014/main" id="{DF6DF471-1F36-42FE-B022-CD9BB699C0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23" name="Line 227">
                <a:extLst>
                  <a:ext uri="{FF2B5EF4-FFF2-40B4-BE49-F238E27FC236}">
                    <a16:creationId xmlns:a16="http://schemas.microsoft.com/office/drawing/2014/main" id="{F95CB2C5-47A8-41C5-950E-34EB7E7C02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24" name="Line 228">
                <a:extLst>
                  <a:ext uri="{FF2B5EF4-FFF2-40B4-BE49-F238E27FC236}">
                    <a16:creationId xmlns:a16="http://schemas.microsoft.com/office/drawing/2014/main" id="{FAC2A343-F301-408A-903F-6FFB7E26A8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25" name="Line 229">
                <a:extLst>
                  <a:ext uri="{FF2B5EF4-FFF2-40B4-BE49-F238E27FC236}">
                    <a16:creationId xmlns:a16="http://schemas.microsoft.com/office/drawing/2014/main" id="{D9B1DE8E-37F1-4F85-86AB-DF28D5D917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26" name="Line 230">
                <a:extLst>
                  <a:ext uri="{FF2B5EF4-FFF2-40B4-BE49-F238E27FC236}">
                    <a16:creationId xmlns:a16="http://schemas.microsoft.com/office/drawing/2014/main" id="{7BA44354-882F-4305-8F1E-C1BD2F951A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27" name="Line 231">
                <a:extLst>
                  <a:ext uri="{FF2B5EF4-FFF2-40B4-BE49-F238E27FC236}">
                    <a16:creationId xmlns:a16="http://schemas.microsoft.com/office/drawing/2014/main" id="{96EFF80C-9341-4ACF-B8AE-6409FAE6D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28" name="Line 232">
                <a:extLst>
                  <a:ext uri="{FF2B5EF4-FFF2-40B4-BE49-F238E27FC236}">
                    <a16:creationId xmlns:a16="http://schemas.microsoft.com/office/drawing/2014/main" id="{CCE7DEFB-1FD8-4462-952C-5E0127791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29" name="Line 233">
                <a:extLst>
                  <a:ext uri="{FF2B5EF4-FFF2-40B4-BE49-F238E27FC236}">
                    <a16:creationId xmlns:a16="http://schemas.microsoft.com/office/drawing/2014/main" id="{89262076-B5FD-4C50-BD60-6856908881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30" name="Line 234">
                <a:extLst>
                  <a:ext uri="{FF2B5EF4-FFF2-40B4-BE49-F238E27FC236}">
                    <a16:creationId xmlns:a16="http://schemas.microsoft.com/office/drawing/2014/main" id="{F0305E5B-A9FB-441C-A86B-B2431D63C7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31" name="Line 235">
                <a:extLst>
                  <a:ext uri="{FF2B5EF4-FFF2-40B4-BE49-F238E27FC236}">
                    <a16:creationId xmlns:a16="http://schemas.microsoft.com/office/drawing/2014/main" id="{1C514642-39B5-452F-95D5-E3B960B6B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32" name="Text Box 236">
                <a:extLst>
                  <a:ext uri="{FF2B5EF4-FFF2-40B4-BE49-F238E27FC236}">
                    <a16:creationId xmlns:a16="http://schemas.microsoft.com/office/drawing/2014/main" id="{77AE161C-809B-403E-B846-6A9160C6D4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WE</a:t>
                </a:r>
              </a:p>
            </p:txBody>
          </p:sp>
          <p:sp>
            <p:nvSpPr>
              <p:cNvPr id="38133" name="Line 237">
                <a:extLst>
                  <a:ext uri="{FF2B5EF4-FFF2-40B4-BE49-F238E27FC236}">
                    <a16:creationId xmlns:a16="http://schemas.microsoft.com/office/drawing/2014/main" id="{B4A843E4-906A-47C0-8450-2E715C066D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134" name="Text Box 238">
                <a:extLst>
                  <a:ext uri="{FF2B5EF4-FFF2-40B4-BE49-F238E27FC236}">
                    <a16:creationId xmlns:a16="http://schemas.microsoft.com/office/drawing/2014/main" id="{9FD3B6FD-E42C-4271-82B9-8CCB3CDB5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CS</a:t>
                </a:r>
              </a:p>
            </p:txBody>
          </p:sp>
          <p:sp>
            <p:nvSpPr>
              <p:cNvPr id="38135" name="Line 239">
                <a:extLst>
                  <a:ext uri="{FF2B5EF4-FFF2-40B4-BE49-F238E27FC236}">
                    <a16:creationId xmlns:a16="http://schemas.microsoft.com/office/drawing/2014/main" id="{5A780878-DC69-4033-966A-05E290353D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7921" name="Group 240">
              <a:extLst>
                <a:ext uri="{FF2B5EF4-FFF2-40B4-BE49-F238E27FC236}">
                  <a16:creationId xmlns:a16="http://schemas.microsoft.com/office/drawing/2014/main" id="{D7CFA3B4-13C6-4C83-A366-28F30B2F2B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37922" name="Text Box 241">
                <a:extLst>
                  <a:ext uri="{FF2B5EF4-FFF2-40B4-BE49-F238E27FC236}">
                    <a16:creationId xmlns:a16="http://schemas.microsoft.com/office/drawing/2014/main" id="{C07194E9-262C-4E09-B25D-409A61A756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23" name="Text Box 242">
                <a:extLst>
                  <a:ext uri="{FF2B5EF4-FFF2-40B4-BE49-F238E27FC236}">
                    <a16:creationId xmlns:a16="http://schemas.microsoft.com/office/drawing/2014/main" id="{22647ADE-24D3-4568-ABC3-1B9F04506F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24" name="Text Box 243">
                <a:extLst>
                  <a:ext uri="{FF2B5EF4-FFF2-40B4-BE49-F238E27FC236}">
                    <a16:creationId xmlns:a16="http://schemas.microsoft.com/office/drawing/2014/main" id="{7D4586B2-45A0-4D83-BC73-C83D89CC6C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25" name="Text Box 244">
                <a:extLst>
                  <a:ext uri="{FF2B5EF4-FFF2-40B4-BE49-F238E27FC236}">
                    <a16:creationId xmlns:a16="http://schemas.microsoft.com/office/drawing/2014/main" id="{452BFC41-0028-4AF0-A4C1-B7E665ECC1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26" name="Text Box 245">
                <a:extLst>
                  <a:ext uri="{FF2B5EF4-FFF2-40B4-BE49-F238E27FC236}">
                    <a16:creationId xmlns:a16="http://schemas.microsoft.com/office/drawing/2014/main" id="{71FDFE76-B710-4C71-8EED-2A2131B316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27" name="Text Box 246">
                <a:extLst>
                  <a:ext uri="{FF2B5EF4-FFF2-40B4-BE49-F238E27FC236}">
                    <a16:creationId xmlns:a16="http://schemas.microsoft.com/office/drawing/2014/main" id="{A0761E03-5C62-4CA5-9F8D-79145829AA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28" name="Text Box 247">
                <a:extLst>
                  <a:ext uri="{FF2B5EF4-FFF2-40B4-BE49-F238E27FC236}">
                    <a16:creationId xmlns:a16="http://schemas.microsoft.com/office/drawing/2014/main" id="{FF4CD66C-8FDE-486F-9C31-5C507C8AEE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29" name="Text Box 248">
                <a:extLst>
                  <a:ext uri="{FF2B5EF4-FFF2-40B4-BE49-F238E27FC236}">
                    <a16:creationId xmlns:a16="http://schemas.microsoft.com/office/drawing/2014/main" id="{9C78519F-F304-49F0-9067-890C185AE5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30" name="Text Box 249">
                <a:extLst>
                  <a:ext uri="{FF2B5EF4-FFF2-40B4-BE49-F238E27FC236}">
                    <a16:creationId xmlns:a16="http://schemas.microsoft.com/office/drawing/2014/main" id="{6D9F94CE-2720-4707-9959-69F702E686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7931" name="Text Box 250">
                <a:extLst>
                  <a:ext uri="{FF2B5EF4-FFF2-40B4-BE49-F238E27FC236}">
                    <a16:creationId xmlns:a16="http://schemas.microsoft.com/office/drawing/2014/main" id="{F4116E1E-087B-4AA1-A980-BCA73DDB17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</p:grpSp>
      </p:grpSp>
      <p:sp>
        <p:nvSpPr>
          <p:cNvPr id="37893" name="Text Box 252">
            <a:extLst>
              <a:ext uri="{FF2B5EF4-FFF2-40B4-BE49-F238E27FC236}">
                <a16:creationId xmlns:a16="http://schemas.microsoft.com/office/drawing/2014/main" id="{E01130AF-5DC9-4C30-9B97-B84C785A99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③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</a:t>
            </a:r>
          </a:p>
        </p:txBody>
      </p:sp>
      <p:grpSp>
        <p:nvGrpSpPr>
          <p:cNvPr id="12" name="Group 253">
            <a:extLst>
              <a:ext uri="{FF2B5EF4-FFF2-40B4-BE49-F238E27FC236}">
                <a16:creationId xmlns:a16="http://schemas.microsoft.com/office/drawing/2014/main" id="{C627004F-CB01-4B65-A75F-3B0707C513D0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37896" name="Group 254">
              <a:extLst>
                <a:ext uri="{FF2B5EF4-FFF2-40B4-BE49-F238E27FC236}">
                  <a16:creationId xmlns:a16="http://schemas.microsoft.com/office/drawing/2014/main" id="{A83E36E5-8EC7-4E77-9330-D3C03CCD93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37901" name="Group 255">
                <a:extLst>
                  <a:ext uri="{FF2B5EF4-FFF2-40B4-BE49-F238E27FC236}">
                    <a16:creationId xmlns:a16="http://schemas.microsoft.com/office/drawing/2014/main" id="{BBBC8BCB-58D0-44C7-ACA1-B85C2AF506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37912" name="Rectangle 256">
                  <a:extLst>
                    <a:ext uri="{FF2B5EF4-FFF2-40B4-BE49-F238E27FC236}">
                      <a16:creationId xmlns:a16="http://schemas.microsoft.com/office/drawing/2014/main" id="{70B86B34-6FD5-47F1-B112-0D301835A1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37913" name="Rectangle 257">
                  <a:extLst>
                    <a:ext uri="{FF2B5EF4-FFF2-40B4-BE49-F238E27FC236}">
                      <a16:creationId xmlns:a16="http://schemas.microsoft.com/office/drawing/2014/main" id="{17012157-2FBD-47F2-ABC6-F2323A2BD2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7914" name="Rectangle 258">
                  <a:extLst>
                    <a:ext uri="{FF2B5EF4-FFF2-40B4-BE49-F238E27FC236}">
                      <a16:creationId xmlns:a16="http://schemas.microsoft.com/office/drawing/2014/main" id="{8BDEDD71-084B-4FB7-8A73-D910A69B9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31</a:t>
                  </a:r>
                </a:p>
              </p:txBody>
            </p:sp>
            <p:sp>
              <p:nvSpPr>
                <p:cNvPr id="37915" name="Rectangle 259">
                  <a:extLst>
                    <a:ext uri="{FF2B5EF4-FFF2-40B4-BE49-F238E27FC236}">
                      <a16:creationId xmlns:a16="http://schemas.microsoft.com/office/drawing/2014/main" id="{7FBA348A-0A90-49C7-B0DF-E05434C73D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16</a:t>
                  </a:r>
                </a:p>
              </p:txBody>
            </p:sp>
            <p:sp>
              <p:nvSpPr>
                <p:cNvPr id="37916" name="Rectangle 260">
                  <a:extLst>
                    <a:ext uri="{FF2B5EF4-FFF2-40B4-BE49-F238E27FC236}">
                      <a16:creationId xmlns:a16="http://schemas.microsoft.com/office/drawing/2014/main" id="{71E4928B-06E5-43F3-9D03-279BF4817D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47</a:t>
                  </a:r>
                </a:p>
              </p:txBody>
            </p:sp>
            <p:sp>
              <p:nvSpPr>
                <p:cNvPr id="37917" name="Rectangle 261">
                  <a:extLst>
                    <a:ext uri="{FF2B5EF4-FFF2-40B4-BE49-F238E27FC236}">
                      <a16:creationId xmlns:a16="http://schemas.microsoft.com/office/drawing/2014/main" id="{DAA07844-F2C8-4B75-B0F2-F2E4EF5976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32</a:t>
                  </a:r>
                </a:p>
              </p:txBody>
            </p:sp>
            <p:sp>
              <p:nvSpPr>
                <p:cNvPr id="37918" name="Rectangle 262">
                  <a:extLst>
                    <a:ext uri="{FF2B5EF4-FFF2-40B4-BE49-F238E27FC236}">
                      <a16:creationId xmlns:a16="http://schemas.microsoft.com/office/drawing/2014/main" id="{4A6B9FA1-C0CC-4975-8AD7-BE0FC999AB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37919" name="Rectangle 263">
                  <a:extLst>
                    <a:ext uri="{FF2B5EF4-FFF2-40B4-BE49-F238E27FC236}">
                      <a16:creationId xmlns:a16="http://schemas.microsoft.com/office/drawing/2014/main" id="{4BE66EE9-383E-4DAD-AAC1-E591491F2A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48</a:t>
                  </a:r>
                </a:p>
              </p:txBody>
            </p:sp>
          </p:grpSp>
          <p:grpSp>
            <p:nvGrpSpPr>
              <p:cNvPr id="37902" name="Group 264">
                <a:extLst>
                  <a:ext uri="{FF2B5EF4-FFF2-40B4-BE49-F238E27FC236}">
                    <a16:creationId xmlns:a16="http://schemas.microsoft.com/office/drawing/2014/main" id="{0BF26A70-5026-4F82-B0C1-42998EDBAF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37903" name="Freeform 265">
                  <a:extLst>
                    <a:ext uri="{FF2B5EF4-FFF2-40B4-BE49-F238E27FC236}">
                      <a16:creationId xmlns:a16="http://schemas.microsoft.com/office/drawing/2014/main" id="{4EA651E6-39AC-4F17-975A-69F55B7E79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904" name="Line 266">
                  <a:extLst>
                    <a:ext uri="{FF2B5EF4-FFF2-40B4-BE49-F238E27FC236}">
                      <a16:creationId xmlns:a16="http://schemas.microsoft.com/office/drawing/2014/main" id="{A487BE78-0F4D-4E30-849A-B3B963BD0C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905" name="Line 267">
                  <a:extLst>
                    <a:ext uri="{FF2B5EF4-FFF2-40B4-BE49-F238E27FC236}">
                      <a16:creationId xmlns:a16="http://schemas.microsoft.com/office/drawing/2014/main" id="{63A4302F-D51E-45B9-AE50-B5F9CEE229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906" name="Line 268">
                  <a:extLst>
                    <a:ext uri="{FF2B5EF4-FFF2-40B4-BE49-F238E27FC236}">
                      <a16:creationId xmlns:a16="http://schemas.microsoft.com/office/drawing/2014/main" id="{94CD2F6F-822F-4508-A33A-0797F57A05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907" name="Line 269">
                  <a:extLst>
                    <a:ext uri="{FF2B5EF4-FFF2-40B4-BE49-F238E27FC236}">
                      <a16:creationId xmlns:a16="http://schemas.microsoft.com/office/drawing/2014/main" id="{C893C4E7-7671-46F4-8C08-14BD8A4A60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908" name="Line 270">
                  <a:extLst>
                    <a:ext uri="{FF2B5EF4-FFF2-40B4-BE49-F238E27FC236}">
                      <a16:creationId xmlns:a16="http://schemas.microsoft.com/office/drawing/2014/main" id="{61F1A55A-6E40-4B3E-B668-2AE465443D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909" name="Line 271">
                  <a:extLst>
                    <a:ext uri="{FF2B5EF4-FFF2-40B4-BE49-F238E27FC236}">
                      <a16:creationId xmlns:a16="http://schemas.microsoft.com/office/drawing/2014/main" id="{62E7E0D7-F63D-407C-BCDA-98E600293A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910" name="Line 272">
                  <a:extLst>
                    <a:ext uri="{FF2B5EF4-FFF2-40B4-BE49-F238E27FC236}">
                      <a16:creationId xmlns:a16="http://schemas.microsoft.com/office/drawing/2014/main" id="{14E58E7B-3386-4CCB-B235-AEFC8BF74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911" name="Line 273">
                  <a:extLst>
                    <a:ext uri="{FF2B5EF4-FFF2-40B4-BE49-F238E27FC236}">
                      <a16:creationId xmlns:a16="http://schemas.microsoft.com/office/drawing/2014/main" id="{A90719E9-EFB6-4999-9E61-EE6B9B5A96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37897" name="Text Box 274">
              <a:extLst>
                <a:ext uri="{FF2B5EF4-FFF2-40B4-BE49-F238E27FC236}">
                  <a16:creationId xmlns:a16="http://schemas.microsoft.com/office/drawing/2014/main" id="{0E2A1400-DBD0-4361-BF14-57DB0881C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898" name="Text Box 275">
              <a:extLst>
                <a:ext uri="{FF2B5EF4-FFF2-40B4-BE49-F238E27FC236}">
                  <a16:creationId xmlns:a16="http://schemas.microsoft.com/office/drawing/2014/main" id="{4D5C085F-1B7E-44DE-ABF5-2F92C3CCF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899" name="Text Box 276">
              <a:extLst>
                <a:ext uri="{FF2B5EF4-FFF2-40B4-BE49-F238E27FC236}">
                  <a16:creationId xmlns:a16="http://schemas.microsoft.com/office/drawing/2014/main" id="{6A92F046-EF17-40CF-9290-25FDD5A68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7900" name="Text Box 277">
              <a:extLst>
                <a:ext uri="{FF2B5EF4-FFF2-40B4-BE49-F238E27FC236}">
                  <a16:creationId xmlns:a16="http://schemas.microsoft.com/office/drawing/2014/main" id="{1335C5DA-0783-4362-BED1-A587CF3BF9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14" name="Group 2">
            <a:extLst>
              <a:ext uri="{FF2B5EF4-FFF2-40B4-BE49-F238E27FC236}">
                <a16:creationId xmlns:a16="http://schemas.microsoft.com/office/drawing/2014/main" id="{E5014E2C-1CE3-4413-8DA3-4E6043D6E2C9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39229" name="Line 3">
              <a:extLst>
                <a:ext uri="{FF2B5EF4-FFF2-40B4-BE49-F238E27FC236}">
                  <a16:creationId xmlns:a16="http://schemas.microsoft.com/office/drawing/2014/main" id="{EB99B6D7-FBA9-4185-948B-11EB58673D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30" name="Freeform 4">
              <a:extLst>
                <a:ext uri="{FF2B5EF4-FFF2-40B4-BE49-F238E27FC236}">
                  <a16:creationId xmlns:a16="http://schemas.microsoft.com/office/drawing/2014/main" id="{02B8BF9D-C0DF-4937-93CC-2C90407C5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31" name="Line 5">
              <a:extLst>
                <a:ext uri="{FF2B5EF4-FFF2-40B4-BE49-F238E27FC236}">
                  <a16:creationId xmlns:a16="http://schemas.microsoft.com/office/drawing/2014/main" id="{F6302D96-ED0F-4158-9C27-F974F65170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32" name="Freeform 6">
              <a:extLst>
                <a:ext uri="{FF2B5EF4-FFF2-40B4-BE49-F238E27FC236}">
                  <a16:creationId xmlns:a16="http://schemas.microsoft.com/office/drawing/2014/main" id="{21A5F400-2CED-4592-A9A1-A2B51798C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33" name="Line 7">
              <a:extLst>
                <a:ext uri="{FF2B5EF4-FFF2-40B4-BE49-F238E27FC236}">
                  <a16:creationId xmlns:a16="http://schemas.microsoft.com/office/drawing/2014/main" id="{CD23CB9F-89A5-47F5-A9E1-20CF743A95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34" name="Text Box 8">
              <a:extLst>
                <a:ext uri="{FF2B5EF4-FFF2-40B4-BE49-F238E27FC236}">
                  <a16:creationId xmlns:a16="http://schemas.microsoft.com/office/drawing/2014/main" id="{4221E65B-59B9-427C-803E-FD6AD9952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39235" name="Text Box 9">
              <a:extLst>
                <a:ext uri="{FF2B5EF4-FFF2-40B4-BE49-F238E27FC236}">
                  <a16:creationId xmlns:a16="http://schemas.microsoft.com/office/drawing/2014/main" id="{AE5C09EC-3292-4479-8A45-3F2210C823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39236" name="Text Box 10">
              <a:extLst>
                <a:ext uri="{FF2B5EF4-FFF2-40B4-BE49-F238E27FC236}">
                  <a16:creationId xmlns:a16="http://schemas.microsoft.com/office/drawing/2014/main" id="{DCBECA62-C2B8-444A-B27B-13629CA74F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39237" name="Text Box 11">
              <a:extLst>
                <a:ext uri="{FF2B5EF4-FFF2-40B4-BE49-F238E27FC236}">
                  <a16:creationId xmlns:a16="http://schemas.microsoft.com/office/drawing/2014/main" id="{E200DA7C-16CC-42FC-A300-12CC419B8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39238" name="Line 12">
              <a:extLst>
                <a:ext uri="{FF2B5EF4-FFF2-40B4-BE49-F238E27FC236}">
                  <a16:creationId xmlns:a16="http://schemas.microsoft.com/office/drawing/2014/main" id="{3B57803C-0622-4A42-B41C-69636F8A92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39" name="Line 13">
              <a:extLst>
                <a:ext uri="{FF2B5EF4-FFF2-40B4-BE49-F238E27FC236}">
                  <a16:creationId xmlns:a16="http://schemas.microsoft.com/office/drawing/2014/main" id="{99C65C0F-57FE-4A71-8AED-1FFA177FF4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40" name="Line 14">
              <a:extLst>
                <a:ext uri="{FF2B5EF4-FFF2-40B4-BE49-F238E27FC236}">
                  <a16:creationId xmlns:a16="http://schemas.microsoft.com/office/drawing/2014/main" id="{63E35F84-009C-48D2-BA9C-47C2902A8E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41" name="Line 15">
              <a:extLst>
                <a:ext uri="{FF2B5EF4-FFF2-40B4-BE49-F238E27FC236}">
                  <a16:creationId xmlns:a16="http://schemas.microsoft.com/office/drawing/2014/main" id="{A1EB019F-873D-48AD-A938-D999435AA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42" name="Line 16">
              <a:extLst>
                <a:ext uri="{FF2B5EF4-FFF2-40B4-BE49-F238E27FC236}">
                  <a16:creationId xmlns:a16="http://schemas.microsoft.com/office/drawing/2014/main" id="{2D1B0D2B-2C11-4990-9DF2-7F2259C58D5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43" name="Line 17">
              <a:extLst>
                <a:ext uri="{FF2B5EF4-FFF2-40B4-BE49-F238E27FC236}">
                  <a16:creationId xmlns:a16="http://schemas.microsoft.com/office/drawing/2014/main" id="{476F5749-5FDD-4DDB-91B5-9C15325B956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44" name="Line 18">
              <a:extLst>
                <a:ext uri="{FF2B5EF4-FFF2-40B4-BE49-F238E27FC236}">
                  <a16:creationId xmlns:a16="http://schemas.microsoft.com/office/drawing/2014/main" id="{EFE67B93-4B66-4E4A-BEB2-6C0109BCAB1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45" name="Line 19">
              <a:extLst>
                <a:ext uri="{FF2B5EF4-FFF2-40B4-BE49-F238E27FC236}">
                  <a16:creationId xmlns:a16="http://schemas.microsoft.com/office/drawing/2014/main" id="{F3B03934-05D9-4001-810D-DA65A4E8594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38916" name="Text Box 21">
            <a:extLst>
              <a:ext uri="{FF2B5EF4-FFF2-40B4-BE49-F238E27FC236}">
                <a16:creationId xmlns:a16="http://schemas.microsoft.com/office/drawing/2014/main" id="{A6271463-8ACB-418B-9C1F-952F622022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③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</a:t>
            </a:r>
          </a:p>
        </p:txBody>
      </p:sp>
      <p:grpSp>
        <p:nvGrpSpPr>
          <p:cNvPr id="38917" name="Group 22">
            <a:extLst>
              <a:ext uri="{FF2B5EF4-FFF2-40B4-BE49-F238E27FC236}">
                <a16:creationId xmlns:a16="http://schemas.microsoft.com/office/drawing/2014/main" id="{B0782D06-3FB6-44A6-A222-FCF132CE572E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8921750" cy="5716588"/>
            <a:chOff x="140" y="674"/>
            <a:chExt cx="5620" cy="3601"/>
          </a:xfrm>
        </p:grpSpPr>
        <p:grpSp>
          <p:nvGrpSpPr>
            <p:cNvPr id="38973" name="Group 23">
              <a:extLst>
                <a:ext uri="{FF2B5EF4-FFF2-40B4-BE49-F238E27FC236}">
                  <a16:creationId xmlns:a16="http://schemas.microsoft.com/office/drawing/2014/main" id="{58EBF3ED-77B3-4ED7-A8DC-C87F2A37D9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674"/>
              <a:ext cx="5620" cy="3601"/>
              <a:chOff x="140" y="674"/>
              <a:chExt cx="5620" cy="3601"/>
            </a:xfrm>
          </p:grpSpPr>
          <p:grpSp>
            <p:nvGrpSpPr>
              <p:cNvPr id="38999" name="Group 24">
                <a:extLst>
                  <a:ext uri="{FF2B5EF4-FFF2-40B4-BE49-F238E27FC236}">
                    <a16:creationId xmlns:a16="http://schemas.microsoft.com/office/drawing/2014/main" id="{79572779-207A-47DA-8CB2-EAFBCFD53E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0" y="713"/>
                <a:ext cx="5620" cy="3562"/>
                <a:chOff x="140" y="713"/>
                <a:chExt cx="5620" cy="3562"/>
              </a:xfrm>
            </p:grpSpPr>
            <p:sp>
              <p:nvSpPr>
                <p:cNvPr id="39011" name="Rectangle 25">
                  <a:extLst>
                    <a:ext uri="{FF2B5EF4-FFF2-40B4-BE49-F238E27FC236}">
                      <a16:creationId xmlns:a16="http://schemas.microsoft.com/office/drawing/2014/main" id="{5E5CEDB5-D358-483D-9502-45D0FAA858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2" y="713"/>
                  <a:ext cx="576" cy="3168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12" name="Rectangle 26">
                  <a:extLst>
                    <a:ext uri="{FF2B5EF4-FFF2-40B4-BE49-F238E27FC236}">
                      <a16:creationId xmlns:a16="http://schemas.microsoft.com/office/drawing/2014/main" id="{5D76AE71-3E18-4DA5-8783-7CD8C229D9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39013" name="Text Box 27">
                  <a:extLst>
                    <a:ext uri="{FF2B5EF4-FFF2-40B4-BE49-F238E27FC236}">
                      <a16:creationId xmlns:a16="http://schemas.microsoft.com/office/drawing/2014/main" id="{F5A48DE3-295B-468F-827E-AB40FAD6D4B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8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014" name="Rectangle 28">
                  <a:extLst>
                    <a:ext uri="{FF2B5EF4-FFF2-40B4-BE49-F238E27FC236}">
                      <a16:creationId xmlns:a16="http://schemas.microsoft.com/office/drawing/2014/main" id="{242E674A-0C72-4CA3-9DAD-9EF80B43A2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52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15" name="Rectangle 29">
                  <a:extLst>
                    <a:ext uri="{FF2B5EF4-FFF2-40B4-BE49-F238E27FC236}">
                      <a16:creationId xmlns:a16="http://schemas.microsoft.com/office/drawing/2014/main" id="{E9FF6526-E0D0-4866-997C-BAD15D5A3F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9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31</a:t>
                  </a:r>
                </a:p>
              </p:txBody>
            </p:sp>
            <p:sp>
              <p:nvSpPr>
                <p:cNvPr id="39016" name="Text Box 30">
                  <a:extLst>
                    <a:ext uri="{FF2B5EF4-FFF2-40B4-BE49-F238E27FC236}">
                      <a16:creationId xmlns:a16="http://schemas.microsoft.com/office/drawing/2014/main" id="{BAE03B8E-0ACC-43F2-8A2A-783F6E881D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549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017" name="Rectangle 31">
                  <a:extLst>
                    <a:ext uri="{FF2B5EF4-FFF2-40B4-BE49-F238E27FC236}">
                      <a16:creationId xmlns:a16="http://schemas.microsoft.com/office/drawing/2014/main" id="{A0E93891-7D77-4431-8E3C-69B747D226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3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16</a:t>
                  </a:r>
                </a:p>
              </p:txBody>
            </p:sp>
            <p:sp>
              <p:nvSpPr>
                <p:cNvPr id="39018" name="Rectangle 32">
                  <a:extLst>
                    <a:ext uri="{FF2B5EF4-FFF2-40B4-BE49-F238E27FC236}">
                      <a16:creationId xmlns:a16="http://schemas.microsoft.com/office/drawing/2014/main" id="{BC9F7FD1-D4C2-4564-A334-1B5274D02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4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47</a:t>
                  </a:r>
                </a:p>
              </p:txBody>
            </p:sp>
            <p:sp>
              <p:nvSpPr>
                <p:cNvPr id="39019" name="Text Box 33">
                  <a:extLst>
                    <a:ext uri="{FF2B5EF4-FFF2-40B4-BE49-F238E27FC236}">
                      <a16:creationId xmlns:a16="http://schemas.microsoft.com/office/drawing/2014/main" id="{A6F93638-8A3D-43F8-AF9A-FB25FB34349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24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020" name="Rectangle 34">
                  <a:extLst>
                    <a:ext uri="{FF2B5EF4-FFF2-40B4-BE49-F238E27FC236}">
                      <a16:creationId xmlns:a16="http://schemas.microsoft.com/office/drawing/2014/main" id="{03FBF07E-E577-4EF9-8D17-E66F7DC05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6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32</a:t>
                  </a:r>
                </a:p>
              </p:txBody>
            </p:sp>
            <p:sp>
              <p:nvSpPr>
                <p:cNvPr id="39021" name="Rectangle 35">
                  <a:extLst>
                    <a:ext uri="{FF2B5EF4-FFF2-40B4-BE49-F238E27FC236}">
                      <a16:creationId xmlns:a16="http://schemas.microsoft.com/office/drawing/2014/main" id="{64A4E7AE-4739-4DE7-9B7C-4B6F4C1625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80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39022" name="Text Box 36">
                  <a:extLst>
                    <a:ext uri="{FF2B5EF4-FFF2-40B4-BE49-F238E27FC236}">
                      <a16:creationId xmlns:a16="http://schemas.microsoft.com/office/drawing/2014/main" id="{9CF9CA9C-DFD0-4928-8870-D5E61447F0E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6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023" name="Rectangle 37">
                  <a:extLst>
                    <a:ext uri="{FF2B5EF4-FFF2-40B4-BE49-F238E27FC236}">
                      <a16:creationId xmlns:a16="http://schemas.microsoft.com/office/drawing/2014/main" id="{9D5C5315-FAB8-4F0E-8DF1-407853C919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48</a:t>
                  </a:r>
                </a:p>
              </p:txBody>
            </p:sp>
            <p:sp>
              <p:nvSpPr>
                <p:cNvPr id="39024" name="Rectangle 38">
                  <a:extLst>
                    <a:ext uri="{FF2B5EF4-FFF2-40B4-BE49-F238E27FC236}">
                      <a16:creationId xmlns:a16="http://schemas.microsoft.com/office/drawing/2014/main" id="{E046F94E-7CB4-4761-B7A7-B850652F4C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39025" name="Rectangle 39">
                  <a:extLst>
                    <a:ext uri="{FF2B5EF4-FFF2-40B4-BE49-F238E27FC236}">
                      <a16:creationId xmlns:a16="http://schemas.microsoft.com/office/drawing/2014/main" id="{D580A421-0197-487E-BE92-32B60DCE58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52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26" name="Rectangle 40">
                  <a:extLst>
                    <a:ext uri="{FF2B5EF4-FFF2-40B4-BE49-F238E27FC236}">
                      <a16:creationId xmlns:a16="http://schemas.microsoft.com/office/drawing/2014/main" id="{A9409647-4548-4822-861B-6D08BFAC58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9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31</a:t>
                  </a:r>
                </a:p>
              </p:txBody>
            </p:sp>
            <p:sp>
              <p:nvSpPr>
                <p:cNvPr id="39027" name="Rectangle 41">
                  <a:extLst>
                    <a:ext uri="{FF2B5EF4-FFF2-40B4-BE49-F238E27FC236}">
                      <a16:creationId xmlns:a16="http://schemas.microsoft.com/office/drawing/2014/main" id="{B96A9C13-D0FB-408D-BF81-DA87E3B77F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3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16</a:t>
                  </a:r>
                </a:p>
              </p:txBody>
            </p:sp>
            <p:sp>
              <p:nvSpPr>
                <p:cNvPr id="39028" name="Rectangle 42">
                  <a:extLst>
                    <a:ext uri="{FF2B5EF4-FFF2-40B4-BE49-F238E27FC236}">
                      <a16:creationId xmlns:a16="http://schemas.microsoft.com/office/drawing/2014/main" id="{01A6E7BE-0C74-4548-B34C-9407B5B42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4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47</a:t>
                  </a:r>
                </a:p>
              </p:txBody>
            </p:sp>
            <p:sp>
              <p:nvSpPr>
                <p:cNvPr id="39029" name="Rectangle 43">
                  <a:extLst>
                    <a:ext uri="{FF2B5EF4-FFF2-40B4-BE49-F238E27FC236}">
                      <a16:creationId xmlns:a16="http://schemas.microsoft.com/office/drawing/2014/main" id="{FCD5FB3B-B572-40F3-86F3-E8D68ED004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6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32</a:t>
                  </a:r>
                </a:p>
              </p:txBody>
            </p:sp>
            <p:sp>
              <p:nvSpPr>
                <p:cNvPr id="39030" name="Rectangle 44">
                  <a:extLst>
                    <a:ext uri="{FF2B5EF4-FFF2-40B4-BE49-F238E27FC236}">
                      <a16:creationId xmlns:a16="http://schemas.microsoft.com/office/drawing/2014/main" id="{BACBFC7B-A92E-4D9D-A91E-9B151B9F9D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80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39031" name="Rectangle 45">
                  <a:extLst>
                    <a:ext uri="{FF2B5EF4-FFF2-40B4-BE49-F238E27FC236}">
                      <a16:creationId xmlns:a16="http://schemas.microsoft.com/office/drawing/2014/main" id="{F39FE2D2-28B8-4A3E-BDDA-AB6EFC2002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48</a:t>
                  </a:r>
                </a:p>
              </p:txBody>
            </p:sp>
            <p:sp>
              <p:nvSpPr>
                <p:cNvPr id="39032" name="Line 46">
                  <a:extLst>
                    <a:ext uri="{FF2B5EF4-FFF2-40B4-BE49-F238E27FC236}">
                      <a16:creationId xmlns:a16="http://schemas.microsoft.com/office/drawing/2014/main" id="{7C665A37-0268-4A60-B73B-45DFC7CE0E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33" name="Line 47">
                  <a:extLst>
                    <a:ext uri="{FF2B5EF4-FFF2-40B4-BE49-F238E27FC236}">
                      <a16:creationId xmlns:a16="http://schemas.microsoft.com/office/drawing/2014/main" id="{C12276ED-B56F-414E-A6C0-CC7CC88806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308" y="271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34" name="Freeform 48">
                  <a:extLst>
                    <a:ext uri="{FF2B5EF4-FFF2-40B4-BE49-F238E27FC236}">
                      <a16:creationId xmlns:a16="http://schemas.microsoft.com/office/drawing/2014/main" id="{AF4563AA-7575-496E-8999-CBD14FC83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0" y="2709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35" name="Line 49">
                  <a:extLst>
                    <a:ext uri="{FF2B5EF4-FFF2-40B4-BE49-F238E27FC236}">
                      <a16:creationId xmlns:a16="http://schemas.microsoft.com/office/drawing/2014/main" id="{2E5BF0C8-BFE7-44D6-A90B-C05776157D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36" name="Line 50">
                  <a:extLst>
                    <a:ext uri="{FF2B5EF4-FFF2-40B4-BE49-F238E27FC236}">
                      <a16:creationId xmlns:a16="http://schemas.microsoft.com/office/drawing/2014/main" id="{496D0583-400D-475E-A88A-A0AA9F832A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4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37" name="Freeform 51">
                  <a:extLst>
                    <a:ext uri="{FF2B5EF4-FFF2-40B4-BE49-F238E27FC236}">
                      <a16:creationId xmlns:a16="http://schemas.microsoft.com/office/drawing/2014/main" id="{E13B8386-0D49-4400-8CF9-A8BC8B51A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4" y="2353"/>
                  <a:ext cx="112" cy="1"/>
                </a:xfrm>
                <a:custGeom>
                  <a:avLst/>
                  <a:gdLst>
                    <a:gd name="T0" fmla="*/ 0 w 112"/>
                    <a:gd name="T1" fmla="*/ 0 h 1"/>
                    <a:gd name="T2" fmla="*/ 112 w 112"/>
                    <a:gd name="T3" fmla="*/ 0 h 1"/>
                    <a:gd name="T4" fmla="*/ 0 60000 65536"/>
                    <a:gd name="T5" fmla="*/ 0 60000 65536"/>
                    <a:gd name="T6" fmla="*/ 0 w 112"/>
                    <a:gd name="T7" fmla="*/ 0 h 1"/>
                    <a:gd name="T8" fmla="*/ 112 w 11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2" h="1">
                      <a:moveTo>
                        <a:pt x="0" y="0"/>
                      </a:moveTo>
                      <a:lnTo>
                        <a:pt x="112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38" name="Freeform 52">
                  <a:extLst>
                    <a:ext uri="{FF2B5EF4-FFF2-40B4-BE49-F238E27FC236}">
                      <a16:creationId xmlns:a16="http://schemas.microsoft.com/office/drawing/2014/main" id="{62F9541B-FF5F-4784-8ED1-36BCEC152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9" y="1209"/>
                  <a:ext cx="152" cy="1469"/>
                </a:xfrm>
                <a:custGeom>
                  <a:avLst/>
                  <a:gdLst>
                    <a:gd name="T0" fmla="*/ 152 w 152"/>
                    <a:gd name="T1" fmla="*/ 1469 h 1469"/>
                    <a:gd name="T2" fmla="*/ 0 w 152"/>
                    <a:gd name="T3" fmla="*/ 1469 h 1469"/>
                    <a:gd name="T4" fmla="*/ 0 w 152"/>
                    <a:gd name="T5" fmla="*/ 0 h 1469"/>
                    <a:gd name="T6" fmla="*/ 95 w 152"/>
                    <a:gd name="T7" fmla="*/ 1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9"/>
                    <a:gd name="T14" fmla="*/ 152 w 152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9">
                      <a:moveTo>
                        <a:pt x="152" y="1469"/>
                      </a:moveTo>
                      <a:lnTo>
                        <a:pt x="0" y="1469"/>
                      </a:lnTo>
                      <a:lnTo>
                        <a:pt x="0" y="0"/>
                      </a:lnTo>
                      <a:lnTo>
                        <a:pt x="95" y="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39" name="Freeform 53">
                  <a:extLst>
                    <a:ext uri="{FF2B5EF4-FFF2-40B4-BE49-F238E27FC236}">
                      <a16:creationId xmlns:a16="http://schemas.microsoft.com/office/drawing/2014/main" id="{457C2A92-A001-4798-89E0-C9E65E5907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5" y="2353"/>
                  <a:ext cx="102" cy="1"/>
                </a:xfrm>
                <a:custGeom>
                  <a:avLst/>
                  <a:gdLst>
                    <a:gd name="T0" fmla="*/ 102 w 102"/>
                    <a:gd name="T1" fmla="*/ 0 h 1"/>
                    <a:gd name="T2" fmla="*/ 0 w 102"/>
                    <a:gd name="T3" fmla="*/ 0 h 1"/>
                    <a:gd name="T4" fmla="*/ 0 60000 65536"/>
                    <a:gd name="T5" fmla="*/ 0 60000 65536"/>
                    <a:gd name="T6" fmla="*/ 0 w 102"/>
                    <a:gd name="T7" fmla="*/ 0 h 1"/>
                    <a:gd name="T8" fmla="*/ 102 w 1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2" h="1">
                      <a:moveTo>
                        <a:pt x="10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40" name="Line 54">
                  <a:extLst>
                    <a:ext uri="{FF2B5EF4-FFF2-40B4-BE49-F238E27FC236}">
                      <a16:creationId xmlns:a16="http://schemas.microsoft.com/office/drawing/2014/main" id="{7D91A05F-427F-4806-8C10-5096D020F0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896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41" name="Line 55">
                  <a:extLst>
                    <a:ext uri="{FF2B5EF4-FFF2-40B4-BE49-F238E27FC236}">
                      <a16:creationId xmlns:a16="http://schemas.microsoft.com/office/drawing/2014/main" id="{7D486D9D-6CBA-4E2B-8B35-BC80513D28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879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42" name="Freeform 56">
                  <a:extLst>
                    <a:ext uri="{FF2B5EF4-FFF2-40B4-BE49-F238E27FC236}">
                      <a16:creationId xmlns:a16="http://schemas.microsoft.com/office/drawing/2014/main" id="{49D06237-59AD-4C5C-AE71-CF34DA760D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1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43" name="Line 57">
                  <a:extLst>
                    <a:ext uri="{FF2B5EF4-FFF2-40B4-BE49-F238E27FC236}">
                      <a16:creationId xmlns:a16="http://schemas.microsoft.com/office/drawing/2014/main" id="{86F2305D-53D4-4F08-BE4B-10F24A178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704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44" name="Line 58">
                  <a:extLst>
                    <a:ext uri="{FF2B5EF4-FFF2-40B4-BE49-F238E27FC236}">
                      <a16:creationId xmlns:a16="http://schemas.microsoft.com/office/drawing/2014/main" id="{F8BB28E1-29DF-45C7-80CB-7C41B2ED1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783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45" name="Freeform 59">
                  <a:extLst>
                    <a:ext uri="{FF2B5EF4-FFF2-40B4-BE49-F238E27FC236}">
                      <a16:creationId xmlns:a16="http://schemas.microsoft.com/office/drawing/2014/main" id="{AB60EF6D-F2CF-4EEA-94B7-0F04D5AF7B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5" y="2353"/>
                  <a:ext cx="103" cy="1"/>
                </a:xfrm>
                <a:custGeom>
                  <a:avLst/>
                  <a:gdLst>
                    <a:gd name="T0" fmla="*/ 0 w 103"/>
                    <a:gd name="T1" fmla="*/ 0 h 1"/>
                    <a:gd name="T2" fmla="*/ 103 w 103"/>
                    <a:gd name="T3" fmla="*/ 0 h 1"/>
                    <a:gd name="T4" fmla="*/ 0 60000 65536"/>
                    <a:gd name="T5" fmla="*/ 0 60000 65536"/>
                    <a:gd name="T6" fmla="*/ 0 w 103"/>
                    <a:gd name="T7" fmla="*/ 0 h 1"/>
                    <a:gd name="T8" fmla="*/ 103 w 103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3" h="1">
                      <a:moveTo>
                        <a:pt x="0" y="0"/>
                      </a:moveTo>
                      <a:lnTo>
                        <a:pt x="103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46" name="Freeform 60">
                  <a:extLst>
                    <a:ext uri="{FF2B5EF4-FFF2-40B4-BE49-F238E27FC236}">
                      <a16:creationId xmlns:a16="http://schemas.microsoft.com/office/drawing/2014/main" id="{FCE6CB4F-2DE1-491B-B048-98AFAE5CBF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1" y="2352"/>
                  <a:ext cx="113" cy="1"/>
                </a:xfrm>
                <a:custGeom>
                  <a:avLst/>
                  <a:gdLst>
                    <a:gd name="T0" fmla="*/ 113 w 113"/>
                    <a:gd name="T1" fmla="*/ 1 h 1"/>
                    <a:gd name="T2" fmla="*/ 0 w 113"/>
                    <a:gd name="T3" fmla="*/ 0 h 1"/>
                    <a:gd name="T4" fmla="*/ 0 60000 65536"/>
                    <a:gd name="T5" fmla="*/ 0 60000 65536"/>
                    <a:gd name="T6" fmla="*/ 0 w 113"/>
                    <a:gd name="T7" fmla="*/ 0 h 1"/>
                    <a:gd name="T8" fmla="*/ 113 w 113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3" h="1">
                      <a:moveTo>
                        <a:pt x="113" y="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47" name="Line 61">
                  <a:extLst>
                    <a:ext uri="{FF2B5EF4-FFF2-40B4-BE49-F238E27FC236}">
                      <a16:creationId xmlns:a16="http://schemas.microsoft.com/office/drawing/2014/main" id="{2844B38F-F0C2-4287-9786-1DC0886256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48" name="Line 62">
                  <a:extLst>
                    <a:ext uri="{FF2B5EF4-FFF2-40B4-BE49-F238E27FC236}">
                      <a16:creationId xmlns:a16="http://schemas.microsoft.com/office/drawing/2014/main" id="{D88ECBC9-E90F-4F75-A8E9-E693E3E27E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49" name="Freeform 63">
                  <a:extLst>
                    <a:ext uri="{FF2B5EF4-FFF2-40B4-BE49-F238E27FC236}">
                      <a16:creationId xmlns:a16="http://schemas.microsoft.com/office/drawing/2014/main" id="{1B2943A2-6526-4E7A-8C17-7F37F7C104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2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50" name="Line 64">
                  <a:extLst>
                    <a:ext uri="{FF2B5EF4-FFF2-40B4-BE49-F238E27FC236}">
                      <a16:creationId xmlns:a16="http://schemas.microsoft.com/office/drawing/2014/main" id="{4F59590D-BEF4-47EF-B5DA-E435430199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51" name="Line 65">
                  <a:extLst>
                    <a:ext uri="{FF2B5EF4-FFF2-40B4-BE49-F238E27FC236}">
                      <a16:creationId xmlns:a16="http://schemas.microsoft.com/office/drawing/2014/main" id="{ACEE394F-729D-46B0-8FAB-8398A7365B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52" name="Freeform 66">
                  <a:extLst>
                    <a:ext uri="{FF2B5EF4-FFF2-40B4-BE49-F238E27FC236}">
                      <a16:creationId xmlns:a16="http://schemas.microsoft.com/office/drawing/2014/main" id="{F63374FE-C9A8-4622-89C0-709EEC41FB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6" y="2353"/>
                  <a:ext cx="109" cy="1"/>
                </a:xfrm>
                <a:custGeom>
                  <a:avLst/>
                  <a:gdLst>
                    <a:gd name="T0" fmla="*/ 0 w 109"/>
                    <a:gd name="T1" fmla="*/ 0 h 1"/>
                    <a:gd name="T2" fmla="*/ 109 w 109"/>
                    <a:gd name="T3" fmla="*/ 0 h 1"/>
                    <a:gd name="T4" fmla="*/ 0 60000 65536"/>
                    <a:gd name="T5" fmla="*/ 0 60000 65536"/>
                    <a:gd name="T6" fmla="*/ 0 w 109"/>
                    <a:gd name="T7" fmla="*/ 0 h 1"/>
                    <a:gd name="T8" fmla="*/ 109 w 10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9" h="1">
                      <a:moveTo>
                        <a:pt x="0" y="0"/>
                      </a:moveTo>
                      <a:lnTo>
                        <a:pt x="109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53" name="Freeform 67">
                  <a:extLst>
                    <a:ext uri="{FF2B5EF4-FFF2-40B4-BE49-F238E27FC236}">
                      <a16:creationId xmlns:a16="http://schemas.microsoft.com/office/drawing/2014/main" id="{0CA623AC-CC28-46E5-8685-7AE53A7C7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7" y="2353"/>
                  <a:ext cx="89" cy="1"/>
                </a:xfrm>
                <a:custGeom>
                  <a:avLst/>
                  <a:gdLst>
                    <a:gd name="T0" fmla="*/ 89 w 89"/>
                    <a:gd name="T1" fmla="*/ 0 h 1"/>
                    <a:gd name="T2" fmla="*/ 0 w 89"/>
                    <a:gd name="T3" fmla="*/ 0 h 1"/>
                    <a:gd name="T4" fmla="*/ 0 60000 65536"/>
                    <a:gd name="T5" fmla="*/ 0 60000 65536"/>
                    <a:gd name="T6" fmla="*/ 0 w 89"/>
                    <a:gd name="T7" fmla="*/ 0 h 1"/>
                    <a:gd name="T8" fmla="*/ 89 w 8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89" h="1">
                      <a:moveTo>
                        <a:pt x="89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54" name="Line 68">
                  <a:extLst>
                    <a:ext uri="{FF2B5EF4-FFF2-40B4-BE49-F238E27FC236}">
                      <a16:creationId xmlns:a16="http://schemas.microsoft.com/office/drawing/2014/main" id="{48863DE4-5EA1-4F2D-9EEA-DA914F2F69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05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55" name="Line 69">
                  <a:extLst>
                    <a:ext uri="{FF2B5EF4-FFF2-40B4-BE49-F238E27FC236}">
                      <a16:creationId xmlns:a16="http://schemas.microsoft.com/office/drawing/2014/main" id="{6D85C38B-51CC-48B1-92AC-919D9AD06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036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56" name="Freeform 70">
                  <a:extLst>
                    <a:ext uri="{FF2B5EF4-FFF2-40B4-BE49-F238E27FC236}">
                      <a16:creationId xmlns:a16="http://schemas.microsoft.com/office/drawing/2014/main" id="{9B2B026A-166D-4C85-BC7F-83FD2AFD24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8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57" name="Line 71">
                  <a:extLst>
                    <a:ext uri="{FF2B5EF4-FFF2-40B4-BE49-F238E27FC236}">
                      <a16:creationId xmlns:a16="http://schemas.microsoft.com/office/drawing/2014/main" id="{FA17BB6A-308D-48ED-BD36-395B1B5F98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861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58" name="Line 72">
                  <a:extLst>
                    <a:ext uri="{FF2B5EF4-FFF2-40B4-BE49-F238E27FC236}">
                      <a16:creationId xmlns:a16="http://schemas.microsoft.com/office/drawing/2014/main" id="{B3FC5546-EBB6-49CF-B4DA-4F924ADF1E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940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59" name="Freeform 73">
                  <a:extLst>
                    <a:ext uri="{FF2B5EF4-FFF2-40B4-BE49-F238E27FC236}">
                      <a16:creationId xmlns:a16="http://schemas.microsoft.com/office/drawing/2014/main" id="{FDC3E8C4-C6CE-4D9D-B468-BE23CB45F7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2" y="2353"/>
                  <a:ext cx="115" cy="1"/>
                </a:xfrm>
                <a:custGeom>
                  <a:avLst/>
                  <a:gdLst>
                    <a:gd name="T0" fmla="*/ 0 w 115"/>
                    <a:gd name="T1" fmla="*/ 0 h 1"/>
                    <a:gd name="T2" fmla="*/ 115 w 115"/>
                    <a:gd name="T3" fmla="*/ 0 h 1"/>
                    <a:gd name="T4" fmla="*/ 0 60000 65536"/>
                    <a:gd name="T5" fmla="*/ 0 60000 65536"/>
                    <a:gd name="T6" fmla="*/ 0 w 115"/>
                    <a:gd name="T7" fmla="*/ 0 h 1"/>
                    <a:gd name="T8" fmla="*/ 115 w 115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5" h="1">
                      <a:moveTo>
                        <a:pt x="0" y="0"/>
                      </a:moveTo>
                      <a:lnTo>
                        <a:pt x="115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60" name="Freeform 74">
                  <a:extLst>
                    <a:ext uri="{FF2B5EF4-FFF2-40B4-BE49-F238E27FC236}">
                      <a16:creationId xmlns:a16="http://schemas.microsoft.com/office/drawing/2014/main" id="{35BC202A-4345-4FB6-8703-F7D7C4908F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2353"/>
                  <a:ext cx="90" cy="1"/>
                </a:xfrm>
                <a:custGeom>
                  <a:avLst/>
                  <a:gdLst>
                    <a:gd name="T0" fmla="*/ 90 w 90"/>
                    <a:gd name="T1" fmla="*/ 0 h 1"/>
                    <a:gd name="T2" fmla="*/ 0 w 90"/>
                    <a:gd name="T3" fmla="*/ 0 h 1"/>
                    <a:gd name="T4" fmla="*/ 0 60000 65536"/>
                    <a:gd name="T5" fmla="*/ 0 60000 65536"/>
                    <a:gd name="T6" fmla="*/ 0 w 90"/>
                    <a:gd name="T7" fmla="*/ 0 h 1"/>
                    <a:gd name="T8" fmla="*/ 90 w 9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0" h="1">
                      <a:moveTo>
                        <a:pt x="9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61" name="Line 75">
                  <a:extLst>
                    <a:ext uri="{FF2B5EF4-FFF2-40B4-BE49-F238E27FC236}">
                      <a16:creationId xmlns:a16="http://schemas.microsoft.com/office/drawing/2014/main" id="{0F046D34-55F8-44D1-9C37-DAB8C2C110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62" name="Line 76">
                  <a:extLst>
                    <a:ext uri="{FF2B5EF4-FFF2-40B4-BE49-F238E27FC236}">
                      <a16:creationId xmlns:a16="http://schemas.microsoft.com/office/drawing/2014/main" id="{DF5CA2A5-4066-4006-AC3D-11A64384BD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63" name="Freeform 77">
                  <a:extLst>
                    <a:ext uri="{FF2B5EF4-FFF2-40B4-BE49-F238E27FC236}">
                      <a16:creationId xmlns:a16="http://schemas.microsoft.com/office/drawing/2014/main" id="{0AC36ED6-F4A9-4E2D-BDF4-D32640A1D2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64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64" name="Line 78">
                  <a:extLst>
                    <a:ext uri="{FF2B5EF4-FFF2-40B4-BE49-F238E27FC236}">
                      <a16:creationId xmlns:a16="http://schemas.microsoft.com/office/drawing/2014/main" id="{51F46009-279C-4A6F-9F3D-A4877C04A9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65" name="Line 79">
                  <a:extLst>
                    <a:ext uri="{FF2B5EF4-FFF2-40B4-BE49-F238E27FC236}">
                      <a16:creationId xmlns:a16="http://schemas.microsoft.com/office/drawing/2014/main" id="{0E57BD34-C19B-4F18-AA20-1A42CCEA76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66" name="Freeform 80">
                  <a:extLst>
                    <a:ext uri="{FF2B5EF4-FFF2-40B4-BE49-F238E27FC236}">
                      <a16:creationId xmlns:a16="http://schemas.microsoft.com/office/drawing/2014/main" id="{75B88354-62AD-463D-9EAA-8F752D2D7E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51" y="2352"/>
                  <a:ext cx="100" cy="1"/>
                </a:xfrm>
                <a:custGeom>
                  <a:avLst/>
                  <a:gdLst>
                    <a:gd name="T0" fmla="*/ 0 w 100"/>
                    <a:gd name="T1" fmla="*/ 0 h 1"/>
                    <a:gd name="T2" fmla="*/ 100 w 100"/>
                    <a:gd name="T3" fmla="*/ 1 h 1"/>
                    <a:gd name="T4" fmla="*/ 0 60000 65536"/>
                    <a:gd name="T5" fmla="*/ 0 60000 65536"/>
                    <a:gd name="T6" fmla="*/ 0 w 100"/>
                    <a:gd name="T7" fmla="*/ 0 h 1"/>
                    <a:gd name="T8" fmla="*/ 100 w 10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0" h="1">
                      <a:moveTo>
                        <a:pt x="0" y="0"/>
                      </a:moveTo>
                      <a:lnTo>
                        <a:pt x="100" y="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67" name="Freeform 81">
                  <a:extLst>
                    <a:ext uri="{FF2B5EF4-FFF2-40B4-BE49-F238E27FC236}">
                      <a16:creationId xmlns:a16="http://schemas.microsoft.com/office/drawing/2014/main" id="{706F478C-A968-4E34-A799-935DC90B74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9" y="2353"/>
                  <a:ext cx="108" cy="1"/>
                </a:xfrm>
                <a:custGeom>
                  <a:avLst/>
                  <a:gdLst>
                    <a:gd name="T0" fmla="*/ 108 w 108"/>
                    <a:gd name="T1" fmla="*/ 0 h 1"/>
                    <a:gd name="T2" fmla="*/ 0 w 108"/>
                    <a:gd name="T3" fmla="*/ 0 h 1"/>
                    <a:gd name="T4" fmla="*/ 0 60000 65536"/>
                    <a:gd name="T5" fmla="*/ 0 60000 65536"/>
                    <a:gd name="T6" fmla="*/ 0 w 108"/>
                    <a:gd name="T7" fmla="*/ 0 h 1"/>
                    <a:gd name="T8" fmla="*/ 108 w 10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8" h="1">
                      <a:moveTo>
                        <a:pt x="108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68" name="Line 82">
                  <a:extLst>
                    <a:ext uri="{FF2B5EF4-FFF2-40B4-BE49-F238E27FC236}">
                      <a16:creationId xmlns:a16="http://schemas.microsoft.com/office/drawing/2014/main" id="{6AA356A1-3BC6-4DEE-B30E-8AA29D9F70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205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69" name="Line 83">
                  <a:extLst>
                    <a:ext uri="{FF2B5EF4-FFF2-40B4-BE49-F238E27FC236}">
                      <a16:creationId xmlns:a16="http://schemas.microsoft.com/office/drawing/2014/main" id="{C7AF188F-D5AB-4546-B0F6-AB1B71A0BE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188" y="2696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70" name="Freeform 84">
                  <a:extLst>
                    <a:ext uri="{FF2B5EF4-FFF2-40B4-BE49-F238E27FC236}">
                      <a16:creationId xmlns:a16="http://schemas.microsoft.com/office/drawing/2014/main" id="{EDC18C3F-34C0-4C64-86D3-B449F19849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40" y="2695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71" name="Line 85">
                  <a:extLst>
                    <a:ext uri="{FF2B5EF4-FFF2-40B4-BE49-F238E27FC236}">
                      <a16:creationId xmlns:a16="http://schemas.microsoft.com/office/drawing/2014/main" id="{D60F809D-2619-40AB-8EE8-5A5CBC2796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013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72" name="Line 86">
                  <a:extLst>
                    <a:ext uri="{FF2B5EF4-FFF2-40B4-BE49-F238E27FC236}">
                      <a16:creationId xmlns:a16="http://schemas.microsoft.com/office/drawing/2014/main" id="{D3FF0DA9-1038-4FCB-84DE-1273A5EB6F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092" y="270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73" name="Freeform 87">
                  <a:extLst>
                    <a:ext uri="{FF2B5EF4-FFF2-40B4-BE49-F238E27FC236}">
                      <a16:creationId xmlns:a16="http://schemas.microsoft.com/office/drawing/2014/main" id="{0BFF0C84-49E6-4318-9A23-D02F824728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36" y="2351"/>
                  <a:ext cx="90" cy="2"/>
                </a:xfrm>
                <a:custGeom>
                  <a:avLst/>
                  <a:gdLst>
                    <a:gd name="T0" fmla="*/ 0 w 90"/>
                    <a:gd name="T1" fmla="*/ 0 h 2"/>
                    <a:gd name="T2" fmla="*/ 90 w 90"/>
                    <a:gd name="T3" fmla="*/ 2 h 2"/>
                    <a:gd name="T4" fmla="*/ 0 60000 65536"/>
                    <a:gd name="T5" fmla="*/ 0 60000 65536"/>
                    <a:gd name="T6" fmla="*/ 0 w 90"/>
                    <a:gd name="T7" fmla="*/ 0 h 2"/>
                    <a:gd name="T8" fmla="*/ 90 w 90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0" h="2">
                      <a:moveTo>
                        <a:pt x="0" y="0"/>
                      </a:moveTo>
                      <a:lnTo>
                        <a:pt x="90" y="2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74" name="Freeform 88">
                  <a:extLst>
                    <a:ext uri="{FF2B5EF4-FFF2-40B4-BE49-F238E27FC236}">
                      <a16:creationId xmlns:a16="http://schemas.microsoft.com/office/drawing/2014/main" id="{C0F84D97-C7F5-466B-AA2C-D6B819A7BD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5" y="2353"/>
                  <a:ext cx="104" cy="1"/>
                </a:xfrm>
                <a:custGeom>
                  <a:avLst/>
                  <a:gdLst>
                    <a:gd name="T0" fmla="*/ 104 w 104"/>
                    <a:gd name="T1" fmla="*/ 0 h 1"/>
                    <a:gd name="T2" fmla="*/ 0 w 104"/>
                    <a:gd name="T3" fmla="*/ 0 h 1"/>
                    <a:gd name="T4" fmla="*/ 0 60000 65536"/>
                    <a:gd name="T5" fmla="*/ 0 60000 65536"/>
                    <a:gd name="T6" fmla="*/ 0 w 104"/>
                    <a:gd name="T7" fmla="*/ 0 h 1"/>
                    <a:gd name="T8" fmla="*/ 104 w 104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4" h="1">
                      <a:moveTo>
                        <a:pt x="104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9075" name="Group 89">
                  <a:extLst>
                    <a:ext uri="{FF2B5EF4-FFF2-40B4-BE49-F238E27FC236}">
                      <a16:creationId xmlns:a16="http://schemas.microsoft.com/office/drawing/2014/main" id="{731C919F-CF0C-4CC8-869D-2488C09F40F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68" y="2634"/>
                  <a:ext cx="192" cy="158"/>
                  <a:chOff x="4692" y="2634"/>
                  <a:chExt cx="192" cy="158"/>
                </a:xfrm>
              </p:grpSpPr>
              <p:grpSp>
                <p:nvGrpSpPr>
                  <p:cNvPr id="39222" name="Group 90">
                    <a:extLst>
                      <a:ext uri="{FF2B5EF4-FFF2-40B4-BE49-F238E27FC236}">
                        <a16:creationId xmlns:a16="http://schemas.microsoft.com/office/drawing/2014/main" id="{B8FF0B51-6AFC-4762-A293-BD7AEA36F0A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836" y="2634"/>
                    <a:ext cx="48" cy="158"/>
                    <a:chOff x="4836" y="2634"/>
                    <a:chExt cx="48" cy="158"/>
                  </a:xfrm>
                </p:grpSpPr>
                <p:sp>
                  <p:nvSpPr>
                    <p:cNvPr id="39227" name="Line 91">
                      <a:extLst>
                        <a:ext uri="{FF2B5EF4-FFF2-40B4-BE49-F238E27FC236}">
                          <a16:creationId xmlns:a16="http://schemas.microsoft.com/office/drawing/2014/main" id="{DD15F0AB-72A2-4CF0-8580-EA02A793E0D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80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9228" name="Line 92">
                      <a:extLst>
                        <a:ext uri="{FF2B5EF4-FFF2-40B4-BE49-F238E27FC236}">
                          <a16:creationId xmlns:a16="http://schemas.microsoft.com/office/drawing/2014/main" id="{FAC1CD97-A8C9-46B4-B0A6-703F8AE802B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8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9223" name="Freeform 93">
                    <a:extLst>
                      <a:ext uri="{FF2B5EF4-FFF2-40B4-BE49-F238E27FC236}">
                        <a16:creationId xmlns:a16="http://schemas.microsoft.com/office/drawing/2014/main" id="{A6708AAB-C7B1-4539-A4CF-4B2FE91B94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40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9224" name="Group 94">
                    <a:extLst>
                      <a:ext uri="{FF2B5EF4-FFF2-40B4-BE49-F238E27FC236}">
                        <a16:creationId xmlns:a16="http://schemas.microsoft.com/office/drawing/2014/main" id="{1A803BD8-B24C-49D5-9FA7-1C79ECEFFF6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692" y="2634"/>
                    <a:ext cx="48" cy="158"/>
                    <a:chOff x="4692" y="2634"/>
                    <a:chExt cx="48" cy="158"/>
                  </a:xfrm>
                </p:grpSpPr>
                <p:sp>
                  <p:nvSpPr>
                    <p:cNvPr id="39225" name="Line 95">
                      <a:extLst>
                        <a:ext uri="{FF2B5EF4-FFF2-40B4-BE49-F238E27FC236}">
                          <a16:creationId xmlns:a16="http://schemas.microsoft.com/office/drawing/2014/main" id="{7C4EE679-574D-4B11-9855-A9389A2A624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13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9226" name="Line 96">
                      <a:extLst>
                        <a:ext uri="{FF2B5EF4-FFF2-40B4-BE49-F238E27FC236}">
                          <a16:creationId xmlns:a16="http://schemas.microsoft.com/office/drawing/2014/main" id="{93F7C35E-9288-4441-90B3-0AEE7AD7EF1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92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39076" name="Freeform 97">
                  <a:extLst>
                    <a:ext uri="{FF2B5EF4-FFF2-40B4-BE49-F238E27FC236}">
                      <a16:creationId xmlns:a16="http://schemas.microsoft.com/office/drawing/2014/main" id="{D2BD4E2E-ABA8-4A81-8F28-5C8590BAB0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0" y="2353"/>
                  <a:ext cx="107" cy="1"/>
                </a:xfrm>
                <a:custGeom>
                  <a:avLst/>
                  <a:gdLst>
                    <a:gd name="T0" fmla="*/ 0 w 107"/>
                    <a:gd name="T1" fmla="*/ 0 h 1"/>
                    <a:gd name="T2" fmla="*/ 107 w 107"/>
                    <a:gd name="T3" fmla="*/ 0 h 1"/>
                    <a:gd name="T4" fmla="*/ 0 60000 65536"/>
                    <a:gd name="T5" fmla="*/ 0 60000 65536"/>
                    <a:gd name="T6" fmla="*/ 0 w 107"/>
                    <a:gd name="T7" fmla="*/ 0 h 1"/>
                    <a:gd name="T8" fmla="*/ 107 w 10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7" h="1">
                      <a:moveTo>
                        <a:pt x="0" y="0"/>
                      </a:moveTo>
                      <a:lnTo>
                        <a:pt x="107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77" name="Freeform 98">
                  <a:extLst>
                    <a:ext uri="{FF2B5EF4-FFF2-40B4-BE49-F238E27FC236}">
                      <a16:creationId xmlns:a16="http://schemas.microsoft.com/office/drawing/2014/main" id="{2FC11D43-4AB4-4B73-84AB-7D3281A524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1" y="2353"/>
                  <a:ext cx="96" cy="1"/>
                </a:xfrm>
                <a:custGeom>
                  <a:avLst/>
                  <a:gdLst>
                    <a:gd name="T0" fmla="*/ 96 w 96"/>
                    <a:gd name="T1" fmla="*/ 0 h 1"/>
                    <a:gd name="T2" fmla="*/ 0 w 96"/>
                    <a:gd name="T3" fmla="*/ 0 h 1"/>
                    <a:gd name="T4" fmla="*/ 0 60000 65536"/>
                    <a:gd name="T5" fmla="*/ 0 60000 65536"/>
                    <a:gd name="T6" fmla="*/ 0 w 96"/>
                    <a:gd name="T7" fmla="*/ 0 h 1"/>
                    <a:gd name="T8" fmla="*/ 96 w 96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1">
                      <a:moveTo>
                        <a:pt x="96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9078" name="Group 99">
                  <a:extLst>
                    <a:ext uri="{FF2B5EF4-FFF2-40B4-BE49-F238E27FC236}">
                      <a16:creationId xmlns:a16="http://schemas.microsoft.com/office/drawing/2014/main" id="{6CA4DB20-C0BC-46EF-A15D-3473395993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35" y="2634"/>
                  <a:ext cx="192" cy="158"/>
                  <a:chOff x="5259" y="2634"/>
                  <a:chExt cx="192" cy="158"/>
                </a:xfrm>
              </p:grpSpPr>
              <p:grpSp>
                <p:nvGrpSpPr>
                  <p:cNvPr id="39215" name="Group 100">
                    <a:extLst>
                      <a:ext uri="{FF2B5EF4-FFF2-40B4-BE49-F238E27FC236}">
                        <a16:creationId xmlns:a16="http://schemas.microsoft.com/office/drawing/2014/main" id="{382F32CB-658E-4018-95EC-D4C3CEE3A32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03" y="2634"/>
                    <a:ext cx="48" cy="158"/>
                    <a:chOff x="5403" y="2634"/>
                    <a:chExt cx="48" cy="158"/>
                  </a:xfrm>
                </p:grpSpPr>
                <p:sp>
                  <p:nvSpPr>
                    <p:cNvPr id="39220" name="Line 101">
                      <a:extLst>
                        <a:ext uri="{FF2B5EF4-FFF2-40B4-BE49-F238E27FC236}">
                          <a16:creationId xmlns:a16="http://schemas.microsoft.com/office/drawing/2014/main" id="{7FAA74E6-9FCC-4027-BA7C-4F2E0D89B0A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72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9221" name="Line 102">
                      <a:extLst>
                        <a:ext uri="{FF2B5EF4-FFF2-40B4-BE49-F238E27FC236}">
                          <a16:creationId xmlns:a16="http://schemas.microsoft.com/office/drawing/2014/main" id="{812081AB-0366-43EF-92FF-CFCCFAEF4E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55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9216" name="Freeform 103">
                    <a:extLst>
                      <a:ext uri="{FF2B5EF4-FFF2-40B4-BE49-F238E27FC236}">
                        <a16:creationId xmlns:a16="http://schemas.microsoft.com/office/drawing/2014/main" id="{EAE760C3-F402-4DA2-A59E-2210B24BD1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7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9217" name="Group 104">
                    <a:extLst>
                      <a:ext uri="{FF2B5EF4-FFF2-40B4-BE49-F238E27FC236}">
                        <a16:creationId xmlns:a16="http://schemas.microsoft.com/office/drawing/2014/main" id="{FA30752C-6DC8-4B6B-871D-6160D3270C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59" y="2634"/>
                    <a:ext cx="48" cy="158"/>
                    <a:chOff x="5259" y="2634"/>
                    <a:chExt cx="48" cy="158"/>
                  </a:xfrm>
                </p:grpSpPr>
                <p:sp>
                  <p:nvSpPr>
                    <p:cNvPr id="39218" name="Line 105">
                      <a:extLst>
                        <a:ext uri="{FF2B5EF4-FFF2-40B4-BE49-F238E27FC236}">
                          <a16:creationId xmlns:a16="http://schemas.microsoft.com/office/drawing/2014/main" id="{97A1DAE3-7C09-4E41-8069-DDAC612C68E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1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9219" name="Line 106">
                      <a:extLst>
                        <a:ext uri="{FF2B5EF4-FFF2-40B4-BE49-F238E27FC236}">
                          <a16:creationId xmlns:a16="http://schemas.microsoft.com/office/drawing/2014/main" id="{E73E1CAE-C063-444C-B755-7C2E10FCEA6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259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39079" name="Freeform 107">
                  <a:extLst>
                    <a:ext uri="{FF2B5EF4-FFF2-40B4-BE49-F238E27FC236}">
                      <a16:creationId xmlns:a16="http://schemas.microsoft.com/office/drawing/2014/main" id="{DB3EC239-6CFB-45B3-BF1C-14A029A9D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67" y="2351"/>
                  <a:ext cx="96" cy="2"/>
                </a:xfrm>
                <a:custGeom>
                  <a:avLst/>
                  <a:gdLst>
                    <a:gd name="T0" fmla="*/ 0 w 96"/>
                    <a:gd name="T1" fmla="*/ 0 h 2"/>
                    <a:gd name="T2" fmla="*/ 96 w 96"/>
                    <a:gd name="T3" fmla="*/ 2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0"/>
                      </a:moveTo>
                      <a:lnTo>
                        <a:pt x="96" y="2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80" name="Freeform 108">
                  <a:extLst>
                    <a:ext uri="{FF2B5EF4-FFF2-40B4-BE49-F238E27FC236}">
                      <a16:creationId xmlns:a16="http://schemas.microsoft.com/office/drawing/2014/main" id="{E0F689EA-33C3-4B38-A85B-14E5E31BD4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8" y="2353"/>
                  <a:ext cx="101" cy="1"/>
                </a:xfrm>
                <a:custGeom>
                  <a:avLst/>
                  <a:gdLst>
                    <a:gd name="T0" fmla="*/ 101 w 101"/>
                    <a:gd name="T1" fmla="*/ 0 h 1"/>
                    <a:gd name="T2" fmla="*/ 0 w 101"/>
                    <a:gd name="T3" fmla="*/ 0 h 1"/>
                    <a:gd name="T4" fmla="*/ 0 60000 65536"/>
                    <a:gd name="T5" fmla="*/ 0 60000 65536"/>
                    <a:gd name="T6" fmla="*/ 0 w 101"/>
                    <a:gd name="T7" fmla="*/ 0 h 1"/>
                    <a:gd name="T8" fmla="*/ 101 w 101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1" h="1">
                      <a:moveTo>
                        <a:pt x="101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81" name="Freeform 109">
                  <a:extLst>
                    <a:ext uri="{FF2B5EF4-FFF2-40B4-BE49-F238E27FC236}">
                      <a16:creationId xmlns:a16="http://schemas.microsoft.com/office/drawing/2014/main" id="{D8EB368A-3590-417B-8A83-EBDEFF264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8" y="856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82" name="Line 110">
                  <a:extLst>
                    <a:ext uri="{FF2B5EF4-FFF2-40B4-BE49-F238E27FC236}">
                      <a16:creationId xmlns:a16="http://schemas.microsoft.com/office/drawing/2014/main" id="{17C9EF63-6B27-4663-93E8-23C0AB3CCA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9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83" name="Line 111">
                  <a:extLst>
                    <a:ext uri="{FF2B5EF4-FFF2-40B4-BE49-F238E27FC236}">
                      <a16:creationId xmlns:a16="http://schemas.microsoft.com/office/drawing/2014/main" id="{9AF958DF-B9BB-4FC6-8B94-D1AB6C542C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84" name="Line 112">
                  <a:extLst>
                    <a:ext uri="{FF2B5EF4-FFF2-40B4-BE49-F238E27FC236}">
                      <a16:creationId xmlns:a16="http://schemas.microsoft.com/office/drawing/2014/main" id="{125427C0-05A9-4AA0-8ADB-296ECC585A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4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85" name="Line 113">
                  <a:extLst>
                    <a:ext uri="{FF2B5EF4-FFF2-40B4-BE49-F238E27FC236}">
                      <a16:creationId xmlns:a16="http://schemas.microsoft.com/office/drawing/2014/main" id="{17C43E8F-0D9A-46D9-B911-567708F760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20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86" name="Line 114">
                  <a:extLst>
                    <a:ext uri="{FF2B5EF4-FFF2-40B4-BE49-F238E27FC236}">
                      <a16:creationId xmlns:a16="http://schemas.microsoft.com/office/drawing/2014/main" id="{237BDE38-4636-4623-A07F-5F3C37B59C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96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87" name="Line 115">
                  <a:extLst>
                    <a:ext uri="{FF2B5EF4-FFF2-40B4-BE49-F238E27FC236}">
                      <a16:creationId xmlns:a16="http://schemas.microsoft.com/office/drawing/2014/main" id="{BC6833D8-AEF4-49E8-A302-690B4E1044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7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88" name="Line 116">
                  <a:extLst>
                    <a:ext uri="{FF2B5EF4-FFF2-40B4-BE49-F238E27FC236}">
                      <a16:creationId xmlns:a16="http://schemas.microsoft.com/office/drawing/2014/main" id="{4836DD9F-76C5-4276-A77B-D5818A1484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4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89" name="Line 117">
                  <a:extLst>
                    <a:ext uri="{FF2B5EF4-FFF2-40B4-BE49-F238E27FC236}">
                      <a16:creationId xmlns:a16="http://schemas.microsoft.com/office/drawing/2014/main" id="{EC3E27C9-726D-49F9-86B4-3F53CC27AC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2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90" name="Freeform 118">
                  <a:extLst>
                    <a:ext uri="{FF2B5EF4-FFF2-40B4-BE49-F238E27FC236}">
                      <a16:creationId xmlns:a16="http://schemas.microsoft.com/office/drawing/2014/main" id="{694C35BA-AF74-4936-BBF6-A1E9546776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5" y="2708"/>
                  <a:ext cx="1" cy="166"/>
                </a:xfrm>
                <a:custGeom>
                  <a:avLst/>
                  <a:gdLst>
                    <a:gd name="T0" fmla="*/ 1 w 1"/>
                    <a:gd name="T1" fmla="*/ 0 h 166"/>
                    <a:gd name="T2" fmla="*/ 0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1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91" name="Freeform 119">
                  <a:extLst>
                    <a:ext uri="{FF2B5EF4-FFF2-40B4-BE49-F238E27FC236}">
                      <a16:creationId xmlns:a16="http://schemas.microsoft.com/office/drawing/2014/main" id="{3BE47C82-B1C3-459A-97E1-4CD01FFF94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0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2695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92" name="Freeform 120">
                  <a:extLst>
                    <a:ext uri="{FF2B5EF4-FFF2-40B4-BE49-F238E27FC236}">
                      <a16:creationId xmlns:a16="http://schemas.microsoft.com/office/drawing/2014/main" id="{C9FEA96A-CCA7-461B-B176-D9210A5E9F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4" y="2708"/>
                  <a:ext cx="4" cy="166"/>
                </a:xfrm>
                <a:custGeom>
                  <a:avLst/>
                  <a:gdLst>
                    <a:gd name="T0" fmla="*/ 4 w 4"/>
                    <a:gd name="T1" fmla="*/ 0 h 166"/>
                    <a:gd name="T2" fmla="*/ 0 w 4"/>
                    <a:gd name="T3" fmla="*/ 166 h 166"/>
                    <a:gd name="T4" fmla="*/ 0 60000 65536"/>
                    <a:gd name="T5" fmla="*/ 0 60000 65536"/>
                    <a:gd name="T6" fmla="*/ 0 w 4"/>
                    <a:gd name="T7" fmla="*/ 0 h 166"/>
                    <a:gd name="T8" fmla="*/ 4 w 4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" h="166">
                      <a:moveTo>
                        <a:pt x="4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93" name="Freeform 121">
                  <a:extLst>
                    <a:ext uri="{FF2B5EF4-FFF2-40B4-BE49-F238E27FC236}">
                      <a16:creationId xmlns:a16="http://schemas.microsoft.com/office/drawing/2014/main" id="{3814D737-0BB8-4AD4-ABC4-0D043D0AC4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6" y="2708"/>
                  <a:ext cx="2" cy="175"/>
                </a:xfrm>
                <a:custGeom>
                  <a:avLst/>
                  <a:gdLst>
                    <a:gd name="T0" fmla="*/ 2 w 2"/>
                    <a:gd name="T1" fmla="*/ 0 h 175"/>
                    <a:gd name="T2" fmla="*/ 0 w 2"/>
                    <a:gd name="T3" fmla="*/ 175 h 175"/>
                    <a:gd name="T4" fmla="*/ 0 60000 65536"/>
                    <a:gd name="T5" fmla="*/ 0 60000 65536"/>
                    <a:gd name="T6" fmla="*/ 0 w 2"/>
                    <a:gd name="T7" fmla="*/ 0 h 175"/>
                    <a:gd name="T8" fmla="*/ 2 w 2"/>
                    <a:gd name="T9" fmla="*/ 175 h 17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" h="175">
                      <a:moveTo>
                        <a:pt x="2" y="0"/>
                      </a:moveTo>
                      <a:lnTo>
                        <a:pt x="0" y="17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94" name="Freeform 122">
                  <a:extLst>
                    <a:ext uri="{FF2B5EF4-FFF2-40B4-BE49-F238E27FC236}">
                      <a16:creationId xmlns:a16="http://schemas.microsoft.com/office/drawing/2014/main" id="{0E715F80-49B0-4512-887A-5A4D95476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0" y="2697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95" name="Freeform 123">
                  <a:extLst>
                    <a:ext uri="{FF2B5EF4-FFF2-40B4-BE49-F238E27FC236}">
                      <a16:creationId xmlns:a16="http://schemas.microsoft.com/office/drawing/2014/main" id="{8536DA75-AC25-4418-A808-5FC24C13B3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8" y="1480"/>
                  <a:ext cx="4422" cy="1"/>
                </a:xfrm>
                <a:custGeom>
                  <a:avLst/>
                  <a:gdLst>
                    <a:gd name="T0" fmla="*/ 0 w 4422"/>
                    <a:gd name="T1" fmla="*/ 1 h 1"/>
                    <a:gd name="T2" fmla="*/ 4422 w 4422"/>
                    <a:gd name="T3" fmla="*/ 0 h 1"/>
                    <a:gd name="T4" fmla="*/ 0 60000 65536"/>
                    <a:gd name="T5" fmla="*/ 0 60000 65536"/>
                    <a:gd name="T6" fmla="*/ 0 w 4422"/>
                    <a:gd name="T7" fmla="*/ 0 h 1"/>
                    <a:gd name="T8" fmla="*/ 4422 w 442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22" h="1">
                      <a:moveTo>
                        <a:pt x="0" y="1"/>
                      </a:moveTo>
                      <a:lnTo>
                        <a:pt x="4422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96" name="Line 124">
                  <a:extLst>
                    <a:ext uri="{FF2B5EF4-FFF2-40B4-BE49-F238E27FC236}">
                      <a16:creationId xmlns:a16="http://schemas.microsoft.com/office/drawing/2014/main" id="{76A7D9EB-63FB-48B9-851A-95CA813C55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9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97" name="Line 125">
                  <a:extLst>
                    <a:ext uri="{FF2B5EF4-FFF2-40B4-BE49-F238E27FC236}">
                      <a16:creationId xmlns:a16="http://schemas.microsoft.com/office/drawing/2014/main" id="{9288A6DC-93CC-439E-A3E2-6FDCF1B7CF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98" name="Line 126">
                  <a:extLst>
                    <a:ext uri="{FF2B5EF4-FFF2-40B4-BE49-F238E27FC236}">
                      <a16:creationId xmlns:a16="http://schemas.microsoft.com/office/drawing/2014/main" id="{C9C37417-E783-46BD-9306-55B310DC9E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4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099" name="Line 127">
                  <a:extLst>
                    <a:ext uri="{FF2B5EF4-FFF2-40B4-BE49-F238E27FC236}">
                      <a16:creationId xmlns:a16="http://schemas.microsoft.com/office/drawing/2014/main" id="{146F0B80-C44D-4CCE-9C06-FDDE758BFE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20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00" name="Line 128">
                  <a:extLst>
                    <a:ext uri="{FF2B5EF4-FFF2-40B4-BE49-F238E27FC236}">
                      <a16:creationId xmlns:a16="http://schemas.microsoft.com/office/drawing/2014/main" id="{AF400600-826C-4551-A3ED-EF86E8D951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96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01" name="Line 129">
                  <a:extLst>
                    <a:ext uri="{FF2B5EF4-FFF2-40B4-BE49-F238E27FC236}">
                      <a16:creationId xmlns:a16="http://schemas.microsoft.com/office/drawing/2014/main" id="{DA37DC6A-8D61-435D-B223-58EA4A659B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7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02" name="Line 130">
                  <a:extLst>
                    <a:ext uri="{FF2B5EF4-FFF2-40B4-BE49-F238E27FC236}">
                      <a16:creationId xmlns:a16="http://schemas.microsoft.com/office/drawing/2014/main" id="{9B7F5BDD-C6E6-4D9B-BD04-C9C65A8FC8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4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03" name="Line 131">
                  <a:extLst>
                    <a:ext uri="{FF2B5EF4-FFF2-40B4-BE49-F238E27FC236}">
                      <a16:creationId xmlns:a16="http://schemas.microsoft.com/office/drawing/2014/main" id="{4C197959-4545-4781-A985-7250037986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2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04" name="Freeform 132">
                  <a:extLst>
                    <a:ext uri="{FF2B5EF4-FFF2-40B4-BE49-F238E27FC236}">
                      <a16:creationId xmlns:a16="http://schemas.microsoft.com/office/drawing/2014/main" id="{2C0FD498-7F5F-4646-B4B6-630E1D20E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8" y="2056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  <a:gd name="T6" fmla="*/ 0 w 4418"/>
                    <a:gd name="T7" fmla="*/ 0 h 1"/>
                    <a:gd name="T8" fmla="*/ 4418 w 441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05" name="Line 133">
                  <a:extLst>
                    <a:ext uri="{FF2B5EF4-FFF2-40B4-BE49-F238E27FC236}">
                      <a16:creationId xmlns:a16="http://schemas.microsoft.com/office/drawing/2014/main" id="{952BAE31-C323-4A91-A081-CFD12E7976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9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06" name="Line 134">
                  <a:extLst>
                    <a:ext uri="{FF2B5EF4-FFF2-40B4-BE49-F238E27FC236}">
                      <a16:creationId xmlns:a16="http://schemas.microsoft.com/office/drawing/2014/main" id="{85DF2451-53BA-4A9A-AC8F-0D00CC2503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07" name="Line 135">
                  <a:extLst>
                    <a:ext uri="{FF2B5EF4-FFF2-40B4-BE49-F238E27FC236}">
                      <a16:creationId xmlns:a16="http://schemas.microsoft.com/office/drawing/2014/main" id="{8A07529F-B9D0-4D70-BE9B-E1D88BB75E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4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08" name="Line 136">
                  <a:extLst>
                    <a:ext uri="{FF2B5EF4-FFF2-40B4-BE49-F238E27FC236}">
                      <a16:creationId xmlns:a16="http://schemas.microsoft.com/office/drawing/2014/main" id="{6907A145-690A-41B5-B712-F0B547E558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20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09" name="Line 137">
                  <a:extLst>
                    <a:ext uri="{FF2B5EF4-FFF2-40B4-BE49-F238E27FC236}">
                      <a16:creationId xmlns:a16="http://schemas.microsoft.com/office/drawing/2014/main" id="{688FD811-89F5-4F63-8B98-8D463D912B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96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10" name="Line 138">
                  <a:extLst>
                    <a:ext uri="{FF2B5EF4-FFF2-40B4-BE49-F238E27FC236}">
                      <a16:creationId xmlns:a16="http://schemas.microsoft.com/office/drawing/2014/main" id="{5E16C7B1-D623-4E3E-B8ED-419FCB1EF9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7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11" name="Line 139">
                  <a:extLst>
                    <a:ext uri="{FF2B5EF4-FFF2-40B4-BE49-F238E27FC236}">
                      <a16:creationId xmlns:a16="http://schemas.microsoft.com/office/drawing/2014/main" id="{4564E9C3-5C15-489F-8011-90088268EB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4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12" name="Line 140">
                  <a:extLst>
                    <a:ext uri="{FF2B5EF4-FFF2-40B4-BE49-F238E27FC236}">
                      <a16:creationId xmlns:a16="http://schemas.microsoft.com/office/drawing/2014/main" id="{3FAE5CCB-C412-4221-8F07-4733748845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2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13" name="Freeform 141">
                  <a:extLst>
                    <a:ext uri="{FF2B5EF4-FFF2-40B4-BE49-F238E27FC236}">
                      <a16:creationId xmlns:a16="http://schemas.microsoft.com/office/drawing/2014/main" id="{3667CD3F-7D80-458D-9086-08B2DD3313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9" y="2879"/>
                  <a:ext cx="3860" cy="1"/>
                </a:xfrm>
                <a:custGeom>
                  <a:avLst/>
                  <a:gdLst>
                    <a:gd name="T0" fmla="*/ 0 w 3860"/>
                    <a:gd name="T1" fmla="*/ 1 h 1"/>
                    <a:gd name="T2" fmla="*/ 3860 w 3860"/>
                    <a:gd name="T3" fmla="*/ 0 h 1"/>
                    <a:gd name="T4" fmla="*/ 0 60000 65536"/>
                    <a:gd name="T5" fmla="*/ 0 60000 65536"/>
                    <a:gd name="T6" fmla="*/ 0 w 3860"/>
                    <a:gd name="T7" fmla="*/ 0 h 1"/>
                    <a:gd name="T8" fmla="*/ 3860 w 386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60" h="1">
                      <a:moveTo>
                        <a:pt x="0" y="1"/>
                      </a:moveTo>
                      <a:lnTo>
                        <a:pt x="386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14" name="Freeform 142">
                  <a:extLst>
                    <a:ext uri="{FF2B5EF4-FFF2-40B4-BE49-F238E27FC236}">
                      <a16:creationId xmlns:a16="http://schemas.microsoft.com/office/drawing/2014/main" id="{1F634750-6743-4490-B9D5-293F451EB4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2" y="3209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  <a:gd name="T6" fmla="*/ 0 w 4418"/>
                    <a:gd name="T7" fmla="*/ 0 h 1"/>
                    <a:gd name="T8" fmla="*/ 4418 w 441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15" name="Rectangle 143">
                  <a:extLst>
                    <a:ext uri="{FF2B5EF4-FFF2-40B4-BE49-F238E27FC236}">
                      <a16:creationId xmlns:a16="http://schemas.microsoft.com/office/drawing/2014/main" id="{7C17F248-9D49-42FE-ACBA-219F2F8B5F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16" name="Text Box 144">
                  <a:extLst>
                    <a:ext uri="{FF2B5EF4-FFF2-40B4-BE49-F238E27FC236}">
                      <a16:creationId xmlns:a16="http://schemas.microsoft.com/office/drawing/2014/main" id="{DCBDFCF9-9A65-45D6-97BB-D80DC547AD3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7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  <p:sp>
              <p:nvSpPr>
                <p:cNvPr id="39117" name="Freeform 145">
                  <a:extLst>
                    <a:ext uri="{FF2B5EF4-FFF2-40B4-BE49-F238E27FC236}">
                      <a16:creationId xmlns:a16="http://schemas.microsoft.com/office/drawing/2014/main" id="{EBFBD4CA-8816-4D80-B40F-1294B749D3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2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5"/>
                    <a:gd name="T13" fmla="*/ 0 h 1466"/>
                    <a:gd name="T14" fmla="*/ 145 w 145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18" name="Freeform 146">
                  <a:extLst>
                    <a:ext uri="{FF2B5EF4-FFF2-40B4-BE49-F238E27FC236}">
                      <a16:creationId xmlns:a16="http://schemas.microsoft.com/office/drawing/2014/main" id="{6245AF9C-026B-412F-8148-096D3CA3DF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3" y="1211"/>
                  <a:ext cx="169" cy="1469"/>
                </a:xfrm>
                <a:custGeom>
                  <a:avLst/>
                  <a:gdLst>
                    <a:gd name="T0" fmla="*/ 169 w 169"/>
                    <a:gd name="T1" fmla="*/ 1468 h 1469"/>
                    <a:gd name="T2" fmla="*/ 0 w 169"/>
                    <a:gd name="T3" fmla="*/ 1469 h 1469"/>
                    <a:gd name="T4" fmla="*/ 1 w 169"/>
                    <a:gd name="T5" fmla="*/ 0 h 1469"/>
                    <a:gd name="T6" fmla="*/ 105 w 16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69"/>
                    <a:gd name="T13" fmla="*/ 0 h 1469"/>
                    <a:gd name="T14" fmla="*/ 169 w 169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69" h="1469">
                      <a:moveTo>
                        <a:pt x="169" y="1468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5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19" name="Freeform 147">
                  <a:extLst>
                    <a:ext uri="{FF2B5EF4-FFF2-40B4-BE49-F238E27FC236}">
                      <a16:creationId xmlns:a16="http://schemas.microsoft.com/office/drawing/2014/main" id="{EA2E4C3D-AFE5-4E09-8190-AABCF15443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7" y="1211"/>
                  <a:ext cx="141" cy="1466"/>
                </a:xfrm>
                <a:custGeom>
                  <a:avLst/>
                  <a:gdLst>
                    <a:gd name="T0" fmla="*/ 38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1"/>
                    <a:gd name="T13" fmla="*/ 0 h 1466"/>
                    <a:gd name="T14" fmla="*/ 141 w 141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1" h="1466">
                      <a:moveTo>
                        <a:pt x="38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20" name="Freeform 148">
                  <a:extLst>
                    <a:ext uri="{FF2B5EF4-FFF2-40B4-BE49-F238E27FC236}">
                      <a16:creationId xmlns:a16="http://schemas.microsoft.com/office/drawing/2014/main" id="{2E63F27C-7EFE-4F8F-8C51-411628E052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8" y="1211"/>
                  <a:ext cx="155" cy="1467"/>
                </a:xfrm>
                <a:custGeom>
                  <a:avLst/>
                  <a:gdLst>
                    <a:gd name="T0" fmla="*/ 155 w 155"/>
                    <a:gd name="T1" fmla="*/ 1467 h 1467"/>
                    <a:gd name="T2" fmla="*/ 3 w 155"/>
                    <a:gd name="T3" fmla="*/ 1467 h 1467"/>
                    <a:gd name="T4" fmla="*/ 0 w 155"/>
                    <a:gd name="T5" fmla="*/ 1 h 1467"/>
                    <a:gd name="T6" fmla="*/ 89 w 155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5"/>
                    <a:gd name="T13" fmla="*/ 0 h 1467"/>
                    <a:gd name="T14" fmla="*/ 155 w 155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5" h="1467">
                      <a:moveTo>
                        <a:pt x="155" y="1467"/>
                      </a:moveTo>
                      <a:lnTo>
                        <a:pt x="3" y="1467"/>
                      </a:lnTo>
                      <a:lnTo>
                        <a:pt x="0" y="1"/>
                      </a:lnTo>
                      <a:lnTo>
                        <a:pt x="89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21" name="Freeform 149">
                  <a:extLst>
                    <a:ext uri="{FF2B5EF4-FFF2-40B4-BE49-F238E27FC236}">
                      <a16:creationId xmlns:a16="http://schemas.microsoft.com/office/drawing/2014/main" id="{F3E7C55C-B975-437F-8D91-90834D34F1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57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4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2"/>
                    <a:gd name="T13" fmla="*/ 0 h 1466"/>
                    <a:gd name="T14" fmla="*/ 142 w 142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4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22" name="Freeform 150">
                  <a:extLst>
                    <a:ext uri="{FF2B5EF4-FFF2-40B4-BE49-F238E27FC236}">
                      <a16:creationId xmlns:a16="http://schemas.microsoft.com/office/drawing/2014/main" id="{23638CD9-F2B1-473E-BF13-1A2942CC14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7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77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7"/>
                    <a:gd name="T14" fmla="*/ 152 w 152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77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23" name="Freeform 151">
                  <a:extLst>
                    <a:ext uri="{FF2B5EF4-FFF2-40B4-BE49-F238E27FC236}">
                      <a16:creationId xmlns:a16="http://schemas.microsoft.com/office/drawing/2014/main" id="{61C39AFA-C08F-4D1F-B29A-3975045780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0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5"/>
                    <a:gd name="T13" fmla="*/ 0 h 1466"/>
                    <a:gd name="T14" fmla="*/ 145 w 145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24" name="Freeform 152">
                  <a:extLst>
                    <a:ext uri="{FF2B5EF4-FFF2-40B4-BE49-F238E27FC236}">
                      <a16:creationId xmlns:a16="http://schemas.microsoft.com/office/drawing/2014/main" id="{7D1A8E2A-04D6-49D3-B483-A6871C6AF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1209"/>
                  <a:ext cx="155" cy="1469"/>
                </a:xfrm>
                <a:custGeom>
                  <a:avLst/>
                  <a:gdLst>
                    <a:gd name="T0" fmla="*/ 155 w 155"/>
                    <a:gd name="T1" fmla="*/ 1469 h 1469"/>
                    <a:gd name="T2" fmla="*/ 3 w 155"/>
                    <a:gd name="T3" fmla="*/ 1469 h 1469"/>
                    <a:gd name="T4" fmla="*/ 0 w 155"/>
                    <a:gd name="T5" fmla="*/ 0 h 1469"/>
                    <a:gd name="T6" fmla="*/ 103 w 155"/>
                    <a:gd name="T7" fmla="*/ 2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5"/>
                    <a:gd name="T13" fmla="*/ 0 h 1469"/>
                    <a:gd name="T14" fmla="*/ 155 w 155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5" h="1469">
                      <a:moveTo>
                        <a:pt x="155" y="1469"/>
                      </a:moveTo>
                      <a:lnTo>
                        <a:pt x="3" y="1469"/>
                      </a:lnTo>
                      <a:lnTo>
                        <a:pt x="0" y="0"/>
                      </a:lnTo>
                      <a:lnTo>
                        <a:pt x="103" y="2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25" name="Freeform 153">
                  <a:extLst>
                    <a:ext uri="{FF2B5EF4-FFF2-40B4-BE49-F238E27FC236}">
                      <a16:creationId xmlns:a16="http://schemas.microsoft.com/office/drawing/2014/main" id="{5F4AEF83-D47A-4379-8148-CA5D8711EB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10" y="1211"/>
                  <a:ext cx="141" cy="1466"/>
                </a:xfrm>
                <a:custGeom>
                  <a:avLst/>
                  <a:gdLst>
                    <a:gd name="T0" fmla="*/ 42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1"/>
                    <a:gd name="T13" fmla="*/ 0 h 1466"/>
                    <a:gd name="T14" fmla="*/ 141 w 141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1" h="1466">
                      <a:moveTo>
                        <a:pt x="42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26" name="Freeform 154">
                  <a:extLst>
                    <a:ext uri="{FF2B5EF4-FFF2-40B4-BE49-F238E27FC236}">
                      <a16:creationId xmlns:a16="http://schemas.microsoft.com/office/drawing/2014/main" id="{A9DEF120-899D-4050-84D0-69BF8F17F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9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103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7"/>
                    <a:gd name="T14" fmla="*/ 152 w 152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103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27" name="Freeform 155">
                  <a:extLst>
                    <a:ext uri="{FF2B5EF4-FFF2-40B4-BE49-F238E27FC236}">
                      <a16:creationId xmlns:a16="http://schemas.microsoft.com/office/drawing/2014/main" id="{E1FC04F5-A7AD-4C16-A67D-68E86D10A5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0" y="1211"/>
                  <a:ext cx="147" cy="1466"/>
                </a:xfrm>
                <a:custGeom>
                  <a:avLst/>
                  <a:gdLst>
                    <a:gd name="T0" fmla="*/ 51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7"/>
                    <a:gd name="T13" fmla="*/ 0 h 1466"/>
                    <a:gd name="T14" fmla="*/ 147 w 147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7" h="1466">
                      <a:moveTo>
                        <a:pt x="51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28" name="Freeform 156">
                  <a:extLst>
                    <a:ext uri="{FF2B5EF4-FFF2-40B4-BE49-F238E27FC236}">
                      <a16:creationId xmlns:a16="http://schemas.microsoft.com/office/drawing/2014/main" id="{407B555A-9554-4742-9B53-79765456A1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9" y="1211"/>
                  <a:ext cx="158" cy="1467"/>
                </a:xfrm>
                <a:custGeom>
                  <a:avLst/>
                  <a:gdLst>
                    <a:gd name="T0" fmla="*/ 158 w 158"/>
                    <a:gd name="T1" fmla="*/ 1467 h 1467"/>
                    <a:gd name="T2" fmla="*/ 0 w 158"/>
                    <a:gd name="T3" fmla="*/ 1467 h 1467"/>
                    <a:gd name="T4" fmla="*/ 0 w 158"/>
                    <a:gd name="T5" fmla="*/ 0 h 1467"/>
                    <a:gd name="T6" fmla="*/ 95 w 158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8"/>
                    <a:gd name="T13" fmla="*/ 0 h 1467"/>
                    <a:gd name="T14" fmla="*/ 158 w 158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8" h="1467">
                      <a:moveTo>
                        <a:pt x="158" y="1467"/>
                      </a:moveTo>
                      <a:lnTo>
                        <a:pt x="0" y="1467"/>
                      </a:lnTo>
                      <a:lnTo>
                        <a:pt x="0" y="0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29" name="Freeform 157">
                  <a:extLst>
                    <a:ext uri="{FF2B5EF4-FFF2-40B4-BE49-F238E27FC236}">
                      <a16:creationId xmlns:a16="http://schemas.microsoft.com/office/drawing/2014/main" id="{3A299C03-FB7B-40EA-BF3C-C38CBA58C9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61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2"/>
                    <a:gd name="T13" fmla="*/ 0 h 1466"/>
                    <a:gd name="T14" fmla="*/ 142 w 142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30" name="Freeform 158">
                  <a:extLst>
                    <a:ext uri="{FF2B5EF4-FFF2-40B4-BE49-F238E27FC236}">
                      <a16:creationId xmlns:a16="http://schemas.microsoft.com/office/drawing/2014/main" id="{B2B601C0-0B2A-4EB2-8990-E982BBBD6C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1211"/>
                  <a:ext cx="159" cy="1469"/>
                </a:xfrm>
                <a:custGeom>
                  <a:avLst/>
                  <a:gdLst>
                    <a:gd name="T0" fmla="*/ 159 w 159"/>
                    <a:gd name="T1" fmla="*/ 1467 h 1469"/>
                    <a:gd name="T2" fmla="*/ 0 w 159"/>
                    <a:gd name="T3" fmla="*/ 1469 h 1469"/>
                    <a:gd name="T4" fmla="*/ 1 w 159"/>
                    <a:gd name="T5" fmla="*/ 0 h 1469"/>
                    <a:gd name="T6" fmla="*/ 104 w 15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9"/>
                    <a:gd name="T13" fmla="*/ 0 h 1469"/>
                    <a:gd name="T14" fmla="*/ 159 w 159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9" h="1469">
                      <a:moveTo>
                        <a:pt x="159" y="1467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4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31" name="Freeform 159">
                  <a:extLst>
                    <a:ext uri="{FF2B5EF4-FFF2-40B4-BE49-F238E27FC236}">
                      <a16:creationId xmlns:a16="http://schemas.microsoft.com/office/drawing/2014/main" id="{F054E7A1-BBB0-44AC-A86B-D643CFFAF8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1211"/>
                  <a:ext cx="147" cy="1466"/>
                </a:xfrm>
                <a:custGeom>
                  <a:avLst/>
                  <a:gdLst>
                    <a:gd name="T0" fmla="*/ 47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7"/>
                    <a:gd name="T13" fmla="*/ 0 h 1466"/>
                    <a:gd name="T14" fmla="*/ 147 w 147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7" h="1466">
                      <a:moveTo>
                        <a:pt x="47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32" name="Freeform 160">
                  <a:extLst>
                    <a:ext uri="{FF2B5EF4-FFF2-40B4-BE49-F238E27FC236}">
                      <a16:creationId xmlns:a16="http://schemas.microsoft.com/office/drawing/2014/main" id="{B50D5ED3-FD19-4887-B40A-8E85A854EB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5" y="2738"/>
                  <a:ext cx="730" cy="660"/>
                </a:xfrm>
                <a:custGeom>
                  <a:avLst/>
                  <a:gdLst>
                    <a:gd name="T0" fmla="*/ 160 w 730"/>
                    <a:gd name="T1" fmla="*/ 4 h 660"/>
                    <a:gd name="T2" fmla="*/ 0 w 730"/>
                    <a:gd name="T3" fmla="*/ 3 h 660"/>
                    <a:gd name="T4" fmla="*/ 0 w 730"/>
                    <a:gd name="T5" fmla="*/ 660 h 660"/>
                    <a:gd name="T6" fmla="*/ 558 w 730"/>
                    <a:gd name="T7" fmla="*/ 657 h 660"/>
                    <a:gd name="T8" fmla="*/ 558 w 730"/>
                    <a:gd name="T9" fmla="*/ 0 h 660"/>
                    <a:gd name="T10" fmla="*/ 730 w 730"/>
                    <a:gd name="T11" fmla="*/ 1 h 66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30"/>
                    <a:gd name="T19" fmla="*/ 0 h 660"/>
                    <a:gd name="T20" fmla="*/ 730 w 730"/>
                    <a:gd name="T21" fmla="*/ 660 h 66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30" h="660">
                      <a:moveTo>
                        <a:pt x="160" y="4"/>
                      </a:moveTo>
                      <a:lnTo>
                        <a:pt x="0" y="3"/>
                      </a:lnTo>
                      <a:lnTo>
                        <a:pt x="0" y="660"/>
                      </a:lnTo>
                      <a:lnTo>
                        <a:pt x="558" y="657"/>
                      </a:lnTo>
                      <a:lnTo>
                        <a:pt x="558" y="0"/>
                      </a:lnTo>
                      <a:lnTo>
                        <a:pt x="730" y="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33" name="Freeform 161">
                  <a:extLst>
                    <a:ext uri="{FF2B5EF4-FFF2-40B4-BE49-F238E27FC236}">
                      <a16:creationId xmlns:a16="http://schemas.microsoft.com/office/drawing/2014/main" id="{4CA16092-8DF7-468C-BBD2-58A651A9B1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7" y="2744"/>
                  <a:ext cx="729" cy="658"/>
                </a:xfrm>
                <a:custGeom>
                  <a:avLst/>
                  <a:gdLst>
                    <a:gd name="T0" fmla="*/ 153 w 729"/>
                    <a:gd name="T1" fmla="*/ 0 h 658"/>
                    <a:gd name="T2" fmla="*/ 0 w 729"/>
                    <a:gd name="T3" fmla="*/ 0 h 658"/>
                    <a:gd name="T4" fmla="*/ 0 w 729"/>
                    <a:gd name="T5" fmla="*/ 657 h 658"/>
                    <a:gd name="T6" fmla="*/ 583 w 729"/>
                    <a:gd name="T7" fmla="*/ 658 h 658"/>
                    <a:gd name="T8" fmla="*/ 582 w 729"/>
                    <a:gd name="T9" fmla="*/ 3 h 658"/>
                    <a:gd name="T10" fmla="*/ 729 w 729"/>
                    <a:gd name="T11" fmla="*/ 3 h 6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8"/>
                    <a:gd name="T20" fmla="*/ 729 w 729"/>
                    <a:gd name="T21" fmla="*/ 658 h 65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8">
                      <a:moveTo>
                        <a:pt x="153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83" y="658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34" name="Freeform 162">
                  <a:extLst>
                    <a:ext uri="{FF2B5EF4-FFF2-40B4-BE49-F238E27FC236}">
                      <a16:creationId xmlns:a16="http://schemas.microsoft.com/office/drawing/2014/main" id="{AAD4BF77-DD87-4095-8FAA-7DE453C45A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6" y="2744"/>
                  <a:ext cx="729" cy="657"/>
                </a:xfrm>
                <a:custGeom>
                  <a:avLst/>
                  <a:gdLst>
                    <a:gd name="T0" fmla="*/ 158 w 729"/>
                    <a:gd name="T1" fmla="*/ 0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7"/>
                    <a:gd name="T20" fmla="*/ 729 w 729"/>
                    <a:gd name="T21" fmla="*/ 657 h 6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7">
                      <a:moveTo>
                        <a:pt x="158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35" name="Freeform 163">
                  <a:extLst>
                    <a:ext uri="{FF2B5EF4-FFF2-40B4-BE49-F238E27FC236}">
                      <a16:creationId xmlns:a16="http://schemas.microsoft.com/office/drawing/2014/main" id="{A7AB70E1-4BBA-4AA6-A853-276880B465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2744"/>
                  <a:ext cx="729" cy="657"/>
                </a:xfrm>
                <a:custGeom>
                  <a:avLst/>
                  <a:gdLst>
                    <a:gd name="T0" fmla="*/ 161 w 729"/>
                    <a:gd name="T1" fmla="*/ 2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7"/>
                    <a:gd name="T20" fmla="*/ 729 w 729"/>
                    <a:gd name="T21" fmla="*/ 657 h 6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7">
                      <a:moveTo>
                        <a:pt x="161" y="2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36" name="Freeform 164">
                  <a:extLst>
                    <a:ext uri="{FF2B5EF4-FFF2-40B4-BE49-F238E27FC236}">
                      <a16:creationId xmlns:a16="http://schemas.microsoft.com/office/drawing/2014/main" id="{4DDBCF5B-62F0-4ECD-A7B8-FCBE7A4D1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0" y="2735"/>
                  <a:ext cx="708" cy="571"/>
                </a:xfrm>
                <a:custGeom>
                  <a:avLst/>
                  <a:gdLst>
                    <a:gd name="T0" fmla="*/ 0 w 708"/>
                    <a:gd name="T1" fmla="*/ 0 h 571"/>
                    <a:gd name="T2" fmla="*/ 132 w 708"/>
                    <a:gd name="T3" fmla="*/ 0 h 571"/>
                    <a:gd name="T4" fmla="*/ 133 w 708"/>
                    <a:gd name="T5" fmla="*/ 571 h 571"/>
                    <a:gd name="T6" fmla="*/ 708 w 708"/>
                    <a:gd name="T7" fmla="*/ 570 h 571"/>
                    <a:gd name="T8" fmla="*/ 708 w 708"/>
                    <a:gd name="T9" fmla="*/ 9 h 571"/>
                    <a:gd name="T10" fmla="*/ 573 w 708"/>
                    <a:gd name="T11" fmla="*/ 9 h 57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08"/>
                    <a:gd name="T19" fmla="*/ 0 h 571"/>
                    <a:gd name="T20" fmla="*/ 708 w 708"/>
                    <a:gd name="T21" fmla="*/ 571 h 57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08" h="571">
                      <a:moveTo>
                        <a:pt x="0" y="0"/>
                      </a:moveTo>
                      <a:lnTo>
                        <a:pt x="132" y="0"/>
                      </a:lnTo>
                      <a:lnTo>
                        <a:pt x="133" y="571"/>
                      </a:lnTo>
                      <a:lnTo>
                        <a:pt x="708" y="570"/>
                      </a:lnTo>
                      <a:lnTo>
                        <a:pt x="708" y="9"/>
                      </a:lnTo>
                      <a:lnTo>
                        <a:pt x="573" y="9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37" name="Freeform 165">
                  <a:extLst>
                    <a:ext uri="{FF2B5EF4-FFF2-40B4-BE49-F238E27FC236}">
                      <a16:creationId xmlns:a16="http://schemas.microsoft.com/office/drawing/2014/main" id="{F95B2A4E-E478-4C6C-8169-9875419E9A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52" y="2735"/>
                  <a:ext cx="726" cy="567"/>
                </a:xfrm>
                <a:custGeom>
                  <a:avLst/>
                  <a:gdLst>
                    <a:gd name="T0" fmla="*/ 0 w 726"/>
                    <a:gd name="T1" fmla="*/ 0 h 567"/>
                    <a:gd name="T2" fmla="*/ 148 w 726"/>
                    <a:gd name="T3" fmla="*/ 1 h 567"/>
                    <a:gd name="T4" fmla="*/ 147 w 726"/>
                    <a:gd name="T5" fmla="*/ 567 h 567"/>
                    <a:gd name="T6" fmla="*/ 726 w 726"/>
                    <a:gd name="T7" fmla="*/ 567 h 567"/>
                    <a:gd name="T8" fmla="*/ 726 w 726"/>
                    <a:gd name="T9" fmla="*/ 6 h 567"/>
                    <a:gd name="T10" fmla="*/ 579 w 726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6"/>
                    <a:gd name="T19" fmla="*/ 0 h 567"/>
                    <a:gd name="T20" fmla="*/ 726 w 726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6" h="567">
                      <a:moveTo>
                        <a:pt x="0" y="0"/>
                      </a:moveTo>
                      <a:lnTo>
                        <a:pt x="148" y="1"/>
                      </a:lnTo>
                      <a:lnTo>
                        <a:pt x="147" y="567"/>
                      </a:lnTo>
                      <a:lnTo>
                        <a:pt x="726" y="567"/>
                      </a:lnTo>
                      <a:lnTo>
                        <a:pt x="726" y="6"/>
                      </a:lnTo>
                      <a:lnTo>
                        <a:pt x="579" y="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38" name="Freeform 166">
                  <a:extLst>
                    <a:ext uri="{FF2B5EF4-FFF2-40B4-BE49-F238E27FC236}">
                      <a16:creationId xmlns:a16="http://schemas.microsoft.com/office/drawing/2014/main" id="{D2477760-032D-428C-820C-776F2B146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04" y="2738"/>
                  <a:ext cx="714" cy="567"/>
                </a:xfrm>
                <a:custGeom>
                  <a:avLst/>
                  <a:gdLst>
                    <a:gd name="T0" fmla="*/ 0 w 714"/>
                    <a:gd name="T1" fmla="*/ 0 h 567"/>
                    <a:gd name="T2" fmla="*/ 136 w 714"/>
                    <a:gd name="T3" fmla="*/ 1 h 567"/>
                    <a:gd name="T4" fmla="*/ 135 w 714"/>
                    <a:gd name="T5" fmla="*/ 567 h 567"/>
                    <a:gd name="T6" fmla="*/ 714 w 714"/>
                    <a:gd name="T7" fmla="*/ 567 h 567"/>
                    <a:gd name="T8" fmla="*/ 714 w 714"/>
                    <a:gd name="T9" fmla="*/ 6 h 567"/>
                    <a:gd name="T10" fmla="*/ 576 w 714"/>
                    <a:gd name="T11" fmla="*/ 5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14"/>
                    <a:gd name="T19" fmla="*/ 0 h 567"/>
                    <a:gd name="T20" fmla="*/ 714 w 714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14" h="567">
                      <a:moveTo>
                        <a:pt x="0" y="0"/>
                      </a:moveTo>
                      <a:lnTo>
                        <a:pt x="136" y="1"/>
                      </a:lnTo>
                      <a:lnTo>
                        <a:pt x="135" y="567"/>
                      </a:lnTo>
                      <a:lnTo>
                        <a:pt x="714" y="567"/>
                      </a:lnTo>
                      <a:lnTo>
                        <a:pt x="714" y="6"/>
                      </a:lnTo>
                      <a:lnTo>
                        <a:pt x="576" y="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39" name="Freeform 167">
                  <a:extLst>
                    <a:ext uri="{FF2B5EF4-FFF2-40B4-BE49-F238E27FC236}">
                      <a16:creationId xmlns:a16="http://schemas.microsoft.com/office/drawing/2014/main" id="{25C1C4C6-1FFA-4C5C-8168-90CF60D9DE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59" y="2738"/>
                  <a:ext cx="711" cy="567"/>
                </a:xfrm>
                <a:custGeom>
                  <a:avLst/>
                  <a:gdLst>
                    <a:gd name="T0" fmla="*/ 0 w 711"/>
                    <a:gd name="T1" fmla="*/ 0 h 567"/>
                    <a:gd name="T2" fmla="*/ 130 w 711"/>
                    <a:gd name="T3" fmla="*/ 1 h 567"/>
                    <a:gd name="T4" fmla="*/ 132 w 711"/>
                    <a:gd name="T5" fmla="*/ 567 h 567"/>
                    <a:gd name="T6" fmla="*/ 711 w 711"/>
                    <a:gd name="T7" fmla="*/ 567 h 567"/>
                    <a:gd name="T8" fmla="*/ 711 w 711"/>
                    <a:gd name="T9" fmla="*/ 6 h 567"/>
                    <a:gd name="T10" fmla="*/ 564 w 711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11"/>
                    <a:gd name="T19" fmla="*/ 0 h 567"/>
                    <a:gd name="T20" fmla="*/ 711 w 711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11" h="567">
                      <a:moveTo>
                        <a:pt x="0" y="0"/>
                      </a:moveTo>
                      <a:lnTo>
                        <a:pt x="130" y="1"/>
                      </a:lnTo>
                      <a:lnTo>
                        <a:pt x="132" y="567"/>
                      </a:lnTo>
                      <a:lnTo>
                        <a:pt x="711" y="567"/>
                      </a:lnTo>
                      <a:lnTo>
                        <a:pt x="711" y="6"/>
                      </a:lnTo>
                      <a:lnTo>
                        <a:pt x="564" y="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40" name="Freeform 168">
                  <a:extLst>
                    <a:ext uri="{FF2B5EF4-FFF2-40B4-BE49-F238E27FC236}">
                      <a16:creationId xmlns:a16="http://schemas.microsoft.com/office/drawing/2014/main" id="{6FD1D981-52DB-4AF7-B053-61D822BEAC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2" y="3398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41" name="Freeform 169">
                  <a:extLst>
                    <a:ext uri="{FF2B5EF4-FFF2-40B4-BE49-F238E27FC236}">
                      <a16:creationId xmlns:a16="http://schemas.microsoft.com/office/drawing/2014/main" id="{D581C1F4-BEA5-4FDD-B9DA-8C1ACF7D72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1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42" name="Freeform 170">
                  <a:extLst>
                    <a:ext uri="{FF2B5EF4-FFF2-40B4-BE49-F238E27FC236}">
                      <a16:creationId xmlns:a16="http://schemas.microsoft.com/office/drawing/2014/main" id="{5907B0FC-1838-43AE-9A89-FA843087F7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3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43" name="Freeform 171">
                  <a:extLst>
                    <a:ext uri="{FF2B5EF4-FFF2-40B4-BE49-F238E27FC236}">
                      <a16:creationId xmlns:a16="http://schemas.microsoft.com/office/drawing/2014/main" id="{3A88D527-0D82-421D-860E-CB71B192D0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95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44" name="Freeform 172">
                  <a:extLst>
                    <a:ext uri="{FF2B5EF4-FFF2-40B4-BE49-F238E27FC236}">
                      <a16:creationId xmlns:a16="http://schemas.microsoft.com/office/drawing/2014/main" id="{67218B81-C028-42A9-AEF3-AEAF7E5C62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6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45" name="Freeform 173">
                  <a:extLst>
                    <a:ext uri="{FF2B5EF4-FFF2-40B4-BE49-F238E27FC236}">
                      <a16:creationId xmlns:a16="http://schemas.microsoft.com/office/drawing/2014/main" id="{3E1D5CC3-522E-49E2-A31B-BAC1969F3B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4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46" name="Freeform 174">
                  <a:extLst>
                    <a:ext uri="{FF2B5EF4-FFF2-40B4-BE49-F238E27FC236}">
                      <a16:creationId xmlns:a16="http://schemas.microsoft.com/office/drawing/2014/main" id="{B0B547D9-2BAE-464E-AAA8-07DB9E8049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2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47" name="Freeform 175">
                  <a:extLst>
                    <a:ext uri="{FF2B5EF4-FFF2-40B4-BE49-F238E27FC236}">
                      <a16:creationId xmlns:a16="http://schemas.microsoft.com/office/drawing/2014/main" id="{4A48AACC-51F2-479C-AB2B-2CDB00AF4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48" name="Freeform 176">
                  <a:extLst>
                    <a:ext uri="{FF2B5EF4-FFF2-40B4-BE49-F238E27FC236}">
                      <a16:creationId xmlns:a16="http://schemas.microsoft.com/office/drawing/2014/main" id="{C4545879-F446-4B58-B571-6989979D9B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6" y="4025"/>
                  <a:ext cx="4317" cy="1"/>
                </a:xfrm>
                <a:custGeom>
                  <a:avLst/>
                  <a:gdLst>
                    <a:gd name="T0" fmla="*/ 0 w 4317"/>
                    <a:gd name="T1" fmla="*/ 0 h 1"/>
                    <a:gd name="T2" fmla="*/ 4317 w 4317"/>
                    <a:gd name="T3" fmla="*/ 0 h 1"/>
                    <a:gd name="T4" fmla="*/ 0 60000 65536"/>
                    <a:gd name="T5" fmla="*/ 0 60000 65536"/>
                    <a:gd name="T6" fmla="*/ 0 w 4317"/>
                    <a:gd name="T7" fmla="*/ 0 h 1"/>
                    <a:gd name="T8" fmla="*/ 4317 w 431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317" h="1">
                      <a:moveTo>
                        <a:pt x="0" y="0"/>
                      </a:moveTo>
                      <a:lnTo>
                        <a:pt x="4317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49" name="Freeform 177">
                  <a:extLst>
                    <a:ext uri="{FF2B5EF4-FFF2-40B4-BE49-F238E27FC236}">
                      <a16:creationId xmlns:a16="http://schemas.microsoft.com/office/drawing/2014/main" id="{B2FE96EF-9655-4B8B-9A52-A18BB161F0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6" y="4121"/>
                  <a:ext cx="3837" cy="1"/>
                </a:xfrm>
                <a:custGeom>
                  <a:avLst/>
                  <a:gdLst>
                    <a:gd name="T0" fmla="*/ 0 w 3837"/>
                    <a:gd name="T1" fmla="*/ 0 h 1"/>
                    <a:gd name="T2" fmla="*/ 3837 w 3837"/>
                    <a:gd name="T3" fmla="*/ 0 h 1"/>
                    <a:gd name="T4" fmla="*/ 0 60000 65536"/>
                    <a:gd name="T5" fmla="*/ 0 60000 65536"/>
                    <a:gd name="T6" fmla="*/ 0 w 3837"/>
                    <a:gd name="T7" fmla="*/ 0 h 1"/>
                    <a:gd name="T8" fmla="*/ 3837 w 383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37" h="1">
                      <a:moveTo>
                        <a:pt x="0" y="0"/>
                      </a:moveTo>
                      <a:lnTo>
                        <a:pt x="3837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50" name="Freeform 178">
                  <a:extLst>
                    <a:ext uri="{FF2B5EF4-FFF2-40B4-BE49-F238E27FC236}">
                      <a16:creationId xmlns:a16="http://schemas.microsoft.com/office/drawing/2014/main" id="{E1BD775E-55F2-4ED8-8E04-BBC4FE4AC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2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51" name="Freeform 179">
                  <a:extLst>
                    <a:ext uri="{FF2B5EF4-FFF2-40B4-BE49-F238E27FC236}">
                      <a16:creationId xmlns:a16="http://schemas.microsoft.com/office/drawing/2014/main" id="{ADDE2E29-D6AE-4376-ADC6-A4ECF5301F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1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52" name="Freeform 180">
                  <a:extLst>
                    <a:ext uri="{FF2B5EF4-FFF2-40B4-BE49-F238E27FC236}">
                      <a16:creationId xmlns:a16="http://schemas.microsoft.com/office/drawing/2014/main" id="{F3B48A28-77A3-4B24-997E-6FDE45759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3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53" name="Freeform 181">
                  <a:extLst>
                    <a:ext uri="{FF2B5EF4-FFF2-40B4-BE49-F238E27FC236}">
                      <a16:creationId xmlns:a16="http://schemas.microsoft.com/office/drawing/2014/main" id="{0F8537A0-B569-415A-880D-D1741C20A5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91" y="3881"/>
                  <a:ext cx="4" cy="247"/>
                </a:xfrm>
                <a:custGeom>
                  <a:avLst/>
                  <a:gdLst>
                    <a:gd name="T0" fmla="*/ 4 w 4"/>
                    <a:gd name="T1" fmla="*/ 0 h 247"/>
                    <a:gd name="T2" fmla="*/ 0 w 4"/>
                    <a:gd name="T3" fmla="*/ 247 h 247"/>
                    <a:gd name="T4" fmla="*/ 0 60000 65536"/>
                    <a:gd name="T5" fmla="*/ 0 60000 65536"/>
                    <a:gd name="T6" fmla="*/ 0 w 4"/>
                    <a:gd name="T7" fmla="*/ 0 h 247"/>
                    <a:gd name="T8" fmla="*/ 4 w 4"/>
                    <a:gd name="T9" fmla="*/ 247 h 247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" h="247">
                      <a:moveTo>
                        <a:pt x="4" y="0"/>
                      </a:moveTo>
                      <a:lnTo>
                        <a:pt x="0" y="247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54" name="Freeform 182">
                  <a:extLst>
                    <a:ext uri="{FF2B5EF4-FFF2-40B4-BE49-F238E27FC236}">
                      <a16:creationId xmlns:a16="http://schemas.microsoft.com/office/drawing/2014/main" id="{7D4FB697-BA7A-4F89-B299-01E10EFFB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7" y="3881"/>
                  <a:ext cx="1" cy="151"/>
                </a:xfrm>
                <a:custGeom>
                  <a:avLst/>
                  <a:gdLst>
                    <a:gd name="T0" fmla="*/ 0 w 1"/>
                    <a:gd name="T1" fmla="*/ 0 h 151"/>
                    <a:gd name="T2" fmla="*/ 0 w 1"/>
                    <a:gd name="T3" fmla="*/ 151 h 151"/>
                    <a:gd name="T4" fmla="*/ 0 60000 65536"/>
                    <a:gd name="T5" fmla="*/ 0 60000 65536"/>
                    <a:gd name="T6" fmla="*/ 0 w 1"/>
                    <a:gd name="T7" fmla="*/ 0 h 151"/>
                    <a:gd name="T8" fmla="*/ 1 w 1"/>
                    <a:gd name="T9" fmla="*/ 151 h 15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1">
                      <a:moveTo>
                        <a:pt x="0" y="0"/>
                      </a:moveTo>
                      <a:lnTo>
                        <a:pt x="0" y="15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55" name="Line 183">
                  <a:extLst>
                    <a:ext uri="{FF2B5EF4-FFF2-40B4-BE49-F238E27FC236}">
                      <a16:creationId xmlns:a16="http://schemas.microsoft.com/office/drawing/2014/main" id="{F6DF549F-9B5B-42D1-B190-2765653B8C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24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56" name="Line 184">
                  <a:extLst>
                    <a:ext uri="{FF2B5EF4-FFF2-40B4-BE49-F238E27FC236}">
                      <a16:creationId xmlns:a16="http://schemas.microsoft.com/office/drawing/2014/main" id="{A5C96C32-30B4-480E-AC8F-D47A8C1589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73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57" name="Line 185">
                  <a:extLst>
                    <a:ext uri="{FF2B5EF4-FFF2-40B4-BE49-F238E27FC236}">
                      <a16:creationId xmlns:a16="http://schemas.microsoft.com/office/drawing/2014/main" id="{02DFCC47-950A-4968-8729-DB3A728E08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20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58" name="Rectangle 186">
                  <a:extLst>
                    <a:ext uri="{FF2B5EF4-FFF2-40B4-BE49-F238E27FC236}">
                      <a16:creationId xmlns:a16="http://schemas.microsoft.com/office/drawing/2014/main" id="{FE78C545-A766-46E6-8E09-23C4D987EC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7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59" name="Text Box 187">
                  <a:extLst>
                    <a:ext uri="{FF2B5EF4-FFF2-40B4-BE49-F238E27FC236}">
                      <a16:creationId xmlns:a16="http://schemas.microsoft.com/office/drawing/2014/main" id="{7C11C87B-03DD-4B49-B562-260093A063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48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  <p:sp>
              <p:nvSpPr>
                <p:cNvPr id="39160" name="Rectangle 188">
                  <a:extLst>
                    <a:ext uri="{FF2B5EF4-FFF2-40B4-BE49-F238E27FC236}">
                      <a16:creationId xmlns:a16="http://schemas.microsoft.com/office/drawing/2014/main" id="{9850BC82-8FD7-4627-B429-C77ABA9F3C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69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61" name="Text Box 189">
                  <a:extLst>
                    <a:ext uri="{FF2B5EF4-FFF2-40B4-BE49-F238E27FC236}">
                      <a16:creationId xmlns:a16="http://schemas.microsoft.com/office/drawing/2014/main" id="{800528E8-400A-421E-9B1D-EF0C7AB02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00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  <p:sp>
              <p:nvSpPr>
                <p:cNvPr id="39162" name="Rectangle 190">
                  <a:extLst>
                    <a:ext uri="{FF2B5EF4-FFF2-40B4-BE49-F238E27FC236}">
                      <a16:creationId xmlns:a16="http://schemas.microsoft.com/office/drawing/2014/main" id="{7E8A9904-4CE5-4C09-9667-15B9D26705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63" name="Text Box 191">
                  <a:extLst>
                    <a:ext uri="{FF2B5EF4-FFF2-40B4-BE49-F238E27FC236}">
                      <a16:creationId xmlns:a16="http://schemas.microsoft.com/office/drawing/2014/main" id="{58A07884-86D4-4B49-989D-C3F5FEE32E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65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  <p:sp>
              <p:nvSpPr>
                <p:cNvPr id="39164" name="Line 192">
                  <a:extLst>
                    <a:ext uri="{FF2B5EF4-FFF2-40B4-BE49-F238E27FC236}">
                      <a16:creationId xmlns:a16="http://schemas.microsoft.com/office/drawing/2014/main" id="{36D01F81-A186-416C-8FFE-0E4A5F7CDD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65" name="Line 193">
                  <a:extLst>
                    <a:ext uri="{FF2B5EF4-FFF2-40B4-BE49-F238E27FC236}">
                      <a16:creationId xmlns:a16="http://schemas.microsoft.com/office/drawing/2014/main" id="{0CE31445-03F6-4001-A18F-20AD046937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66" name="Line 194">
                  <a:extLst>
                    <a:ext uri="{FF2B5EF4-FFF2-40B4-BE49-F238E27FC236}">
                      <a16:creationId xmlns:a16="http://schemas.microsoft.com/office/drawing/2014/main" id="{30C1231E-D951-4D0C-AFF4-7C83BC68A0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67" name="Line 195">
                  <a:extLst>
                    <a:ext uri="{FF2B5EF4-FFF2-40B4-BE49-F238E27FC236}">
                      <a16:creationId xmlns:a16="http://schemas.microsoft.com/office/drawing/2014/main" id="{EE6F8283-70BD-4F0B-9ED2-2648FF65F7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68" name="Freeform 196">
                  <a:extLst>
                    <a:ext uri="{FF2B5EF4-FFF2-40B4-BE49-F238E27FC236}">
                      <a16:creationId xmlns:a16="http://schemas.microsoft.com/office/drawing/2014/main" id="{DAE0208C-BC5F-4722-8207-DAECC32BBF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3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2695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69" name="Freeform 197">
                  <a:extLst>
                    <a:ext uri="{FF2B5EF4-FFF2-40B4-BE49-F238E27FC236}">
                      <a16:creationId xmlns:a16="http://schemas.microsoft.com/office/drawing/2014/main" id="{55D46240-91AC-488F-809E-BA60024C34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5" y="2691"/>
                  <a:ext cx="1" cy="525"/>
                </a:xfrm>
                <a:custGeom>
                  <a:avLst/>
                  <a:gdLst>
                    <a:gd name="T0" fmla="*/ 0 w 1"/>
                    <a:gd name="T1" fmla="*/ 0 h 525"/>
                    <a:gd name="T2" fmla="*/ 0 w 1"/>
                    <a:gd name="T3" fmla="*/ 525 h 525"/>
                    <a:gd name="T4" fmla="*/ 0 60000 65536"/>
                    <a:gd name="T5" fmla="*/ 0 60000 65536"/>
                    <a:gd name="T6" fmla="*/ 0 w 1"/>
                    <a:gd name="T7" fmla="*/ 0 h 525"/>
                    <a:gd name="T8" fmla="*/ 1 w 1"/>
                    <a:gd name="T9" fmla="*/ 525 h 52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525">
                      <a:moveTo>
                        <a:pt x="0" y="0"/>
                      </a:moveTo>
                      <a:lnTo>
                        <a:pt x="0" y="52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70" name="Freeform 198">
                  <a:extLst>
                    <a:ext uri="{FF2B5EF4-FFF2-40B4-BE49-F238E27FC236}">
                      <a16:creationId xmlns:a16="http://schemas.microsoft.com/office/drawing/2014/main" id="{4E12B820-B92B-4140-ADAC-D4683D40EE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5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2695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71" name="Text Box 199">
                  <a:extLst>
                    <a:ext uri="{FF2B5EF4-FFF2-40B4-BE49-F238E27FC236}">
                      <a16:creationId xmlns:a16="http://schemas.microsoft.com/office/drawing/2014/main" id="{4B069D39-4B46-487C-8875-B0B109A1D6C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193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172" name="Text Box 200">
                  <a:extLst>
                    <a:ext uri="{FF2B5EF4-FFF2-40B4-BE49-F238E27FC236}">
                      <a16:creationId xmlns:a16="http://schemas.microsoft.com/office/drawing/2014/main" id="{A9316D86-BD39-4D9B-A1B2-FDC448B804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769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173" name="Text Box 201">
                  <a:extLst>
                    <a:ext uri="{FF2B5EF4-FFF2-40B4-BE49-F238E27FC236}">
                      <a16:creationId xmlns:a16="http://schemas.microsoft.com/office/drawing/2014/main" id="{1C151FEA-4342-418F-86FA-ACA245E20E2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345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174" name="Text Box 202">
                  <a:extLst>
                    <a:ext uri="{FF2B5EF4-FFF2-40B4-BE49-F238E27FC236}">
                      <a16:creationId xmlns:a16="http://schemas.microsoft.com/office/drawing/2014/main" id="{F26F2B6D-EE70-4F7D-ACAA-F8BAC4B3401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921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175" name="Text Box 203">
                  <a:extLst>
                    <a:ext uri="{FF2B5EF4-FFF2-40B4-BE49-F238E27FC236}">
                      <a16:creationId xmlns:a16="http://schemas.microsoft.com/office/drawing/2014/main" id="{8E372252-4E35-49CE-B7A9-45E0696FB65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3496" y="162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176" name="Text Box 204">
                  <a:extLst>
                    <a:ext uri="{FF2B5EF4-FFF2-40B4-BE49-F238E27FC236}">
                      <a16:creationId xmlns:a16="http://schemas.microsoft.com/office/drawing/2014/main" id="{8E43F618-E82B-49ED-91CE-4F77D808905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073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177" name="Text Box 205">
                  <a:extLst>
                    <a:ext uri="{FF2B5EF4-FFF2-40B4-BE49-F238E27FC236}">
                      <a16:creationId xmlns:a16="http://schemas.microsoft.com/office/drawing/2014/main" id="{F0B742DB-F194-4302-A336-F96E7C5A40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649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178" name="Text Box 206">
                  <a:extLst>
                    <a:ext uri="{FF2B5EF4-FFF2-40B4-BE49-F238E27FC236}">
                      <a16:creationId xmlns:a16="http://schemas.microsoft.com/office/drawing/2014/main" id="{9B0ECADD-1C76-4AA5-9573-40469CE9BB8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5244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179" name="Text Box 207">
                  <a:extLst>
                    <a:ext uri="{FF2B5EF4-FFF2-40B4-BE49-F238E27FC236}">
                      <a16:creationId xmlns:a16="http://schemas.microsoft.com/office/drawing/2014/main" id="{07681E71-2F23-4494-8AFA-F506AA406A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0" y="791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180" name="Text Box 208">
                  <a:extLst>
                    <a:ext uri="{FF2B5EF4-FFF2-40B4-BE49-F238E27FC236}">
                      <a16:creationId xmlns:a16="http://schemas.microsoft.com/office/drawing/2014/main" id="{7178D64F-0781-4687-97B3-2C078E6A76B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0" y="1383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9181" name="Text Box 209">
                  <a:extLst>
                    <a:ext uri="{FF2B5EF4-FFF2-40B4-BE49-F238E27FC236}">
                      <a16:creationId xmlns:a16="http://schemas.microsoft.com/office/drawing/2014/main" id="{1856022E-8E42-4060-ACCA-1145068AB4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4" y="19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39182" name="Line 210">
                  <a:extLst>
                    <a:ext uri="{FF2B5EF4-FFF2-40B4-BE49-F238E27FC236}">
                      <a16:creationId xmlns:a16="http://schemas.microsoft.com/office/drawing/2014/main" id="{334C85B8-1C9D-4161-9C0D-DDB31063DF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2" y="2537"/>
                  <a:ext cx="5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183" name="Text Box 211">
                  <a:extLst>
                    <a:ext uri="{FF2B5EF4-FFF2-40B4-BE49-F238E27FC236}">
                      <a16:creationId xmlns:a16="http://schemas.microsoft.com/office/drawing/2014/main" id="{376630F9-491C-4E9B-9580-A33B202A11F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0" y="2727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184" name="Text Box 212">
                  <a:extLst>
                    <a:ext uri="{FF2B5EF4-FFF2-40B4-BE49-F238E27FC236}">
                      <a16:creationId xmlns:a16="http://schemas.microsoft.com/office/drawing/2014/main" id="{D2CAD996-4389-4D35-AF43-85EBCD5DD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4" y="31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39185" name="Text Box 213">
                  <a:extLst>
                    <a:ext uri="{FF2B5EF4-FFF2-40B4-BE49-F238E27FC236}">
                      <a16:creationId xmlns:a16="http://schemas.microsoft.com/office/drawing/2014/main" id="{0698D72F-A916-4AF9-BDA4-71A57C0457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186" name="Text Box 214">
                  <a:extLst>
                    <a:ext uri="{FF2B5EF4-FFF2-40B4-BE49-F238E27FC236}">
                      <a16:creationId xmlns:a16="http://schemas.microsoft.com/office/drawing/2014/main" id="{FE680CD1-E595-485D-8DE6-66494A0B5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2876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39187" name="Text Box 215">
                  <a:extLst>
                    <a:ext uri="{FF2B5EF4-FFF2-40B4-BE49-F238E27FC236}">
                      <a16:creationId xmlns:a16="http://schemas.microsoft.com/office/drawing/2014/main" id="{C61D100C-D65B-48D2-8D3D-90B992D9714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" y="101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行</a:t>
                  </a:r>
                </a:p>
              </p:txBody>
            </p:sp>
            <p:sp>
              <p:nvSpPr>
                <p:cNvPr id="39188" name="Text Box 216">
                  <a:extLst>
                    <a:ext uri="{FF2B5EF4-FFF2-40B4-BE49-F238E27FC236}">
                      <a16:creationId xmlns:a16="http://schemas.microsoft.com/office/drawing/2014/main" id="{0A7E912A-FBAC-4C2A-B22E-EB0E77C254D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" y="126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地</a:t>
                  </a:r>
                </a:p>
              </p:txBody>
            </p:sp>
            <p:sp>
              <p:nvSpPr>
                <p:cNvPr id="39189" name="Text Box 217">
                  <a:extLst>
                    <a:ext uri="{FF2B5EF4-FFF2-40B4-BE49-F238E27FC236}">
                      <a16:creationId xmlns:a16="http://schemas.microsoft.com/office/drawing/2014/main" id="{1BD393A5-34C5-4356-A3D8-3EF996F77F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" y="151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址</a:t>
                  </a:r>
                </a:p>
              </p:txBody>
            </p:sp>
            <p:sp>
              <p:nvSpPr>
                <p:cNvPr id="39190" name="Text Box 218">
                  <a:extLst>
                    <a:ext uri="{FF2B5EF4-FFF2-40B4-BE49-F238E27FC236}">
                      <a16:creationId xmlns:a16="http://schemas.microsoft.com/office/drawing/2014/main" id="{D40610D0-46BA-4F41-AB6F-18B8FF5126A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" y="175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译</a:t>
                  </a:r>
                </a:p>
              </p:txBody>
            </p:sp>
            <p:sp>
              <p:nvSpPr>
                <p:cNvPr id="39191" name="Text Box 219">
                  <a:extLst>
                    <a:ext uri="{FF2B5EF4-FFF2-40B4-BE49-F238E27FC236}">
                      <a16:creationId xmlns:a16="http://schemas.microsoft.com/office/drawing/2014/main" id="{5800599D-9174-4FE8-80F5-0EFFE07FD8D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" y="200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码</a:t>
                  </a:r>
                </a:p>
              </p:txBody>
            </p:sp>
            <p:sp>
              <p:nvSpPr>
                <p:cNvPr id="39192" name="Text Box 220">
                  <a:extLst>
                    <a:ext uri="{FF2B5EF4-FFF2-40B4-BE49-F238E27FC236}">
                      <a16:creationId xmlns:a16="http://schemas.microsoft.com/office/drawing/2014/main" id="{1D7DB135-9352-4A59-8FE8-D220475193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" y="263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列</a:t>
                  </a:r>
                </a:p>
              </p:txBody>
            </p:sp>
            <p:sp>
              <p:nvSpPr>
                <p:cNvPr id="39193" name="Text Box 221">
                  <a:extLst>
                    <a:ext uri="{FF2B5EF4-FFF2-40B4-BE49-F238E27FC236}">
                      <a16:creationId xmlns:a16="http://schemas.microsoft.com/office/drawing/2014/main" id="{F801A443-982E-46C4-A400-F8135C97DA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" y="288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地</a:t>
                  </a:r>
                </a:p>
              </p:txBody>
            </p:sp>
            <p:sp>
              <p:nvSpPr>
                <p:cNvPr id="39194" name="Text Box 222">
                  <a:extLst>
                    <a:ext uri="{FF2B5EF4-FFF2-40B4-BE49-F238E27FC236}">
                      <a16:creationId xmlns:a16="http://schemas.microsoft.com/office/drawing/2014/main" id="{CDE6D57E-137F-4D2A-8936-B7FBAF4738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" y="313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址</a:t>
                  </a:r>
                </a:p>
              </p:txBody>
            </p:sp>
            <p:sp>
              <p:nvSpPr>
                <p:cNvPr id="39195" name="Text Box 223">
                  <a:extLst>
                    <a:ext uri="{FF2B5EF4-FFF2-40B4-BE49-F238E27FC236}">
                      <a16:creationId xmlns:a16="http://schemas.microsoft.com/office/drawing/2014/main" id="{034EA9AB-2D0E-4DCE-9CD3-2EB5D02466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" y="337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译</a:t>
                  </a:r>
                </a:p>
              </p:txBody>
            </p:sp>
            <p:sp>
              <p:nvSpPr>
                <p:cNvPr id="39196" name="Text Box 224">
                  <a:extLst>
                    <a:ext uri="{FF2B5EF4-FFF2-40B4-BE49-F238E27FC236}">
                      <a16:creationId xmlns:a16="http://schemas.microsoft.com/office/drawing/2014/main" id="{C1036505-5CE4-4D8F-902C-917CDEA117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" y="362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码</a:t>
                  </a:r>
                </a:p>
              </p:txBody>
            </p:sp>
            <p:sp>
              <p:nvSpPr>
                <p:cNvPr id="39197" name="Text Box 225">
                  <a:extLst>
                    <a:ext uri="{FF2B5EF4-FFF2-40B4-BE49-F238E27FC236}">
                      <a16:creationId xmlns:a16="http://schemas.microsoft.com/office/drawing/2014/main" id="{0C4C88C4-FA72-4397-9392-273E10C3B25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4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9198" name="Text Box 226">
                  <a:extLst>
                    <a:ext uri="{FF2B5EF4-FFF2-40B4-BE49-F238E27FC236}">
                      <a16:creationId xmlns:a16="http://schemas.microsoft.com/office/drawing/2014/main" id="{F5BB3BD7-E8FE-4944-9489-3FB844CA208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0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39199" name="Text Box 227">
                  <a:extLst>
                    <a:ext uri="{FF2B5EF4-FFF2-40B4-BE49-F238E27FC236}">
                      <a16:creationId xmlns:a16="http://schemas.microsoft.com/office/drawing/2014/main" id="{C64329AE-B3CB-46D2-8AEA-19A7117E25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56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39200" name="Text Box 228">
                  <a:extLst>
                    <a:ext uri="{FF2B5EF4-FFF2-40B4-BE49-F238E27FC236}">
                      <a16:creationId xmlns:a16="http://schemas.microsoft.com/office/drawing/2014/main" id="{A5EED3CF-F415-4433-AD52-580AF98C394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41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39201" name="Line 229">
                  <a:extLst>
                    <a:ext uri="{FF2B5EF4-FFF2-40B4-BE49-F238E27FC236}">
                      <a16:creationId xmlns:a16="http://schemas.microsoft.com/office/drawing/2014/main" id="{1B5D30A3-D08D-4BED-88F9-2FF05926E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905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02" name="Line 230">
                  <a:extLst>
                    <a:ext uri="{FF2B5EF4-FFF2-40B4-BE49-F238E27FC236}">
                      <a16:creationId xmlns:a16="http://schemas.microsoft.com/office/drawing/2014/main" id="{09F9137F-ACF4-47DC-9090-2E10A674FF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1164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03" name="Line 231">
                  <a:extLst>
                    <a:ext uri="{FF2B5EF4-FFF2-40B4-BE49-F238E27FC236}">
                      <a16:creationId xmlns:a16="http://schemas.microsoft.com/office/drawing/2014/main" id="{4A1A80AE-4513-40C3-B4E1-1AEDA13D22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1423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04" name="Line 232">
                  <a:extLst>
                    <a:ext uri="{FF2B5EF4-FFF2-40B4-BE49-F238E27FC236}">
                      <a16:creationId xmlns:a16="http://schemas.microsoft.com/office/drawing/2014/main" id="{32C89954-997B-4A39-A5F0-0A28696FAE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168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05" name="Line 233">
                  <a:extLst>
                    <a:ext uri="{FF2B5EF4-FFF2-40B4-BE49-F238E27FC236}">
                      <a16:creationId xmlns:a16="http://schemas.microsoft.com/office/drawing/2014/main" id="{17ABDCF9-F322-4A3A-AEAD-91C0498E42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194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06" name="Line 234">
                  <a:extLst>
                    <a:ext uri="{FF2B5EF4-FFF2-40B4-BE49-F238E27FC236}">
                      <a16:creationId xmlns:a16="http://schemas.microsoft.com/office/drawing/2014/main" id="{542A4523-AACF-4288-B54D-57D27815EE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220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07" name="Line 235">
                  <a:extLst>
                    <a:ext uri="{FF2B5EF4-FFF2-40B4-BE49-F238E27FC236}">
                      <a16:creationId xmlns:a16="http://schemas.microsoft.com/office/drawing/2014/main" id="{5DEE055F-7425-4A22-8C5B-F02CBDBF6C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287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08" name="Line 236">
                  <a:extLst>
                    <a:ext uri="{FF2B5EF4-FFF2-40B4-BE49-F238E27FC236}">
                      <a16:creationId xmlns:a16="http://schemas.microsoft.com/office/drawing/2014/main" id="{77B4BE22-422D-4016-8D99-D08425DC07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313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09" name="Line 237">
                  <a:extLst>
                    <a:ext uri="{FF2B5EF4-FFF2-40B4-BE49-F238E27FC236}">
                      <a16:creationId xmlns:a16="http://schemas.microsoft.com/office/drawing/2014/main" id="{45EEA0F3-398E-40F0-8D8F-25ADE15239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339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10" name="Line 238">
                  <a:extLst>
                    <a:ext uri="{FF2B5EF4-FFF2-40B4-BE49-F238E27FC236}">
                      <a16:creationId xmlns:a16="http://schemas.microsoft.com/office/drawing/2014/main" id="{CCEE9432-A206-4391-BF58-367EB9E497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365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11" name="Text Box 239">
                  <a:extLst>
                    <a:ext uri="{FF2B5EF4-FFF2-40B4-BE49-F238E27FC236}">
                      <a16:creationId xmlns:a16="http://schemas.microsoft.com/office/drawing/2014/main" id="{C2B7C54A-F8C6-46EC-845D-F70543E4DA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8" y="3890"/>
                  <a:ext cx="356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WE</a:t>
                  </a:r>
                </a:p>
              </p:txBody>
            </p:sp>
            <p:sp>
              <p:nvSpPr>
                <p:cNvPr id="39212" name="Line 240">
                  <a:extLst>
                    <a:ext uri="{FF2B5EF4-FFF2-40B4-BE49-F238E27FC236}">
                      <a16:creationId xmlns:a16="http://schemas.microsoft.com/office/drawing/2014/main" id="{52B0F116-61F6-46F9-A645-C1647943EE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82" y="3923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213" name="Text Box 241">
                  <a:extLst>
                    <a:ext uri="{FF2B5EF4-FFF2-40B4-BE49-F238E27FC236}">
                      <a16:creationId xmlns:a16="http://schemas.microsoft.com/office/drawing/2014/main" id="{24084928-69BC-433F-B398-279C8D3D648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8" y="4025"/>
                  <a:ext cx="321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CS</a:t>
                  </a:r>
                </a:p>
              </p:txBody>
            </p:sp>
            <p:sp>
              <p:nvSpPr>
                <p:cNvPr id="39214" name="Line 242">
                  <a:extLst>
                    <a:ext uri="{FF2B5EF4-FFF2-40B4-BE49-F238E27FC236}">
                      <a16:creationId xmlns:a16="http://schemas.microsoft.com/office/drawing/2014/main" id="{21BF0E4E-F028-4EC1-A240-04E69342B3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26" y="4079"/>
                  <a:ext cx="19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39000" name="Group 243">
                <a:extLst>
                  <a:ext uri="{FF2B5EF4-FFF2-40B4-BE49-F238E27FC236}">
                    <a16:creationId xmlns:a16="http://schemas.microsoft.com/office/drawing/2014/main" id="{C404B5B6-3A57-4AA3-A923-7D1CB99740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0" y="674"/>
                <a:ext cx="196" cy="3010"/>
                <a:chOff x="140" y="674"/>
                <a:chExt cx="196" cy="3010"/>
              </a:xfrm>
            </p:grpSpPr>
            <p:sp>
              <p:nvSpPr>
                <p:cNvPr id="39001" name="Text Box 244">
                  <a:extLst>
                    <a:ext uri="{FF2B5EF4-FFF2-40B4-BE49-F238E27FC236}">
                      <a16:creationId xmlns:a16="http://schemas.microsoft.com/office/drawing/2014/main" id="{E06B4EFE-660B-43D9-B487-4C520F9858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67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02" name="Text Box 245">
                  <a:extLst>
                    <a:ext uri="{FF2B5EF4-FFF2-40B4-BE49-F238E27FC236}">
                      <a16:creationId xmlns:a16="http://schemas.microsoft.com/office/drawing/2014/main" id="{0D45C310-C1E1-4C72-8640-06B33DBF9E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933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03" name="Text Box 246">
                  <a:extLst>
                    <a:ext uri="{FF2B5EF4-FFF2-40B4-BE49-F238E27FC236}">
                      <a16:creationId xmlns:a16="http://schemas.microsoft.com/office/drawing/2014/main" id="{1CE52E7F-F236-4D2E-8D57-FBD67D97A99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119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04" name="Text Box 247">
                  <a:extLst>
                    <a:ext uri="{FF2B5EF4-FFF2-40B4-BE49-F238E27FC236}">
                      <a16:creationId xmlns:a16="http://schemas.microsoft.com/office/drawing/2014/main" id="{D7AC3899-59E5-43B0-B58E-F17FC2FAA5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145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05" name="Text Box 248">
                  <a:extLst>
                    <a:ext uri="{FF2B5EF4-FFF2-40B4-BE49-F238E27FC236}">
                      <a16:creationId xmlns:a16="http://schemas.microsoft.com/office/drawing/2014/main" id="{A78EC524-3DB3-4420-BAC8-D12D3B16BD3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171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06" name="Text Box 249">
                  <a:extLst>
                    <a:ext uri="{FF2B5EF4-FFF2-40B4-BE49-F238E27FC236}">
                      <a16:creationId xmlns:a16="http://schemas.microsoft.com/office/drawing/2014/main" id="{6116B0C4-5B57-43E4-A207-26BC4E4CC1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197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07" name="Text Box 250">
                  <a:extLst>
                    <a:ext uri="{FF2B5EF4-FFF2-40B4-BE49-F238E27FC236}">
                      <a16:creationId xmlns:a16="http://schemas.microsoft.com/office/drawing/2014/main" id="{41D329E8-03DE-47A9-809D-9960EDA4EC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2657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08" name="Text Box 251">
                  <a:extLst>
                    <a:ext uri="{FF2B5EF4-FFF2-40B4-BE49-F238E27FC236}">
                      <a16:creationId xmlns:a16="http://schemas.microsoft.com/office/drawing/2014/main" id="{D23CEF37-15F5-438D-BE37-CE5672AA5F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291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09" name="Text Box 252">
                  <a:extLst>
                    <a:ext uri="{FF2B5EF4-FFF2-40B4-BE49-F238E27FC236}">
                      <a16:creationId xmlns:a16="http://schemas.microsoft.com/office/drawing/2014/main" id="{008F2160-8E9F-458F-B178-8FE89C8979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3175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9010" name="Text Box 253">
                  <a:extLst>
                    <a:ext uri="{FF2B5EF4-FFF2-40B4-BE49-F238E27FC236}">
                      <a16:creationId xmlns:a16="http://schemas.microsoft.com/office/drawing/2014/main" id="{FB198B3E-83FF-4AED-84E2-CBECED7872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343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</p:grpSp>
        </p:grpSp>
        <p:grpSp>
          <p:nvGrpSpPr>
            <p:cNvPr id="38974" name="Group 254">
              <a:extLst>
                <a:ext uri="{FF2B5EF4-FFF2-40B4-BE49-F238E27FC236}">
                  <a16:creationId xmlns:a16="http://schemas.microsoft.com/office/drawing/2014/main" id="{1B4BC855-98D2-4A0A-BBCC-26CD21160D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38975" name="Group 255">
                <a:extLst>
                  <a:ext uri="{FF2B5EF4-FFF2-40B4-BE49-F238E27FC236}">
                    <a16:creationId xmlns:a16="http://schemas.microsoft.com/office/drawing/2014/main" id="{971CC30C-EBC8-4B0E-80DF-3805CB252A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38980" name="Group 256">
                  <a:extLst>
                    <a:ext uri="{FF2B5EF4-FFF2-40B4-BE49-F238E27FC236}">
                      <a16:creationId xmlns:a16="http://schemas.microsoft.com/office/drawing/2014/main" id="{2CD98511-856B-41D2-B62B-672943315D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38991" name="Rectangle 257">
                    <a:extLst>
                      <a:ext uri="{FF2B5EF4-FFF2-40B4-BE49-F238E27FC236}">
                        <a16:creationId xmlns:a16="http://schemas.microsoft.com/office/drawing/2014/main" id="{0CA387F1-070E-4680-B58D-E00B942818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38992" name="Rectangle 258">
                    <a:extLst>
                      <a:ext uri="{FF2B5EF4-FFF2-40B4-BE49-F238E27FC236}">
                        <a16:creationId xmlns:a16="http://schemas.microsoft.com/office/drawing/2014/main" id="{0538CCA8-EC32-4D2B-93FD-9337E20F3B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38993" name="Rectangle 259">
                    <a:extLst>
                      <a:ext uri="{FF2B5EF4-FFF2-40B4-BE49-F238E27FC236}">
                        <a16:creationId xmlns:a16="http://schemas.microsoft.com/office/drawing/2014/main" id="{D4118F53-F718-48E9-9773-5EE493FA15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38994" name="Rectangle 260">
                    <a:extLst>
                      <a:ext uri="{FF2B5EF4-FFF2-40B4-BE49-F238E27FC236}">
                        <a16:creationId xmlns:a16="http://schemas.microsoft.com/office/drawing/2014/main" id="{D7E3AD6F-E945-43B4-99AD-EB46A3F59A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38995" name="Rectangle 261">
                    <a:extLst>
                      <a:ext uri="{FF2B5EF4-FFF2-40B4-BE49-F238E27FC236}">
                        <a16:creationId xmlns:a16="http://schemas.microsoft.com/office/drawing/2014/main" id="{C6BD6BA4-8C4C-4859-9EDA-3E6B8EBC73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38996" name="Rectangle 262">
                    <a:extLst>
                      <a:ext uri="{FF2B5EF4-FFF2-40B4-BE49-F238E27FC236}">
                        <a16:creationId xmlns:a16="http://schemas.microsoft.com/office/drawing/2014/main" id="{B68E45D4-E670-47BF-9202-D3657886C7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38997" name="Rectangle 263">
                    <a:extLst>
                      <a:ext uri="{FF2B5EF4-FFF2-40B4-BE49-F238E27FC236}">
                        <a16:creationId xmlns:a16="http://schemas.microsoft.com/office/drawing/2014/main" id="{1CBD5DFB-0505-4182-9326-21A1434866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38998" name="Rectangle 264">
                    <a:extLst>
                      <a:ext uri="{FF2B5EF4-FFF2-40B4-BE49-F238E27FC236}">
                        <a16:creationId xmlns:a16="http://schemas.microsoft.com/office/drawing/2014/main" id="{2D726D29-7B8E-4A5C-87BA-EDDE94E5B4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</p:grpSp>
            <p:grpSp>
              <p:nvGrpSpPr>
                <p:cNvPr id="38981" name="Group 265">
                  <a:extLst>
                    <a:ext uri="{FF2B5EF4-FFF2-40B4-BE49-F238E27FC236}">
                      <a16:creationId xmlns:a16="http://schemas.microsoft.com/office/drawing/2014/main" id="{673A4E80-1853-437F-88D5-E68B2A842DE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38982" name="Freeform 266">
                    <a:extLst>
                      <a:ext uri="{FF2B5EF4-FFF2-40B4-BE49-F238E27FC236}">
                        <a16:creationId xmlns:a16="http://schemas.microsoft.com/office/drawing/2014/main" id="{55434786-BFC3-4489-81B5-E512CEB64E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83" name="Line 267">
                    <a:extLst>
                      <a:ext uri="{FF2B5EF4-FFF2-40B4-BE49-F238E27FC236}">
                        <a16:creationId xmlns:a16="http://schemas.microsoft.com/office/drawing/2014/main" id="{758B0CD9-7743-4C38-9B32-A6E5B3DFD1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84" name="Line 268">
                    <a:extLst>
                      <a:ext uri="{FF2B5EF4-FFF2-40B4-BE49-F238E27FC236}">
                        <a16:creationId xmlns:a16="http://schemas.microsoft.com/office/drawing/2014/main" id="{FDD29ACE-77F1-481D-A55A-DC7C1F435E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85" name="Line 269">
                    <a:extLst>
                      <a:ext uri="{FF2B5EF4-FFF2-40B4-BE49-F238E27FC236}">
                        <a16:creationId xmlns:a16="http://schemas.microsoft.com/office/drawing/2014/main" id="{60480990-4CDF-45A0-BB24-2A2A1F7098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86" name="Line 270">
                    <a:extLst>
                      <a:ext uri="{FF2B5EF4-FFF2-40B4-BE49-F238E27FC236}">
                        <a16:creationId xmlns:a16="http://schemas.microsoft.com/office/drawing/2014/main" id="{92C826AF-9AEF-4A8C-9A6C-9FB277EC47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87" name="Line 271">
                    <a:extLst>
                      <a:ext uri="{FF2B5EF4-FFF2-40B4-BE49-F238E27FC236}">
                        <a16:creationId xmlns:a16="http://schemas.microsoft.com/office/drawing/2014/main" id="{788B214B-F302-4880-B7CE-073771D7BD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88" name="Line 272">
                    <a:extLst>
                      <a:ext uri="{FF2B5EF4-FFF2-40B4-BE49-F238E27FC236}">
                        <a16:creationId xmlns:a16="http://schemas.microsoft.com/office/drawing/2014/main" id="{CBFBD4E0-8515-4049-970D-CD798FFA92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89" name="Line 273">
                    <a:extLst>
                      <a:ext uri="{FF2B5EF4-FFF2-40B4-BE49-F238E27FC236}">
                        <a16:creationId xmlns:a16="http://schemas.microsoft.com/office/drawing/2014/main" id="{3147C8BD-66E0-4C04-B1A0-1969BF0C35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90" name="Line 274">
                    <a:extLst>
                      <a:ext uri="{FF2B5EF4-FFF2-40B4-BE49-F238E27FC236}">
                        <a16:creationId xmlns:a16="http://schemas.microsoft.com/office/drawing/2014/main" id="{53EF056A-CC43-4C47-B860-0F724A4032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38976" name="Text Box 275">
                <a:extLst>
                  <a:ext uri="{FF2B5EF4-FFF2-40B4-BE49-F238E27FC236}">
                    <a16:creationId xmlns:a16="http://schemas.microsoft.com/office/drawing/2014/main" id="{AC8DB450-5ACC-40DB-BDC7-7C9DC49F57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977" name="Text Box 276">
                <a:extLst>
                  <a:ext uri="{FF2B5EF4-FFF2-40B4-BE49-F238E27FC236}">
                    <a16:creationId xmlns:a16="http://schemas.microsoft.com/office/drawing/2014/main" id="{7E4B2FD2-55B3-4C1C-9729-60B66AEB8D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978" name="Text Box 277">
                <a:extLst>
                  <a:ext uri="{FF2B5EF4-FFF2-40B4-BE49-F238E27FC236}">
                    <a16:creationId xmlns:a16="http://schemas.microsoft.com/office/drawing/2014/main" id="{5080E037-530B-4072-8F33-6F38F6AF8D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38979" name="Text Box 278">
                <a:extLst>
                  <a:ext uri="{FF2B5EF4-FFF2-40B4-BE49-F238E27FC236}">
                    <a16:creationId xmlns:a16="http://schemas.microsoft.com/office/drawing/2014/main" id="{FE8DD015-9448-49E1-AD33-4265A5F01D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</p:grpSp>
      <p:grpSp>
        <p:nvGrpSpPr>
          <p:cNvPr id="17" name="Group 279">
            <a:extLst>
              <a:ext uri="{FF2B5EF4-FFF2-40B4-BE49-F238E27FC236}">
                <a16:creationId xmlns:a16="http://schemas.microsoft.com/office/drawing/2014/main" id="{77AA6389-BD97-45A5-8CBA-398F7B3A16F8}"/>
              </a:ext>
            </a:extLst>
          </p:cNvPr>
          <p:cNvGrpSpPr>
            <a:grpSpLocks/>
          </p:cNvGrpSpPr>
          <p:nvPr/>
        </p:nvGrpSpPr>
        <p:grpSpPr bwMode="auto">
          <a:xfrm>
            <a:off x="1028700" y="6175375"/>
            <a:ext cx="565150" cy="366713"/>
            <a:chOff x="648" y="3890"/>
            <a:chExt cx="356" cy="231"/>
          </a:xfrm>
        </p:grpSpPr>
        <p:sp>
          <p:nvSpPr>
            <p:cNvPr id="38971" name="Text Box 280">
              <a:extLst>
                <a:ext uri="{FF2B5EF4-FFF2-40B4-BE49-F238E27FC236}">
                  <a16:creationId xmlns:a16="http://schemas.microsoft.com/office/drawing/2014/main" id="{B8E9406F-2485-437E-84B8-1B1AE99F32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</a:t>
              </a:r>
            </a:p>
          </p:txBody>
        </p:sp>
        <p:sp>
          <p:nvSpPr>
            <p:cNvPr id="38972" name="Line 281">
              <a:extLst>
                <a:ext uri="{FF2B5EF4-FFF2-40B4-BE49-F238E27FC236}">
                  <a16:creationId xmlns:a16="http://schemas.microsoft.com/office/drawing/2014/main" id="{CF6BB12D-8761-4B30-9318-EF0B4747F4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8" name="Group 282">
            <a:extLst>
              <a:ext uri="{FF2B5EF4-FFF2-40B4-BE49-F238E27FC236}">
                <a16:creationId xmlns:a16="http://schemas.microsoft.com/office/drawing/2014/main" id="{6623016C-466C-4CC4-943C-59F8D16D8A07}"/>
              </a:ext>
            </a:extLst>
          </p:cNvPr>
          <p:cNvGrpSpPr>
            <a:grpSpLocks/>
          </p:cNvGrpSpPr>
          <p:nvPr/>
        </p:nvGrpSpPr>
        <p:grpSpPr bwMode="auto">
          <a:xfrm>
            <a:off x="1060450" y="6391275"/>
            <a:ext cx="509588" cy="396875"/>
            <a:chOff x="668" y="4026"/>
            <a:chExt cx="321" cy="250"/>
          </a:xfrm>
        </p:grpSpPr>
        <p:sp>
          <p:nvSpPr>
            <p:cNvPr id="38969" name="Text Box 283">
              <a:extLst>
                <a:ext uri="{FF2B5EF4-FFF2-40B4-BE49-F238E27FC236}">
                  <a16:creationId xmlns:a16="http://schemas.microsoft.com/office/drawing/2014/main" id="{ABA45A8E-2712-4613-9DCD-21C6C86A9A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CS</a:t>
              </a:r>
            </a:p>
          </p:txBody>
        </p:sp>
        <p:sp>
          <p:nvSpPr>
            <p:cNvPr id="38970" name="Line 284">
              <a:extLst>
                <a:ext uri="{FF2B5EF4-FFF2-40B4-BE49-F238E27FC236}">
                  <a16:creationId xmlns:a16="http://schemas.microsoft.com/office/drawing/2014/main" id="{DB992CF7-8C82-44D5-8CEC-1F58CFA786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9" name="Group 285">
            <a:extLst>
              <a:ext uri="{FF2B5EF4-FFF2-40B4-BE49-F238E27FC236}">
                <a16:creationId xmlns:a16="http://schemas.microsoft.com/office/drawing/2014/main" id="{7BC95AE2-C209-4BAA-BD18-970499976341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38922" name="Group 286">
              <a:extLst>
                <a:ext uri="{FF2B5EF4-FFF2-40B4-BE49-F238E27FC236}">
                  <a16:creationId xmlns:a16="http://schemas.microsoft.com/office/drawing/2014/main" id="{2BB0481F-97C7-4AE3-A1C6-A91D483FE3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38931" name="Group 287">
                <a:extLst>
                  <a:ext uri="{FF2B5EF4-FFF2-40B4-BE49-F238E27FC236}">
                    <a16:creationId xmlns:a16="http://schemas.microsoft.com/office/drawing/2014/main" id="{B8FAFA2C-1422-4258-AF0C-0A562C14AA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38964" name="Freeform 288">
                  <a:extLst>
                    <a:ext uri="{FF2B5EF4-FFF2-40B4-BE49-F238E27FC236}">
                      <a16:creationId xmlns:a16="http://schemas.microsoft.com/office/drawing/2014/main" id="{3F364668-96BA-4918-ACEE-57A0D1CA1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8965" name="Freeform 289">
                  <a:extLst>
                    <a:ext uri="{FF2B5EF4-FFF2-40B4-BE49-F238E27FC236}">
                      <a16:creationId xmlns:a16="http://schemas.microsoft.com/office/drawing/2014/main" id="{62379711-8009-4385-B611-1FE631966E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8966" name="Freeform 290">
                  <a:extLst>
                    <a:ext uri="{FF2B5EF4-FFF2-40B4-BE49-F238E27FC236}">
                      <a16:creationId xmlns:a16="http://schemas.microsoft.com/office/drawing/2014/main" id="{09E9BA3E-C1D4-4509-A671-10F2C1607E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8967" name="Freeform 291">
                  <a:extLst>
                    <a:ext uri="{FF2B5EF4-FFF2-40B4-BE49-F238E27FC236}">
                      <a16:creationId xmlns:a16="http://schemas.microsoft.com/office/drawing/2014/main" id="{3E47FFB8-243F-44BA-8BA4-BAD4E23FB0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8968" name="Freeform 292">
                  <a:extLst>
                    <a:ext uri="{FF2B5EF4-FFF2-40B4-BE49-F238E27FC236}">
                      <a16:creationId xmlns:a16="http://schemas.microsoft.com/office/drawing/2014/main" id="{FD546F91-2D14-4936-9AA5-6EFE82784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38932" name="Group 293">
                <a:extLst>
                  <a:ext uri="{FF2B5EF4-FFF2-40B4-BE49-F238E27FC236}">
                    <a16:creationId xmlns:a16="http://schemas.microsoft.com/office/drawing/2014/main" id="{EF5376AE-D100-4C8D-BFBB-869762DF23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38957" name="Group 294">
                  <a:extLst>
                    <a:ext uri="{FF2B5EF4-FFF2-40B4-BE49-F238E27FC236}">
                      <a16:creationId xmlns:a16="http://schemas.microsoft.com/office/drawing/2014/main" id="{E7DC5F19-7150-4596-9EE0-15B0C23E1E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8962" name="Line 295">
                    <a:extLst>
                      <a:ext uri="{FF2B5EF4-FFF2-40B4-BE49-F238E27FC236}">
                        <a16:creationId xmlns:a16="http://schemas.microsoft.com/office/drawing/2014/main" id="{C9EDF6AA-47D4-4975-889D-84D87B79B5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63" name="Line 296">
                    <a:extLst>
                      <a:ext uri="{FF2B5EF4-FFF2-40B4-BE49-F238E27FC236}">
                        <a16:creationId xmlns:a16="http://schemas.microsoft.com/office/drawing/2014/main" id="{884E1C84-8195-486A-A11C-B37561F13B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8958" name="Freeform 297">
                  <a:extLst>
                    <a:ext uri="{FF2B5EF4-FFF2-40B4-BE49-F238E27FC236}">
                      <a16:creationId xmlns:a16="http://schemas.microsoft.com/office/drawing/2014/main" id="{AA2EB7B8-089F-4A40-B95A-DEC0DBD665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8959" name="Group 298">
                  <a:extLst>
                    <a:ext uri="{FF2B5EF4-FFF2-40B4-BE49-F238E27FC236}">
                      <a16:creationId xmlns:a16="http://schemas.microsoft.com/office/drawing/2014/main" id="{D9158479-3FB5-4FEA-B0B3-E936995132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8960" name="Line 299">
                    <a:extLst>
                      <a:ext uri="{FF2B5EF4-FFF2-40B4-BE49-F238E27FC236}">
                        <a16:creationId xmlns:a16="http://schemas.microsoft.com/office/drawing/2014/main" id="{0E1CA04D-BF04-48E1-ABA7-2B630856D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61" name="Line 300">
                    <a:extLst>
                      <a:ext uri="{FF2B5EF4-FFF2-40B4-BE49-F238E27FC236}">
                        <a16:creationId xmlns:a16="http://schemas.microsoft.com/office/drawing/2014/main" id="{2A8F1435-A30E-4CBC-904F-791508254F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933" name="Group 301">
                <a:extLst>
                  <a:ext uri="{FF2B5EF4-FFF2-40B4-BE49-F238E27FC236}">
                    <a16:creationId xmlns:a16="http://schemas.microsoft.com/office/drawing/2014/main" id="{DFADCDDD-CA7F-45A4-B23D-64EB1F74CB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38950" name="Group 302">
                  <a:extLst>
                    <a:ext uri="{FF2B5EF4-FFF2-40B4-BE49-F238E27FC236}">
                      <a16:creationId xmlns:a16="http://schemas.microsoft.com/office/drawing/2014/main" id="{D71ECDD9-E7B6-4688-ADB4-0EC9C0ABA1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8955" name="Line 303">
                    <a:extLst>
                      <a:ext uri="{FF2B5EF4-FFF2-40B4-BE49-F238E27FC236}">
                        <a16:creationId xmlns:a16="http://schemas.microsoft.com/office/drawing/2014/main" id="{4E100484-4932-40E9-A842-7284CD8458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56" name="Line 304">
                    <a:extLst>
                      <a:ext uri="{FF2B5EF4-FFF2-40B4-BE49-F238E27FC236}">
                        <a16:creationId xmlns:a16="http://schemas.microsoft.com/office/drawing/2014/main" id="{2BF2053A-0B13-48FF-8CF8-AA4040F9AF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8951" name="Freeform 305">
                  <a:extLst>
                    <a:ext uri="{FF2B5EF4-FFF2-40B4-BE49-F238E27FC236}">
                      <a16:creationId xmlns:a16="http://schemas.microsoft.com/office/drawing/2014/main" id="{71DFCDF7-1FA2-4822-B5B5-A4005F171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8952" name="Group 306">
                  <a:extLst>
                    <a:ext uri="{FF2B5EF4-FFF2-40B4-BE49-F238E27FC236}">
                      <a16:creationId xmlns:a16="http://schemas.microsoft.com/office/drawing/2014/main" id="{BD25A4E5-FCFE-4E52-8FBD-19405C683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8953" name="Line 307">
                    <a:extLst>
                      <a:ext uri="{FF2B5EF4-FFF2-40B4-BE49-F238E27FC236}">
                        <a16:creationId xmlns:a16="http://schemas.microsoft.com/office/drawing/2014/main" id="{DBFE7F67-F7C3-43F8-80F8-5F40624BC9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54" name="Line 308">
                    <a:extLst>
                      <a:ext uri="{FF2B5EF4-FFF2-40B4-BE49-F238E27FC236}">
                        <a16:creationId xmlns:a16="http://schemas.microsoft.com/office/drawing/2014/main" id="{1DA9F83F-72EF-4D91-9719-FF1E12104E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934" name="Group 309">
                <a:extLst>
                  <a:ext uri="{FF2B5EF4-FFF2-40B4-BE49-F238E27FC236}">
                    <a16:creationId xmlns:a16="http://schemas.microsoft.com/office/drawing/2014/main" id="{A1BC10A2-EA6C-4873-BEC6-130C3252C5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38943" name="Group 310">
                  <a:extLst>
                    <a:ext uri="{FF2B5EF4-FFF2-40B4-BE49-F238E27FC236}">
                      <a16:creationId xmlns:a16="http://schemas.microsoft.com/office/drawing/2014/main" id="{077B919B-7C5C-4094-8DCD-FE91BD6FCFB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8948" name="Line 311">
                    <a:extLst>
                      <a:ext uri="{FF2B5EF4-FFF2-40B4-BE49-F238E27FC236}">
                        <a16:creationId xmlns:a16="http://schemas.microsoft.com/office/drawing/2014/main" id="{0453759F-B5CF-4D05-A8AB-7ABC2EE1D8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49" name="Line 312">
                    <a:extLst>
                      <a:ext uri="{FF2B5EF4-FFF2-40B4-BE49-F238E27FC236}">
                        <a16:creationId xmlns:a16="http://schemas.microsoft.com/office/drawing/2014/main" id="{5ADA67AA-4F66-4157-A69F-79BB3DBFE7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8944" name="Freeform 313">
                  <a:extLst>
                    <a:ext uri="{FF2B5EF4-FFF2-40B4-BE49-F238E27FC236}">
                      <a16:creationId xmlns:a16="http://schemas.microsoft.com/office/drawing/2014/main" id="{69B1A064-C0F1-45DF-8895-87E144EEB6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8945" name="Group 314">
                  <a:extLst>
                    <a:ext uri="{FF2B5EF4-FFF2-40B4-BE49-F238E27FC236}">
                      <a16:creationId xmlns:a16="http://schemas.microsoft.com/office/drawing/2014/main" id="{792B84D0-BC9A-4A28-A7B6-C6CCAC4D7B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8946" name="Line 315">
                    <a:extLst>
                      <a:ext uri="{FF2B5EF4-FFF2-40B4-BE49-F238E27FC236}">
                        <a16:creationId xmlns:a16="http://schemas.microsoft.com/office/drawing/2014/main" id="{0F3BD931-6D45-495B-A40B-274F7DE1FF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47" name="Line 316">
                    <a:extLst>
                      <a:ext uri="{FF2B5EF4-FFF2-40B4-BE49-F238E27FC236}">
                        <a16:creationId xmlns:a16="http://schemas.microsoft.com/office/drawing/2014/main" id="{888874CC-D0E5-4818-9A72-032DBB2DD9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935" name="Group 317">
                <a:extLst>
                  <a:ext uri="{FF2B5EF4-FFF2-40B4-BE49-F238E27FC236}">
                    <a16:creationId xmlns:a16="http://schemas.microsoft.com/office/drawing/2014/main" id="{81CC9CEB-2C22-441A-8F9A-85383B824C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38936" name="Group 318">
                  <a:extLst>
                    <a:ext uri="{FF2B5EF4-FFF2-40B4-BE49-F238E27FC236}">
                      <a16:creationId xmlns:a16="http://schemas.microsoft.com/office/drawing/2014/main" id="{D4B1325D-8857-4ABF-A703-82A313B106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8941" name="Line 319">
                    <a:extLst>
                      <a:ext uri="{FF2B5EF4-FFF2-40B4-BE49-F238E27FC236}">
                        <a16:creationId xmlns:a16="http://schemas.microsoft.com/office/drawing/2014/main" id="{B8584FDD-861B-4838-9692-7BFF7AD15A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42" name="Line 320">
                    <a:extLst>
                      <a:ext uri="{FF2B5EF4-FFF2-40B4-BE49-F238E27FC236}">
                        <a16:creationId xmlns:a16="http://schemas.microsoft.com/office/drawing/2014/main" id="{0973B86F-B52F-4AF7-B532-9D1C3C43BA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8937" name="Freeform 321">
                  <a:extLst>
                    <a:ext uri="{FF2B5EF4-FFF2-40B4-BE49-F238E27FC236}">
                      <a16:creationId xmlns:a16="http://schemas.microsoft.com/office/drawing/2014/main" id="{682A8E22-84E8-4532-8456-87655D8B0F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8938" name="Group 322">
                  <a:extLst>
                    <a:ext uri="{FF2B5EF4-FFF2-40B4-BE49-F238E27FC236}">
                      <a16:creationId xmlns:a16="http://schemas.microsoft.com/office/drawing/2014/main" id="{5A5CCBFA-57A7-4A8A-96BE-EECDA4E0B0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8939" name="Line 323">
                    <a:extLst>
                      <a:ext uri="{FF2B5EF4-FFF2-40B4-BE49-F238E27FC236}">
                        <a16:creationId xmlns:a16="http://schemas.microsoft.com/office/drawing/2014/main" id="{295FAEA6-A7F0-4889-814B-0B5B79F612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8940" name="Line 324">
                    <a:extLst>
                      <a:ext uri="{FF2B5EF4-FFF2-40B4-BE49-F238E27FC236}">
                        <a16:creationId xmlns:a16="http://schemas.microsoft.com/office/drawing/2014/main" id="{89B246EC-9C9B-4237-9E74-F50445B9E9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38923" name="Rectangle 325">
              <a:extLst>
                <a:ext uri="{FF2B5EF4-FFF2-40B4-BE49-F238E27FC236}">
                  <a16:creationId xmlns:a16="http://schemas.microsoft.com/office/drawing/2014/main" id="{F85ED60C-3820-43AD-B3BB-C72F2186D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8924" name="Text Box 326">
              <a:extLst>
                <a:ext uri="{FF2B5EF4-FFF2-40B4-BE49-F238E27FC236}">
                  <a16:creationId xmlns:a16="http://schemas.microsoft.com/office/drawing/2014/main" id="{C595FFBD-C1B6-42AB-9706-1E75E284E5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8925" name="Rectangle 327">
              <a:extLst>
                <a:ext uri="{FF2B5EF4-FFF2-40B4-BE49-F238E27FC236}">
                  <a16:creationId xmlns:a16="http://schemas.microsoft.com/office/drawing/2014/main" id="{679E6E50-7ECB-4072-AA64-EFC15F1E4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8926" name="Rectangle 328">
              <a:extLst>
                <a:ext uri="{FF2B5EF4-FFF2-40B4-BE49-F238E27FC236}">
                  <a16:creationId xmlns:a16="http://schemas.microsoft.com/office/drawing/2014/main" id="{11149D37-D48B-491B-B318-3107B3F2C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8927" name="Rectangle 329">
              <a:extLst>
                <a:ext uri="{FF2B5EF4-FFF2-40B4-BE49-F238E27FC236}">
                  <a16:creationId xmlns:a16="http://schemas.microsoft.com/office/drawing/2014/main" id="{6409D298-A8C5-4FD6-94B1-2B7BB0DDF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8928" name="Text Box 330">
              <a:extLst>
                <a:ext uri="{FF2B5EF4-FFF2-40B4-BE49-F238E27FC236}">
                  <a16:creationId xmlns:a16="http://schemas.microsoft.com/office/drawing/2014/main" id="{B36205F7-94B4-4CAB-9201-6C572669B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8929" name="Text Box 331">
              <a:extLst>
                <a:ext uri="{FF2B5EF4-FFF2-40B4-BE49-F238E27FC236}">
                  <a16:creationId xmlns:a16="http://schemas.microsoft.com/office/drawing/2014/main" id="{B45EECAE-1D52-4750-909E-FA0F061B80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8930" name="Text Box 332">
              <a:extLst>
                <a:ext uri="{FF2B5EF4-FFF2-40B4-BE49-F238E27FC236}">
                  <a16:creationId xmlns:a16="http://schemas.microsoft.com/office/drawing/2014/main" id="{D693DF83-D72C-42B3-8459-FFE26D94FD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8" name="Group 2">
            <a:extLst>
              <a:ext uri="{FF2B5EF4-FFF2-40B4-BE49-F238E27FC236}">
                <a16:creationId xmlns:a16="http://schemas.microsoft.com/office/drawing/2014/main" id="{768243F9-E98E-4DAC-B709-A7E09501D249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40306" name="Line 3">
              <a:extLst>
                <a:ext uri="{FF2B5EF4-FFF2-40B4-BE49-F238E27FC236}">
                  <a16:creationId xmlns:a16="http://schemas.microsoft.com/office/drawing/2014/main" id="{5587D8A6-4606-4990-9D90-4B523C5F02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07" name="Freeform 4">
              <a:extLst>
                <a:ext uri="{FF2B5EF4-FFF2-40B4-BE49-F238E27FC236}">
                  <a16:creationId xmlns:a16="http://schemas.microsoft.com/office/drawing/2014/main" id="{18EC2358-EE13-4071-840C-8FE777DA6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08" name="Line 5">
              <a:extLst>
                <a:ext uri="{FF2B5EF4-FFF2-40B4-BE49-F238E27FC236}">
                  <a16:creationId xmlns:a16="http://schemas.microsoft.com/office/drawing/2014/main" id="{6E1F3118-BE4F-40C2-98A2-29780A013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09" name="Freeform 6">
              <a:extLst>
                <a:ext uri="{FF2B5EF4-FFF2-40B4-BE49-F238E27FC236}">
                  <a16:creationId xmlns:a16="http://schemas.microsoft.com/office/drawing/2014/main" id="{A3DBC746-E2CC-4A60-94B7-941AAA180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10" name="Line 7">
              <a:extLst>
                <a:ext uri="{FF2B5EF4-FFF2-40B4-BE49-F238E27FC236}">
                  <a16:creationId xmlns:a16="http://schemas.microsoft.com/office/drawing/2014/main" id="{76F95721-564A-44E1-A929-9EF57BA739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11" name="Text Box 8">
              <a:extLst>
                <a:ext uri="{FF2B5EF4-FFF2-40B4-BE49-F238E27FC236}">
                  <a16:creationId xmlns:a16="http://schemas.microsoft.com/office/drawing/2014/main" id="{6085FECA-511F-4489-BD8E-5A904EE19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40312" name="Text Box 9">
              <a:extLst>
                <a:ext uri="{FF2B5EF4-FFF2-40B4-BE49-F238E27FC236}">
                  <a16:creationId xmlns:a16="http://schemas.microsoft.com/office/drawing/2014/main" id="{385BB225-0548-4704-AED3-89104A44D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40313" name="Text Box 10">
              <a:extLst>
                <a:ext uri="{FF2B5EF4-FFF2-40B4-BE49-F238E27FC236}">
                  <a16:creationId xmlns:a16="http://schemas.microsoft.com/office/drawing/2014/main" id="{742D27C7-AF68-41CB-9E34-53A9A783F2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40314" name="Text Box 11">
              <a:extLst>
                <a:ext uri="{FF2B5EF4-FFF2-40B4-BE49-F238E27FC236}">
                  <a16:creationId xmlns:a16="http://schemas.microsoft.com/office/drawing/2014/main" id="{8FC5BF9E-E870-4EDC-83B6-9D398686B9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40315" name="Line 12">
              <a:extLst>
                <a:ext uri="{FF2B5EF4-FFF2-40B4-BE49-F238E27FC236}">
                  <a16:creationId xmlns:a16="http://schemas.microsoft.com/office/drawing/2014/main" id="{3C4A0F88-8774-4404-BB00-EDD98DF211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16" name="Line 13">
              <a:extLst>
                <a:ext uri="{FF2B5EF4-FFF2-40B4-BE49-F238E27FC236}">
                  <a16:creationId xmlns:a16="http://schemas.microsoft.com/office/drawing/2014/main" id="{995D6A3C-1F72-4C23-A2E1-5A07682E0E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17" name="Line 14">
              <a:extLst>
                <a:ext uri="{FF2B5EF4-FFF2-40B4-BE49-F238E27FC236}">
                  <a16:creationId xmlns:a16="http://schemas.microsoft.com/office/drawing/2014/main" id="{9EDA00FC-68AF-4F52-A74A-D56774D7CE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18" name="Line 15">
              <a:extLst>
                <a:ext uri="{FF2B5EF4-FFF2-40B4-BE49-F238E27FC236}">
                  <a16:creationId xmlns:a16="http://schemas.microsoft.com/office/drawing/2014/main" id="{57FAF2E3-90B0-4888-90D8-55354EF6A3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19" name="Line 16">
              <a:extLst>
                <a:ext uri="{FF2B5EF4-FFF2-40B4-BE49-F238E27FC236}">
                  <a16:creationId xmlns:a16="http://schemas.microsoft.com/office/drawing/2014/main" id="{51862082-4AAA-43C7-8D9D-010597E10A5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20" name="Line 17">
              <a:extLst>
                <a:ext uri="{FF2B5EF4-FFF2-40B4-BE49-F238E27FC236}">
                  <a16:creationId xmlns:a16="http://schemas.microsoft.com/office/drawing/2014/main" id="{44DD788A-98D2-4450-974C-F82EE0D9C37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21" name="Line 18">
              <a:extLst>
                <a:ext uri="{FF2B5EF4-FFF2-40B4-BE49-F238E27FC236}">
                  <a16:creationId xmlns:a16="http://schemas.microsoft.com/office/drawing/2014/main" id="{EA35C2B8-D135-4017-98AC-4522169CDDB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22" name="Line 19">
              <a:extLst>
                <a:ext uri="{FF2B5EF4-FFF2-40B4-BE49-F238E27FC236}">
                  <a16:creationId xmlns:a16="http://schemas.microsoft.com/office/drawing/2014/main" id="{050F4472-B8E9-4F0F-84E0-20A739C8A4B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39940" name="Text Box 21">
            <a:extLst>
              <a:ext uri="{FF2B5EF4-FFF2-40B4-BE49-F238E27FC236}">
                <a16:creationId xmlns:a16="http://schemas.microsoft.com/office/drawing/2014/main" id="{4DF27843-49CC-4E9F-BB73-1ACC645596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③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</a:t>
            </a:r>
          </a:p>
        </p:txBody>
      </p:sp>
      <p:grpSp>
        <p:nvGrpSpPr>
          <p:cNvPr id="39941" name="Group 22">
            <a:extLst>
              <a:ext uri="{FF2B5EF4-FFF2-40B4-BE49-F238E27FC236}">
                <a16:creationId xmlns:a16="http://schemas.microsoft.com/office/drawing/2014/main" id="{020FB214-F158-46F2-9491-6BF34F5C160D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sp>
          <p:nvSpPr>
            <p:cNvPr id="40302" name="Text Box 23">
              <a:extLst>
                <a:ext uri="{FF2B5EF4-FFF2-40B4-BE49-F238E27FC236}">
                  <a16:creationId xmlns:a16="http://schemas.microsoft.com/office/drawing/2014/main" id="{98DEFD0C-1362-4D7D-8D61-FC75431DC9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0303" name="Text Box 24">
              <a:extLst>
                <a:ext uri="{FF2B5EF4-FFF2-40B4-BE49-F238E27FC236}">
                  <a16:creationId xmlns:a16="http://schemas.microsoft.com/office/drawing/2014/main" id="{B4BA5A23-AF97-417F-9103-3E967955E1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40304" name="Text Box 25">
              <a:extLst>
                <a:ext uri="{FF2B5EF4-FFF2-40B4-BE49-F238E27FC236}">
                  <a16:creationId xmlns:a16="http://schemas.microsoft.com/office/drawing/2014/main" id="{1829CE01-F925-41A5-8A8F-38939C1929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40305" name="Text Box 26">
              <a:extLst>
                <a:ext uri="{FF2B5EF4-FFF2-40B4-BE49-F238E27FC236}">
                  <a16:creationId xmlns:a16="http://schemas.microsoft.com/office/drawing/2014/main" id="{3264E23D-768E-48D7-A8D8-A174BD2FC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</p:grpSp>
      <p:grpSp>
        <p:nvGrpSpPr>
          <p:cNvPr id="39942" name="Group 27">
            <a:extLst>
              <a:ext uri="{FF2B5EF4-FFF2-40B4-BE49-F238E27FC236}">
                <a16:creationId xmlns:a16="http://schemas.microsoft.com/office/drawing/2014/main" id="{6A111E99-8977-44CB-88B0-8CDBB71CCA54}"/>
              </a:ext>
            </a:extLst>
          </p:cNvPr>
          <p:cNvGrpSpPr>
            <a:grpSpLocks/>
          </p:cNvGrpSpPr>
          <p:nvPr/>
        </p:nvGrpSpPr>
        <p:grpSpPr bwMode="auto">
          <a:xfrm>
            <a:off x="1028700" y="6175375"/>
            <a:ext cx="565150" cy="366713"/>
            <a:chOff x="648" y="3890"/>
            <a:chExt cx="356" cy="231"/>
          </a:xfrm>
        </p:grpSpPr>
        <p:sp>
          <p:nvSpPr>
            <p:cNvPr id="40300" name="Text Box 28">
              <a:extLst>
                <a:ext uri="{FF2B5EF4-FFF2-40B4-BE49-F238E27FC236}">
                  <a16:creationId xmlns:a16="http://schemas.microsoft.com/office/drawing/2014/main" id="{D306EEA4-A764-45B4-B908-129358BEAE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</a:t>
              </a:r>
            </a:p>
          </p:txBody>
        </p:sp>
        <p:sp>
          <p:nvSpPr>
            <p:cNvPr id="40301" name="Line 29">
              <a:extLst>
                <a:ext uri="{FF2B5EF4-FFF2-40B4-BE49-F238E27FC236}">
                  <a16:creationId xmlns:a16="http://schemas.microsoft.com/office/drawing/2014/main" id="{B32C0532-B8FB-49D5-8AE3-4172A568B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9943" name="Group 30">
            <a:extLst>
              <a:ext uri="{FF2B5EF4-FFF2-40B4-BE49-F238E27FC236}">
                <a16:creationId xmlns:a16="http://schemas.microsoft.com/office/drawing/2014/main" id="{20590236-1FCF-4DBD-A076-FEDAC34C05BA}"/>
              </a:ext>
            </a:extLst>
          </p:cNvPr>
          <p:cNvGrpSpPr>
            <a:grpSpLocks/>
          </p:cNvGrpSpPr>
          <p:nvPr/>
        </p:nvGrpSpPr>
        <p:grpSpPr bwMode="auto">
          <a:xfrm>
            <a:off x="1060450" y="6391275"/>
            <a:ext cx="509588" cy="396875"/>
            <a:chOff x="668" y="4026"/>
            <a:chExt cx="321" cy="250"/>
          </a:xfrm>
        </p:grpSpPr>
        <p:sp>
          <p:nvSpPr>
            <p:cNvPr id="40298" name="Text Box 31">
              <a:extLst>
                <a:ext uri="{FF2B5EF4-FFF2-40B4-BE49-F238E27FC236}">
                  <a16:creationId xmlns:a16="http://schemas.microsoft.com/office/drawing/2014/main" id="{AD95531D-0DE1-4446-A59C-E865FF2743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CS</a:t>
              </a:r>
            </a:p>
          </p:txBody>
        </p:sp>
        <p:sp>
          <p:nvSpPr>
            <p:cNvPr id="40299" name="Line 32">
              <a:extLst>
                <a:ext uri="{FF2B5EF4-FFF2-40B4-BE49-F238E27FC236}">
                  <a16:creationId xmlns:a16="http://schemas.microsoft.com/office/drawing/2014/main" id="{BB6BC594-E543-4AAB-9B83-28E0E5C445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9944" name="Group 33">
            <a:extLst>
              <a:ext uri="{FF2B5EF4-FFF2-40B4-BE49-F238E27FC236}">
                <a16:creationId xmlns:a16="http://schemas.microsoft.com/office/drawing/2014/main" id="{32AA7FBC-134A-4754-8483-473F85215526}"/>
              </a:ext>
            </a:extLst>
          </p:cNvPr>
          <p:cNvGrpSpPr>
            <a:grpSpLocks/>
          </p:cNvGrpSpPr>
          <p:nvPr/>
        </p:nvGrpSpPr>
        <p:grpSpPr bwMode="auto">
          <a:xfrm>
            <a:off x="3117850" y="5932488"/>
            <a:ext cx="5773738" cy="0"/>
            <a:chOff x="1964" y="3737"/>
            <a:chExt cx="3637" cy="0"/>
          </a:xfrm>
        </p:grpSpPr>
        <p:sp>
          <p:nvSpPr>
            <p:cNvPr id="40294" name="Line 34">
              <a:extLst>
                <a:ext uri="{FF2B5EF4-FFF2-40B4-BE49-F238E27FC236}">
                  <a16:creationId xmlns:a16="http://schemas.microsoft.com/office/drawing/2014/main" id="{187C51E7-E848-41C5-B1E5-DA09534E7F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295" name="Line 35">
              <a:extLst>
                <a:ext uri="{FF2B5EF4-FFF2-40B4-BE49-F238E27FC236}">
                  <a16:creationId xmlns:a16="http://schemas.microsoft.com/office/drawing/2014/main" id="{587ECD7F-B024-4277-B1BD-C51AFDB47B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296" name="Line 36">
              <a:extLst>
                <a:ext uri="{FF2B5EF4-FFF2-40B4-BE49-F238E27FC236}">
                  <a16:creationId xmlns:a16="http://schemas.microsoft.com/office/drawing/2014/main" id="{16BB253E-481A-4897-A640-8E2601EA61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297" name="Line 37">
              <a:extLst>
                <a:ext uri="{FF2B5EF4-FFF2-40B4-BE49-F238E27FC236}">
                  <a16:creationId xmlns:a16="http://schemas.microsoft.com/office/drawing/2014/main" id="{9868236B-3EC9-4421-84E7-E4A781D554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9945" name="Group 38">
            <a:extLst>
              <a:ext uri="{FF2B5EF4-FFF2-40B4-BE49-F238E27FC236}">
                <a16:creationId xmlns:a16="http://schemas.microsoft.com/office/drawing/2014/main" id="{9360B185-C591-4E9A-87A1-22B0C8D7B220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8686800" cy="5483225"/>
            <a:chOff x="140" y="674"/>
            <a:chExt cx="5472" cy="3454"/>
          </a:xfrm>
        </p:grpSpPr>
        <p:grpSp>
          <p:nvGrpSpPr>
            <p:cNvPr id="40045" name="Group 39">
              <a:extLst>
                <a:ext uri="{FF2B5EF4-FFF2-40B4-BE49-F238E27FC236}">
                  <a16:creationId xmlns:a16="http://schemas.microsoft.com/office/drawing/2014/main" id="{8EB169C7-AA4B-471B-B19C-D23C88A200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674"/>
              <a:ext cx="5472" cy="3454"/>
              <a:chOff x="140" y="674"/>
              <a:chExt cx="5472" cy="3454"/>
            </a:xfrm>
          </p:grpSpPr>
          <p:grpSp>
            <p:nvGrpSpPr>
              <p:cNvPr id="40071" name="Group 40">
                <a:extLst>
                  <a:ext uri="{FF2B5EF4-FFF2-40B4-BE49-F238E27FC236}">
                    <a16:creationId xmlns:a16="http://schemas.microsoft.com/office/drawing/2014/main" id="{89B96008-13ED-493C-A281-B9AF7501CD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0" y="713"/>
                <a:ext cx="5472" cy="3415"/>
                <a:chOff x="140" y="713"/>
                <a:chExt cx="5472" cy="3415"/>
              </a:xfrm>
            </p:grpSpPr>
            <p:sp>
              <p:nvSpPr>
                <p:cNvPr id="40083" name="Rectangle 41">
                  <a:extLst>
                    <a:ext uri="{FF2B5EF4-FFF2-40B4-BE49-F238E27FC236}">
                      <a16:creationId xmlns:a16="http://schemas.microsoft.com/office/drawing/2014/main" id="{22967627-C666-4C61-AD32-AD22FFD06F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2" y="713"/>
                  <a:ext cx="576" cy="3168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084" name="Rectangle 42">
                  <a:extLst>
                    <a:ext uri="{FF2B5EF4-FFF2-40B4-BE49-F238E27FC236}">
                      <a16:creationId xmlns:a16="http://schemas.microsoft.com/office/drawing/2014/main" id="{8C666994-DFDF-47C1-A1AD-A63474059A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40085" name="Text Box 43">
                  <a:extLst>
                    <a:ext uri="{FF2B5EF4-FFF2-40B4-BE49-F238E27FC236}">
                      <a16:creationId xmlns:a16="http://schemas.microsoft.com/office/drawing/2014/main" id="{98EB074F-23E4-4E04-9D0C-96A2C1DD57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8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086" name="Rectangle 44">
                  <a:extLst>
                    <a:ext uri="{FF2B5EF4-FFF2-40B4-BE49-F238E27FC236}">
                      <a16:creationId xmlns:a16="http://schemas.microsoft.com/office/drawing/2014/main" id="{29EE44A3-4D9A-47D4-9D3F-16AF47E025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52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87" name="Rectangle 45">
                  <a:extLst>
                    <a:ext uri="{FF2B5EF4-FFF2-40B4-BE49-F238E27FC236}">
                      <a16:creationId xmlns:a16="http://schemas.microsoft.com/office/drawing/2014/main" id="{8CC543A7-8252-4D9F-B53B-03B614636D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9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31</a:t>
                  </a:r>
                </a:p>
              </p:txBody>
            </p:sp>
            <p:sp>
              <p:nvSpPr>
                <p:cNvPr id="40088" name="Text Box 46">
                  <a:extLst>
                    <a:ext uri="{FF2B5EF4-FFF2-40B4-BE49-F238E27FC236}">
                      <a16:creationId xmlns:a16="http://schemas.microsoft.com/office/drawing/2014/main" id="{42EB50FB-3C99-49EB-93A7-D89C0DC138B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549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089" name="Rectangle 47">
                  <a:extLst>
                    <a:ext uri="{FF2B5EF4-FFF2-40B4-BE49-F238E27FC236}">
                      <a16:creationId xmlns:a16="http://schemas.microsoft.com/office/drawing/2014/main" id="{413C4CC6-A87F-4F74-9AF2-5217077D74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3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16</a:t>
                  </a:r>
                </a:p>
              </p:txBody>
            </p:sp>
            <p:sp>
              <p:nvSpPr>
                <p:cNvPr id="40090" name="Rectangle 48">
                  <a:extLst>
                    <a:ext uri="{FF2B5EF4-FFF2-40B4-BE49-F238E27FC236}">
                      <a16:creationId xmlns:a16="http://schemas.microsoft.com/office/drawing/2014/main" id="{65B2B678-5B00-48BE-9020-128A2853E9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4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47</a:t>
                  </a:r>
                </a:p>
              </p:txBody>
            </p:sp>
            <p:sp>
              <p:nvSpPr>
                <p:cNvPr id="40091" name="Text Box 49">
                  <a:extLst>
                    <a:ext uri="{FF2B5EF4-FFF2-40B4-BE49-F238E27FC236}">
                      <a16:creationId xmlns:a16="http://schemas.microsoft.com/office/drawing/2014/main" id="{E3D1D249-6082-4CAC-AF63-945711473F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24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092" name="Rectangle 50">
                  <a:extLst>
                    <a:ext uri="{FF2B5EF4-FFF2-40B4-BE49-F238E27FC236}">
                      <a16:creationId xmlns:a16="http://schemas.microsoft.com/office/drawing/2014/main" id="{242BE882-EE14-4358-B456-06996C7BF8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6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32</a:t>
                  </a:r>
                </a:p>
              </p:txBody>
            </p:sp>
            <p:sp>
              <p:nvSpPr>
                <p:cNvPr id="40093" name="Rectangle 51">
                  <a:extLst>
                    <a:ext uri="{FF2B5EF4-FFF2-40B4-BE49-F238E27FC236}">
                      <a16:creationId xmlns:a16="http://schemas.microsoft.com/office/drawing/2014/main" id="{71C1110C-050A-4749-9F9C-00C8C1AE8A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80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40094" name="Text Box 52">
                  <a:extLst>
                    <a:ext uri="{FF2B5EF4-FFF2-40B4-BE49-F238E27FC236}">
                      <a16:creationId xmlns:a16="http://schemas.microsoft.com/office/drawing/2014/main" id="{BF8A9F9D-2209-482D-9C0D-0C4EB592386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6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095" name="Rectangle 53">
                  <a:extLst>
                    <a:ext uri="{FF2B5EF4-FFF2-40B4-BE49-F238E27FC236}">
                      <a16:creationId xmlns:a16="http://schemas.microsoft.com/office/drawing/2014/main" id="{638B0825-EF91-4B7D-987F-E522B6877F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48</a:t>
                  </a:r>
                </a:p>
              </p:txBody>
            </p:sp>
            <p:sp>
              <p:nvSpPr>
                <p:cNvPr id="40096" name="Rectangle 54">
                  <a:extLst>
                    <a:ext uri="{FF2B5EF4-FFF2-40B4-BE49-F238E27FC236}">
                      <a16:creationId xmlns:a16="http://schemas.microsoft.com/office/drawing/2014/main" id="{6D21C23A-7934-4905-9F44-9F934B9C3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40097" name="Rectangle 55">
                  <a:extLst>
                    <a:ext uri="{FF2B5EF4-FFF2-40B4-BE49-F238E27FC236}">
                      <a16:creationId xmlns:a16="http://schemas.microsoft.com/office/drawing/2014/main" id="{B1052CFD-C674-4470-A507-E2E579FFB7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52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98" name="Rectangle 56">
                  <a:extLst>
                    <a:ext uri="{FF2B5EF4-FFF2-40B4-BE49-F238E27FC236}">
                      <a16:creationId xmlns:a16="http://schemas.microsoft.com/office/drawing/2014/main" id="{9E61BFA8-38F5-48E5-BDA3-B04F872D78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9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31</a:t>
                  </a:r>
                </a:p>
              </p:txBody>
            </p:sp>
            <p:sp>
              <p:nvSpPr>
                <p:cNvPr id="40099" name="Rectangle 57">
                  <a:extLst>
                    <a:ext uri="{FF2B5EF4-FFF2-40B4-BE49-F238E27FC236}">
                      <a16:creationId xmlns:a16="http://schemas.microsoft.com/office/drawing/2014/main" id="{3EE018C1-3DB3-4067-9C28-931157F142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3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16</a:t>
                  </a:r>
                </a:p>
              </p:txBody>
            </p:sp>
            <p:sp>
              <p:nvSpPr>
                <p:cNvPr id="40100" name="Rectangle 58">
                  <a:extLst>
                    <a:ext uri="{FF2B5EF4-FFF2-40B4-BE49-F238E27FC236}">
                      <a16:creationId xmlns:a16="http://schemas.microsoft.com/office/drawing/2014/main" id="{1B546A1A-BDB5-4854-89E2-0334E0D6BB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4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47</a:t>
                  </a:r>
                </a:p>
              </p:txBody>
            </p:sp>
            <p:sp>
              <p:nvSpPr>
                <p:cNvPr id="40101" name="Rectangle 59">
                  <a:extLst>
                    <a:ext uri="{FF2B5EF4-FFF2-40B4-BE49-F238E27FC236}">
                      <a16:creationId xmlns:a16="http://schemas.microsoft.com/office/drawing/2014/main" id="{68C98B0E-9FF7-474F-B82A-84B0194C70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6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32</a:t>
                  </a:r>
                </a:p>
              </p:txBody>
            </p:sp>
            <p:sp>
              <p:nvSpPr>
                <p:cNvPr id="40102" name="Rectangle 60">
                  <a:extLst>
                    <a:ext uri="{FF2B5EF4-FFF2-40B4-BE49-F238E27FC236}">
                      <a16:creationId xmlns:a16="http://schemas.microsoft.com/office/drawing/2014/main" id="{D65C513A-5FF5-4987-B01F-E3F28D4A47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80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40103" name="Rectangle 61">
                  <a:extLst>
                    <a:ext uri="{FF2B5EF4-FFF2-40B4-BE49-F238E27FC236}">
                      <a16:creationId xmlns:a16="http://schemas.microsoft.com/office/drawing/2014/main" id="{B7A267F4-99EA-4665-BEFB-24EDD48FEC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48</a:t>
                  </a:r>
                </a:p>
              </p:txBody>
            </p:sp>
            <p:sp>
              <p:nvSpPr>
                <p:cNvPr id="40104" name="Line 62">
                  <a:extLst>
                    <a:ext uri="{FF2B5EF4-FFF2-40B4-BE49-F238E27FC236}">
                      <a16:creationId xmlns:a16="http://schemas.microsoft.com/office/drawing/2014/main" id="{C92F3667-4A62-4064-8206-4306B491D3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05" name="Line 63">
                  <a:extLst>
                    <a:ext uri="{FF2B5EF4-FFF2-40B4-BE49-F238E27FC236}">
                      <a16:creationId xmlns:a16="http://schemas.microsoft.com/office/drawing/2014/main" id="{87E8FBB5-2E2F-4D7F-8986-013F00D234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308" y="271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06" name="Freeform 64">
                  <a:extLst>
                    <a:ext uri="{FF2B5EF4-FFF2-40B4-BE49-F238E27FC236}">
                      <a16:creationId xmlns:a16="http://schemas.microsoft.com/office/drawing/2014/main" id="{C1551350-326D-4073-A43D-918967FA43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0" y="2709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07" name="Line 65">
                  <a:extLst>
                    <a:ext uri="{FF2B5EF4-FFF2-40B4-BE49-F238E27FC236}">
                      <a16:creationId xmlns:a16="http://schemas.microsoft.com/office/drawing/2014/main" id="{462AE7F7-AA26-45B5-89BF-034E149BB6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08" name="Line 66">
                  <a:extLst>
                    <a:ext uri="{FF2B5EF4-FFF2-40B4-BE49-F238E27FC236}">
                      <a16:creationId xmlns:a16="http://schemas.microsoft.com/office/drawing/2014/main" id="{E87BBD87-D2FD-4408-8668-3BC861953A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4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09" name="Freeform 67">
                  <a:extLst>
                    <a:ext uri="{FF2B5EF4-FFF2-40B4-BE49-F238E27FC236}">
                      <a16:creationId xmlns:a16="http://schemas.microsoft.com/office/drawing/2014/main" id="{5A4BD17F-C5F7-493E-9613-1CACB03248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4" y="2353"/>
                  <a:ext cx="112" cy="1"/>
                </a:xfrm>
                <a:custGeom>
                  <a:avLst/>
                  <a:gdLst>
                    <a:gd name="T0" fmla="*/ 0 w 112"/>
                    <a:gd name="T1" fmla="*/ 0 h 1"/>
                    <a:gd name="T2" fmla="*/ 112 w 112"/>
                    <a:gd name="T3" fmla="*/ 0 h 1"/>
                    <a:gd name="T4" fmla="*/ 0 60000 65536"/>
                    <a:gd name="T5" fmla="*/ 0 60000 65536"/>
                    <a:gd name="T6" fmla="*/ 0 w 112"/>
                    <a:gd name="T7" fmla="*/ 0 h 1"/>
                    <a:gd name="T8" fmla="*/ 112 w 11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2" h="1">
                      <a:moveTo>
                        <a:pt x="0" y="0"/>
                      </a:moveTo>
                      <a:lnTo>
                        <a:pt x="112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10" name="Freeform 68">
                  <a:extLst>
                    <a:ext uri="{FF2B5EF4-FFF2-40B4-BE49-F238E27FC236}">
                      <a16:creationId xmlns:a16="http://schemas.microsoft.com/office/drawing/2014/main" id="{F0607147-935B-4A2F-8E78-5282E52CF5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9" y="1209"/>
                  <a:ext cx="152" cy="1469"/>
                </a:xfrm>
                <a:custGeom>
                  <a:avLst/>
                  <a:gdLst>
                    <a:gd name="T0" fmla="*/ 152 w 152"/>
                    <a:gd name="T1" fmla="*/ 1469 h 1469"/>
                    <a:gd name="T2" fmla="*/ 0 w 152"/>
                    <a:gd name="T3" fmla="*/ 1469 h 1469"/>
                    <a:gd name="T4" fmla="*/ 0 w 152"/>
                    <a:gd name="T5" fmla="*/ 0 h 1469"/>
                    <a:gd name="T6" fmla="*/ 95 w 152"/>
                    <a:gd name="T7" fmla="*/ 1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9"/>
                    <a:gd name="T14" fmla="*/ 152 w 152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9">
                      <a:moveTo>
                        <a:pt x="152" y="1469"/>
                      </a:moveTo>
                      <a:lnTo>
                        <a:pt x="0" y="1469"/>
                      </a:lnTo>
                      <a:lnTo>
                        <a:pt x="0" y="0"/>
                      </a:lnTo>
                      <a:lnTo>
                        <a:pt x="95" y="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11" name="Freeform 69">
                  <a:extLst>
                    <a:ext uri="{FF2B5EF4-FFF2-40B4-BE49-F238E27FC236}">
                      <a16:creationId xmlns:a16="http://schemas.microsoft.com/office/drawing/2014/main" id="{18F3C84B-CDBE-4D71-8323-528BE83A82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5" y="2353"/>
                  <a:ext cx="102" cy="1"/>
                </a:xfrm>
                <a:custGeom>
                  <a:avLst/>
                  <a:gdLst>
                    <a:gd name="T0" fmla="*/ 102 w 102"/>
                    <a:gd name="T1" fmla="*/ 0 h 1"/>
                    <a:gd name="T2" fmla="*/ 0 w 102"/>
                    <a:gd name="T3" fmla="*/ 0 h 1"/>
                    <a:gd name="T4" fmla="*/ 0 60000 65536"/>
                    <a:gd name="T5" fmla="*/ 0 60000 65536"/>
                    <a:gd name="T6" fmla="*/ 0 w 102"/>
                    <a:gd name="T7" fmla="*/ 0 h 1"/>
                    <a:gd name="T8" fmla="*/ 102 w 1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2" h="1">
                      <a:moveTo>
                        <a:pt x="10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12" name="Line 70">
                  <a:extLst>
                    <a:ext uri="{FF2B5EF4-FFF2-40B4-BE49-F238E27FC236}">
                      <a16:creationId xmlns:a16="http://schemas.microsoft.com/office/drawing/2014/main" id="{5A565FFA-6208-4F66-93BA-99D37758D7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896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13" name="Line 71">
                  <a:extLst>
                    <a:ext uri="{FF2B5EF4-FFF2-40B4-BE49-F238E27FC236}">
                      <a16:creationId xmlns:a16="http://schemas.microsoft.com/office/drawing/2014/main" id="{40C0C651-DDEF-4F4A-A87A-DA796502B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879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14" name="Freeform 72">
                  <a:extLst>
                    <a:ext uri="{FF2B5EF4-FFF2-40B4-BE49-F238E27FC236}">
                      <a16:creationId xmlns:a16="http://schemas.microsoft.com/office/drawing/2014/main" id="{5BC84A5F-89D4-4A52-A1EF-B2C96AF14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1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15" name="Line 73">
                  <a:extLst>
                    <a:ext uri="{FF2B5EF4-FFF2-40B4-BE49-F238E27FC236}">
                      <a16:creationId xmlns:a16="http://schemas.microsoft.com/office/drawing/2014/main" id="{E220C37F-1E88-4F25-AD71-EBB3149369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704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16" name="Line 74">
                  <a:extLst>
                    <a:ext uri="{FF2B5EF4-FFF2-40B4-BE49-F238E27FC236}">
                      <a16:creationId xmlns:a16="http://schemas.microsoft.com/office/drawing/2014/main" id="{1620B08A-B7D2-4AB5-903F-8637AD9E3E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783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17" name="Freeform 75">
                  <a:extLst>
                    <a:ext uri="{FF2B5EF4-FFF2-40B4-BE49-F238E27FC236}">
                      <a16:creationId xmlns:a16="http://schemas.microsoft.com/office/drawing/2014/main" id="{14B4BBED-4CA9-4F18-824B-E2BE83605A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5" y="2353"/>
                  <a:ext cx="103" cy="1"/>
                </a:xfrm>
                <a:custGeom>
                  <a:avLst/>
                  <a:gdLst>
                    <a:gd name="T0" fmla="*/ 0 w 103"/>
                    <a:gd name="T1" fmla="*/ 0 h 1"/>
                    <a:gd name="T2" fmla="*/ 103 w 103"/>
                    <a:gd name="T3" fmla="*/ 0 h 1"/>
                    <a:gd name="T4" fmla="*/ 0 60000 65536"/>
                    <a:gd name="T5" fmla="*/ 0 60000 65536"/>
                    <a:gd name="T6" fmla="*/ 0 w 103"/>
                    <a:gd name="T7" fmla="*/ 0 h 1"/>
                    <a:gd name="T8" fmla="*/ 103 w 103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3" h="1">
                      <a:moveTo>
                        <a:pt x="0" y="0"/>
                      </a:moveTo>
                      <a:lnTo>
                        <a:pt x="103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18" name="Freeform 76">
                  <a:extLst>
                    <a:ext uri="{FF2B5EF4-FFF2-40B4-BE49-F238E27FC236}">
                      <a16:creationId xmlns:a16="http://schemas.microsoft.com/office/drawing/2014/main" id="{EB2AB508-A192-4D31-B55B-F1AF6841F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1" y="2352"/>
                  <a:ext cx="113" cy="1"/>
                </a:xfrm>
                <a:custGeom>
                  <a:avLst/>
                  <a:gdLst>
                    <a:gd name="T0" fmla="*/ 113 w 113"/>
                    <a:gd name="T1" fmla="*/ 1 h 1"/>
                    <a:gd name="T2" fmla="*/ 0 w 113"/>
                    <a:gd name="T3" fmla="*/ 0 h 1"/>
                    <a:gd name="T4" fmla="*/ 0 60000 65536"/>
                    <a:gd name="T5" fmla="*/ 0 60000 65536"/>
                    <a:gd name="T6" fmla="*/ 0 w 113"/>
                    <a:gd name="T7" fmla="*/ 0 h 1"/>
                    <a:gd name="T8" fmla="*/ 113 w 113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3" h="1">
                      <a:moveTo>
                        <a:pt x="113" y="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19" name="Line 77">
                  <a:extLst>
                    <a:ext uri="{FF2B5EF4-FFF2-40B4-BE49-F238E27FC236}">
                      <a16:creationId xmlns:a16="http://schemas.microsoft.com/office/drawing/2014/main" id="{3622A442-3D5C-4F72-A6ED-A71EE24D68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20" name="Line 78">
                  <a:extLst>
                    <a:ext uri="{FF2B5EF4-FFF2-40B4-BE49-F238E27FC236}">
                      <a16:creationId xmlns:a16="http://schemas.microsoft.com/office/drawing/2014/main" id="{36463AEC-D07B-4238-A900-6A838FF0D1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21" name="Freeform 79">
                  <a:extLst>
                    <a:ext uri="{FF2B5EF4-FFF2-40B4-BE49-F238E27FC236}">
                      <a16:creationId xmlns:a16="http://schemas.microsoft.com/office/drawing/2014/main" id="{075805A3-2550-4242-8EDB-A57B6F8079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2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22" name="Line 80">
                  <a:extLst>
                    <a:ext uri="{FF2B5EF4-FFF2-40B4-BE49-F238E27FC236}">
                      <a16:creationId xmlns:a16="http://schemas.microsoft.com/office/drawing/2014/main" id="{938DB8CF-B17A-46D4-93CB-163B0F2B7D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23" name="Line 81">
                  <a:extLst>
                    <a:ext uri="{FF2B5EF4-FFF2-40B4-BE49-F238E27FC236}">
                      <a16:creationId xmlns:a16="http://schemas.microsoft.com/office/drawing/2014/main" id="{30ACCF67-4796-4808-A6B1-E5DCA4CAD9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24" name="Freeform 82">
                  <a:extLst>
                    <a:ext uri="{FF2B5EF4-FFF2-40B4-BE49-F238E27FC236}">
                      <a16:creationId xmlns:a16="http://schemas.microsoft.com/office/drawing/2014/main" id="{94970715-9375-42A3-986A-48C8EA8744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6" y="2353"/>
                  <a:ext cx="109" cy="1"/>
                </a:xfrm>
                <a:custGeom>
                  <a:avLst/>
                  <a:gdLst>
                    <a:gd name="T0" fmla="*/ 0 w 109"/>
                    <a:gd name="T1" fmla="*/ 0 h 1"/>
                    <a:gd name="T2" fmla="*/ 109 w 109"/>
                    <a:gd name="T3" fmla="*/ 0 h 1"/>
                    <a:gd name="T4" fmla="*/ 0 60000 65536"/>
                    <a:gd name="T5" fmla="*/ 0 60000 65536"/>
                    <a:gd name="T6" fmla="*/ 0 w 109"/>
                    <a:gd name="T7" fmla="*/ 0 h 1"/>
                    <a:gd name="T8" fmla="*/ 109 w 10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9" h="1">
                      <a:moveTo>
                        <a:pt x="0" y="0"/>
                      </a:moveTo>
                      <a:lnTo>
                        <a:pt x="109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25" name="Freeform 83">
                  <a:extLst>
                    <a:ext uri="{FF2B5EF4-FFF2-40B4-BE49-F238E27FC236}">
                      <a16:creationId xmlns:a16="http://schemas.microsoft.com/office/drawing/2014/main" id="{0E0252B3-624D-4600-B724-CE3F290E86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7" y="2353"/>
                  <a:ext cx="89" cy="1"/>
                </a:xfrm>
                <a:custGeom>
                  <a:avLst/>
                  <a:gdLst>
                    <a:gd name="T0" fmla="*/ 89 w 89"/>
                    <a:gd name="T1" fmla="*/ 0 h 1"/>
                    <a:gd name="T2" fmla="*/ 0 w 89"/>
                    <a:gd name="T3" fmla="*/ 0 h 1"/>
                    <a:gd name="T4" fmla="*/ 0 60000 65536"/>
                    <a:gd name="T5" fmla="*/ 0 60000 65536"/>
                    <a:gd name="T6" fmla="*/ 0 w 89"/>
                    <a:gd name="T7" fmla="*/ 0 h 1"/>
                    <a:gd name="T8" fmla="*/ 89 w 8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89" h="1">
                      <a:moveTo>
                        <a:pt x="89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26" name="Line 84">
                  <a:extLst>
                    <a:ext uri="{FF2B5EF4-FFF2-40B4-BE49-F238E27FC236}">
                      <a16:creationId xmlns:a16="http://schemas.microsoft.com/office/drawing/2014/main" id="{7CE694A5-2270-4CF3-B90A-579907804E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05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27" name="Line 85">
                  <a:extLst>
                    <a:ext uri="{FF2B5EF4-FFF2-40B4-BE49-F238E27FC236}">
                      <a16:creationId xmlns:a16="http://schemas.microsoft.com/office/drawing/2014/main" id="{4AE81FBD-216E-44DE-97A7-3D445FE213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036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28" name="Freeform 86">
                  <a:extLst>
                    <a:ext uri="{FF2B5EF4-FFF2-40B4-BE49-F238E27FC236}">
                      <a16:creationId xmlns:a16="http://schemas.microsoft.com/office/drawing/2014/main" id="{CAF502E4-D338-48DA-9732-84095006EE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8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29" name="Line 87">
                  <a:extLst>
                    <a:ext uri="{FF2B5EF4-FFF2-40B4-BE49-F238E27FC236}">
                      <a16:creationId xmlns:a16="http://schemas.microsoft.com/office/drawing/2014/main" id="{CB54784C-0201-4D9F-8C6F-2B8446DA93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861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30" name="Line 88">
                  <a:extLst>
                    <a:ext uri="{FF2B5EF4-FFF2-40B4-BE49-F238E27FC236}">
                      <a16:creationId xmlns:a16="http://schemas.microsoft.com/office/drawing/2014/main" id="{DC1A0B52-E616-44FD-899D-B6280AB485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940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31" name="Freeform 89">
                  <a:extLst>
                    <a:ext uri="{FF2B5EF4-FFF2-40B4-BE49-F238E27FC236}">
                      <a16:creationId xmlns:a16="http://schemas.microsoft.com/office/drawing/2014/main" id="{6411DC47-92E6-4438-87FB-250D44DA2F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2" y="2353"/>
                  <a:ext cx="115" cy="1"/>
                </a:xfrm>
                <a:custGeom>
                  <a:avLst/>
                  <a:gdLst>
                    <a:gd name="T0" fmla="*/ 0 w 115"/>
                    <a:gd name="T1" fmla="*/ 0 h 1"/>
                    <a:gd name="T2" fmla="*/ 115 w 115"/>
                    <a:gd name="T3" fmla="*/ 0 h 1"/>
                    <a:gd name="T4" fmla="*/ 0 60000 65536"/>
                    <a:gd name="T5" fmla="*/ 0 60000 65536"/>
                    <a:gd name="T6" fmla="*/ 0 w 115"/>
                    <a:gd name="T7" fmla="*/ 0 h 1"/>
                    <a:gd name="T8" fmla="*/ 115 w 115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5" h="1">
                      <a:moveTo>
                        <a:pt x="0" y="0"/>
                      </a:moveTo>
                      <a:lnTo>
                        <a:pt x="115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32" name="Freeform 90">
                  <a:extLst>
                    <a:ext uri="{FF2B5EF4-FFF2-40B4-BE49-F238E27FC236}">
                      <a16:creationId xmlns:a16="http://schemas.microsoft.com/office/drawing/2014/main" id="{667B16FF-818A-4141-B95C-893B153E1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2353"/>
                  <a:ext cx="90" cy="1"/>
                </a:xfrm>
                <a:custGeom>
                  <a:avLst/>
                  <a:gdLst>
                    <a:gd name="T0" fmla="*/ 90 w 90"/>
                    <a:gd name="T1" fmla="*/ 0 h 1"/>
                    <a:gd name="T2" fmla="*/ 0 w 90"/>
                    <a:gd name="T3" fmla="*/ 0 h 1"/>
                    <a:gd name="T4" fmla="*/ 0 60000 65536"/>
                    <a:gd name="T5" fmla="*/ 0 60000 65536"/>
                    <a:gd name="T6" fmla="*/ 0 w 90"/>
                    <a:gd name="T7" fmla="*/ 0 h 1"/>
                    <a:gd name="T8" fmla="*/ 90 w 9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0" h="1">
                      <a:moveTo>
                        <a:pt x="9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33" name="Line 91">
                  <a:extLst>
                    <a:ext uri="{FF2B5EF4-FFF2-40B4-BE49-F238E27FC236}">
                      <a16:creationId xmlns:a16="http://schemas.microsoft.com/office/drawing/2014/main" id="{61DE67C9-C237-418E-B97F-F06FF8B6B1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34" name="Line 92">
                  <a:extLst>
                    <a:ext uri="{FF2B5EF4-FFF2-40B4-BE49-F238E27FC236}">
                      <a16:creationId xmlns:a16="http://schemas.microsoft.com/office/drawing/2014/main" id="{3EDD40FC-55C3-4510-99F8-64A5DC99B7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35" name="Freeform 93">
                  <a:extLst>
                    <a:ext uri="{FF2B5EF4-FFF2-40B4-BE49-F238E27FC236}">
                      <a16:creationId xmlns:a16="http://schemas.microsoft.com/office/drawing/2014/main" id="{68D2443A-60EE-4FCD-8E77-78845E73FC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64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36" name="Line 94">
                  <a:extLst>
                    <a:ext uri="{FF2B5EF4-FFF2-40B4-BE49-F238E27FC236}">
                      <a16:creationId xmlns:a16="http://schemas.microsoft.com/office/drawing/2014/main" id="{E0CFB735-2E17-4D6D-8B06-60001E9000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37" name="Line 95">
                  <a:extLst>
                    <a:ext uri="{FF2B5EF4-FFF2-40B4-BE49-F238E27FC236}">
                      <a16:creationId xmlns:a16="http://schemas.microsoft.com/office/drawing/2014/main" id="{A342C94A-B47C-4128-B8D7-BBE756828A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38" name="Freeform 96">
                  <a:extLst>
                    <a:ext uri="{FF2B5EF4-FFF2-40B4-BE49-F238E27FC236}">
                      <a16:creationId xmlns:a16="http://schemas.microsoft.com/office/drawing/2014/main" id="{4145EBDE-9010-4C58-87DC-6ABD60E7E6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51" y="2352"/>
                  <a:ext cx="100" cy="1"/>
                </a:xfrm>
                <a:custGeom>
                  <a:avLst/>
                  <a:gdLst>
                    <a:gd name="T0" fmla="*/ 0 w 100"/>
                    <a:gd name="T1" fmla="*/ 0 h 1"/>
                    <a:gd name="T2" fmla="*/ 100 w 100"/>
                    <a:gd name="T3" fmla="*/ 1 h 1"/>
                    <a:gd name="T4" fmla="*/ 0 60000 65536"/>
                    <a:gd name="T5" fmla="*/ 0 60000 65536"/>
                    <a:gd name="T6" fmla="*/ 0 w 100"/>
                    <a:gd name="T7" fmla="*/ 0 h 1"/>
                    <a:gd name="T8" fmla="*/ 100 w 10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0" h="1">
                      <a:moveTo>
                        <a:pt x="0" y="0"/>
                      </a:moveTo>
                      <a:lnTo>
                        <a:pt x="100" y="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39" name="Freeform 97">
                  <a:extLst>
                    <a:ext uri="{FF2B5EF4-FFF2-40B4-BE49-F238E27FC236}">
                      <a16:creationId xmlns:a16="http://schemas.microsoft.com/office/drawing/2014/main" id="{25CC6C61-3FCD-4853-A8BA-EAACD43F4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9" y="2353"/>
                  <a:ext cx="108" cy="1"/>
                </a:xfrm>
                <a:custGeom>
                  <a:avLst/>
                  <a:gdLst>
                    <a:gd name="T0" fmla="*/ 108 w 108"/>
                    <a:gd name="T1" fmla="*/ 0 h 1"/>
                    <a:gd name="T2" fmla="*/ 0 w 108"/>
                    <a:gd name="T3" fmla="*/ 0 h 1"/>
                    <a:gd name="T4" fmla="*/ 0 60000 65536"/>
                    <a:gd name="T5" fmla="*/ 0 60000 65536"/>
                    <a:gd name="T6" fmla="*/ 0 w 108"/>
                    <a:gd name="T7" fmla="*/ 0 h 1"/>
                    <a:gd name="T8" fmla="*/ 108 w 10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8" h="1">
                      <a:moveTo>
                        <a:pt x="108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40" name="Line 98">
                  <a:extLst>
                    <a:ext uri="{FF2B5EF4-FFF2-40B4-BE49-F238E27FC236}">
                      <a16:creationId xmlns:a16="http://schemas.microsoft.com/office/drawing/2014/main" id="{D5457A44-E66C-4F46-B84A-9D9F20CFCE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205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41" name="Line 99">
                  <a:extLst>
                    <a:ext uri="{FF2B5EF4-FFF2-40B4-BE49-F238E27FC236}">
                      <a16:creationId xmlns:a16="http://schemas.microsoft.com/office/drawing/2014/main" id="{3AFF33D4-5CA2-4B45-B67C-7140EB6EE5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188" y="2696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42" name="Freeform 100">
                  <a:extLst>
                    <a:ext uri="{FF2B5EF4-FFF2-40B4-BE49-F238E27FC236}">
                      <a16:creationId xmlns:a16="http://schemas.microsoft.com/office/drawing/2014/main" id="{C6FD45D7-83FC-4AD4-930F-BE7BBC7234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40" y="2695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43" name="Line 101">
                  <a:extLst>
                    <a:ext uri="{FF2B5EF4-FFF2-40B4-BE49-F238E27FC236}">
                      <a16:creationId xmlns:a16="http://schemas.microsoft.com/office/drawing/2014/main" id="{45F55139-4917-4D3B-8EDC-E88264ADA3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013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44" name="Line 102">
                  <a:extLst>
                    <a:ext uri="{FF2B5EF4-FFF2-40B4-BE49-F238E27FC236}">
                      <a16:creationId xmlns:a16="http://schemas.microsoft.com/office/drawing/2014/main" id="{04FCA27C-6BEE-4AE4-B422-DE80E8542B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092" y="270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45" name="Freeform 103">
                  <a:extLst>
                    <a:ext uri="{FF2B5EF4-FFF2-40B4-BE49-F238E27FC236}">
                      <a16:creationId xmlns:a16="http://schemas.microsoft.com/office/drawing/2014/main" id="{8A398D41-7412-4D89-AE77-20366265ED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36" y="2351"/>
                  <a:ext cx="90" cy="2"/>
                </a:xfrm>
                <a:custGeom>
                  <a:avLst/>
                  <a:gdLst>
                    <a:gd name="T0" fmla="*/ 0 w 90"/>
                    <a:gd name="T1" fmla="*/ 0 h 2"/>
                    <a:gd name="T2" fmla="*/ 90 w 90"/>
                    <a:gd name="T3" fmla="*/ 2 h 2"/>
                    <a:gd name="T4" fmla="*/ 0 60000 65536"/>
                    <a:gd name="T5" fmla="*/ 0 60000 65536"/>
                    <a:gd name="T6" fmla="*/ 0 w 90"/>
                    <a:gd name="T7" fmla="*/ 0 h 2"/>
                    <a:gd name="T8" fmla="*/ 90 w 90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0" h="2">
                      <a:moveTo>
                        <a:pt x="0" y="0"/>
                      </a:moveTo>
                      <a:lnTo>
                        <a:pt x="90" y="2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46" name="Freeform 104">
                  <a:extLst>
                    <a:ext uri="{FF2B5EF4-FFF2-40B4-BE49-F238E27FC236}">
                      <a16:creationId xmlns:a16="http://schemas.microsoft.com/office/drawing/2014/main" id="{8F80A0BC-0E2A-419F-BC56-A0005AA66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5" y="2353"/>
                  <a:ext cx="104" cy="1"/>
                </a:xfrm>
                <a:custGeom>
                  <a:avLst/>
                  <a:gdLst>
                    <a:gd name="T0" fmla="*/ 104 w 104"/>
                    <a:gd name="T1" fmla="*/ 0 h 1"/>
                    <a:gd name="T2" fmla="*/ 0 w 104"/>
                    <a:gd name="T3" fmla="*/ 0 h 1"/>
                    <a:gd name="T4" fmla="*/ 0 60000 65536"/>
                    <a:gd name="T5" fmla="*/ 0 60000 65536"/>
                    <a:gd name="T6" fmla="*/ 0 w 104"/>
                    <a:gd name="T7" fmla="*/ 0 h 1"/>
                    <a:gd name="T8" fmla="*/ 104 w 104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4" h="1">
                      <a:moveTo>
                        <a:pt x="104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0147" name="Group 105">
                  <a:extLst>
                    <a:ext uri="{FF2B5EF4-FFF2-40B4-BE49-F238E27FC236}">
                      <a16:creationId xmlns:a16="http://schemas.microsoft.com/office/drawing/2014/main" id="{5B885835-03C4-4A6B-B101-966CF7A80A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68" y="2634"/>
                  <a:ext cx="192" cy="158"/>
                  <a:chOff x="4692" y="2634"/>
                  <a:chExt cx="192" cy="158"/>
                </a:xfrm>
              </p:grpSpPr>
              <p:grpSp>
                <p:nvGrpSpPr>
                  <p:cNvPr id="40287" name="Group 106">
                    <a:extLst>
                      <a:ext uri="{FF2B5EF4-FFF2-40B4-BE49-F238E27FC236}">
                        <a16:creationId xmlns:a16="http://schemas.microsoft.com/office/drawing/2014/main" id="{37B4D499-41CD-4B2C-81DE-C6781FE695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836" y="2634"/>
                    <a:ext cx="48" cy="158"/>
                    <a:chOff x="4836" y="2634"/>
                    <a:chExt cx="48" cy="158"/>
                  </a:xfrm>
                </p:grpSpPr>
                <p:sp>
                  <p:nvSpPr>
                    <p:cNvPr id="40292" name="Line 107">
                      <a:extLst>
                        <a:ext uri="{FF2B5EF4-FFF2-40B4-BE49-F238E27FC236}">
                          <a16:creationId xmlns:a16="http://schemas.microsoft.com/office/drawing/2014/main" id="{FC8A857B-91E5-4BB2-9ED5-9A39504AEE7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80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0293" name="Line 108">
                      <a:extLst>
                        <a:ext uri="{FF2B5EF4-FFF2-40B4-BE49-F238E27FC236}">
                          <a16:creationId xmlns:a16="http://schemas.microsoft.com/office/drawing/2014/main" id="{C0872A43-543E-48CB-B71D-ABE859766D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8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0288" name="Freeform 109">
                    <a:extLst>
                      <a:ext uri="{FF2B5EF4-FFF2-40B4-BE49-F238E27FC236}">
                        <a16:creationId xmlns:a16="http://schemas.microsoft.com/office/drawing/2014/main" id="{C79E76EB-96A3-482D-A309-1F63F14EBE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40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0289" name="Group 110">
                    <a:extLst>
                      <a:ext uri="{FF2B5EF4-FFF2-40B4-BE49-F238E27FC236}">
                        <a16:creationId xmlns:a16="http://schemas.microsoft.com/office/drawing/2014/main" id="{7FFD7BE9-EABA-4FCC-8BAE-2FB2DB9EE63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692" y="2634"/>
                    <a:ext cx="48" cy="158"/>
                    <a:chOff x="4692" y="2634"/>
                    <a:chExt cx="48" cy="158"/>
                  </a:xfrm>
                </p:grpSpPr>
                <p:sp>
                  <p:nvSpPr>
                    <p:cNvPr id="40290" name="Line 111">
                      <a:extLst>
                        <a:ext uri="{FF2B5EF4-FFF2-40B4-BE49-F238E27FC236}">
                          <a16:creationId xmlns:a16="http://schemas.microsoft.com/office/drawing/2014/main" id="{B2E4F2EA-366D-4B5F-9119-19AA806DACC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13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0291" name="Line 112">
                      <a:extLst>
                        <a:ext uri="{FF2B5EF4-FFF2-40B4-BE49-F238E27FC236}">
                          <a16:creationId xmlns:a16="http://schemas.microsoft.com/office/drawing/2014/main" id="{FB355A3C-A591-42E0-920B-C6F27CF09AF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92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40148" name="Freeform 113">
                  <a:extLst>
                    <a:ext uri="{FF2B5EF4-FFF2-40B4-BE49-F238E27FC236}">
                      <a16:creationId xmlns:a16="http://schemas.microsoft.com/office/drawing/2014/main" id="{E44380E0-E15B-41F5-B235-EDB8BF8268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0" y="2353"/>
                  <a:ext cx="107" cy="1"/>
                </a:xfrm>
                <a:custGeom>
                  <a:avLst/>
                  <a:gdLst>
                    <a:gd name="T0" fmla="*/ 0 w 107"/>
                    <a:gd name="T1" fmla="*/ 0 h 1"/>
                    <a:gd name="T2" fmla="*/ 107 w 107"/>
                    <a:gd name="T3" fmla="*/ 0 h 1"/>
                    <a:gd name="T4" fmla="*/ 0 60000 65536"/>
                    <a:gd name="T5" fmla="*/ 0 60000 65536"/>
                    <a:gd name="T6" fmla="*/ 0 w 107"/>
                    <a:gd name="T7" fmla="*/ 0 h 1"/>
                    <a:gd name="T8" fmla="*/ 107 w 10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7" h="1">
                      <a:moveTo>
                        <a:pt x="0" y="0"/>
                      </a:moveTo>
                      <a:lnTo>
                        <a:pt x="107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49" name="Freeform 114">
                  <a:extLst>
                    <a:ext uri="{FF2B5EF4-FFF2-40B4-BE49-F238E27FC236}">
                      <a16:creationId xmlns:a16="http://schemas.microsoft.com/office/drawing/2014/main" id="{7826FD38-D881-4F34-BFF4-A80F54EF3C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1" y="2353"/>
                  <a:ext cx="96" cy="1"/>
                </a:xfrm>
                <a:custGeom>
                  <a:avLst/>
                  <a:gdLst>
                    <a:gd name="T0" fmla="*/ 96 w 96"/>
                    <a:gd name="T1" fmla="*/ 0 h 1"/>
                    <a:gd name="T2" fmla="*/ 0 w 96"/>
                    <a:gd name="T3" fmla="*/ 0 h 1"/>
                    <a:gd name="T4" fmla="*/ 0 60000 65536"/>
                    <a:gd name="T5" fmla="*/ 0 60000 65536"/>
                    <a:gd name="T6" fmla="*/ 0 w 96"/>
                    <a:gd name="T7" fmla="*/ 0 h 1"/>
                    <a:gd name="T8" fmla="*/ 96 w 96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1">
                      <a:moveTo>
                        <a:pt x="96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0150" name="Group 115">
                  <a:extLst>
                    <a:ext uri="{FF2B5EF4-FFF2-40B4-BE49-F238E27FC236}">
                      <a16:creationId xmlns:a16="http://schemas.microsoft.com/office/drawing/2014/main" id="{32BA98B8-8994-4D31-9B9F-5605150DAD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35" y="2634"/>
                  <a:ext cx="192" cy="158"/>
                  <a:chOff x="5259" y="2634"/>
                  <a:chExt cx="192" cy="158"/>
                </a:xfrm>
              </p:grpSpPr>
              <p:grpSp>
                <p:nvGrpSpPr>
                  <p:cNvPr id="40280" name="Group 116">
                    <a:extLst>
                      <a:ext uri="{FF2B5EF4-FFF2-40B4-BE49-F238E27FC236}">
                        <a16:creationId xmlns:a16="http://schemas.microsoft.com/office/drawing/2014/main" id="{37A168CB-DA47-4F95-9CCD-6D40DD91DB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03" y="2634"/>
                    <a:ext cx="48" cy="158"/>
                    <a:chOff x="5403" y="2634"/>
                    <a:chExt cx="48" cy="158"/>
                  </a:xfrm>
                </p:grpSpPr>
                <p:sp>
                  <p:nvSpPr>
                    <p:cNvPr id="40285" name="Line 117">
                      <a:extLst>
                        <a:ext uri="{FF2B5EF4-FFF2-40B4-BE49-F238E27FC236}">
                          <a16:creationId xmlns:a16="http://schemas.microsoft.com/office/drawing/2014/main" id="{64E206DC-4007-47DC-9960-6862D5A97D8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72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0286" name="Line 118">
                      <a:extLst>
                        <a:ext uri="{FF2B5EF4-FFF2-40B4-BE49-F238E27FC236}">
                          <a16:creationId xmlns:a16="http://schemas.microsoft.com/office/drawing/2014/main" id="{4602E301-4C1D-4021-A302-EC42AC3992C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55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0281" name="Freeform 119">
                    <a:extLst>
                      <a:ext uri="{FF2B5EF4-FFF2-40B4-BE49-F238E27FC236}">
                        <a16:creationId xmlns:a16="http://schemas.microsoft.com/office/drawing/2014/main" id="{838AE29F-E216-44D4-9E70-54378325CE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7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0282" name="Group 120">
                    <a:extLst>
                      <a:ext uri="{FF2B5EF4-FFF2-40B4-BE49-F238E27FC236}">
                        <a16:creationId xmlns:a16="http://schemas.microsoft.com/office/drawing/2014/main" id="{3899DE4D-4E00-46AA-8CCE-2CBA24158DC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59" y="2634"/>
                    <a:ext cx="48" cy="158"/>
                    <a:chOff x="5259" y="2634"/>
                    <a:chExt cx="48" cy="158"/>
                  </a:xfrm>
                </p:grpSpPr>
                <p:sp>
                  <p:nvSpPr>
                    <p:cNvPr id="40283" name="Line 121">
                      <a:extLst>
                        <a:ext uri="{FF2B5EF4-FFF2-40B4-BE49-F238E27FC236}">
                          <a16:creationId xmlns:a16="http://schemas.microsoft.com/office/drawing/2014/main" id="{B808D4B8-6F73-4533-B257-2679EDC7071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1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0284" name="Line 122">
                      <a:extLst>
                        <a:ext uri="{FF2B5EF4-FFF2-40B4-BE49-F238E27FC236}">
                          <a16:creationId xmlns:a16="http://schemas.microsoft.com/office/drawing/2014/main" id="{F8B11FF2-912D-4CCB-A303-898964E0D94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259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40151" name="Freeform 123">
                  <a:extLst>
                    <a:ext uri="{FF2B5EF4-FFF2-40B4-BE49-F238E27FC236}">
                      <a16:creationId xmlns:a16="http://schemas.microsoft.com/office/drawing/2014/main" id="{73920879-5F64-44B7-B480-1CA8BC5FBB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67" y="2351"/>
                  <a:ext cx="96" cy="2"/>
                </a:xfrm>
                <a:custGeom>
                  <a:avLst/>
                  <a:gdLst>
                    <a:gd name="T0" fmla="*/ 0 w 96"/>
                    <a:gd name="T1" fmla="*/ 0 h 2"/>
                    <a:gd name="T2" fmla="*/ 96 w 96"/>
                    <a:gd name="T3" fmla="*/ 2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0"/>
                      </a:moveTo>
                      <a:lnTo>
                        <a:pt x="96" y="2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52" name="Freeform 124">
                  <a:extLst>
                    <a:ext uri="{FF2B5EF4-FFF2-40B4-BE49-F238E27FC236}">
                      <a16:creationId xmlns:a16="http://schemas.microsoft.com/office/drawing/2014/main" id="{94F24412-A0B0-4016-84F1-741F4A3A4C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8" y="2353"/>
                  <a:ext cx="101" cy="1"/>
                </a:xfrm>
                <a:custGeom>
                  <a:avLst/>
                  <a:gdLst>
                    <a:gd name="T0" fmla="*/ 101 w 101"/>
                    <a:gd name="T1" fmla="*/ 0 h 1"/>
                    <a:gd name="T2" fmla="*/ 0 w 101"/>
                    <a:gd name="T3" fmla="*/ 0 h 1"/>
                    <a:gd name="T4" fmla="*/ 0 60000 65536"/>
                    <a:gd name="T5" fmla="*/ 0 60000 65536"/>
                    <a:gd name="T6" fmla="*/ 0 w 101"/>
                    <a:gd name="T7" fmla="*/ 0 h 1"/>
                    <a:gd name="T8" fmla="*/ 101 w 101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1" h="1">
                      <a:moveTo>
                        <a:pt x="101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53" name="Freeform 125">
                  <a:extLst>
                    <a:ext uri="{FF2B5EF4-FFF2-40B4-BE49-F238E27FC236}">
                      <a16:creationId xmlns:a16="http://schemas.microsoft.com/office/drawing/2014/main" id="{5BC0651A-EDBB-46EB-A6A2-D2A0EA32B6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8" y="856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54" name="Line 126">
                  <a:extLst>
                    <a:ext uri="{FF2B5EF4-FFF2-40B4-BE49-F238E27FC236}">
                      <a16:creationId xmlns:a16="http://schemas.microsoft.com/office/drawing/2014/main" id="{4883DA92-6C35-4341-B63A-1E5EC4E8BC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9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55" name="Line 127">
                  <a:extLst>
                    <a:ext uri="{FF2B5EF4-FFF2-40B4-BE49-F238E27FC236}">
                      <a16:creationId xmlns:a16="http://schemas.microsoft.com/office/drawing/2014/main" id="{951C4871-795D-4DF2-9B9B-88BD1A11F1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56" name="Line 128">
                  <a:extLst>
                    <a:ext uri="{FF2B5EF4-FFF2-40B4-BE49-F238E27FC236}">
                      <a16:creationId xmlns:a16="http://schemas.microsoft.com/office/drawing/2014/main" id="{A6378CA7-218E-4266-BD6B-D347538262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4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57" name="Line 129">
                  <a:extLst>
                    <a:ext uri="{FF2B5EF4-FFF2-40B4-BE49-F238E27FC236}">
                      <a16:creationId xmlns:a16="http://schemas.microsoft.com/office/drawing/2014/main" id="{0C699DC0-850A-4DD1-B7F2-CBB0866BE4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20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58" name="Line 130">
                  <a:extLst>
                    <a:ext uri="{FF2B5EF4-FFF2-40B4-BE49-F238E27FC236}">
                      <a16:creationId xmlns:a16="http://schemas.microsoft.com/office/drawing/2014/main" id="{8FDC5319-F99D-4F4A-BE8B-537443B042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96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59" name="Line 131">
                  <a:extLst>
                    <a:ext uri="{FF2B5EF4-FFF2-40B4-BE49-F238E27FC236}">
                      <a16:creationId xmlns:a16="http://schemas.microsoft.com/office/drawing/2014/main" id="{2330CD8E-EE5E-435E-8005-ACA7B9E724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7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60" name="Line 132">
                  <a:extLst>
                    <a:ext uri="{FF2B5EF4-FFF2-40B4-BE49-F238E27FC236}">
                      <a16:creationId xmlns:a16="http://schemas.microsoft.com/office/drawing/2014/main" id="{34C5483C-93D2-4EB8-873A-91C107E4F2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4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61" name="Line 133">
                  <a:extLst>
                    <a:ext uri="{FF2B5EF4-FFF2-40B4-BE49-F238E27FC236}">
                      <a16:creationId xmlns:a16="http://schemas.microsoft.com/office/drawing/2014/main" id="{A94A150F-F9F2-491B-BB63-E4CE8CE131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2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62" name="Freeform 134">
                  <a:extLst>
                    <a:ext uri="{FF2B5EF4-FFF2-40B4-BE49-F238E27FC236}">
                      <a16:creationId xmlns:a16="http://schemas.microsoft.com/office/drawing/2014/main" id="{ADB011BC-4C7A-4EDC-BF38-EC966EC1A3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5" y="2708"/>
                  <a:ext cx="1" cy="166"/>
                </a:xfrm>
                <a:custGeom>
                  <a:avLst/>
                  <a:gdLst>
                    <a:gd name="T0" fmla="*/ 1 w 1"/>
                    <a:gd name="T1" fmla="*/ 0 h 166"/>
                    <a:gd name="T2" fmla="*/ 0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1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63" name="Freeform 135">
                  <a:extLst>
                    <a:ext uri="{FF2B5EF4-FFF2-40B4-BE49-F238E27FC236}">
                      <a16:creationId xmlns:a16="http://schemas.microsoft.com/office/drawing/2014/main" id="{1C1E6DED-2DBC-43D4-83E9-CBC72367B2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0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2695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64" name="Freeform 136">
                  <a:extLst>
                    <a:ext uri="{FF2B5EF4-FFF2-40B4-BE49-F238E27FC236}">
                      <a16:creationId xmlns:a16="http://schemas.microsoft.com/office/drawing/2014/main" id="{C4EB61F2-3C79-44A4-A1E3-299C193716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4" y="2708"/>
                  <a:ext cx="4" cy="166"/>
                </a:xfrm>
                <a:custGeom>
                  <a:avLst/>
                  <a:gdLst>
                    <a:gd name="T0" fmla="*/ 4 w 4"/>
                    <a:gd name="T1" fmla="*/ 0 h 166"/>
                    <a:gd name="T2" fmla="*/ 0 w 4"/>
                    <a:gd name="T3" fmla="*/ 166 h 166"/>
                    <a:gd name="T4" fmla="*/ 0 60000 65536"/>
                    <a:gd name="T5" fmla="*/ 0 60000 65536"/>
                    <a:gd name="T6" fmla="*/ 0 w 4"/>
                    <a:gd name="T7" fmla="*/ 0 h 166"/>
                    <a:gd name="T8" fmla="*/ 4 w 4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" h="166">
                      <a:moveTo>
                        <a:pt x="4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65" name="Freeform 137">
                  <a:extLst>
                    <a:ext uri="{FF2B5EF4-FFF2-40B4-BE49-F238E27FC236}">
                      <a16:creationId xmlns:a16="http://schemas.microsoft.com/office/drawing/2014/main" id="{605B6C7D-5C4D-47EB-8BB5-F071860BE1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6" y="2708"/>
                  <a:ext cx="2" cy="175"/>
                </a:xfrm>
                <a:custGeom>
                  <a:avLst/>
                  <a:gdLst>
                    <a:gd name="T0" fmla="*/ 2 w 2"/>
                    <a:gd name="T1" fmla="*/ 0 h 175"/>
                    <a:gd name="T2" fmla="*/ 0 w 2"/>
                    <a:gd name="T3" fmla="*/ 175 h 175"/>
                    <a:gd name="T4" fmla="*/ 0 60000 65536"/>
                    <a:gd name="T5" fmla="*/ 0 60000 65536"/>
                    <a:gd name="T6" fmla="*/ 0 w 2"/>
                    <a:gd name="T7" fmla="*/ 0 h 175"/>
                    <a:gd name="T8" fmla="*/ 2 w 2"/>
                    <a:gd name="T9" fmla="*/ 175 h 17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" h="175">
                      <a:moveTo>
                        <a:pt x="2" y="0"/>
                      </a:moveTo>
                      <a:lnTo>
                        <a:pt x="0" y="17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66" name="Freeform 138">
                  <a:extLst>
                    <a:ext uri="{FF2B5EF4-FFF2-40B4-BE49-F238E27FC236}">
                      <a16:creationId xmlns:a16="http://schemas.microsoft.com/office/drawing/2014/main" id="{362E4031-8B4D-405A-BF3D-0F3BB1BA86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0" y="2697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67" name="Freeform 139">
                  <a:extLst>
                    <a:ext uri="{FF2B5EF4-FFF2-40B4-BE49-F238E27FC236}">
                      <a16:creationId xmlns:a16="http://schemas.microsoft.com/office/drawing/2014/main" id="{A35D771B-8858-4B3E-9457-994FBB6D0C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8" y="1480"/>
                  <a:ext cx="4422" cy="1"/>
                </a:xfrm>
                <a:custGeom>
                  <a:avLst/>
                  <a:gdLst>
                    <a:gd name="T0" fmla="*/ 0 w 4422"/>
                    <a:gd name="T1" fmla="*/ 1 h 1"/>
                    <a:gd name="T2" fmla="*/ 4422 w 4422"/>
                    <a:gd name="T3" fmla="*/ 0 h 1"/>
                    <a:gd name="T4" fmla="*/ 0 60000 65536"/>
                    <a:gd name="T5" fmla="*/ 0 60000 65536"/>
                    <a:gd name="T6" fmla="*/ 0 w 4422"/>
                    <a:gd name="T7" fmla="*/ 0 h 1"/>
                    <a:gd name="T8" fmla="*/ 4422 w 442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22" h="1">
                      <a:moveTo>
                        <a:pt x="0" y="1"/>
                      </a:moveTo>
                      <a:lnTo>
                        <a:pt x="4422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68" name="Line 140">
                  <a:extLst>
                    <a:ext uri="{FF2B5EF4-FFF2-40B4-BE49-F238E27FC236}">
                      <a16:creationId xmlns:a16="http://schemas.microsoft.com/office/drawing/2014/main" id="{32DA4BCE-BDCB-42D6-8A07-06ED495228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9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69" name="Line 141">
                  <a:extLst>
                    <a:ext uri="{FF2B5EF4-FFF2-40B4-BE49-F238E27FC236}">
                      <a16:creationId xmlns:a16="http://schemas.microsoft.com/office/drawing/2014/main" id="{B43A3F16-4EFB-419C-BFB9-0BFF339DE1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70" name="Line 142">
                  <a:extLst>
                    <a:ext uri="{FF2B5EF4-FFF2-40B4-BE49-F238E27FC236}">
                      <a16:creationId xmlns:a16="http://schemas.microsoft.com/office/drawing/2014/main" id="{670CB5BB-B191-4222-8F19-44C6374285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4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71" name="Line 143">
                  <a:extLst>
                    <a:ext uri="{FF2B5EF4-FFF2-40B4-BE49-F238E27FC236}">
                      <a16:creationId xmlns:a16="http://schemas.microsoft.com/office/drawing/2014/main" id="{E13E74FE-7365-4444-BB07-DC19BA016D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20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72" name="Line 144">
                  <a:extLst>
                    <a:ext uri="{FF2B5EF4-FFF2-40B4-BE49-F238E27FC236}">
                      <a16:creationId xmlns:a16="http://schemas.microsoft.com/office/drawing/2014/main" id="{8F8A7557-EE5E-49F8-88DE-A6F33EC5A3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96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73" name="Line 145">
                  <a:extLst>
                    <a:ext uri="{FF2B5EF4-FFF2-40B4-BE49-F238E27FC236}">
                      <a16:creationId xmlns:a16="http://schemas.microsoft.com/office/drawing/2014/main" id="{AB4BDEBF-EF39-4464-BDA2-CAA20E2F6F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7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74" name="Line 146">
                  <a:extLst>
                    <a:ext uri="{FF2B5EF4-FFF2-40B4-BE49-F238E27FC236}">
                      <a16:creationId xmlns:a16="http://schemas.microsoft.com/office/drawing/2014/main" id="{C73D9CB6-DA86-4D30-9052-5436010058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4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75" name="Line 147">
                  <a:extLst>
                    <a:ext uri="{FF2B5EF4-FFF2-40B4-BE49-F238E27FC236}">
                      <a16:creationId xmlns:a16="http://schemas.microsoft.com/office/drawing/2014/main" id="{F0E3C0B2-0F23-4086-87EE-552C13CA1E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2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76" name="Freeform 148">
                  <a:extLst>
                    <a:ext uri="{FF2B5EF4-FFF2-40B4-BE49-F238E27FC236}">
                      <a16:creationId xmlns:a16="http://schemas.microsoft.com/office/drawing/2014/main" id="{898BAA47-C007-4728-AED4-1D47E0E60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8" y="2056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  <a:gd name="T6" fmla="*/ 0 w 4418"/>
                    <a:gd name="T7" fmla="*/ 0 h 1"/>
                    <a:gd name="T8" fmla="*/ 4418 w 441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77" name="Line 149">
                  <a:extLst>
                    <a:ext uri="{FF2B5EF4-FFF2-40B4-BE49-F238E27FC236}">
                      <a16:creationId xmlns:a16="http://schemas.microsoft.com/office/drawing/2014/main" id="{01432181-7E3E-4ECD-B706-0740468865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9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78" name="Line 150">
                  <a:extLst>
                    <a:ext uri="{FF2B5EF4-FFF2-40B4-BE49-F238E27FC236}">
                      <a16:creationId xmlns:a16="http://schemas.microsoft.com/office/drawing/2014/main" id="{85434E2E-8786-49EE-B64B-4668A81941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79" name="Line 151">
                  <a:extLst>
                    <a:ext uri="{FF2B5EF4-FFF2-40B4-BE49-F238E27FC236}">
                      <a16:creationId xmlns:a16="http://schemas.microsoft.com/office/drawing/2014/main" id="{0CAA9FEA-2714-4249-B368-8327133330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4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80" name="Line 152">
                  <a:extLst>
                    <a:ext uri="{FF2B5EF4-FFF2-40B4-BE49-F238E27FC236}">
                      <a16:creationId xmlns:a16="http://schemas.microsoft.com/office/drawing/2014/main" id="{587BBFCC-1AFD-4A3A-A0AD-55C975EB9B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20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81" name="Line 153">
                  <a:extLst>
                    <a:ext uri="{FF2B5EF4-FFF2-40B4-BE49-F238E27FC236}">
                      <a16:creationId xmlns:a16="http://schemas.microsoft.com/office/drawing/2014/main" id="{4D7A063B-BD68-42EA-B7F5-EE3DB2729D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96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82" name="Line 154">
                  <a:extLst>
                    <a:ext uri="{FF2B5EF4-FFF2-40B4-BE49-F238E27FC236}">
                      <a16:creationId xmlns:a16="http://schemas.microsoft.com/office/drawing/2014/main" id="{EBD17C5C-A025-42EC-9CF5-FCC91F97F6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7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83" name="Line 155">
                  <a:extLst>
                    <a:ext uri="{FF2B5EF4-FFF2-40B4-BE49-F238E27FC236}">
                      <a16:creationId xmlns:a16="http://schemas.microsoft.com/office/drawing/2014/main" id="{D7BBD386-222E-4CFE-AA3C-CB8621A71C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4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84" name="Line 156">
                  <a:extLst>
                    <a:ext uri="{FF2B5EF4-FFF2-40B4-BE49-F238E27FC236}">
                      <a16:creationId xmlns:a16="http://schemas.microsoft.com/office/drawing/2014/main" id="{358EA1B4-3261-4098-A95C-2E60A1C6E4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2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85" name="Freeform 157">
                  <a:extLst>
                    <a:ext uri="{FF2B5EF4-FFF2-40B4-BE49-F238E27FC236}">
                      <a16:creationId xmlns:a16="http://schemas.microsoft.com/office/drawing/2014/main" id="{58119766-23BE-4206-82D9-447E71408B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9" y="2879"/>
                  <a:ext cx="3860" cy="1"/>
                </a:xfrm>
                <a:custGeom>
                  <a:avLst/>
                  <a:gdLst>
                    <a:gd name="T0" fmla="*/ 0 w 3860"/>
                    <a:gd name="T1" fmla="*/ 1 h 1"/>
                    <a:gd name="T2" fmla="*/ 3860 w 3860"/>
                    <a:gd name="T3" fmla="*/ 0 h 1"/>
                    <a:gd name="T4" fmla="*/ 0 60000 65536"/>
                    <a:gd name="T5" fmla="*/ 0 60000 65536"/>
                    <a:gd name="T6" fmla="*/ 0 w 3860"/>
                    <a:gd name="T7" fmla="*/ 0 h 1"/>
                    <a:gd name="T8" fmla="*/ 3860 w 386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60" h="1">
                      <a:moveTo>
                        <a:pt x="0" y="1"/>
                      </a:moveTo>
                      <a:lnTo>
                        <a:pt x="386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86" name="Freeform 158">
                  <a:extLst>
                    <a:ext uri="{FF2B5EF4-FFF2-40B4-BE49-F238E27FC236}">
                      <a16:creationId xmlns:a16="http://schemas.microsoft.com/office/drawing/2014/main" id="{8F1B660B-75FB-41B2-94D4-247E68053E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2" y="3209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  <a:gd name="T6" fmla="*/ 0 w 4418"/>
                    <a:gd name="T7" fmla="*/ 0 h 1"/>
                    <a:gd name="T8" fmla="*/ 4418 w 441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87" name="Rectangle 159">
                  <a:extLst>
                    <a:ext uri="{FF2B5EF4-FFF2-40B4-BE49-F238E27FC236}">
                      <a16:creationId xmlns:a16="http://schemas.microsoft.com/office/drawing/2014/main" id="{52D232DF-AE8F-4AA2-A37C-FDCCC34287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88" name="Text Box 160">
                  <a:extLst>
                    <a:ext uri="{FF2B5EF4-FFF2-40B4-BE49-F238E27FC236}">
                      <a16:creationId xmlns:a16="http://schemas.microsoft.com/office/drawing/2014/main" id="{C7991D01-551D-4E7A-B7DC-6D69D97FF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7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  <p:sp>
              <p:nvSpPr>
                <p:cNvPr id="40189" name="Freeform 161">
                  <a:extLst>
                    <a:ext uri="{FF2B5EF4-FFF2-40B4-BE49-F238E27FC236}">
                      <a16:creationId xmlns:a16="http://schemas.microsoft.com/office/drawing/2014/main" id="{529FA41C-7E10-4A19-9A57-E2CCA6018C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2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5"/>
                    <a:gd name="T13" fmla="*/ 0 h 1466"/>
                    <a:gd name="T14" fmla="*/ 145 w 145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90" name="Freeform 162">
                  <a:extLst>
                    <a:ext uri="{FF2B5EF4-FFF2-40B4-BE49-F238E27FC236}">
                      <a16:creationId xmlns:a16="http://schemas.microsoft.com/office/drawing/2014/main" id="{5E5617E6-18A3-4C83-9318-78ACBF80AA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3" y="1211"/>
                  <a:ext cx="169" cy="1469"/>
                </a:xfrm>
                <a:custGeom>
                  <a:avLst/>
                  <a:gdLst>
                    <a:gd name="T0" fmla="*/ 169 w 169"/>
                    <a:gd name="T1" fmla="*/ 1468 h 1469"/>
                    <a:gd name="T2" fmla="*/ 0 w 169"/>
                    <a:gd name="T3" fmla="*/ 1469 h 1469"/>
                    <a:gd name="T4" fmla="*/ 1 w 169"/>
                    <a:gd name="T5" fmla="*/ 0 h 1469"/>
                    <a:gd name="T6" fmla="*/ 105 w 16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69"/>
                    <a:gd name="T13" fmla="*/ 0 h 1469"/>
                    <a:gd name="T14" fmla="*/ 169 w 169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69" h="1469">
                      <a:moveTo>
                        <a:pt x="169" y="1468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5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91" name="Freeform 163">
                  <a:extLst>
                    <a:ext uri="{FF2B5EF4-FFF2-40B4-BE49-F238E27FC236}">
                      <a16:creationId xmlns:a16="http://schemas.microsoft.com/office/drawing/2014/main" id="{1DD72325-9997-456A-9C5B-CA0786FCE5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7" y="1211"/>
                  <a:ext cx="141" cy="1466"/>
                </a:xfrm>
                <a:custGeom>
                  <a:avLst/>
                  <a:gdLst>
                    <a:gd name="T0" fmla="*/ 38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1"/>
                    <a:gd name="T13" fmla="*/ 0 h 1466"/>
                    <a:gd name="T14" fmla="*/ 141 w 141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1" h="1466">
                      <a:moveTo>
                        <a:pt x="38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92" name="Freeform 164">
                  <a:extLst>
                    <a:ext uri="{FF2B5EF4-FFF2-40B4-BE49-F238E27FC236}">
                      <a16:creationId xmlns:a16="http://schemas.microsoft.com/office/drawing/2014/main" id="{63FBFF55-9C17-4886-A16C-E05CC4787C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8" y="1211"/>
                  <a:ext cx="155" cy="1467"/>
                </a:xfrm>
                <a:custGeom>
                  <a:avLst/>
                  <a:gdLst>
                    <a:gd name="T0" fmla="*/ 155 w 155"/>
                    <a:gd name="T1" fmla="*/ 1467 h 1467"/>
                    <a:gd name="T2" fmla="*/ 3 w 155"/>
                    <a:gd name="T3" fmla="*/ 1467 h 1467"/>
                    <a:gd name="T4" fmla="*/ 0 w 155"/>
                    <a:gd name="T5" fmla="*/ 1 h 1467"/>
                    <a:gd name="T6" fmla="*/ 89 w 155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5"/>
                    <a:gd name="T13" fmla="*/ 0 h 1467"/>
                    <a:gd name="T14" fmla="*/ 155 w 155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5" h="1467">
                      <a:moveTo>
                        <a:pt x="155" y="1467"/>
                      </a:moveTo>
                      <a:lnTo>
                        <a:pt x="3" y="1467"/>
                      </a:lnTo>
                      <a:lnTo>
                        <a:pt x="0" y="1"/>
                      </a:lnTo>
                      <a:lnTo>
                        <a:pt x="89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93" name="Freeform 165">
                  <a:extLst>
                    <a:ext uri="{FF2B5EF4-FFF2-40B4-BE49-F238E27FC236}">
                      <a16:creationId xmlns:a16="http://schemas.microsoft.com/office/drawing/2014/main" id="{8C795760-BE00-4848-9E96-CBA144AD73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57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4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2"/>
                    <a:gd name="T13" fmla="*/ 0 h 1466"/>
                    <a:gd name="T14" fmla="*/ 142 w 142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4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94" name="Freeform 166">
                  <a:extLst>
                    <a:ext uri="{FF2B5EF4-FFF2-40B4-BE49-F238E27FC236}">
                      <a16:creationId xmlns:a16="http://schemas.microsoft.com/office/drawing/2014/main" id="{3BD7B557-1476-4DEF-8514-800734AAEB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7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77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7"/>
                    <a:gd name="T14" fmla="*/ 152 w 152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77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95" name="Freeform 167">
                  <a:extLst>
                    <a:ext uri="{FF2B5EF4-FFF2-40B4-BE49-F238E27FC236}">
                      <a16:creationId xmlns:a16="http://schemas.microsoft.com/office/drawing/2014/main" id="{02967AEF-AEAC-4FB3-94DC-E8ECCE5DA5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0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5"/>
                    <a:gd name="T13" fmla="*/ 0 h 1466"/>
                    <a:gd name="T14" fmla="*/ 145 w 145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96" name="Freeform 168">
                  <a:extLst>
                    <a:ext uri="{FF2B5EF4-FFF2-40B4-BE49-F238E27FC236}">
                      <a16:creationId xmlns:a16="http://schemas.microsoft.com/office/drawing/2014/main" id="{8819AB08-3199-4B9E-9967-17A84BE70A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1209"/>
                  <a:ext cx="155" cy="1469"/>
                </a:xfrm>
                <a:custGeom>
                  <a:avLst/>
                  <a:gdLst>
                    <a:gd name="T0" fmla="*/ 155 w 155"/>
                    <a:gd name="T1" fmla="*/ 1469 h 1469"/>
                    <a:gd name="T2" fmla="*/ 3 w 155"/>
                    <a:gd name="T3" fmla="*/ 1469 h 1469"/>
                    <a:gd name="T4" fmla="*/ 0 w 155"/>
                    <a:gd name="T5" fmla="*/ 0 h 1469"/>
                    <a:gd name="T6" fmla="*/ 103 w 155"/>
                    <a:gd name="T7" fmla="*/ 2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5"/>
                    <a:gd name="T13" fmla="*/ 0 h 1469"/>
                    <a:gd name="T14" fmla="*/ 155 w 155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5" h="1469">
                      <a:moveTo>
                        <a:pt x="155" y="1469"/>
                      </a:moveTo>
                      <a:lnTo>
                        <a:pt x="3" y="1469"/>
                      </a:lnTo>
                      <a:lnTo>
                        <a:pt x="0" y="0"/>
                      </a:lnTo>
                      <a:lnTo>
                        <a:pt x="103" y="2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97" name="Freeform 169">
                  <a:extLst>
                    <a:ext uri="{FF2B5EF4-FFF2-40B4-BE49-F238E27FC236}">
                      <a16:creationId xmlns:a16="http://schemas.microsoft.com/office/drawing/2014/main" id="{6D697EE9-C9CA-4B2A-98E9-D4DA9D6839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10" y="1211"/>
                  <a:ext cx="141" cy="1466"/>
                </a:xfrm>
                <a:custGeom>
                  <a:avLst/>
                  <a:gdLst>
                    <a:gd name="T0" fmla="*/ 42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1"/>
                    <a:gd name="T13" fmla="*/ 0 h 1466"/>
                    <a:gd name="T14" fmla="*/ 141 w 141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1" h="1466">
                      <a:moveTo>
                        <a:pt x="42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98" name="Freeform 170">
                  <a:extLst>
                    <a:ext uri="{FF2B5EF4-FFF2-40B4-BE49-F238E27FC236}">
                      <a16:creationId xmlns:a16="http://schemas.microsoft.com/office/drawing/2014/main" id="{374FF307-E44B-4695-A297-F1F6F847F7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9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103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7"/>
                    <a:gd name="T14" fmla="*/ 152 w 152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103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199" name="Freeform 171">
                  <a:extLst>
                    <a:ext uri="{FF2B5EF4-FFF2-40B4-BE49-F238E27FC236}">
                      <a16:creationId xmlns:a16="http://schemas.microsoft.com/office/drawing/2014/main" id="{4057B18C-ED77-47B1-9B9D-636484182B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0" y="1211"/>
                  <a:ext cx="147" cy="1466"/>
                </a:xfrm>
                <a:custGeom>
                  <a:avLst/>
                  <a:gdLst>
                    <a:gd name="T0" fmla="*/ 51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7"/>
                    <a:gd name="T13" fmla="*/ 0 h 1466"/>
                    <a:gd name="T14" fmla="*/ 147 w 147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7" h="1466">
                      <a:moveTo>
                        <a:pt x="51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00" name="Freeform 172">
                  <a:extLst>
                    <a:ext uri="{FF2B5EF4-FFF2-40B4-BE49-F238E27FC236}">
                      <a16:creationId xmlns:a16="http://schemas.microsoft.com/office/drawing/2014/main" id="{5F75E737-506D-4C7A-A58F-363F348E5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9" y="1211"/>
                  <a:ext cx="158" cy="1467"/>
                </a:xfrm>
                <a:custGeom>
                  <a:avLst/>
                  <a:gdLst>
                    <a:gd name="T0" fmla="*/ 158 w 158"/>
                    <a:gd name="T1" fmla="*/ 1467 h 1467"/>
                    <a:gd name="T2" fmla="*/ 0 w 158"/>
                    <a:gd name="T3" fmla="*/ 1467 h 1467"/>
                    <a:gd name="T4" fmla="*/ 0 w 158"/>
                    <a:gd name="T5" fmla="*/ 0 h 1467"/>
                    <a:gd name="T6" fmla="*/ 95 w 158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8"/>
                    <a:gd name="T13" fmla="*/ 0 h 1467"/>
                    <a:gd name="T14" fmla="*/ 158 w 158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8" h="1467">
                      <a:moveTo>
                        <a:pt x="158" y="1467"/>
                      </a:moveTo>
                      <a:lnTo>
                        <a:pt x="0" y="1467"/>
                      </a:lnTo>
                      <a:lnTo>
                        <a:pt x="0" y="0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01" name="Freeform 173">
                  <a:extLst>
                    <a:ext uri="{FF2B5EF4-FFF2-40B4-BE49-F238E27FC236}">
                      <a16:creationId xmlns:a16="http://schemas.microsoft.com/office/drawing/2014/main" id="{1B994921-93FE-4EEB-831F-870A8B0F9A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61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2"/>
                    <a:gd name="T13" fmla="*/ 0 h 1466"/>
                    <a:gd name="T14" fmla="*/ 142 w 142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02" name="Freeform 174">
                  <a:extLst>
                    <a:ext uri="{FF2B5EF4-FFF2-40B4-BE49-F238E27FC236}">
                      <a16:creationId xmlns:a16="http://schemas.microsoft.com/office/drawing/2014/main" id="{AED8638B-4419-409B-BF98-97B38A7C4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1211"/>
                  <a:ext cx="159" cy="1469"/>
                </a:xfrm>
                <a:custGeom>
                  <a:avLst/>
                  <a:gdLst>
                    <a:gd name="T0" fmla="*/ 159 w 159"/>
                    <a:gd name="T1" fmla="*/ 1467 h 1469"/>
                    <a:gd name="T2" fmla="*/ 0 w 159"/>
                    <a:gd name="T3" fmla="*/ 1469 h 1469"/>
                    <a:gd name="T4" fmla="*/ 1 w 159"/>
                    <a:gd name="T5" fmla="*/ 0 h 1469"/>
                    <a:gd name="T6" fmla="*/ 104 w 15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9"/>
                    <a:gd name="T13" fmla="*/ 0 h 1469"/>
                    <a:gd name="T14" fmla="*/ 159 w 159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9" h="1469">
                      <a:moveTo>
                        <a:pt x="159" y="1467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4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03" name="Freeform 175">
                  <a:extLst>
                    <a:ext uri="{FF2B5EF4-FFF2-40B4-BE49-F238E27FC236}">
                      <a16:creationId xmlns:a16="http://schemas.microsoft.com/office/drawing/2014/main" id="{165A5CFF-7CD2-4038-9641-6AFEEE528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1211"/>
                  <a:ext cx="147" cy="1466"/>
                </a:xfrm>
                <a:custGeom>
                  <a:avLst/>
                  <a:gdLst>
                    <a:gd name="T0" fmla="*/ 47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7"/>
                    <a:gd name="T13" fmla="*/ 0 h 1466"/>
                    <a:gd name="T14" fmla="*/ 147 w 147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7" h="1466">
                      <a:moveTo>
                        <a:pt x="47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04" name="Freeform 176">
                  <a:extLst>
                    <a:ext uri="{FF2B5EF4-FFF2-40B4-BE49-F238E27FC236}">
                      <a16:creationId xmlns:a16="http://schemas.microsoft.com/office/drawing/2014/main" id="{270D8B88-E7BB-4FED-B6B9-3C3291817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5" y="2738"/>
                  <a:ext cx="730" cy="660"/>
                </a:xfrm>
                <a:custGeom>
                  <a:avLst/>
                  <a:gdLst>
                    <a:gd name="T0" fmla="*/ 160 w 730"/>
                    <a:gd name="T1" fmla="*/ 4 h 660"/>
                    <a:gd name="T2" fmla="*/ 0 w 730"/>
                    <a:gd name="T3" fmla="*/ 3 h 660"/>
                    <a:gd name="T4" fmla="*/ 0 w 730"/>
                    <a:gd name="T5" fmla="*/ 660 h 660"/>
                    <a:gd name="T6" fmla="*/ 558 w 730"/>
                    <a:gd name="T7" fmla="*/ 657 h 660"/>
                    <a:gd name="T8" fmla="*/ 558 w 730"/>
                    <a:gd name="T9" fmla="*/ 0 h 660"/>
                    <a:gd name="T10" fmla="*/ 730 w 730"/>
                    <a:gd name="T11" fmla="*/ 1 h 66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30"/>
                    <a:gd name="T19" fmla="*/ 0 h 660"/>
                    <a:gd name="T20" fmla="*/ 730 w 730"/>
                    <a:gd name="T21" fmla="*/ 660 h 66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30" h="660">
                      <a:moveTo>
                        <a:pt x="160" y="4"/>
                      </a:moveTo>
                      <a:lnTo>
                        <a:pt x="0" y="3"/>
                      </a:lnTo>
                      <a:lnTo>
                        <a:pt x="0" y="660"/>
                      </a:lnTo>
                      <a:lnTo>
                        <a:pt x="558" y="657"/>
                      </a:lnTo>
                      <a:lnTo>
                        <a:pt x="558" y="0"/>
                      </a:lnTo>
                      <a:lnTo>
                        <a:pt x="730" y="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05" name="Freeform 177">
                  <a:extLst>
                    <a:ext uri="{FF2B5EF4-FFF2-40B4-BE49-F238E27FC236}">
                      <a16:creationId xmlns:a16="http://schemas.microsoft.com/office/drawing/2014/main" id="{8D4385B4-7F79-4ED2-9EB7-1A100B91CD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7" y="2744"/>
                  <a:ext cx="729" cy="658"/>
                </a:xfrm>
                <a:custGeom>
                  <a:avLst/>
                  <a:gdLst>
                    <a:gd name="T0" fmla="*/ 153 w 729"/>
                    <a:gd name="T1" fmla="*/ 0 h 658"/>
                    <a:gd name="T2" fmla="*/ 0 w 729"/>
                    <a:gd name="T3" fmla="*/ 0 h 658"/>
                    <a:gd name="T4" fmla="*/ 0 w 729"/>
                    <a:gd name="T5" fmla="*/ 657 h 658"/>
                    <a:gd name="T6" fmla="*/ 583 w 729"/>
                    <a:gd name="T7" fmla="*/ 658 h 658"/>
                    <a:gd name="T8" fmla="*/ 582 w 729"/>
                    <a:gd name="T9" fmla="*/ 3 h 658"/>
                    <a:gd name="T10" fmla="*/ 729 w 729"/>
                    <a:gd name="T11" fmla="*/ 3 h 6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8"/>
                    <a:gd name="T20" fmla="*/ 729 w 729"/>
                    <a:gd name="T21" fmla="*/ 658 h 65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8">
                      <a:moveTo>
                        <a:pt x="153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83" y="658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06" name="Freeform 178">
                  <a:extLst>
                    <a:ext uri="{FF2B5EF4-FFF2-40B4-BE49-F238E27FC236}">
                      <a16:creationId xmlns:a16="http://schemas.microsoft.com/office/drawing/2014/main" id="{DDF0CC04-5471-4853-8043-D40534A552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6" y="2744"/>
                  <a:ext cx="729" cy="657"/>
                </a:xfrm>
                <a:custGeom>
                  <a:avLst/>
                  <a:gdLst>
                    <a:gd name="T0" fmla="*/ 158 w 729"/>
                    <a:gd name="T1" fmla="*/ 0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7"/>
                    <a:gd name="T20" fmla="*/ 729 w 729"/>
                    <a:gd name="T21" fmla="*/ 657 h 6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7">
                      <a:moveTo>
                        <a:pt x="158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07" name="Freeform 179">
                  <a:extLst>
                    <a:ext uri="{FF2B5EF4-FFF2-40B4-BE49-F238E27FC236}">
                      <a16:creationId xmlns:a16="http://schemas.microsoft.com/office/drawing/2014/main" id="{A446ED8A-CD24-4763-9FFF-32D67FC3C3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2744"/>
                  <a:ext cx="729" cy="657"/>
                </a:xfrm>
                <a:custGeom>
                  <a:avLst/>
                  <a:gdLst>
                    <a:gd name="T0" fmla="*/ 161 w 729"/>
                    <a:gd name="T1" fmla="*/ 2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7"/>
                    <a:gd name="T20" fmla="*/ 729 w 729"/>
                    <a:gd name="T21" fmla="*/ 657 h 6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7">
                      <a:moveTo>
                        <a:pt x="161" y="2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08" name="Freeform 180">
                  <a:extLst>
                    <a:ext uri="{FF2B5EF4-FFF2-40B4-BE49-F238E27FC236}">
                      <a16:creationId xmlns:a16="http://schemas.microsoft.com/office/drawing/2014/main" id="{44BB50E2-D267-4702-A818-61DE06A3E4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0" y="2735"/>
                  <a:ext cx="708" cy="571"/>
                </a:xfrm>
                <a:custGeom>
                  <a:avLst/>
                  <a:gdLst>
                    <a:gd name="T0" fmla="*/ 0 w 708"/>
                    <a:gd name="T1" fmla="*/ 0 h 571"/>
                    <a:gd name="T2" fmla="*/ 132 w 708"/>
                    <a:gd name="T3" fmla="*/ 0 h 571"/>
                    <a:gd name="T4" fmla="*/ 133 w 708"/>
                    <a:gd name="T5" fmla="*/ 571 h 571"/>
                    <a:gd name="T6" fmla="*/ 708 w 708"/>
                    <a:gd name="T7" fmla="*/ 570 h 571"/>
                    <a:gd name="T8" fmla="*/ 708 w 708"/>
                    <a:gd name="T9" fmla="*/ 9 h 571"/>
                    <a:gd name="T10" fmla="*/ 573 w 708"/>
                    <a:gd name="T11" fmla="*/ 9 h 57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08"/>
                    <a:gd name="T19" fmla="*/ 0 h 571"/>
                    <a:gd name="T20" fmla="*/ 708 w 708"/>
                    <a:gd name="T21" fmla="*/ 571 h 57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08" h="571">
                      <a:moveTo>
                        <a:pt x="0" y="0"/>
                      </a:moveTo>
                      <a:lnTo>
                        <a:pt x="132" y="0"/>
                      </a:lnTo>
                      <a:lnTo>
                        <a:pt x="133" y="571"/>
                      </a:lnTo>
                      <a:lnTo>
                        <a:pt x="708" y="570"/>
                      </a:lnTo>
                      <a:lnTo>
                        <a:pt x="708" y="9"/>
                      </a:lnTo>
                      <a:lnTo>
                        <a:pt x="573" y="9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09" name="Freeform 181">
                  <a:extLst>
                    <a:ext uri="{FF2B5EF4-FFF2-40B4-BE49-F238E27FC236}">
                      <a16:creationId xmlns:a16="http://schemas.microsoft.com/office/drawing/2014/main" id="{5F822150-E74C-4C85-B2BF-C64DFE5698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52" y="2735"/>
                  <a:ext cx="726" cy="567"/>
                </a:xfrm>
                <a:custGeom>
                  <a:avLst/>
                  <a:gdLst>
                    <a:gd name="T0" fmla="*/ 0 w 726"/>
                    <a:gd name="T1" fmla="*/ 0 h 567"/>
                    <a:gd name="T2" fmla="*/ 148 w 726"/>
                    <a:gd name="T3" fmla="*/ 1 h 567"/>
                    <a:gd name="T4" fmla="*/ 147 w 726"/>
                    <a:gd name="T5" fmla="*/ 567 h 567"/>
                    <a:gd name="T6" fmla="*/ 726 w 726"/>
                    <a:gd name="T7" fmla="*/ 567 h 567"/>
                    <a:gd name="T8" fmla="*/ 726 w 726"/>
                    <a:gd name="T9" fmla="*/ 6 h 567"/>
                    <a:gd name="T10" fmla="*/ 579 w 726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6"/>
                    <a:gd name="T19" fmla="*/ 0 h 567"/>
                    <a:gd name="T20" fmla="*/ 726 w 726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6" h="567">
                      <a:moveTo>
                        <a:pt x="0" y="0"/>
                      </a:moveTo>
                      <a:lnTo>
                        <a:pt x="148" y="1"/>
                      </a:lnTo>
                      <a:lnTo>
                        <a:pt x="147" y="567"/>
                      </a:lnTo>
                      <a:lnTo>
                        <a:pt x="726" y="567"/>
                      </a:lnTo>
                      <a:lnTo>
                        <a:pt x="726" y="6"/>
                      </a:lnTo>
                      <a:lnTo>
                        <a:pt x="579" y="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10" name="Freeform 182">
                  <a:extLst>
                    <a:ext uri="{FF2B5EF4-FFF2-40B4-BE49-F238E27FC236}">
                      <a16:creationId xmlns:a16="http://schemas.microsoft.com/office/drawing/2014/main" id="{7C8A6665-1536-41C9-B544-85446D6FC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04" y="2738"/>
                  <a:ext cx="714" cy="567"/>
                </a:xfrm>
                <a:custGeom>
                  <a:avLst/>
                  <a:gdLst>
                    <a:gd name="T0" fmla="*/ 0 w 714"/>
                    <a:gd name="T1" fmla="*/ 0 h 567"/>
                    <a:gd name="T2" fmla="*/ 136 w 714"/>
                    <a:gd name="T3" fmla="*/ 1 h 567"/>
                    <a:gd name="T4" fmla="*/ 135 w 714"/>
                    <a:gd name="T5" fmla="*/ 567 h 567"/>
                    <a:gd name="T6" fmla="*/ 714 w 714"/>
                    <a:gd name="T7" fmla="*/ 567 h 567"/>
                    <a:gd name="T8" fmla="*/ 714 w 714"/>
                    <a:gd name="T9" fmla="*/ 6 h 567"/>
                    <a:gd name="T10" fmla="*/ 576 w 714"/>
                    <a:gd name="T11" fmla="*/ 5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14"/>
                    <a:gd name="T19" fmla="*/ 0 h 567"/>
                    <a:gd name="T20" fmla="*/ 714 w 714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14" h="567">
                      <a:moveTo>
                        <a:pt x="0" y="0"/>
                      </a:moveTo>
                      <a:lnTo>
                        <a:pt x="136" y="1"/>
                      </a:lnTo>
                      <a:lnTo>
                        <a:pt x="135" y="567"/>
                      </a:lnTo>
                      <a:lnTo>
                        <a:pt x="714" y="567"/>
                      </a:lnTo>
                      <a:lnTo>
                        <a:pt x="714" y="6"/>
                      </a:lnTo>
                      <a:lnTo>
                        <a:pt x="576" y="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11" name="Freeform 183">
                  <a:extLst>
                    <a:ext uri="{FF2B5EF4-FFF2-40B4-BE49-F238E27FC236}">
                      <a16:creationId xmlns:a16="http://schemas.microsoft.com/office/drawing/2014/main" id="{8063AA19-063E-4A8C-80F3-1340676A5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59" y="2738"/>
                  <a:ext cx="711" cy="567"/>
                </a:xfrm>
                <a:custGeom>
                  <a:avLst/>
                  <a:gdLst>
                    <a:gd name="T0" fmla="*/ 0 w 711"/>
                    <a:gd name="T1" fmla="*/ 0 h 567"/>
                    <a:gd name="T2" fmla="*/ 130 w 711"/>
                    <a:gd name="T3" fmla="*/ 1 h 567"/>
                    <a:gd name="T4" fmla="*/ 132 w 711"/>
                    <a:gd name="T5" fmla="*/ 567 h 567"/>
                    <a:gd name="T6" fmla="*/ 711 w 711"/>
                    <a:gd name="T7" fmla="*/ 567 h 567"/>
                    <a:gd name="T8" fmla="*/ 711 w 711"/>
                    <a:gd name="T9" fmla="*/ 6 h 567"/>
                    <a:gd name="T10" fmla="*/ 564 w 711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11"/>
                    <a:gd name="T19" fmla="*/ 0 h 567"/>
                    <a:gd name="T20" fmla="*/ 711 w 711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11" h="567">
                      <a:moveTo>
                        <a:pt x="0" y="0"/>
                      </a:moveTo>
                      <a:lnTo>
                        <a:pt x="130" y="1"/>
                      </a:lnTo>
                      <a:lnTo>
                        <a:pt x="132" y="567"/>
                      </a:lnTo>
                      <a:lnTo>
                        <a:pt x="711" y="567"/>
                      </a:lnTo>
                      <a:lnTo>
                        <a:pt x="711" y="6"/>
                      </a:lnTo>
                      <a:lnTo>
                        <a:pt x="564" y="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12" name="Freeform 184">
                  <a:extLst>
                    <a:ext uri="{FF2B5EF4-FFF2-40B4-BE49-F238E27FC236}">
                      <a16:creationId xmlns:a16="http://schemas.microsoft.com/office/drawing/2014/main" id="{BFE12B78-0086-4F97-A0E3-5DEDCC1861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2" y="3398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13" name="Freeform 185">
                  <a:extLst>
                    <a:ext uri="{FF2B5EF4-FFF2-40B4-BE49-F238E27FC236}">
                      <a16:creationId xmlns:a16="http://schemas.microsoft.com/office/drawing/2014/main" id="{8F79A489-6018-4610-BF3B-5D30903689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1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14" name="Freeform 186">
                  <a:extLst>
                    <a:ext uri="{FF2B5EF4-FFF2-40B4-BE49-F238E27FC236}">
                      <a16:creationId xmlns:a16="http://schemas.microsoft.com/office/drawing/2014/main" id="{2EF68328-FCA1-4CCD-8141-C3A4A5A09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3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15" name="Freeform 187">
                  <a:extLst>
                    <a:ext uri="{FF2B5EF4-FFF2-40B4-BE49-F238E27FC236}">
                      <a16:creationId xmlns:a16="http://schemas.microsoft.com/office/drawing/2014/main" id="{90C976EA-C13D-49AC-87B2-044812A0D4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95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16" name="Freeform 188">
                  <a:extLst>
                    <a:ext uri="{FF2B5EF4-FFF2-40B4-BE49-F238E27FC236}">
                      <a16:creationId xmlns:a16="http://schemas.microsoft.com/office/drawing/2014/main" id="{DD81D89B-E9C9-4C4E-B768-EE920475A7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6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17" name="Freeform 189">
                  <a:extLst>
                    <a:ext uri="{FF2B5EF4-FFF2-40B4-BE49-F238E27FC236}">
                      <a16:creationId xmlns:a16="http://schemas.microsoft.com/office/drawing/2014/main" id="{02B67ED4-7ACA-49D9-AB06-5AD3CEEC03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4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18" name="Freeform 190">
                  <a:extLst>
                    <a:ext uri="{FF2B5EF4-FFF2-40B4-BE49-F238E27FC236}">
                      <a16:creationId xmlns:a16="http://schemas.microsoft.com/office/drawing/2014/main" id="{8D7781D2-C9E8-4F26-A5C2-0F3E1B8B6E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2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19" name="Freeform 191">
                  <a:extLst>
                    <a:ext uri="{FF2B5EF4-FFF2-40B4-BE49-F238E27FC236}">
                      <a16:creationId xmlns:a16="http://schemas.microsoft.com/office/drawing/2014/main" id="{E770E6BB-FFE7-4D77-BAEE-DCB92DC5B2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20" name="Freeform 192">
                  <a:extLst>
                    <a:ext uri="{FF2B5EF4-FFF2-40B4-BE49-F238E27FC236}">
                      <a16:creationId xmlns:a16="http://schemas.microsoft.com/office/drawing/2014/main" id="{C246F080-F7FC-4C84-8212-4ECC272670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6" y="4025"/>
                  <a:ext cx="4317" cy="1"/>
                </a:xfrm>
                <a:custGeom>
                  <a:avLst/>
                  <a:gdLst>
                    <a:gd name="T0" fmla="*/ 0 w 4317"/>
                    <a:gd name="T1" fmla="*/ 0 h 1"/>
                    <a:gd name="T2" fmla="*/ 4317 w 4317"/>
                    <a:gd name="T3" fmla="*/ 0 h 1"/>
                    <a:gd name="T4" fmla="*/ 0 60000 65536"/>
                    <a:gd name="T5" fmla="*/ 0 60000 65536"/>
                    <a:gd name="T6" fmla="*/ 0 w 4317"/>
                    <a:gd name="T7" fmla="*/ 0 h 1"/>
                    <a:gd name="T8" fmla="*/ 4317 w 431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317" h="1">
                      <a:moveTo>
                        <a:pt x="0" y="0"/>
                      </a:moveTo>
                      <a:lnTo>
                        <a:pt x="4317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21" name="Freeform 193">
                  <a:extLst>
                    <a:ext uri="{FF2B5EF4-FFF2-40B4-BE49-F238E27FC236}">
                      <a16:creationId xmlns:a16="http://schemas.microsoft.com/office/drawing/2014/main" id="{F0285CD5-5AF3-453B-BA85-44C905387F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6" y="4121"/>
                  <a:ext cx="3837" cy="1"/>
                </a:xfrm>
                <a:custGeom>
                  <a:avLst/>
                  <a:gdLst>
                    <a:gd name="T0" fmla="*/ 0 w 3837"/>
                    <a:gd name="T1" fmla="*/ 0 h 1"/>
                    <a:gd name="T2" fmla="*/ 3837 w 3837"/>
                    <a:gd name="T3" fmla="*/ 0 h 1"/>
                    <a:gd name="T4" fmla="*/ 0 60000 65536"/>
                    <a:gd name="T5" fmla="*/ 0 60000 65536"/>
                    <a:gd name="T6" fmla="*/ 0 w 3837"/>
                    <a:gd name="T7" fmla="*/ 0 h 1"/>
                    <a:gd name="T8" fmla="*/ 3837 w 383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37" h="1">
                      <a:moveTo>
                        <a:pt x="0" y="0"/>
                      </a:moveTo>
                      <a:lnTo>
                        <a:pt x="3837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22" name="Freeform 194">
                  <a:extLst>
                    <a:ext uri="{FF2B5EF4-FFF2-40B4-BE49-F238E27FC236}">
                      <a16:creationId xmlns:a16="http://schemas.microsoft.com/office/drawing/2014/main" id="{24FE728B-832E-4AF9-8FC2-502C8CB485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2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23" name="Freeform 195">
                  <a:extLst>
                    <a:ext uri="{FF2B5EF4-FFF2-40B4-BE49-F238E27FC236}">
                      <a16:creationId xmlns:a16="http://schemas.microsoft.com/office/drawing/2014/main" id="{EE09FEDC-FBDB-4935-A544-3DCAB76068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1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24" name="Freeform 196">
                  <a:extLst>
                    <a:ext uri="{FF2B5EF4-FFF2-40B4-BE49-F238E27FC236}">
                      <a16:creationId xmlns:a16="http://schemas.microsoft.com/office/drawing/2014/main" id="{B7C52CA6-0ED3-4BFD-A99A-BAA876CC3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3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25" name="Freeform 197">
                  <a:extLst>
                    <a:ext uri="{FF2B5EF4-FFF2-40B4-BE49-F238E27FC236}">
                      <a16:creationId xmlns:a16="http://schemas.microsoft.com/office/drawing/2014/main" id="{D2C9FD1E-D511-4B4E-9AAD-51B129DE6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91" y="3881"/>
                  <a:ext cx="4" cy="247"/>
                </a:xfrm>
                <a:custGeom>
                  <a:avLst/>
                  <a:gdLst>
                    <a:gd name="T0" fmla="*/ 4 w 4"/>
                    <a:gd name="T1" fmla="*/ 0 h 247"/>
                    <a:gd name="T2" fmla="*/ 0 w 4"/>
                    <a:gd name="T3" fmla="*/ 247 h 247"/>
                    <a:gd name="T4" fmla="*/ 0 60000 65536"/>
                    <a:gd name="T5" fmla="*/ 0 60000 65536"/>
                    <a:gd name="T6" fmla="*/ 0 w 4"/>
                    <a:gd name="T7" fmla="*/ 0 h 247"/>
                    <a:gd name="T8" fmla="*/ 4 w 4"/>
                    <a:gd name="T9" fmla="*/ 247 h 247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" h="247">
                      <a:moveTo>
                        <a:pt x="4" y="0"/>
                      </a:moveTo>
                      <a:lnTo>
                        <a:pt x="0" y="247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26" name="Freeform 198">
                  <a:extLst>
                    <a:ext uri="{FF2B5EF4-FFF2-40B4-BE49-F238E27FC236}">
                      <a16:creationId xmlns:a16="http://schemas.microsoft.com/office/drawing/2014/main" id="{4B5ED05D-C26D-4154-9CFB-D7CD6FE986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7" y="3881"/>
                  <a:ext cx="1" cy="151"/>
                </a:xfrm>
                <a:custGeom>
                  <a:avLst/>
                  <a:gdLst>
                    <a:gd name="T0" fmla="*/ 0 w 1"/>
                    <a:gd name="T1" fmla="*/ 0 h 151"/>
                    <a:gd name="T2" fmla="*/ 0 w 1"/>
                    <a:gd name="T3" fmla="*/ 151 h 151"/>
                    <a:gd name="T4" fmla="*/ 0 60000 65536"/>
                    <a:gd name="T5" fmla="*/ 0 60000 65536"/>
                    <a:gd name="T6" fmla="*/ 0 w 1"/>
                    <a:gd name="T7" fmla="*/ 0 h 151"/>
                    <a:gd name="T8" fmla="*/ 1 w 1"/>
                    <a:gd name="T9" fmla="*/ 151 h 15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1">
                      <a:moveTo>
                        <a:pt x="0" y="0"/>
                      </a:moveTo>
                      <a:lnTo>
                        <a:pt x="0" y="15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27" name="Line 199">
                  <a:extLst>
                    <a:ext uri="{FF2B5EF4-FFF2-40B4-BE49-F238E27FC236}">
                      <a16:creationId xmlns:a16="http://schemas.microsoft.com/office/drawing/2014/main" id="{A9BE84D7-B0A3-4553-A1F0-B429AFB582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24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28" name="Line 200">
                  <a:extLst>
                    <a:ext uri="{FF2B5EF4-FFF2-40B4-BE49-F238E27FC236}">
                      <a16:creationId xmlns:a16="http://schemas.microsoft.com/office/drawing/2014/main" id="{C562D1F3-98FF-47EC-9101-E06C7A69DA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73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29" name="Line 201">
                  <a:extLst>
                    <a:ext uri="{FF2B5EF4-FFF2-40B4-BE49-F238E27FC236}">
                      <a16:creationId xmlns:a16="http://schemas.microsoft.com/office/drawing/2014/main" id="{7873EBC4-CF4D-40D3-9A38-E40313F669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20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30" name="Rectangle 202">
                  <a:extLst>
                    <a:ext uri="{FF2B5EF4-FFF2-40B4-BE49-F238E27FC236}">
                      <a16:creationId xmlns:a16="http://schemas.microsoft.com/office/drawing/2014/main" id="{F4D6778B-14B8-4755-900A-FAF6C8415B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7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31" name="Text Box 203">
                  <a:extLst>
                    <a:ext uri="{FF2B5EF4-FFF2-40B4-BE49-F238E27FC236}">
                      <a16:creationId xmlns:a16="http://schemas.microsoft.com/office/drawing/2014/main" id="{8E9FA766-98F4-4BA4-9029-78276E9927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48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  <p:sp>
              <p:nvSpPr>
                <p:cNvPr id="40232" name="Rectangle 204">
                  <a:extLst>
                    <a:ext uri="{FF2B5EF4-FFF2-40B4-BE49-F238E27FC236}">
                      <a16:creationId xmlns:a16="http://schemas.microsoft.com/office/drawing/2014/main" id="{C4093968-6154-4262-B06F-05B655BFC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69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33" name="Text Box 205">
                  <a:extLst>
                    <a:ext uri="{FF2B5EF4-FFF2-40B4-BE49-F238E27FC236}">
                      <a16:creationId xmlns:a16="http://schemas.microsoft.com/office/drawing/2014/main" id="{2CB20C4C-88E3-463D-8D08-23560DF036F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00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  <p:sp>
              <p:nvSpPr>
                <p:cNvPr id="40234" name="Rectangle 206">
                  <a:extLst>
                    <a:ext uri="{FF2B5EF4-FFF2-40B4-BE49-F238E27FC236}">
                      <a16:creationId xmlns:a16="http://schemas.microsoft.com/office/drawing/2014/main" id="{564549BE-7167-44A8-8FA0-3DB7807728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35" name="Text Box 207">
                  <a:extLst>
                    <a:ext uri="{FF2B5EF4-FFF2-40B4-BE49-F238E27FC236}">
                      <a16:creationId xmlns:a16="http://schemas.microsoft.com/office/drawing/2014/main" id="{028202B4-EE0E-4FEA-856C-FBEC8DF0EB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65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  <p:sp>
              <p:nvSpPr>
                <p:cNvPr id="40236" name="Line 208">
                  <a:extLst>
                    <a:ext uri="{FF2B5EF4-FFF2-40B4-BE49-F238E27FC236}">
                      <a16:creationId xmlns:a16="http://schemas.microsoft.com/office/drawing/2014/main" id="{F8380D66-4C73-40E7-95DB-CF68EA16AD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37" name="Line 209">
                  <a:extLst>
                    <a:ext uri="{FF2B5EF4-FFF2-40B4-BE49-F238E27FC236}">
                      <a16:creationId xmlns:a16="http://schemas.microsoft.com/office/drawing/2014/main" id="{86AAFA4B-13D6-48AA-88E1-D24C3FFE81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38" name="Line 210">
                  <a:extLst>
                    <a:ext uri="{FF2B5EF4-FFF2-40B4-BE49-F238E27FC236}">
                      <a16:creationId xmlns:a16="http://schemas.microsoft.com/office/drawing/2014/main" id="{5AEA28CE-4D84-4474-AE07-08F9C32C2E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39" name="Line 211">
                  <a:extLst>
                    <a:ext uri="{FF2B5EF4-FFF2-40B4-BE49-F238E27FC236}">
                      <a16:creationId xmlns:a16="http://schemas.microsoft.com/office/drawing/2014/main" id="{E1FBA2F4-C35E-4C7A-9940-AF10E27AAF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40" name="Freeform 212">
                  <a:extLst>
                    <a:ext uri="{FF2B5EF4-FFF2-40B4-BE49-F238E27FC236}">
                      <a16:creationId xmlns:a16="http://schemas.microsoft.com/office/drawing/2014/main" id="{75E1EDE0-3CB9-4335-A7FF-72D945D25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3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2695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41" name="Freeform 213">
                  <a:extLst>
                    <a:ext uri="{FF2B5EF4-FFF2-40B4-BE49-F238E27FC236}">
                      <a16:creationId xmlns:a16="http://schemas.microsoft.com/office/drawing/2014/main" id="{D8FCA436-48AC-448A-BC91-5DEA0AD39E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5" y="2691"/>
                  <a:ext cx="1" cy="525"/>
                </a:xfrm>
                <a:custGeom>
                  <a:avLst/>
                  <a:gdLst>
                    <a:gd name="T0" fmla="*/ 0 w 1"/>
                    <a:gd name="T1" fmla="*/ 0 h 525"/>
                    <a:gd name="T2" fmla="*/ 0 w 1"/>
                    <a:gd name="T3" fmla="*/ 525 h 525"/>
                    <a:gd name="T4" fmla="*/ 0 60000 65536"/>
                    <a:gd name="T5" fmla="*/ 0 60000 65536"/>
                    <a:gd name="T6" fmla="*/ 0 w 1"/>
                    <a:gd name="T7" fmla="*/ 0 h 525"/>
                    <a:gd name="T8" fmla="*/ 1 w 1"/>
                    <a:gd name="T9" fmla="*/ 525 h 52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525">
                      <a:moveTo>
                        <a:pt x="0" y="0"/>
                      </a:moveTo>
                      <a:lnTo>
                        <a:pt x="0" y="52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42" name="Freeform 214">
                  <a:extLst>
                    <a:ext uri="{FF2B5EF4-FFF2-40B4-BE49-F238E27FC236}">
                      <a16:creationId xmlns:a16="http://schemas.microsoft.com/office/drawing/2014/main" id="{CCAA0BDD-AE6F-4D73-9286-F483007CE2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5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2695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43" name="Text Box 215">
                  <a:extLst>
                    <a:ext uri="{FF2B5EF4-FFF2-40B4-BE49-F238E27FC236}">
                      <a16:creationId xmlns:a16="http://schemas.microsoft.com/office/drawing/2014/main" id="{223E2AD6-D71C-4368-BC93-5A4B72635BD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193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244" name="Text Box 216">
                  <a:extLst>
                    <a:ext uri="{FF2B5EF4-FFF2-40B4-BE49-F238E27FC236}">
                      <a16:creationId xmlns:a16="http://schemas.microsoft.com/office/drawing/2014/main" id="{2404BFC0-2B09-43FA-B49B-A78F8A2341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769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245" name="Text Box 217">
                  <a:extLst>
                    <a:ext uri="{FF2B5EF4-FFF2-40B4-BE49-F238E27FC236}">
                      <a16:creationId xmlns:a16="http://schemas.microsoft.com/office/drawing/2014/main" id="{B8581664-B459-434B-A8A9-221057FC0BA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345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246" name="Text Box 218">
                  <a:extLst>
                    <a:ext uri="{FF2B5EF4-FFF2-40B4-BE49-F238E27FC236}">
                      <a16:creationId xmlns:a16="http://schemas.microsoft.com/office/drawing/2014/main" id="{285DF28C-C0B8-4A26-99C6-B245017E48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921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247" name="Text Box 219">
                  <a:extLst>
                    <a:ext uri="{FF2B5EF4-FFF2-40B4-BE49-F238E27FC236}">
                      <a16:creationId xmlns:a16="http://schemas.microsoft.com/office/drawing/2014/main" id="{9977A1B4-E436-4E92-8D60-CC7E1124A7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3496" y="162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248" name="Text Box 220">
                  <a:extLst>
                    <a:ext uri="{FF2B5EF4-FFF2-40B4-BE49-F238E27FC236}">
                      <a16:creationId xmlns:a16="http://schemas.microsoft.com/office/drawing/2014/main" id="{C119D700-08C4-40DC-BADE-043C63A16D8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073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249" name="Text Box 221">
                  <a:extLst>
                    <a:ext uri="{FF2B5EF4-FFF2-40B4-BE49-F238E27FC236}">
                      <a16:creationId xmlns:a16="http://schemas.microsoft.com/office/drawing/2014/main" id="{ED00B1AB-EBB1-403E-8C2A-6DCB3947CD4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649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250" name="Text Box 222">
                  <a:extLst>
                    <a:ext uri="{FF2B5EF4-FFF2-40B4-BE49-F238E27FC236}">
                      <a16:creationId xmlns:a16="http://schemas.microsoft.com/office/drawing/2014/main" id="{29CF2A29-28A3-4CD5-995D-464232BA1ED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5244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251" name="Text Box 223">
                  <a:extLst>
                    <a:ext uri="{FF2B5EF4-FFF2-40B4-BE49-F238E27FC236}">
                      <a16:creationId xmlns:a16="http://schemas.microsoft.com/office/drawing/2014/main" id="{A520E956-064D-4A0B-9F31-A3BC4C99E66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0" y="791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252" name="Text Box 224">
                  <a:extLst>
                    <a:ext uri="{FF2B5EF4-FFF2-40B4-BE49-F238E27FC236}">
                      <a16:creationId xmlns:a16="http://schemas.microsoft.com/office/drawing/2014/main" id="{B71975BF-1722-4840-9C5F-D3CB88BC13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0" y="1383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40253" name="Text Box 225">
                  <a:extLst>
                    <a:ext uri="{FF2B5EF4-FFF2-40B4-BE49-F238E27FC236}">
                      <a16:creationId xmlns:a16="http://schemas.microsoft.com/office/drawing/2014/main" id="{59BAEC81-D2D7-49CE-B211-86B00D1D819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4" y="19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63</a:t>
                  </a:r>
                </a:p>
              </p:txBody>
            </p:sp>
            <p:sp>
              <p:nvSpPr>
                <p:cNvPr id="40254" name="Line 226">
                  <a:extLst>
                    <a:ext uri="{FF2B5EF4-FFF2-40B4-BE49-F238E27FC236}">
                      <a16:creationId xmlns:a16="http://schemas.microsoft.com/office/drawing/2014/main" id="{988A160A-165D-45F2-B357-C6732D127C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2" y="2537"/>
                  <a:ext cx="5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55" name="Text Box 227">
                  <a:extLst>
                    <a:ext uri="{FF2B5EF4-FFF2-40B4-BE49-F238E27FC236}">
                      <a16:creationId xmlns:a16="http://schemas.microsoft.com/office/drawing/2014/main" id="{628CB3FB-DD50-421C-A1A0-0832195E760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0" y="2727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256" name="Text Box 228">
                  <a:extLst>
                    <a:ext uri="{FF2B5EF4-FFF2-40B4-BE49-F238E27FC236}">
                      <a16:creationId xmlns:a16="http://schemas.microsoft.com/office/drawing/2014/main" id="{1EF797BC-E758-4092-9218-9F0FE51947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4" y="31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</a:t>
                  </a:r>
                </a:p>
              </p:txBody>
            </p:sp>
            <p:sp>
              <p:nvSpPr>
                <p:cNvPr id="40257" name="Text Box 229">
                  <a:extLst>
                    <a:ext uri="{FF2B5EF4-FFF2-40B4-BE49-F238E27FC236}">
                      <a16:creationId xmlns:a16="http://schemas.microsoft.com/office/drawing/2014/main" id="{232C91F3-7E92-4444-BF13-15EDDAE557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258" name="Text Box 230">
                  <a:extLst>
                    <a:ext uri="{FF2B5EF4-FFF2-40B4-BE49-F238E27FC236}">
                      <a16:creationId xmlns:a16="http://schemas.microsoft.com/office/drawing/2014/main" id="{579E5E9C-2613-4C00-AE97-8F80EEC138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2876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0259" name="Text Box 231">
                  <a:extLst>
                    <a:ext uri="{FF2B5EF4-FFF2-40B4-BE49-F238E27FC236}">
                      <a16:creationId xmlns:a16="http://schemas.microsoft.com/office/drawing/2014/main" id="{8852B119-7539-412D-9BCD-936023250BE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" y="101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行</a:t>
                  </a:r>
                </a:p>
              </p:txBody>
            </p:sp>
            <p:sp>
              <p:nvSpPr>
                <p:cNvPr id="40260" name="Text Box 232">
                  <a:extLst>
                    <a:ext uri="{FF2B5EF4-FFF2-40B4-BE49-F238E27FC236}">
                      <a16:creationId xmlns:a16="http://schemas.microsoft.com/office/drawing/2014/main" id="{7161AF19-C6C0-45C3-9A21-07A8AA34E7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" y="126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地</a:t>
                  </a:r>
                </a:p>
              </p:txBody>
            </p:sp>
            <p:sp>
              <p:nvSpPr>
                <p:cNvPr id="40261" name="Text Box 233">
                  <a:extLst>
                    <a:ext uri="{FF2B5EF4-FFF2-40B4-BE49-F238E27FC236}">
                      <a16:creationId xmlns:a16="http://schemas.microsoft.com/office/drawing/2014/main" id="{246462D5-EB44-421D-8BF2-6391BBDBEE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" y="151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址</a:t>
                  </a:r>
                </a:p>
              </p:txBody>
            </p:sp>
            <p:sp>
              <p:nvSpPr>
                <p:cNvPr id="40262" name="Text Box 234">
                  <a:extLst>
                    <a:ext uri="{FF2B5EF4-FFF2-40B4-BE49-F238E27FC236}">
                      <a16:creationId xmlns:a16="http://schemas.microsoft.com/office/drawing/2014/main" id="{D08C37B9-2FF3-4E45-9A24-A58B56128D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" y="175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译</a:t>
                  </a:r>
                </a:p>
              </p:txBody>
            </p:sp>
            <p:sp>
              <p:nvSpPr>
                <p:cNvPr id="40263" name="Text Box 235">
                  <a:extLst>
                    <a:ext uri="{FF2B5EF4-FFF2-40B4-BE49-F238E27FC236}">
                      <a16:creationId xmlns:a16="http://schemas.microsoft.com/office/drawing/2014/main" id="{6DE015F6-4F2C-491E-A3E3-5088776814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" y="200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码</a:t>
                  </a:r>
                </a:p>
              </p:txBody>
            </p:sp>
            <p:sp>
              <p:nvSpPr>
                <p:cNvPr id="40264" name="Text Box 236">
                  <a:extLst>
                    <a:ext uri="{FF2B5EF4-FFF2-40B4-BE49-F238E27FC236}">
                      <a16:creationId xmlns:a16="http://schemas.microsoft.com/office/drawing/2014/main" id="{CCAD939D-1BE1-4A35-8105-C4E74CF3955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" y="263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列</a:t>
                  </a:r>
                </a:p>
              </p:txBody>
            </p:sp>
            <p:sp>
              <p:nvSpPr>
                <p:cNvPr id="40265" name="Text Box 237">
                  <a:extLst>
                    <a:ext uri="{FF2B5EF4-FFF2-40B4-BE49-F238E27FC236}">
                      <a16:creationId xmlns:a16="http://schemas.microsoft.com/office/drawing/2014/main" id="{A4C04176-A217-44DD-A2F7-101056BD318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" y="288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地</a:t>
                  </a:r>
                </a:p>
              </p:txBody>
            </p:sp>
            <p:sp>
              <p:nvSpPr>
                <p:cNvPr id="40266" name="Text Box 238">
                  <a:extLst>
                    <a:ext uri="{FF2B5EF4-FFF2-40B4-BE49-F238E27FC236}">
                      <a16:creationId xmlns:a16="http://schemas.microsoft.com/office/drawing/2014/main" id="{1D83F602-90C3-4237-9A98-FF9AD291B18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" y="313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址</a:t>
                  </a:r>
                </a:p>
              </p:txBody>
            </p:sp>
            <p:sp>
              <p:nvSpPr>
                <p:cNvPr id="40267" name="Text Box 239">
                  <a:extLst>
                    <a:ext uri="{FF2B5EF4-FFF2-40B4-BE49-F238E27FC236}">
                      <a16:creationId xmlns:a16="http://schemas.microsoft.com/office/drawing/2014/main" id="{0C6B7F8F-1965-45B1-871B-AB63FA06B7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" y="337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译</a:t>
                  </a:r>
                </a:p>
              </p:txBody>
            </p:sp>
            <p:sp>
              <p:nvSpPr>
                <p:cNvPr id="40268" name="Text Box 240">
                  <a:extLst>
                    <a:ext uri="{FF2B5EF4-FFF2-40B4-BE49-F238E27FC236}">
                      <a16:creationId xmlns:a16="http://schemas.microsoft.com/office/drawing/2014/main" id="{5B4BDD23-7368-4C56-8249-D3A4FAD70DA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5" y="362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码</a:t>
                  </a:r>
                </a:p>
              </p:txBody>
            </p:sp>
            <p:sp>
              <p:nvSpPr>
                <p:cNvPr id="40269" name="Line 241">
                  <a:extLst>
                    <a:ext uri="{FF2B5EF4-FFF2-40B4-BE49-F238E27FC236}">
                      <a16:creationId xmlns:a16="http://schemas.microsoft.com/office/drawing/2014/main" id="{80B9A774-42F4-47D5-8209-C17D345100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905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70" name="Line 242">
                  <a:extLst>
                    <a:ext uri="{FF2B5EF4-FFF2-40B4-BE49-F238E27FC236}">
                      <a16:creationId xmlns:a16="http://schemas.microsoft.com/office/drawing/2014/main" id="{629D4F8C-5966-41A1-A587-FB0E06B7AD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1164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71" name="Line 243">
                  <a:extLst>
                    <a:ext uri="{FF2B5EF4-FFF2-40B4-BE49-F238E27FC236}">
                      <a16:creationId xmlns:a16="http://schemas.microsoft.com/office/drawing/2014/main" id="{BC308A41-950A-42BC-9D77-9528876838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1423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72" name="Line 244">
                  <a:extLst>
                    <a:ext uri="{FF2B5EF4-FFF2-40B4-BE49-F238E27FC236}">
                      <a16:creationId xmlns:a16="http://schemas.microsoft.com/office/drawing/2014/main" id="{FC4C45D4-2667-442E-B510-09AC4443CE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168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73" name="Line 245">
                  <a:extLst>
                    <a:ext uri="{FF2B5EF4-FFF2-40B4-BE49-F238E27FC236}">
                      <a16:creationId xmlns:a16="http://schemas.microsoft.com/office/drawing/2014/main" id="{7C8C3DE9-6738-4FF1-8A2F-85BFE94EC1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194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74" name="Line 246">
                  <a:extLst>
                    <a:ext uri="{FF2B5EF4-FFF2-40B4-BE49-F238E27FC236}">
                      <a16:creationId xmlns:a16="http://schemas.microsoft.com/office/drawing/2014/main" id="{55D2D13A-9830-4FE5-B73D-C168ABCEB0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220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75" name="Line 247">
                  <a:extLst>
                    <a:ext uri="{FF2B5EF4-FFF2-40B4-BE49-F238E27FC236}">
                      <a16:creationId xmlns:a16="http://schemas.microsoft.com/office/drawing/2014/main" id="{D0EDA0B1-1BFE-4A2F-A215-1C0483C7DF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287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76" name="Line 248">
                  <a:extLst>
                    <a:ext uri="{FF2B5EF4-FFF2-40B4-BE49-F238E27FC236}">
                      <a16:creationId xmlns:a16="http://schemas.microsoft.com/office/drawing/2014/main" id="{A168F7D4-DD16-4C17-898A-82FE3E365F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313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77" name="Line 249">
                  <a:extLst>
                    <a:ext uri="{FF2B5EF4-FFF2-40B4-BE49-F238E27FC236}">
                      <a16:creationId xmlns:a16="http://schemas.microsoft.com/office/drawing/2014/main" id="{434F61B6-9B65-4D29-97E9-CAE04A9D0F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339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78" name="Line 250">
                  <a:extLst>
                    <a:ext uri="{FF2B5EF4-FFF2-40B4-BE49-F238E27FC236}">
                      <a16:creationId xmlns:a16="http://schemas.microsoft.com/office/drawing/2014/main" id="{1E26F0A0-D669-4763-9CA5-48D67C39E1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0" y="365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279" name="Line 251">
                  <a:extLst>
                    <a:ext uri="{FF2B5EF4-FFF2-40B4-BE49-F238E27FC236}">
                      <a16:creationId xmlns:a16="http://schemas.microsoft.com/office/drawing/2014/main" id="{34550A69-D1EB-457C-B489-BC29A50C3C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26" y="4079"/>
                  <a:ext cx="192" cy="0"/>
                </a:xfrm>
                <a:prstGeom prst="line">
                  <a:avLst/>
                </a:prstGeom>
                <a:noFill/>
                <a:ln w="28575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0072" name="Group 252">
                <a:extLst>
                  <a:ext uri="{FF2B5EF4-FFF2-40B4-BE49-F238E27FC236}">
                    <a16:creationId xmlns:a16="http://schemas.microsoft.com/office/drawing/2014/main" id="{408FE29A-AB56-4853-96B5-1C124C52E0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0" y="674"/>
                <a:ext cx="196" cy="3010"/>
                <a:chOff x="140" y="674"/>
                <a:chExt cx="196" cy="3010"/>
              </a:xfrm>
            </p:grpSpPr>
            <p:sp>
              <p:nvSpPr>
                <p:cNvPr id="40073" name="Text Box 253">
                  <a:extLst>
                    <a:ext uri="{FF2B5EF4-FFF2-40B4-BE49-F238E27FC236}">
                      <a16:creationId xmlns:a16="http://schemas.microsoft.com/office/drawing/2014/main" id="{5F6BC1F1-DB7E-4C1F-86CD-020FB2E98D9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67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74" name="Text Box 254">
                  <a:extLst>
                    <a:ext uri="{FF2B5EF4-FFF2-40B4-BE49-F238E27FC236}">
                      <a16:creationId xmlns:a16="http://schemas.microsoft.com/office/drawing/2014/main" id="{FD4DA80D-5032-4E16-A3EA-50002C8457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933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75" name="Text Box 255">
                  <a:extLst>
                    <a:ext uri="{FF2B5EF4-FFF2-40B4-BE49-F238E27FC236}">
                      <a16:creationId xmlns:a16="http://schemas.microsoft.com/office/drawing/2014/main" id="{E1403C3F-283F-4EB5-86CE-F277BD19564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119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76" name="Text Box 256">
                  <a:extLst>
                    <a:ext uri="{FF2B5EF4-FFF2-40B4-BE49-F238E27FC236}">
                      <a16:creationId xmlns:a16="http://schemas.microsoft.com/office/drawing/2014/main" id="{17D43911-BBD4-4D8C-9DB2-6F6D42EC176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145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77" name="Text Box 257">
                  <a:extLst>
                    <a:ext uri="{FF2B5EF4-FFF2-40B4-BE49-F238E27FC236}">
                      <a16:creationId xmlns:a16="http://schemas.microsoft.com/office/drawing/2014/main" id="{8570A0DF-30BA-4049-9D6E-3E62CEC82C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171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78" name="Text Box 258">
                  <a:extLst>
                    <a:ext uri="{FF2B5EF4-FFF2-40B4-BE49-F238E27FC236}">
                      <a16:creationId xmlns:a16="http://schemas.microsoft.com/office/drawing/2014/main" id="{B8B4EA7A-D08A-4D61-A5F2-0E73204EC4E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197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79" name="Text Box 259">
                  <a:extLst>
                    <a:ext uri="{FF2B5EF4-FFF2-40B4-BE49-F238E27FC236}">
                      <a16:creationId xmlns:a16="http://schemas.microsoft.com/office/drawing/2014/main" id="{60D6B858-1062-4AEC-91F0-A1626EF5AA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2657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80" name="Text Box 260">
                  <a:extLst>
                    <a:ext uri="{FF2B5EF4-FFF2-40B4-BE49-F238E27FC236}">
                      <a16:creationId xmlns:a16="http://schemas.microsoft.com/office/drawing/2014/main" id="{8A342D63-213F-44F3-93F2-042B197AD5D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291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81" name="Text Box 261">
                  <a:extLst>
                    <a:ext uri="{FF2B5EF4-FFF2-40B4-BE49-F238E27FC236}">
                      <a16:creationId xmlns:a16="http://schemas.microsoft.com/office/drawing/2014/main" id="{3A46A56A-FBFD-43B0-905E-2EC71EAA209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3175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0082" name="Text Box 262">
                  <a:extLst>
                    <a:ext uri="{FF2B5EF4-FFF2-40B4-BE49-F238E27FC236}">
                      <a16:creationId xmlns:a16="http://schemas.microsoft.com/office/drawing/2014/main" id="{E6E1F5C6-2247-456E-9CCC-466FA3C5F55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" y="343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</p:grpSp>
        </p:grpSp>
        <p:grpSp>
          <p:nvGrpSpPr>
            <p:cNvPr id="40046" name="Group 263">
              <a:extLst>
                <a:ext uri="{FF2B5EF4-FFF2-40B4-BE49-F238E27FC236}">
                  <a16:creationId xmlns:a16="http://schemas.microsoft.com/office/drawing/2014/main" id="{78F9810F-A0B5-4FEB-9942-BD46EF25D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40047" name="Group 264">
                <a:extLst>
                  <a:ext uri="{FF2B5EF4-FFF2-40B4-BE49-F238E27FC236}">
                    <a16:creationId xmlns:a16="http://schemas.microsoft.com/office/drawing/2014/main" id="{EFE7DA6A-0B9F-4B81-A53E-68B61C3DE0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40052" name="Group 265">
                  <a:extLst>
                    <a:ext uri="{FF2B5EF4-FFF2-40B4-BE49-F238E27FC236}">
                      <a16:creationId xmlns:a16="http://schemas.microsoft.com/office/drawing/2014/main" id="{8A4D9287-22C7-4C73-9D98-7BAAAABDDCF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40063" name="Rectangle 266">
                    <a:extLst>
                      <a:ext uri="{FF2B5EF4-FFF2-40B4-BE49-F238E27FC236}">
                        <a16:creationId xmlns:a16="http://schemas.microsoft.com/office/drawing/2014/main" id="{07833BE2-3B79-4852-BE09-797244B65C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0064" name="Rectangle 267">
                    <a:extLst>
                      <a:ext uri="{FF2B5EF4-FFF2-40B4-BE49-F238E27FC236}">
                        <a16:creationId xmlns:a16="http://schemas.microsoft.com/office/drawing/2014/main" id="{AE45B1B9-CAD1-42B9-A34B-3A519DD5B0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0065" name="Rectangle 268">
                    <a:extLst>
                      <a:ext uri="{FF2B5EF4-FFF2-40B4-BE49-F238E27FC236}">
                        <a16:creationId xmlns:a16="http://schemas.microsoft.com/office/drawing/2014/main" id="{C004277C-3652-4D55-AB31-F14F63FD9E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40066" name="Rectangle 269">
                    <a:extLst>
                      <a:ext uri="{FF2B5EF4-FFF2-40B4-BE49-F238E27FC236}">
                        <a16:creationId xmlns:a16="http://schemas.microsoft.com/office/drawing/2014/main" id="{2FE89F5E-D779-4A21-B2D9-8D84B9A99D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40067" name="Rectangle 270">
                    <a:extLst>
                      <a:ext uri="{FF2B5EF4-FFF2-40B4-BE49-F238E27FC236}">
                        <a16:creationId xmlns:a16="http://schemas.microsoft.com/office/drawing/2014/main" id="{63A01A3E-CD2D-4943-A981-8364AE1B97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40068" name="Rectangle 271">
                    <a:extLst>
                      <a:ext uri="{FF2B5EF4-FFF2-40B4-BE49-F238E27FC236}">
                        <a16:creationId xmlns:a16="http://schemas.microsoft.com/office/drawing/2014/main" id="{066A5DA1-40E3-4D17-8E42-E7A55BFAFE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40069" name="Rectangle 272">
                    <a:extLst>
                      <a:ext uri="{FF2B5EF4-FFF2-40B4-BE49-F238E27FC236}">
                        <a16:creationId xmlns:a16="http://schemas.microsoft.com/office/drawing/2014/main" id="{9CBB8CF7-EB9E-467E-B9CC-B4FB06FDAF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0070" name="Rectangle 273">
                    <a:extLst>
                      <a:ext uri="{FF2B5EF4-FFF2-40B4-BE49-F238E27FC236}">
                        <a16:creationId xmlns:a16="http://schemas.microsoft.com/office/drawing/2014/main" id="{6CD3D037-799D-4075-8CFB-D9F26E79DC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</p:grpSp>
            <p:grpSp>
              <p:nvGrpSpPr>
                <p:cNvPr id="40053" name="Group 274">
                  <a:extLst>
                    <a:ext uri="{FF2B5EF4-FFF2-40B4-BE49-F238E27FC236}">
                      <a16:creationId xmlns:a16="http://schemas.microsoft.com/office/drawing/2014/main" id="{29AD38B9-5D09-47D3-A77E-76141D62DA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40054" name="Freeform 275">
                    <a:extLst>
                      <a:ext uri="{FF2B5EF4-FFF2-40B4-BE49-F238E27FC236}">
                        <a16:creationId xmlns:a16="http://schemas.microsoft.com/office/drawing/2014/main" id="{8AF85332-B651-49D9-82C7-D6A25FC08A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055" name="Line 276">
                    <a:extLst>
                      <a:ext uri="{FF2B5EF4-FFF2-40B4-BE49-F238E27FC236}">
                        <a16:creationId xmlns:a16="http://schemas.microsoft.com/office/drawing/2014/main" id="{F9F2E0D4-3E62-41C9-A295-5B728D0DCA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056" name="Line 277">
                    <a:extLst>
                      <a:ext uri="{FF2B5EF4-FFF2-40B4-BE49-F238E27FC236}">
                        <a16:creationId xmlns:a16="http://schemas.microsoft.com/office/drawing/2014/main" id="{282AC68C-9383-4F7E-96B0-0A4E853208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057" name="Line 278">
                    <a:extLst>
                      <a:ext uri="{FF2B5EF4-FFF2-40B4-BE49-F238E27FC236}">
                        <a16:creationId xmlns:a16="http://schemas.microsoft.com/office/drawing/2014/main" id="{FA386A1B-A188-4650-8003-F81AD33C85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058" name="Line 279">
                    <a:extLst>
                      <a:ext uri="{FF2B5EF4-FFF2-40B4-BE49-F238E27FC236}">
                        <a16:creationId xmlns:a16="http://schemas.microsoft.com/office/drawing/2014/main" id="{F2885DD2-3940-4F34-9D11-41A9D71F684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059" name="Line 280">
                    <a:extLst>
                      <a:ext uri="{FF2B5EF4-FFF2-40B4-BE49-F238E27FC236}">
                        <a16:creationId xmlns:a16="http://schemas.microsoft.com/office/drawing/2014/main" id="{FC7545E7-96A3-4366-BFCB-DC83017838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060" name="Line 281">
                    <a:extLst>
                      <a:ext uri="{FF2B5EF4-FFF2-40B4-BE49-F238E27FC236}">
                        <a16:creationId xmlns:a16="http://schemas.microsoft.com/office/drawing/2014/main" id="{8F7D3EF8-0178-491C-86F9-4307D178CD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061" name="Line 282">
                    <a:extLst>
                      <a:ext uri="{FF2B5EF4-FFF2-40B4-BE49-F238E27FC236}">
                        <a16:creationId xmlns:a16="http://schemas.microsoft.com/office/drawing/2014/main" id="{7BF7B0E8-8860-490A-8821-C45AA4F82F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062" name="Line 283">
                    <a:extLst>
                      <a:ext uri="{FF2B5EF4-FFF2-40B4-BE49-F238E27FC236}">
                        <a16:creationId xmlns:a16="http://schemas.microsoft.com/office/drawing/2014/main" id="{941DB76A-0C52-4701-89D5-D9449C1310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40048" name="Text Box 284">
                <a:extLst>
                  <a:ext uri="{FF2B5EF4-FFF2-40B4-BE49-F238E27FC236}">
                    <a16:creationId xmlns:a16="http://schemas.microsoft.com/office/drawing/2014/main" id="{F259AB06-A06E-420D-A124-EC98006C28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0049" name="Text Box 285">
                <a:extLst>
                  <a:ext uri="{FF2B5EF4-FFF2-40B4-BE49-F238E27FC236}">
                    <a16:creationId xmlns:a16="http://schemas.microsoft.com/office/drawing/2014/main" id="{A5B21D78-7168-4400-968A-B9A6AE9143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0050" name="Text Box 286">
                <a:extLst>
                  <a:ext uri="{FF2B5EF4-FFF2-40B4-BE49-F238E27FC236}">
                    <a16:creationId xmlns:a16="http://schemas.microsoft.com/office/drawing/2014/main" id="{7FDC9A74-AA5B-4FAC-832F-22A645F8E3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0051" name="Text Box 287">
                <a:extLst>
                  <a:ext uri="{FF2B5EF4-FFF2-40B4-BE49-F238E27FC236}">
                    <a16:creationId xmlns:a16="http://schemas.microsoft.com/office/drawing/2014/main" id="{EBC603B6-9B9A-417E-9A14-4677147405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</p:grpSp>
      <p:grpSp>
        <p:nvGrpSpPr>
          <p:cNvPr id="39946" name="Group 288">
            <a:extLst>
              <a:ext uri="{FF2B5EF4-FFF2-40B4-BE49-F238E27FC236}">
                <a16:creationId xmlns:a16="http://schemas.microsoft.com/office/drawing/2014/main" id="{E0E7211E-86FE-48A2-91A1-78D531700BEF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4178300"/>
            <a:ext cx="6261100" cy="403225"/>
            <a:chOff x="915" y="2632"/>
            <a:chExt cx="3944" cy="254"/>
          </a:xfrm>
        </p:grpSpPr>
        <p:grpSp>
          <p:nvGrpSpPr>
            <p:cNvPr id="40007" name="Group 289">
              <a:extLst>
                <a:ext uri="{FF2B5EF4-FFF2-40B4-BE49-F238E27FC236}">
                  <a16:creationId xmlns:a16="http://schemas.microsoft.com/office/drawing/2014/main" id="{ED0734E5-3AB2-441C-96D6-9FAAA4E4A3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40040" name="Freeform 290">
                <a:extLst>
                  <a:ext uri="{FF2B5EF4-FFF2-40B4-BE49-F238E27FC236}">
                    <a16:creationId xmlns:a16="http://schemas.microsoft.com/office/drawing/2014/main" id="{92F874FE-C076-4619-8672-C171EDDBC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0041" name="Freeform 291">
                <a:extLst>
                  <a:ext uri="{FF2B5EF4-FFF2-40B4-BE49-F238E27FC236}">
                    <a16:creationId xmlns:a16="http://schemas.microsoft.com/office/drawing/2014/main" id="{BDD7C3D6-5803-4088-BF28-CEB1BD79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0042" name="Freeform 292">
                <a:extLst>
                  <a:ext uri="{FF2B5EF4-FFF2-40B4-BE49-F238E27FC236}">
                    <a16:creationId xmlns:a16="http://schemas.microsoft.com/office/drawing/2014/main" id="{ACE0F9C5-D708-4629-9C3E-BF2E6089E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0043" name="Freeform 293">
                <a:extLst>
                  <a:ext uri="{FF2B5EF4-FFF2-40B4-BE49-F238E27FC236}">
                    <a16:creationId xmlns:a16="http://schemas.microsoft.com/office/drawing/2014/main" id="{10535AAB-59A5-4459-A254-99BFE1AC7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  <a:gd name="T6" fmla="*/ 0 w 1"/>
                  <a:gd name="T7" fmla="*/ 0 h 178"/>
                  <a:gd name="T8" fmla="*/ 1 w 1"/>
                  <a:gd name="T9" fmla="*/ 178 h 17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0044" name="Freeform 294">
                <a:extLst>
                  <a:ext uri="{FF2B5EF4-FFF2-40B4-BE49-F238E27FC236}">
                    <a16:creationId xmlns:a16="http://schemas.microsoft.com/office/drawing/2014/main" id="{F8FBDBDB-6D45-4504-A910-3E29B0BB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  <a:gd name="T6" fmla="*/ 0 w 3858"/>
                  <a:gd name="T7" fmla="*/ 0 h 2"/>
                  <a:gd name="T8" fmla="*/ 3858 w 385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40008" name="Group 295">
              <a:extLst>
                <a:ext uri="{FF2B5EF4-FFF2-40B4-BE49-F238E27FC236}">
                  <a16:creationId xmlns:a16="http://schemas.microsoft.com/office/drawing/2014/main" id="{04E2D6C9-B2BA-4FDA-B3D3-DB5457806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2" y="2632"/>
              <a:ext cx="192" cy="158"/>
              <a:chOff x="1212" y="2632"/>
              <a:chExt cx="192" cy="158"/>
            </a:xfrm>
          </p:grpSpPr>
          <p:grpSp>
            <p:nvGrpSpPr>
              <p:cNvPr id="40033" name="Group 296">
                <a:extLst>
                  <a:ext uri="{FF2B5EF4-FFF2-40B4-BE49-F238E27FC236}">
                    <a16:creationId xmlns:a16="http://schemas.microsoft.com/office/drawing/2014/main" id="{DC362B09-EEF7-44C6-80C2-D2AAD48ECF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6" y="2632"/>
                <a:ext cx="48" cy="158"/>
                <a:chOff x="1356" y="2632"/>
                <a:chExt cx="48" cy="158"/>
              </a:xfrm>
            </p:grpSpPr>
            <p:sp>
              <p:nvSpPr>
                <p:cNvPr id="40038" name="Line 297">
                  <a:extLst>
                    <a:ext uri="{FF2B5EF4-FFF2-40B4-BE49-F238E27FC236}">
                      <a16:creationId xmlns:a16="http://schemas.microsoft.com/office/drawing/2014/main" id="{2C66BAA0-743D-456F-A632-E310C5B84F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039" name="Line 298">
                  <a:extLst>
                    <a:ext uri="{FF2B5EF4-FFF2-40B4-BE49-F238E27FC236}">
                      <a16:creationId xmlns:a16="http://schemas.microsoft.com/office/drawing/2014/main" id="{10D28BC3-EF74-4AE7-9913-B3D990AAE1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308" y="2709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0034" name="Freeform 299">
                <a:extLst>
                  <a:ext uri="{FF2B5EF4-FFF2-40B4-BE49-F238E27FC236}">
                    <a16:creationId xmlns:a16="http://schemas.microsoft.com/office/drawing/2014/main" id="{69C50B58-02F5-4113-99DA-0E6A39881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708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0035" name="Group 300">
                <a:extLst>
                  <a:ext uri="{FF2B5EF4-FFF2-40B4-BE49-F238E27FC236}">
                    <a16:creationId xmlns:a16="http://schemas.microsoft.com/office/drawing/2014/main" id="{DEE59FDB-11E2-4D98-AB28-C9EF1563D7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2" y="2632"/>
                <a:ext cx="48" cy="158"/>
                <a:chOff x="1212" y="2632"/>
                <a:chExt cx="48" cy="158"/>
              </a:xfrm>
            </p:grpSpPr>
            <p:sp>
              <p:nvSpPr>
                <p:cNvPr id="40036" name="Line 301">
                  <a:extLst>
                    <a:ext uri="{FF2B5EF4-FFF2-40B4-BE49-F238E27FC236}">
                      <a16:creationId xmlns:a16="http://schemas.microsoft.com/office/drawing/2014/main" id="{2C696243-FF84-4149-9B3E-76D55A6693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037" name="Line 302">
                  <a:extLst>
                    <a:ext uri="{FF2B5EF4-FFF2-40B4-BE49-F238E27FC236}">
                      <a16:creationId xmlns:a16="http://schemas.microsoft.com/office/drawing/2014/main" id="{DE8E984A-EC39-4045-B829-97A55FEBE7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3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40009" name="Group 303">
              <a:extLst>
                <a:ext uri="{FF2B5EF4-FFF2-40B4-BE49-F238E27FC236}">
                  <a16:creationId xmlns:a16="http://schemas.microsoft.com/office/drawing/2014/main" id="{741D0258-C26B-4CD0-9719-996D42EF64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4" y="2634"/>
              <a:ext cx="192" cy="158"/>
              <a:chOff x="2364" y="2634"/>
              <a:chExt cx="192" cy="158"/>
            </a:xfrm>
          </p:grpSpPr>
          <p:grpSp>
            <p:nvGrpSpPr>
              <p:cNvPr id="40026" name="Group 304">
                <a:extLst>
                  <a:ext uri="{FF2B5EF4-FFF2-40B4-BE49-F238E27FC236}">
                    <a16:creationId xmlns:a16="http://schemas.microsoft.com/office/drawing/2014/main" id="{9D3A4743-4055-4BBC-872F-986EA5D68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08" y="2634"/>
                <a:ext cx="48" cy="158"/>
                <a:chOff x="2508" y="2634"/>
                <a:chExt cx="48" cy="158"/>
              </a:xfrm>
            </p:grpSpPr>
            <p:sp>
              <p:nvSpPr>
                <p:cNvPr id="40031" name="Line 305">
                  <a:extLst>
                    <a:ext uri="{FF2B5EF4-FFF2-40B4-BE49-F238E27FC236}">
                      <a16:creationId xmlns:a16="http://schemas.microsoft.com/office/drawing/2014/main" id="{FCCBB03A-29E4-4DA9-8527-B7B4C98B56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032" name="Line 306">
                  <a:extLst>
                    <a:ext uri="{FF2B5EF4-FFF2-40B4-BE49-F238E27FC236}">
                      <a16:creationId xmlns:a16="http://schemas.microsoft.com/office/drawing/2014/main" id="{00F180D5-73BB-4EB0-ABBC-B9A046B936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0027" name="Freeform 307">
                <a:extLst>
                  <a:ext uri="{FF2B5EF4-FFF2-40B4-BE49-F238E27FC236}">
                    <a16:creationId xmlns:a16="http://schemas.microsoft.com/office/drawing/2014/main" id="{19EA0C2C-C8A5-4D06-B028-052D71262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0028" name="Group 308">
                <a:extLst>
                  <a:ext uri="{FF2B5EF4-FFF2-40B4-BE49-F238E27FC236}">
                    <a16:creationId xmlns:a16="http://schemas.microsoft.com/office/drawing/2014/main" id="{49C8ECC5-1FA8-49D6-A328-78FB8C957E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4" y="2634"/>
                <a:ext cx="48" cy="158"/>
                <a:chOff x="2364" y="2634"/>
                <a:chExt cx="48" cy="158"/>
              </a:xfrm>
            </p:grpSpPr>
            <p:sp>
              <p:nvSpPr>
                <p:cNvPr id="40029" name="Line 309">
                  <a:extLst>
                    <a:ext uri="{FF2B5EF4-FFF2-40B4-BE49-F238E27FC236}">
                      <a16:creationId xmlns:a16="http://schemas.microsoft.com/office/drawing/2014/main" id="{F25D287A-FFCC-4EB8-BDD7-713CD1AD25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030" name="Line 310">
                  <a:extLst>
                    <a:ext uri="{FF2B5EF4-FFF2-40B4-BE49-F238E27FC236}">
                      <a16:creationId xmlns:a16="http://schemas.microsoft.com/office/drawing/2014/main" id="{3FAA40E2-5138-4FEF-A723-E6E10B6161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40010" name="Group 311">
              <a:extLst>
                <a:ext uri="{FF2B5EF4-FFF2-40B4-BE49-F238E27FC236}">
                  <a16:creationId xmlns:a16="http://schemas.microsoft.com/office/drawing/2014/main" id="{4EB394E4-000F-4B68-9D3A-ECD37F015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6" y="2634"/>
              <a:ext cx="192" cy="158"/>
              <a:chOff x="3516" y="2634"/>
              <a:chExt cx="192" cy="158"/>
            </a:xfrm>
          </p:grpSpPr>
          <p:grpSp>
            <p:nvGrpSpPr>
              <p:cNvPr id="40019" name="Group 312">
                <a:extLst>
                  <a:ext uri="{FF2B5EF4-FFF2-40B4-BE49-F238E27FC236}">
                    <a16:creationId xmlns:a16="http://schemas.microsoft.com/office/drawing/2014/main" id="{A4A557AE-C66F-44E6-B38A-D9E3363047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60" y="2634"/>
                <a:ext cx="48" cy="158"/>
                <a:chOff x="3660" y="2634"/>
                <a:chExt cx="48" cy="158"/>
              </a:xfrm>
            </p:grpSpPr>
            <p:sp>
              <p:nvSpPr>
                <p:cNvPr id="40024" name="Line 313">
                  <a:extLst>
                    <a:ext uri="{FF2B5EF4-FFF2-40B4-BE49-F238E27FC236}">
                      <a16:creationId xmlns:a16="http://schemas.microsoft.com/office/drawing/2014/main" id="{84966183-D381-43C8-9CEC-F80960D9FB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025" name="Line 314">
                  <a:extLst>
                    <a:ext uri="{FF2B5EF4-FFF2-40B4-BE49-F238E27FC236}">
                      <a16:creationId xmlns:a16="http://schemas.microsoft.com/office/drawing/2014/main" id="{FE7E2B71-92A3-44F9-902C-E953C4AE04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0020" name="Freeform 315">
                <a:extLst>
                  <a:ext uri="{FF2B5EF4-FFF2-40B4-BE49-F238E27FC236}">
                    <a16:creationId xmlns:a16="http://schemas.microsoft.com/office/drawing/2014/main" id="{659272D9-63FF-441B-825A-5544DA563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0021" name="Group 316">
                <a:extLst>
                  <a:ext uri="{FF2B5EF4-FFF2-40B4-BE49-F238E27FC236}">
                    <a16:creationId xmlns:a16="http://schemas.microsoft.com/office/drawing/2014/main" id="{0B1169CC-922A-45C3-908F-B958C81358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6" y="2634"/>
                <a:ext cx="48" cy="158"/>
                <a:chOff x="3516" y="2634"/>
                <a:chExt cx="48" cy="158"/>
              </a:xfrm>
            </p:grpSpPr>
            <p:sp>
              <p:nvSpPr>
                <p:cNvPr id="40022" name="Line 317">
                  <a:extLst>
                    <a:ext uri="{FF2B5EF4-FFF2-40B4-BE49-F238E27FC236}">
                      <a16:creationId xmlns:a16="http://schemas.microsoft.com/office/drawing/2014/main" id="{7F5010BC-186C-471E-A1AD-C612AD1678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023" name="Line 318">
                  <a:extLst>
                    <a:ext uri="{FF2B5EF4-FFF2-40B4-BE49-F238E27FC236}">
                      <a16:creationId xmlns:a16="http://schemas.microsoft.com/office/drawing/2014/main" id="{8ECCD2FB-5826-4586-A089-4AED1A879C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40011" name="Group 319">
              <a:extLst>
                <a:ext uri="{FF2B5EF4-FFF2-40B4-BE49-F238E27FC236}">
                  <a16:creationId xmlns:a16="http://schemas.microsoft.com/office/drawing/2014/main" id="{DF2E5EC3-5367-4BC1-8FDF-73A49462AF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7" y="2634"/>
              <a:ext cx="192" cy="158"/>
              <a:chOff x="4667" y="2634"/>
              <a:chExt cx="192" cy="158"/>
            </a:xfrm>
          </p:grpSpPr>
          <p:grpSp>
            <p:nvGrpSpPr>
              <p:cNvPr id="40012" name="Group 320">
                <a:extLst>
                  <a:ext uri="{FF2B5EF4-FFF2-40B4-BE49-F238E27FC236}">
                    <a16:creationId xmlns:a16="http://schemas.microsoft.com/office/drawing/2014/main" id="{A7D04C87-9348-44E5-B474-E9E0EACD19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11" y="2634"/>
                <a:ext cx="48" cy="158"/>
                <a:chOff x="4811" y="2634"/>
                <a:chExt cx="48" cy="158"/>
              </a:xfrm>
            </p:grpSpPr>
            <p:sp>
              <p:nvSpPr>
                <p:cNvPr id="40017" name="Line 321">
                  <a:extLst>
                    <a:ext uri="{FF2B5EF4-FFF2-40B4-BE49-F238E27FC236}">
                      <a16:creationId xmlns:a16="http://schemas.microsoft.com/office/drawing/2014/main" id="{3EA50259-1157-4FD4-8B21-EBE3DB3318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018" name="Line 322">
                  <a:extLst>
                    <a:ext uri="{FF2B5EF4-FFF2-40B4-BE49-F238E27FC236}">
                      <a16:creationId xmlns:a16="http://schemas.microsoft.com/office/drawing/2014/main" id="{C7722107-0941-4778-893A-CFFCBC4847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63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0013" name="Freeform 323">
                <a:extLst>
                  <a:ext uri="{FF2B5EF4-FFF2-40B4-BE49-F238E27FC236}">
                    <a16:creationId xmlns:a16="http://schemas.microsoft.com/office/drawing/2014/main" id="{E24757C1-FD4C-4845-9CDE-AD735E9B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0014" name="Group 324">
                <a:extLst>
                  <a:ext uri="{FF2B5EF4-FFF2-40B4-BE49-F238E27FC236}">
                    <a16:creationId xmlns:a16="http://schemas.microsoft.com/office/drawing/2014/main" id="{30EE1DF4-C1E1-419B-B180-181835B7E7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7" y="2634"/>
                <a:ext cx="48" cy="158"/>
                <a:chOff x="4667" y="2634"/>
                <a:chExt cx="48" cy="158"/>
              </a:xfrm>
            </p:grpSpPr>
            <p:sp>
              <p:nvSpPr>
                <p:cNvPr id="40015" name="Line 325">
                  <a:extLst>
                    <a:ext uri="{FF2B5EF4-FFF2-40B4-BE49-F238E27FC236}">
                      <a16:creationId xmlns:a16="http://schemas.microsoft.com/office/drawing/2014/main" id="{D67E9BEB-65DF-4C0A-B6A4-B79502D651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588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016" name="Line 326">
                  <a:extLst>
                    <a:ext uri="{FF2B5EF4-FFF2-40B4-BE49-F238E27FC236}">
                      <a16:creationId xmlns:a16="http://schemas.microsoft.com/office/drawing/2014/main" id="{5DBB6AC6-B63B-4063-AFE1-9628537C0A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67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grpSp>
        <p:nvGrpSpPr>
          <p:cNvPr id="41987" name="Group 327">
            <a:extLst>
              <a:ext uri="{FF2B5EF4-FFF2-40B4-BE49-F238E27FC236}">
                <a16:creationId xmlns:a16="http://schemas.microsoft.com/office/drawing/2014/main" id="{75678F82-6276-461A-A6F6-0E9E27B5254E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grpSp>
          <p:nvGrpSpPr>
            <p:cNvPr id="39997" name="Group 328">
              <a:extLst>
                <a:ext uri="{FF2B5EF4-FFF2-40B4-BE49-F238E27FC236}">
                  <a16:creationId xmlns:a16="http://schemas.microsoft.com/office/drawing/2014/main" id="{0A68ED7F-42B2-4E91-AB1E-18F66A1A8B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40003" name="Line 329">
                <a:extLst>
                  <a:ext uri="{FF2B5EF4-FFF2-40B4-BE49-F238E27FC236}">
                    <a16:creationId xmlns:a16="http://schemas.microsoft.com/office/drawing/2014/main" id="{97AE12E5-ED7F-4C70-A260-8B0CD2F8A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0004" name="Line 330">
                <a:extLst>
                  <a:ext uri="{FF2B5EF4-FFF2-40B4-BE49-F238E27FC236}">
                    <a16:creationId xmlns:a16="http://schemas.microsoft.com/office/drawing/2014/main" id="{3773730D-E1FA-42A3-897B-238EC0F0EB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0005" name="Line 331">
                <a:extLst>
                  <a:ext uri="{FF2B5EF4-FFF2-40B4-BE49-F238E27FC236}">
                    <a16:creationId xmlns:a16="http://schemas.microsoft.com/office/drawing/2014/main" id="{B3093C80-E61D-4B8D-BE12-F234267CE8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0006" name="Line 332">
                <a:extLst>
                  <a:ext uri="{FF2B5EF4-FFF2-40B4-BE49-F238E27FC236}">
                    <a16:creationId xmlns:a16="http://schemas.microsoft.com/office/drawing/2014/main" id="{DD7693C2-AB82-4F51-8C26-52183308A8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9998" name="Group 333">
              <a:extLst>
                <a:ext uri="{FF2B5EF4-FFF2-40B4-BE49-F238E27FC236}">
                  <a16:creationId xmlns:a16="http://schemas.microsoft.com/office/drawing/2014/main" id="{6CA17E87-6108-4AE8-937A-6324710455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39999" name="Text Box 334">
                <a:extLst>
                  <a:ext uri="{FF2B5EF4-FFF2-40B4-BE49-F238E27FC236}">
                    <a16:creationId xmlns:a16="http://schemas.microsoft.com/office/drawing/2014/main" id="{ABB48392-3D6D-4384-873F-740B9123F2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40000" name="Text Box 335">
                <a:extLst>
                  <a:ext uri="{FF2B5EF4-FFF2-40B4-BE49-F238E27FC236}">
                    <a16:creationId xmlns:a16="http://schemas.microsoft.com/office/drawing/2014/main" id="{636630D0-53A4-476C-94E9-8E99299767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40001" name="Text Box 336">
                <a:extLst>
                  <a:ext uri="{FF2B5EF4-FFF2-40B4-BE49-F238E27FC236}">
                    <a16:creationId xmlns:a16="http://schemas.microsoft.com/office/drawing/2014/main" id="{A84C00B8-D5BD-4779-86C4-E826A1C54A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40002" name="Text Box 337">
                <a:extLst>
                  <a:ext uri="{FF2B5EF4-FFF2-40B4-BE49-F238E27FC236}">
                    <a16:creationId xmlns:a16="http://schemas.microsoft.com/office/drawing/2014/main" id="{55899E37-3FA6-4AEF-9CD1-753BA82773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</p:grpSp>
      </p:grpSp>
      <p:grpSp>
        <p:nvGrpSpPr>
          <p:cNvPr id="39948" name="Group 338">
            <a:extLst>
              <a:ext uri="{FF2B5EF4-FFF2-40B4-BE49-F238E27FC236}">
                <a16:creationId xmlns:a16="http://schemas.microsoft.com/office/drawing/2014/main" id="{415862FB-995D-4FFD-B30C-A9395ED1B586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39950" name="Group 339">
              <a:extLst>
                <a:ext uri="{FF2B5EF4-FFF2-40B4-BE49-F238E27FC236}">
                  <a16:creationId xmlns:a16="http://schemas.microsoft.com/office/drawing/2014/main" id="{E2D53BCE-50E6-450E-BBA4-9A81F08432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39959" name="Group 340">
                <a:extLst>
                  <a:ext uri="{FF2B5EF4-FFF2-40B4-BE49-F238E27FC236}">
                    <a16:creationId xmlns:a16="http://schemas.microsoft.com/office/drawing/2014/main" id="{41FF5401-8D0F-452F-B2E5-083A2628D8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39992" name="Freeform 341">
                  <a:extLst>
                    <a:ext uri="{FF2B5EF4-FFF2-40B4-BE49-F238E27FC236}">
                      <a16:creationId xmlns:a16="http://schemas.microsoft.com/office/drawing/2014/main" id="{6FC47E6A-4A9F-4F82-993C-1BEC463F91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993" name="Freeform 342">
                  <a:extLst>
                    <a:ext uri="{FF2B5EF4-FFF2-40B4-BE49-F238E27FC236}">
                      <a16:creationId xmlns:a16="http://schemas.microsoft.com/office/drawing/2014/main" id="{8B40BA3C-088E-4BDF-A109-C916E287BA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994" name="Freeform 343">
                  <a:extLst>
                    <a:ext uri="{FF2B5EF4-FFF2-40B4-BE49-F238E27FC236}">
                      <a16:creationId xmlns:a16="http://schemas.microsoft.com/office/drawing/2014/main" id="{A9C7BC4D-DD0E-4E0A-8889-45A15FA361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995" name="Freeform 344">
                  <a:extLst>
                    <a:ext uri="{FF2B5EF4-FFF2-40B4-BE49-F238E27FC236}">
                      <a16:creationId xmlns:a16="http://schemas.microsoft.com/office/drawing/2014/main" id="{0D59CBCA-C0EF-4052-9FB9-5549443BB6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9996" name="Freeform 345">
                  <a:extLst>
                    <a:ext uri="{FF2B5EF4-FFF2-40B4-BE49-F238E27FC236}">
                      <a16:creationId xmlns:a16="http://schemas.microsoft.com/office/drawing/2014/main" id="{973C9787-04CB-4D88-A5CF-BCFA681401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39960" name="Group 346">
                <a:extLst>
                  <a:ext uri="{FF2B5EF4-FFF2-40B4-BE49-F238E27FC236}">
                    <a16:creationId xmlns:a16="http://schemas.microsoft.com/office/drawing/2014/main" id="{E2D18853-B439-41FB-89DD-DC0CD018F4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39985" name="Group 347">
                  <a:extLst>
                    <a:ext uri="{FF2B5EF4-FFF2-40B4-BE49-F238E27FC236}">
                      <a16:creationId xmlns:a16="http://schemas.microsoft.com/office/drawing/2014/main" id="{BDA61704-C261-40AC-BD13-0101BC3C5A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9990" name="Line 348">
                    <a:extLst>
                      <a:ext uri="{FF2B5EF4-FFF2-40B4-BE49-F238E27FC236}">
                        <a16:creationId xmlns:a16="http://schemas.microsoft.com/office/drawing/2014/main" id="{A02F31A3-55EC-4C96-A9DB-C3F362E5C3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9991" name="Line 349">
                    <a:extLst>
                      <a:ext uri="{FF2B5EF4-FFF2-40B4-BE49-F238E27FC236}">
                        <a16:creationId xmlns:a16="http://schemas.microsoft.com/office/drawing/2014/main" id="{D2DD5565-B2BC-45D1-AD97-C445F89224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9986" name="Freeform 350">
                  <a:extLst>
                    <a:ext uri="{FF2B5EF4-FFF2-40B4-BE49-F238E27FC236}">
                      <a16:creationId xmlns:a16="http://schemas.microsoft.com/office/drawing/2014/main" id="{BE377659-3A8F-4DCA-B655-0369848F3C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9987" name="Group 351">
                  <a:extLst>
                    <a:ext uri="{FF2B5EF4-FFF2-40B4-BE49-F238E27FC236}">
                      <a16:creationId xmlns:a16="http://schemas.microsoft.com/office/drawing/2014/main" id="{2F6B1BEC-8ADA-4280-87E7-99BC1D90C9C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9988" name="Line 352">
                    <a:extLst>
                      <a:ext uri="{FF2B5EF4-FFF2-40B4-BE49-F238E27FC236}">
                        <a16:creationId xmlns:a16="http://schemas.microsoft.com/office/drawing/2014/main" id="{71999D29-7A87-4686-8822-64BB2B994E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9989" name="Line 353">
                    <a:extLst>
                      <a:ext uri="{FF2B5EF4-FFF2-40B4-BE49-F238E27FC236}">
                        <a16:creationId xmlns:a16="http://schemas.microsoft.com/office/drawing/2014/main" id="{59A64FA9-2A0A-46CF-9DE6-F21410C25B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961" name="Group 354">
                <a:extLst>
                  <a:ext uri="{FF2B5EF4-FFF2-40B4-BE49-F238E27FC236}">
                    <a16:creationId xmlns:a16="http://schemas.microsoft.com/office/drawing/2014/main" id="{62A88237-40F2-4004-B372-58A99FBCE4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39978" name="Group 355">
                  <a:extLst>
                    <a:ext uri="{FF2B5EF4-FFF2-40B4-BE49-F238E27FC236}">
                      <a16:creationId xmlns:a16="http://schemas.microsoft.com/office/drawing/2014/main" id="{C5106CEA-8E1D-4FAF-91F1-B097E5226E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9983" name="Line 356">
                    <a:extLst>
                      <a:ext uri="{FF2B5EF4-FFF2-40B4-BE49-F238E27FC236}">
                        <a16:creationId xmlns:a16="http://schemas.microsoft.com/office/drawing/2014/main" id="{088DD319-01BA-45EE-847C-E77ECA22FE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9984" name="Line 357">
                    <a:extLst>
                      <a:ext uri="{FF2B5EF4-FFF2-40B4-BE49-F238E27FC236}">
                        <a16:creationId xmlns:a16="http://schemas.microsoft.com/office/drawing/2014/main" id="{FCCF18AD-FB09-4429-A6BA-20DFA27272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9979" name="Freeform 358">
                  <a:extLst>
                    <a:ext uri="{FF2B5EF4-FFF2-40B4-BE49-F238E27FC236}">
                      <a16:creationId xmlns:a16="http://schemas.microsoft.com/office/drawing/2014/main" id="{5E48DDE1-29FA-40F7-AD41-FDC755B5EB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9980" name="Group 359">
                  <a:extLst>
                    <a:ext uri="{FF2B5EF4-FFF2-40B4-BE49-F238E27FC236}">
                      <a16:creationId xmlns:a16="http://schemas.microsoft.com/office/drawing/2014/main" id="{CAE770A2-4F23-4017-88A6-18CB8BC433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9981" name="Line 360">
                    <a:extLst>
                      <a:ext uri="{FF2B5EF4-FFF2-40B4-BE49-F238E27FC236}">
                        <a16:creationId xmlns:a16="http://schemas.microsoft.com/office/drawing/2014/main" id="{E01B0CBA-2DBE-4C2A-878E-79BCF4E8B9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9982" name="Line 361">
                    <a:extLst>
                      <a:ext uri="{FF2B5EF4-FFF2-40B4-BE49-F238E27FC236}">
                        <a16:creationId xmlns:a16="http://schemas.microsoft.com/office/drawing/2014/main" id="{C9CE902E-1F7F-4569-B0EB-F2DDA56628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962" name="Group 362">
                <a:extLst>
                  <a:ext uri="{FF2B5EF4-FFF2-40B4-BE49-F238E27FC236}">
                    <a16:creationId xmlns:a16="http://schemas.microsoft.com/office/drawing/2014/main" id="{E6058126-67DF-4609-9680-CC8BA75287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39971" name="Group 363">
                  <a:extLst>
                    <a:ext uri="{FF2B5EF4-FFF2-40B4-BE49-F238E27FC236}">
                      <a16:creationId xmlns:a16="http://schemas.microsoft.com/office/drawing/2014/main" id="{77B7331F-E307-4730-BB65-E80AB19498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9976" name="Line 364">
                    <a:extLst>
                      <a:ext uri="{FF2B5EF4-FFF2-40B4-BE49-F238E27FC236}">
                        <a16:creationId xmlns:a16="http://schemas.microsoft.com/office/drawing/2014/main" id="{5DA5617F-D95B-470F-A266-08B9E9BC62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9977" name="Line 365">
                    <a:extLst>
                      <a:ext uri="{FF2B5EF4-FFF2-40B4-BE49-F238E27FC236}">
                        <a16:creationId xmlns:a16="http://schemas.microsoft.com/office/drawing/2014/main" id="{A1C6FA85-B486-4431-8500-29BEB7DB14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9972" name="Freeform 366">
                  <a:extLst>
                    <a:ext uri="{FF2B5EF4-FFF2-40B4-BE49-F238E27FC236}">
                      <a16:creationId xmlns:a16="http://schemas.microsoft.com/office/drawing/2014/main" id="{5CE850AA-2E15-4FAF-ADE0-C452787330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9973" name="Group 367">
                  <a:extLst>
                    <a:ext uri="{FF2B5EF4-FFF2-40B4-BE49-F238E27FC236}">
                      <a16:creationId xmlns:a16="http://schemas.microsoft.com/office/drawing/2014/main" id="{900AA9C2-6669-4D52-A9E8-CFC1A4D673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9974" name="Line 368">
                    <a:extLst>
                      <a:ext uri="{FF2B5EF4-FFF2-40B4-BE49-F238E27FC236}">
                        <a16:creationId xmlns:a16="http://schemas.microsoft.com/office/drawing/2014/main" id="{D32185AF-FDD9-4E4D-A33E-74D42D4620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9975" name="Line 369">
                    <a:extLst>
                      <a:ext uri="{FF2B5EF4-FFF2-40B4-BE49-F238E27FC236}">
                        <a16:creationId xmlns:a16="http://schemas.microsoft.com/office/drawing/2014/main" id="{D2140A60-6187-4D6A-891F-300C69437C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963" name="Group 370">
                <a:extLst>
                  <a:ext uri="{FF2B5EF4-FFF2-40B4-BE49-F238E27FC236}">
                    <a16:creationId xmlns:a16="http://schemas.microsoft.com/office/drawing/2014/main" id="{11E095CB-6A06-4068-BA99-EDBFA7412D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39964" name="Group 371">
                  <a:extLst>
                    <a:ext uri="{FF2B5EF4-FFF2-40B4-BE49-F238E27FC236}">
                      <a16:creationId xmlns:a16="http://schemas.microsoft.com/office/drawing/2014/main" id="{094BDA79-314D-4560-BF7F-B9A8670008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9969" name="Line 372">
                    <a:extLst>
                      <a:ext uri="{FF2B5EF4-FFF2-40B4-BE49-F238E27FC236}">
                        <a16:creationId xmlns:a16="http://schemas.microsoft.com/office/drawing/2014/main" id="{ABF68EDF-1FB6-444B-A366-30336C5B89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9970" name="Line 373">
                    <a:extLst>
                      <a:ext uri="{FF2B5EF4-FFF2-40B4-BE49-F238E27FC236}">
                        <a16:creationId xmlns:a16="http://schemas.microsoft.com/office/drawing/2014/main" id="{53288C71-40B9-4724-AE3C-A5544139DA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9965" name="Freeform 374">
                  <a:extLst>
                    <a:ext uri="{FF2B5EF4-FFF2-40B4-BE49-F238E27FC236}">
                      <a16:creationId xmlns:a16="http://schemas.microsoft.com/office/drawing/2014/main" id="{25286ABF-799D-4BDE-BF5A-5AB3EB00B1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9966" name="Group 375">
                  <a:extLst>
                    <a:ext uri="{FF2B5EF4-FFF2-40B4-BE49-F238E27FC236}">
                      <a16:creationId xmlns:a16="http://schemas.microsoft.com/office/drawing/2014/main" id="{463FF837-B8C1-499A-B8C3-3E25F17215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39967" name="Line 376">
                    <a:extLst>
                      <a:ext uri="{FF2B5EF4-FFF2-40B4-BE49-F238E27FC236}">
                        <a16:creationId xmlns:a16="http://schemas.microsoft.com/office/drawing/2014/main" id="{593CA96A-E1C4-45CC-8903-96C13A9124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9968" name="Line 377">
                    <a:extLst>
                      <a:ext uri="{FF2B5EF4-FFF2-40B4-BE49-F238E27FC236}">
                        <a16:creationId xmlns:a16="http://schemas.microsoft.com/office/drawing/2014/main" id="{E6DEE3ED-B69A-4FAF-83A5-5DA804A918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39951" name="Rectangle 378">
              <a:extLst>
                <a:ext uri="{FF2B5EF4-FFF2-40B4-BE49-F238E27FC236}">
                  <a16:creationId xmlns:a16="http://schemas.microsoft.com/office/drawing/2014/main" id="{F6D6503A-3476-49F2-BCCF-68B4B7C2C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9952" name="Text Box 379">
              <a:extLst>
                <a:ext uri="{FF2B5EF4-FFF2-40B4-BE49-F238E27FC236}">
                  <a16:creationId xmlns:a16="http://schemas.microsoft.com/office/drawing/2014/main" id="{6D7E3DC2-3400-43FF-AF0C-3C95FCC0A7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9953" name="Rectangle 380">
              <a:extLst>
                <a:ext uri="{FF2B5EF4-FFF2-40B4-BE49-F238E27FC236}">
                  <a16:creationId xmlns:a16="http://schemas.microsoft.com/office/drawing/2014/main" id="{194D42C7-46A8-4C17-8AAE-58AE384D8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39954" name="Rectangle 381">
              <a:extLst>
                <a:ext uri="{FF2B5EF4-FFF2-40B4-BE49-F238E27FC236}">
                  <a16:creationId xmlns:a16="http://schemas.microsoft.com/office/drawing/2014/main" id="{7E7C1299-2E48-4317-B1C3-B3095680C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39955" name="Rectangle 382">
              <a:extLst>
                <a:ext uri="{FF2B5EF4-FFF2-40B4-BE49-F238E27FC236}">
                  <a16:creationId xmlns:a16="http://schemas.microsoft.com/office/drawing/2014/main" id="{4CD2D15B-41C7-4F5D-A444-BE5F86C17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39956" name="Text Box 383">
              <a:extLst>
                <a:ext uri="{FF2B5EF4-FFF2-40B4-BE49-F238E27FC236}">
                  <a16:creationId xmlns:a16="http://schemas.microsoft.com/office/drawing/2014/main" id="{F7F2C590-9A1C-4B42-82B8-FF2479B87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9957" name="Text Box 384">
              <a:extLst>
                <a:ext uri="{FF2B5EF4-FFF2-40B4-BE49-F238E27FC236}">
                  <a16:creationId xmlns:a16="http://schemas.microsoft.com/office/drawing/2014/main" id="{28D01A0D-4657-4869-9782-98F2A1E072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9958" name="Text Box 385">
              <a:extLst>
                <a:ext uri="{FF2B5EF4-FFF2-40B4-BE49-F238E27FC236}">
                  <a16:creationId xmlns:a16="http://schemas.microsoft.com/office/drawing/2014/main" id="{9A7904F9-6EA5-45D4-8572-2086E04B4D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1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2" name="Group 2">
            <a:extLst>
              <a:ext uri="{FF2B5EF4-FFF2-40B4-BE49-F238E27FC236}">
                <a16:creationId xmlns:a16="http://schemas.microsoft.com/office/drawing/2014/main" id="{77673E29-CCF1-443A-AAE9-03658F17E3EF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41339" name="Line 3">
              <a:extLst>
                <a:ext uri="{FF2B5EF4-FFF2-40B4-BE49-F238E27FC236}">
                  <a16:creationId xmlns:a16="http://schemas.microsoft.com/office/drawing/2014/main" id="{528CC5DA-CF8E-4E45-BF36-FB6E84D27B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40" name="Freeform 4">
              <a:extLst>
                <a:ext uri="{FF2B5EF4-FFF2-40B4-BE49-F238E27FC236}">
                  <a16:creationId xmlns:a16="http://schemas.microsoft.com/office/drawing/2014/main" id="{98B851E4-FF76-40B6-9F0A-E35CDE43E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41" name="Line 5">
              <a:extLst>
                <a:ext uri="{FF2B5EF4-FFF2-40B4-BE49-F238E27FC236}">
                  <a16:creationId xmlns:a16="http://schemas.microsoft.com/office/drawing/2014/main" id="{7A515F3F-FE55-40F1-9BC8-A186096464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42" name="Freeform 6">
              <a:extLst>
                <a:ext uri="{FF2B5EF4-FFF2-40B4-BE49-F238E27FC236}">
                  <a16:creationId xmlns:a16="http://schemas.microsoft.com/office/drawing/2014/main" id="{5CC7B400-0B99-49D3-9392-FAF00C856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43" name="Line 7">
              <a:extLst>
                <a:ext uri="{FF2B5EF4-FFF2-40B4-BE49-F238E27FC236}">
                  <a16:creationId xmlns:a16="http://schemas.microsoft.com/office/drawing/2014/main" id="{2787E586-52D3-4F2C-A5CA-92C686A628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44" name="Text Box 8">
              <a:extLst>
                <a:ext uri="{FF2B5EF4-FFF2-40B4-BE49-F238E27FC236}">
                  <a16:creationId xmlns:a16="http://schemas.microsoft.com/office/drawing/2014/main" id="{AFCB60F4-1ACE-4823-A801-FD54B0B03C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41345" name="Text Box 9">
              <a:extLst>
                <a:ext uri="{FF2B5EF4-FFF2-40B4-BE49-F238E27FC236}">
                  <a16:creationId xmlns:a16="http://schemas.microsoft.com/office/drawing/2014/main" id="{3888349E-D37D-43BD-AB70-8AE24FEC07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41346" name="Text Box 10">
              <a:extLst>
                <a:ext uri="{FF2B5EF4-FFF2-40B4-BE49-F238E27FC236}">
                  <a16:creationId xmlns:a16="http://schemas.microsoft.com/office/drawing/2014/main" id="{83B88438-4AA1-4DD9-8A25-BF752DED1F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41347" name="Text Box 11">
              <a:extLst>
                <a:ext uri="{FF2B5EF4-FFF2-40B4-BE49-F238E27FC236}">
                  <a16:creationId xmlns:a16="http://schemas.microsoft.com/office/drawing/2014/main" id="{3C63BA19-9556-4975-8C60-01BB791832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41348" name="Line 12">
              <a:extLst>
                <a:ext uri="{FF2B5EF4-FFF2-40B4-BE49-F238E27FC236}">
                  <a16:creationId xmlns:a16="http://schemas.microsoft.com/office/drawing/2014/main" id="{29BF7DBB-6C38-461D-A87F-91E1B33004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49" name="Line 13">
              <a:extLst>
                <a:ext uri="{FF2B5EF4-FFF2-40B4-BE49-F238E27FC236}">
                  <a16:creationId xmlns:a16="http://schemas.microsoft.com/office/drawing/2014/main" id="{55BCF1D4-90E7-4251-B8A9-E8BCE0995D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50" name="Line 14">
              <a:extLst>
                <a:ext uri="{FF2B5EF4-FFF2-40B4-BE49-F238E27FC236}">
                  <a16:creationId xmlns:a16="http://schemas.microsoft.com/office/drawing/2014/main" id="{5FFEE38C-55C0-44B5-8994-18FF19EC05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51" name="Line 15">
              <a:extLst>
                <a:ext uri="{FF2B5EF4-FFF2-40B4-BE49-F238E27FC236}">
                  <a16:creationId xmlns:a16="http://schemas.microsoft.com/office/drawing/2014/main" id="{DA7118C4-F7C1-402D-B382-4AA5D75E07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52" name="Line 16">
              <a:extLst>
                <a:ext uri="{FF2B5EF4-FFF2-40B4-BE49-F238E27FC236}">
                  <a16:creationId xmlns:a16="http://schemas.microsoft.com/office/drawing/2014/main" id="{2ABF5F08-80A0-4658-9825-A2F92DEE950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53" name="Line 17">
              <a:extLst>
                <a:ext uri="{FF2B5EF4-FFF2-40B4-BE49-F238E27FC236}">
                  <a16:creationId xmlns:a16="http://schemas.microsoft.com/office/drawing/2014/main" id="{FE8E134F-FCE1-43C4-8E29-45802277017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54" name="Line 18">
              <a:extLst>
                <a:ext uri="{FF2B5EF4-FFF2-40B4-BE49-F238E27FC236}">
                  <a16:creationId xmlns:a16="http://schemas.microsoft.com/office/drawing/2014/main" id="{CAAB0190-7B5F-410C-A84E-CFF207ED9AA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55" name="Line 19">
              <a:extLst>
                <a:ext uri="{FF2B5EF4-FFF2-40B4-BE49-F238E27FC236}">
                  <a16:creationId xmlns:a16="http://schemas.microsoft.com/office/drawing/2014/main" id="{7C966CD1-67FD-4B8E-A747-81C2360B0D6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0964" name="Text Box 21">
            <a:extLst>
              <a:ext uri="{FF2B5EF4-FFF2-40B4-BE49-F238E27FC236}">
                <a16:creationId xmlns:a16="http://schemas.microsoft.com/office/drawing/2014/main" id="{F1408C15-1137-4A07-94C9-9C666B9A06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③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</a:t>
            </a:r>
          </a:p>
        </p:txBody>
      </p:sp>
      <p:grpSp>
        <p:nvGrpSpPr>
          <p:cNvPr id="40965" name="Group 22">
            <a:extLst>
              <a:ext uri="{FF2B5EF4-FFF2-40B4-BE49-F238E27FC236}">
                <a16:creationId xmlns:a16="http://schemas.microsoft.com/office/drawing/2014/main" id="{0A1F3C6F-3288-4D78-97A8-7FBEB959157B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sp>
          <p:nvSpPr>
            <p:cNvPr id="41335" name="Text Box 23">
              <a:extLst>
                <a:ext uri="{FF2B5EF4-FFF2-40B4-BE49-F238E27FC236}">
                  <a16:creationId xmlns:a16="http://schemas.microsoft.com/office/drawing/2014/main" id="{61D597DC-5F3E-4873-9942-D0572B8F9F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1336" name="Text Box 24">
              <a:extLst>
                <a:ext uri="{FF2B5EF4-FFF2-40B4-BE49-F238E27FC236}">
                  <a16:creationId xmlns:a16="http://schemas.microsoft.com/office/drawing/2014/main" id="{33A9EC83-09EF-424A-8D70-9301C11429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41337" name="Text Box 25">
              <a:extLst>
                <a:ext uri="{FF2B5EF4-FFF2-40B4-BE49-F238E27FC236}">
                  <a16:creationId xmlns:a16="http://schemas.microsoft.com/office/drawing/2014/main" id="{E7E1F0B9-F9AD-49F4-A028-7F5D6B2AE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41338" name="Text Box 26">
              <a:extLst>
                <a:ext uri="{FF2B5EF4-FFF2-40B4-BE49-F238E27FC236}">
                  <a16:creationId xmlns:a16="http://schemas.microsoft.com/office/drawing/2014/main" id="{A27C7262-E63B-48E2-9C4E-E15534F0C7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</p:grpSp>
      <p:grpSp>
        <p:nvGrpSpPr>
          <p:cNvPr id="40966" name="Group 27">
            <a:extLst>
              <a:ext uri="{FF2B5EF4-FFF2-40B4-BE49-F238E27FC236}">
                <a16:creationId xmlns:a16="http://schemas.microsoft.com/office/drawing/2014/main" id="{EF004AFA-2D7D-4170-9F7F-F9F236B9418C}"/>
              </a:ext>
            </a:extLst>
          </p:cNvPr>
          <p:cNvGrpSpPr>
            <a:grpSpLocks/>
          </p:cNvGrpSpPr>
          <p:nvPr/>
        </p:nvGrpSpPr>
        <p:grpSpPr bwMode="auto">
          <a:xfrm>
            <a:off x="1028700" y="6175375"/>
            <a:ext cx="565150" cy="366713"/>
            <a:chOff x="648" y="3890"/>
            <a:chExt cx="356" cy="231"/>
          </a:xfrm>
        </p:grpSpPr>
        <p:sp>
          <p:nvSpPr>
            <p:cNvPr id="41333" name="Text Box 28">
              <a:extLst>
                <a:ext uri="{FF2B5EF4-FFF2-40B4-BE49-F238E27FC236}">
                  <a16:creationId xmlns:a16="http://schemas.microsoft.com/office/drawing/2014/main" id="{A5413944-72F8-46D3-81A8-0A00083863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</a:t>
              </a:r>
            </a:p>
          </p:txBody>
        </p:sp>
        <p:sp>
          <p:nvSpPr>
            <p:cNvPr id="41334" name="Line 29">
              <a:extLst>
                <a:ext uri="{FF2B5EF4-FFF2-40B4-BE49-F238E27FC236}">
                  <a16:creationId xmlns:a16="http://schemas.microsoft.com/office/drawing/2014/main" id="{9F1120B3-19E9-49DD-9963-1CA216D699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0967" name="Group 30">
            <a:extLst>
              <a:ext uri="{FF2B5EF4-FFF2-40B4-BE49-F238E27FC236}">
                <a16:creationId xmlns:a16="http://schemas.microsoft.com/office/drawing/2014/main" id="{55939618-ECDF-4643-B1B8-AF93EA813F4E}"/>
              </a:ext>
            </a:extLst>
          </p:cNvPr>
          <p:cNvGrpSpPr>
            <a:grpSpLocks/>
          </p:cNvGrpSpPr>
          <p:nvPr/>
        </p:nvGrpSpPr>
        <p:grpSpPr bwMode="auto">
          <a:xfrm>
            <a:off x="1060450" y="6391275"/>
            <a:ext cx="509588" cy="396875"/>
            <a:chOff x="668" y="4026"/>
            <a:chExt cx="321" cy="250"/>
          </a:xfrm>
        </p:grpSpPr>
        <p:sp>
          <p:nvSpPr>
            <p:cNvPr id="41331" name="Text Box 31">
              <a:extLst>
                <a:ext uri="{FF2B5EF4-FFF2-40B4-BE49-F238E27FC236}">
                  <a16:creationId xmlns:a16="http://schemas.microsoft.com/office/drawing/2014/main" id="{37889E5B-1E4B-4D63-B07A-737F8A7E67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CS</a:t>
              </a:r>
            </a:p>
          </p:txBody>
        </p:sp>
        <p:sp>
          <p:nvSpPr>
            <p:cNvPr id="41332" name="Line 32">
              <a:extLst>
                <a:ext uri="{FF2B5EF4-FFF2-40B4-BE49-F238E27FC236}">
                  <a16:creationId xmlns:a16="http://schemas.microsoft.com/office/drawing/2014/main" id="{F270BE34-B6E8-4938-B06A-5272F16BED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0968" name="Group 33">
            <a:extLst>
              <a:ext uri="{FF2B5EF4-FFF2-40B4-BE49-F238E27FC236}">
                <a16:creationId xmlns:a16="http://schemas.microsoft.com/office/drawing/2014/main" id="{97D057C5-B2C8-4CC2-A179-6056DEB87FD2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8686800" cy="5483225"/>
            <a:chOff x="140" y="674"/>
            <a:chExt cx="5472" cy="3454"/>
          </a:xfrm>
        </p:grpSpPr>
        <p:grpSp>
          <p:nvGrpSpPr>
            <p:cNvPr id="41042" name="Group 34">
              <a:extLst>
                <a:ext uri="{FF2B5EF4-FFF2-40B4-BE49-F238E27FC236}">
                  <a16:creationId xmlns:a16="http://schemas.microsoft.com/office/drawing/2014/main" id="{76BE51F7-2622-4250-815E-92EBBAA2E1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674"/>
              <a:ext cx="5472" cy="3454"/>
              <a:chOff x="140" y="674"/>
              <a:chExt cx="5472" cy="3454"/>
            </a:xfrm>
          </p:grpSpPr>
          <p:grpSp>
            <p:nvGrpSpPr>
              <p:cNvPr id="41068" name="Group 35">
                <a:extLst>
                  <a:ext uri="{FF2B5EF4-FFF2-40B4-BE49-F238E27FC236}">
                    <a16:creationId xmlns:a16="http://schemas.microsoft.com/office/drawing/2014/main" id="{D6E3AEBD-21E0-40F4-8BC5-B6A5BB2B56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0" y="674"/>
                <a:ext cx="5472" cy="3454"/>
                <a:chOff x="140" y="674"/>
                <a:chExt cx="5472" cy="3454"/>
              </a:xfrm>
            </p:grpSpPr>
            <p:grpSp>
              <p:nvGrpSpPr>
                <p:cNvPr id="41108" name="Group 36">
                  <a:extLst>
                    <a:ext uri="{FF2B5EF4-FFF2-40B4-BE49-F238E27FC236}">
                      <a16:creationId xmlns:a16="http://schemas.microsoft.com/office/drawing/2014/main" id="{4C2C5585-CAB2-492C-A5BE-2650F3F649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0" y="713"/>
                  <a:ext cx="5472" cy="3415"/>
                  <a:chOff x="140" y="713"/>
                  <a:chExt cx="5472" cy="3415"/>
                </a:xfrm>
              </p:grpSpPr>
              <p:sp>
                <p:nvSpPr>
                  <p:cNvPr id="41120" name="Rectangle 37">
                    <a:extLst>
                      <a:ext uri="{FF2B5EF4-FFF2-40B4-BE49-F238E27FC236}">
                        <a16:creationId xmlns:a16="http://schemas.microsoft.com/office/drawing/2014/main" id="{C1F7081E-12FF-4F56-8F79-F0B9BAFEB0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2" y="713"/>
                    <a:ext cx="576" cy="316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21" name="Rectangle 38">
                    <a:extLst>
                      <a:ext uri="{FF2B5EF4-FFF2-40B4-BE49-F238E27FC236}">
                        <a16:creationId xmlns:a16="http://schemas.microsoft.com/office/drawing/2014/main" id="{7905CB37-27BE-4709-853C-7FC392226C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1122" name="Text Box 39">
                    <a:extLst>
                      <a:ext uri="{FF2B5EF4-FFF2-40B4-BE49-F238E27FC236}">
                        <a16:creationId xmlns:a16="http://schemas.microsoft.com/office/drawing/2014/main" id="{36491A4F-7908-48EE-B261-73D18C7DC47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8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123" name="Rectangle 40">
                    <a:extLst>
                      <a:ext uri="{FF2B5EF4-FFF2-40B4-BE49-F238E27FC236}">
                        <a16:creationId xmlns:a16="http://schemas.microsoft.com/office/drawing/2014/main" id="{556FE167-F6CA-4CDC-96AF-99D607F07E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24" name="Rectangle 41">
                    <a:extLst>
                      <a:ext uri="{FF2B5EF4-FFF2-40B4-BE49-F238E27FC236}">
                        <a16:creationId xmlns:a16="http://schemas.microsoft.com/office/drawing/2014/main" id="{16353A6E-6C4A-439F-B55A-3AF21AD242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41125" name="Text Box 42">
                    <a:extLst>
                      <a:ext uri="{FF2B5EF4-FFF2-40B4-BE49-F238E27FC236}">
                        <a16:creationId xmlns:a16="http://schemas.microsoft.com/office/drawing/2014/main" id="{06B7FB44-C4DE-48A3-88E9-003600720EB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549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126" name="Rectangle 43">
                    <a:extLst>
                      <a:ext uri="{FF2B5EF4-FFF2-40B4-BE49-F238E27FC236}">
                        <a16:creationId xmlns:a16="http://schemas.microsoft.com/office/drawing/2014/main" id="{E99BCE52-0E27-4025-8030-2E03D390C7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41127" name="Rectangle 44">
                    <a:extLst>
                      <a:ext uri="{FF2B5EF4-FFF2-40B4-BE49-F238E27FC236}">
                        <a16:creationId xmlns:a16="http://schemas.microsoft.com/office/drawing/2014/main" id="{85CA02BD-46BB-41A1-A624-8D8532E1C4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41128" name="Text Box 45">
                    <a:extLst>
                      <a:ext uri="{FF2B5EF4-FFF2-40B4-BE49-F238E27FC236}">
                        <a16:creationId xmlns:a16="http://schemas.microsoft.com/office/drawing/2014/main" id="{07142E98-D318-44A5-8582-0D6E15DEBB0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4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129" name="Rectangle 46">
                    <a:extLst>
                      <a:ext uri="{FF2B5EF4-FFF2-40B4-BE49-F238E27FC236}">
                        <a16:creationId xmlns:a16="http://schemas.microsoft.com/office/drawing/2014/main" id="{6CC9CC5D-B651-4E93-A3CC-6BE0CBBFB3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41130" name="Rectangle 47">
                    <a:extLst>
                      <a:ext uri="{FF2B5EF4-FFF2-40B4-BE49-F238E27FC236}">
                        <a16:creationId xmlns:a16="http://schemas.microsoft.com/office/drawing/2014/main" id="{F20AECAD-9CA3-4560-A5C1-504D85B10C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1131" name="Text Box 48">
                    <a:extLst>
                      <a:ext uri="{FF2B5EF4-FFF2-40B4-BE49-F238E27FC236}">
                        <a16:creationId xmlns:a16="http://schemas.microsoft.com/office/drawing/2014/main" id="{B6236C58-851F-4A5B-97DA-F5A7949BEA5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60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132" name="Rectangle 49">
                    <a:extLst>
                      <a:ext uri="{FF2B5EF4-FFF2-40B4-BE49-F238E27FC236}">
                        <a16:creationId xmlns:a16="http://schemas.microsoft.com/office/drawing/2014/main" id="{07849AA4-DA0E-436D-93BB-D6970097DC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  <p:sp>
                <p:nvSpPr>
                  <p:cNvPr id="41133" name="Rectangle 50">
                    <a:extLst>
                      <a:ext uri="{FF2B5EF4-FFF2-40B4-BE49-F238E27FC236}">
                        <a16:creationId xmlns:a16="http://schemas.microsoft.com/office/drawing/2014/main" id="{74F8C241-5484-4970-B531-904C138753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1134" name="Rectangle 51">
                    <a:extLst>
                      <a:ext uri="{FF2B5EF4-FFF2-40B4-BE49-F238E27FC236}">
                        <a16:creationId xmlns:a16="http://schemas.microsoft.com/office/drawing/2014/main" id="{63BB63A3-8B25-490C-AA19-1FDD9149D4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35" name="Rectangle 52">
                    <a:extLst>
                      <a:ext uri="{FF2B5EF4-FFF2-40B4-BE49-F238E27FC236}">
                        <a16:creationId xmlns:a16="http://schemas.microsoft.com/office/drawing/2014/main" id="{92C15256-1E6E-4503-8E82-2689FDE292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41136" name="Rectangle 53">
                    <a:extLst>
                      <a:ext uri="{FF2B5EF4-FFF2-40B4-BE49-F238E27FC236}">
                        <a16:creationId xmlns:a16="http://schemas.microsoft.com/office/drawing/2014/main" id="{F12AFCD1-6D0F-4529-85B2-A20FFC20EF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41137" name="Rectangle 54">
                    <a:extLst>
                      <a:ext uri="{FF2B5EF4-FFF2-40B4-BE49-F238E27FC236}">
                        <a16:creationId xmlns:a16="http://schemas.microsoft.com/office/drawing/2014/main" id="{0D83759C-FDBD-4707-8F92-C5FEB3DCA6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41138" name="Rectangle 55">
                    <a:extLst>
                      <a:ext uri="{FF2B5EF4-FFF2-40B4-BE49-F238E27FC236}">
                        <a16:creationId xmlns:a16="http://schemas.microsoft.com/office/drawing/2014/main" id="{C268B0F0-0685-42B0-9C28-E14B9E04BE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41139" name="Rectangle 56">
                    <a:extLst>
                      <a:ext uri="{FF2B5EF4-FFF2-40B4-BE49-F238E27FC236}">
                        <a16:creationId xmlns:a16="http://schemas.microsoft.com/office/drawing/2014/main" id="{A86A39EE-00CF-4A8F-8905-B150DC51CA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1140" name="Rectangle 57">
                    <a:extLst>
                      <a:ext uri="{FF2B5EF4-FFF2-40B4-BE49-F238E27FC236}">
                        <a16:creationId xmlns:a16="http://schemas.microsoft.com/office/drawing/2014/main" id="{110F5BDF-B484-4C39-9538-A2B9F1E5D1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  <p:sp>
                <p:nvSpPr>
                  <p:cNvPr id="41141" name="Line 58">
                    <a:extLst>
                      <a:ext uri="{FF2B5EF4-FFF2-40B4-BE49-F238E27FC236}">
                        <a16:creationId xmlns:a16="http://schemas.microsoft.com/office/drawing/2014/main" id="{991271E9-7AEA-4D4B-AC68-81BB4234C5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25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42" name="Line 59">
                    <a:extLst>
                      <a:ext uri="{FF2B5EF4-FFF2-40B4-BE49-F238E27FC236}">
                        <a16:creationId xmlns:a16="http://schemas.microsoft.com/office/drawing/2014/main" id="{534DB6DF-E726-41B6-AA79-418F41BC2C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08" y="271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43" name="Freeform 60">
                    <a:extLst>
                      <a:ext uri="{FF2B5EF4-FFF2-40B4-BE49-F238E27FC236}">
                        <a16:creationId xmlns:a16="http://schemas.microsoft.com/office/drawing/2014/main" id="{91292D51-8E6C-449F-8DD1-8BC4F19C6A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60" y="2709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44" name="Line 61">
                    <a:extLst>
                      <a:ext uri="{FF2B5EF4-FFF2-40B4-BE49-F238E27FC236}">
                        <a16:creationId xmlns:a16="http://schemas.microsoft.com/office/drawing/2014/main" id="{024DDBDB-6385-4FCC-831E-4E4F87C853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133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45" name="Line 62">
                    <a:extLst>
                      <a:ext uri="{FF2B5EF4-FFF2-40B4-BE49-F238E27FC236}">
                        <a16:creationId xmlns:a16="http://schemas.microsoft.com/office/drawing/2014/main" id="{BD875F75-9659-41CC-912E-6B97FAC446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212" y="2714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46" name="Freeform 63">
                    <a:extLst>
                      <a:ext uri="{FF2B5EF4-FFF2-40B4-BE49-F238E27FC236}">
                        <a16:creationId xmlns:a16="http://schemas.microsoft.com/office/drawing/2014/main" id="{752DEF71-F8A3-4EAD-8C45-BEC8D38FD6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34" y="2353"/>
                    <a:ext cx="112" cy="1"/>
                  </a:xfrm>
                  <a:custGeom>
                    <a:avLst/>
                    <a:gdLst>
                      <a:gd name="T0" fmla="*/ 0 w 112"/>
                      <a:gd name="T1" fmla="*/ 0 h 1"/>
                      <a:gd name="T2" fmla="*/ 112 w 112"/>
                      <a:gd name="T3" fmla="*/ 0 h 1"/>
                      <a:gd name="T4" fmla="*/ 0 60000 65536"/>
                      <a:gd name="T5" fmla="*/ 0 60000 65536"/>
                      <a:gd name="T6" fmla="*/ 0 w 112"/>
                      <a:gd name="T7" fmla="*/ 0 h 1"/>
                      <a:gd name="T8" fmla="*/ 112 w 11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2" h="1">
                        <a:moveTo>
                          <a:pt x="0" y="0"/>
                        </a:moveTo>
                        <a:lnTo>
                          <a:pt x="11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47" name="Freeform 64">
                    <a:extLst>
                      <a:ext uri="{FF2B5EF4-FFF2-40B4-BE49-F238E27FC236}">
                        <a16:creationId xmlns:a16="http://schemas.microsoft.com/office/drawing/2014/main" id="{89E9BCF0-A45C-4C22-A576-2728B2C3F5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9" y="1209"/>
                    <a:ext cx="152" cy="1469"/>
                  </a:xfrm>
                  <a:custGeom>
                    <a:avLst/>
                    <a:gdLst>
                      <a:gd name="T0" fmla="*/ 152 w 152"/>
                      <a:gd name="T1" fmla="*/ 1469 h 1469"/>
                      <a:gd name="T2" fmla="*/ 0 w 152"/>
                      <a:gd name="T3" fmla="*/ 1469 h 1469"/>
                      <a:gd name="T4" fmla="*/ 0 w 152"/>
                      <a:gd name="T5" fmla="*/ 0 h 1469"/>
                      <a:gd name="T6" fmla="*/ 95 w 152"/>
                      <a:gd name="T7" fmla="*/ 1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9"/>
                      <a:gd name="T14" fmla="*/ 152 w 152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9">
                        <a:moveTo>
                          <a:pt x="152" y="1469"/>
                        </a:moveTo>
                        <a:lnTo>
                          <a:pt x="0" y="1469"/>
                        </a:lnTo>
                        <a:lnTo>
                          <a:pt x="0" y="0"/>
                        </a:lnTo>
                        <a:lnTo>
                          <a:pt x="95" y="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48" name="Freeform 65">
                    <a:extLst>
                      <a:ext uri="{FF2B5EF4-FFF2-40B4-BE49-F238E27FC236}">
                        <a16:creationId xmlns:a16="http://schemas.microsoft.com/office/drawing/2014/main" id="{F1308726-2C44-43F1-B60C-852EEDE133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5" y="2353"/>
                    <a:ext cx="102" cy="1"/>
                  </a:xfrm>
                  <a:custGeom>
                    <a:avLst/>
                    <a:gdLst>
                      <a:gd name="T0" fmla="*/ 102 w 102"/>
                      <a:gd name="T1" fmla="*/ 0 h 1"/>
                      <a:gd name="T2" fmla="*/ 0 w 102"/>
                      <a:gd name="T3" fmla="*/ 0 h 1"/>
                      <a:gd name="T4" fmla="*/ 0 60000 65536"/>
                      <a:gd name="T5" fmla="*/ 0 60000 65536"/>
                      <a:gd name="T6" fmla="*/ 0 w 102"/>
                      <a:gd name="T7" fmla="*/ 0 h 1"/>
                      <a:gd name="T8" fmla="*/ 102 w 1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2" h="1">
                        <a:moveTo>
                          <a:pt x="102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49" name="Line 66">
                    <a:extLst>
                      <a:ext uri="{FF2B5EF4-FFF2-40B4-BE49-F238E27FC236}">
                        <a16:creationId xmlns:a16="http://schemas.microsoft.com/office/drawing/2014/main" id="{459988F1-6CEB-4F1B-93A1-16ECBFC4EB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96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50" name="Line 67">
                    <a:extLst>
                      <a:ext uri="{FF2B5EF4-FFF2-40B4-BE49-F238E27FC236}">
                        <a16:creationId xmlns:a16="http://schemas.microsoft.com/office/drawing/2014/main" id="{EB8A5743-6C94-4BC5-8ABF-FA53BB6CFC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79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51" name="Freeform 68">
                    <a:extLst>
                      <a:ext uri="{FF2B5EF4-FFF2-40B4-BE49-F238E27FC236}">
                        <a16:creationId xmlns:a16="http://schemas.microsoft.com/office/drawing/2014/main" id="{BC2F6F9A-9F04-442B-B749-FA36D73CCB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31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52" name="Line 69">
                    <a:extLst>
                      <a:ext uri="{FF2B5EF4-FFF2-40B4-BE49-F238E27FC236}">
                        <a16:creationId xmlns:a16="http://schemas.microsoft.com/office/drawing/2014/main" id="{A5F18AD1-9AB3-4010-A0A3-DAE3A048ED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04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53" name="Line 70">
                    <a:extLst>
                      <a:ext uri="{FF2B5EF4-FFF2-40B4-BE49-F238E27FC236}">
                        <a16:creationId xmlns:a16="http://schemas.microsoft.com/office/drawing/2014/main" id="{6082550C-9A67-4FFF-93F2-A163DC64A1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83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54" name="Freeform 71">
                    <a:extLst>
                      <a:ext uri="{FF2B5EF4-FFF2-40B4-BE49-F238E27FC236}">
                        <a16:creationId xmlns:a16="http://schemas.microsoft.com/office/drawing/2014/main" id="{DC06D6AE-4B33-401C-B405-5E8C990BA4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05" y="2353"/>
                    <a:ext cx="103" cy="1"/>
                  </a:xfrm>
                  <a:custGeom>
                    <a:avLst/>
                    <a:gdLst>
                      <a:gd name="T0" fmla="*/ 0 w 103"/>
                      <a:gd name="T1" fmla="*/ 0 h 1"/>
                      <a:gd name="T2" fmla="*/ 103 w 103"/>
                      <a:gd name="T3" fmla="*/ 0 h 1"/>
                      <a:gd name="T4" fmla="*/ 0 60000 65536"/>
                      <a:gd name="T5" fmla="*/ 0 60000 65536"/>
                      <a:gd name="T6" fmla="*/ 0 w 103"/>
                      <a:gd name="T7" fmla="*/ 0 h 1"/>
                      <a:gd name="T8" fmla="*/ 103 w 10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3" h="1">
                        <a:moveTo>
                          <a:pt x="0" y="0"/>
                        </a:moveTo>
                        <a:lnTo>
                          <a:pt x="103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55" name="Freeform 72">
                    <a:extLst>
                      <a:ext uri="{FF2B5EF4-FFF2-40B4-BE49-F238E27FC236}">
                        <a16:creationId xmlns:a16="http://schemas.microsoft.com/office/drawing/2014/main" id="{E8191FDB-848E-460B-9C7F-8A5FB922CE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11" y="2352"/>
                    <a:ext cx="113" cy="1"/>
                  </a:xfrm>
                  <a:custGeom>
                    <a:avLst/>
                    <a:gdLst>
                      <a:gd name="T0" fmla="*/ 113 w 113"/>
                      <a:gd name="T1" fmla="*/ 1 h 1"/>
                      <a:gd name="T2" fmla="*/ 0 w 113"/>
                      <a:gd name="T3" fmla="*/ 0 h 1"/>
                      <a:gd name="T4" fmla="*/ 0 60000 65536"/>
                      <a:gd name="T5" fmla="*/ 0 60000 65536"/>
                      <a:gd name="T6" fmla="*/ 0 w 113"/>
                      <a:gd name="T7" fmla="*/ 0 h 1"/>
                      <a:gd name="T8" fmla="*/ 113 w 11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3" h="1">
                        <a:moveTo>
                          <a:pt x="113" y="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56" name="Line 73">
                    <a:extLst>
                      <a:ext uri="{FF2B5EF4-FFF2-40B4-BE49-F238E27FC236}">
                        <a16:creationId xmlns:a16="http://schemas.microsoft.com/office/drawing/2014/main" id="{8B2594A2-1B55-42E8-8BFB-437717D7D3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7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57" name="Line 74">
                    <a:extLst>
                      <a:ext uri="{FF2B5EF4-FFF2-40B4-BE49-F238E27FC236}">
                        <a16:creationId xmlns:a16="http://schemas.microsoft.com/office/drawing/2014/main" id="{40DAAF51-5CF3-4A36-AEB4-B811AD2B0B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60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58" name="Freeform 75">
                    <a:extLst>
                      <a:ext uri="{FF2B5EF4-FFF2-40B4-BE49-F238E27FC236}">
                        <a16:creationId xmlns:a16="http://schemas.microsoft.com/office/drawing/2014/main" id="{E51F5567-EEAB-4156-A9DF-7A68117E0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59" name="Line 76">
                    <a:extLst>
                      <a:ext uri="{FF2B5EF4-FFF2-40B4-BE49-F238E27FC236}">
                        <a16:creationId xmlns:a16="http://schemas.microsoft.com/office/drawing/2014/main" id="{550FB4EB-4B0F-4ED3-A67D-D5DF60AE35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28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60" name="Line 77">
                    <a:extLst>
                      <a:ext uri="{FF2B5EF4-FFF2-40B4-BE49-F238E27FC236}">
                        <a16:creationId xmlns:a16="http://schemas.microsoft.com/office/drawing/2014/main" id="{5C7CB4C8-9460-443F-8C01-5A5A2D11F4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364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61" name="Freeform 78">
                    <a:extLst>
                      <a:ext uri="{FF2B5EF4-FFF2-40B4-BE49-F238E27FC236}">
                        <a16:creationId xmlns:a16="http://schemas.microsoft.com/office/drawing/2014/main" id="{D1265022-287D-41DD-AA8A-D1ABFA81E9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86" y="2353"/>
                    <a:ext cx="109" cy="1"/>
                  </a:xfrm>
                  <a:custGeom>
                    <a:avLst/>
                    <a:gdLst>
                      <a:gd name="T0" fmla="*/ 0 w 109"/>
                      <a:gd name="T1" fmla="*/ 0 h 1"/>
                      <a:gd name="T2" fmla="*/ 109 w 109"/>
                      <a:gd name="T3" fmla="*/ 0 h 1"/>
                      <a:gd name="T4" fmla="*/ 0 60000 65536"/>
                      <a:gd name="T5" fmla="*/ 0 60000 65536"/>
                      <a:gd name="T6" fmla="*/ 0 w 109"/>
                      <a:gd name="T7" fmla="*/ 0 h 1"/>
                      <a:gd name="T8" fmla="*/ 109 w 10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9" h="1">
                        <a:moveTo>
                          <a:pt x="0" y="0"/>
                        </a:moveTo>
                        <a:lnTo>
                          <a:pt x="10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62" name="Freeform 79">
                    <a:extLst>
                      <a:ext uri="{FF2B5EF4-FFF2-40B4-BE49-F238E27FC236}">
                        <a16:creationId xmlns:a16="http://schemas.microsoft.com/office/drawing/2014/main" id="{7D79EB02-ED6E-4C95-B3A9-7486CD6A5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07" y="2353"/>
                    <a:ext cx="89" cy="1"/>
                  </a:xfrm>
                  <a:custGeom>
                    <a:avLst/>
                    <a:gdLst>
                      <a:gd name="T0" fmla="*/ 89 w 89"/>
                      <a:gd name="T1" fmla="*/ 0 h 1"/>
                      <a:gd name="T2" fmla="*/ 0 w 89"/>
                      <a:gd name="T3" fmla="*/ 0 h 1"/>
                      <a:gd name="T4" fmla="*/ 0 60000 65536"/>
                      <a:gd name="T5" fmla="*/ 0 60000 65536"/>
                      <a:gd name="T6" fmla="*/ 0 w 89"/>
                      <a:gd name="T7" fmla="*/ 0 h 1"/>
                      <a:gd name="T8" fmla="*/ 89 w 8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89" h="1">
                        <a:moveTo>
                          <a:pt x="89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63" name="Line 80">
                    <a:extLst>
                      <a:ext uri="{FF2B5EF4-FFF2-40B4-BE49-F238E27FC236}">
                        <a16:creationId xmlns:a16="http://schemas.microsoft.com/office/drawing/2014/main" id="{09F213AF-6A36-45FF-9B27-ED5B3472D4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5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64" name="Line 81">
                    <a:extLst>
                      <a:ext uri="{FF2B5EF4-FFF2-40B4-BE49-F238E27FC236}">
                        <a16:creationId xmlns:a16="http://schemas.microsoft.com/office/drawing/2014/main" id="{8E6A53FB-D91C-4B88-B80D-26DA354CD9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36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65" name="Freeform 82">
                    <a:extLst>
                      <a:ext uri="{FF2B5EF4-FFF2-40B4-BE49-F238E27FC236}">
                        <a16:creationId xmlns:a16="http://schemas.microsoft.com/office/drawing/2014/main" id="{1F7FB6D5-C1A4-4D55-B92F-111BF14A7D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88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66" name="Line 83">
                    <a:extLst>
                      <a:ext uri="{FF2B5EF4-FFF2-40B4-BE49-F238E27FC236}">
                        <a16:creationId xmlns:a16="http://schemas.microsoft.com/office/drawing/2014/main" id="{AEF3DAC9-DA60-475A-A557-BE809C3B5F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861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67" name="Line 84">
                    <a:extLst>
                      <a:ext uri="{FF2B5EF4-FFF2-40B4-BE49-F238E27FC236}">
                        <a16:creationId xmlns:a16="http://schemas.microsoft.com/office/drawing/2014/main" id="{82AB6CDF-6194-4296-A9C2-13AC0C9F98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940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68" name="Freeform 85">
                    <a:extLst>
                      <a:ext uri="{FF2B5EF4-FFF2-40B4-BE49-F238E27FC236}">
                        <a16:creationId xmlns:a16="http://schemas.microsoft.com/office/drawing/2014/main" id="{6D98B85C-B0A6-4AC6-86A2-AF4697DDEE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2" y="2353"/>
                    <a:ext cx="115" cy="1"/>
                  </a:xfrm>
                  <a:custGeom>
                    <a:avLst/>
                    <a:gdLst>
                      <a:gd name="T0" fmla="*/ 0 w 115"/>
                      <a:gd name="T1" fmla="*/ 0 h 1"/>
                      <a:gd name="T2" fmla="*/ 115 w 115"/>
                      <a:gd name="T3" fmla="*/ 0 h 1"/>
                      <a:gd name="T4" fmla="*/ 0 60000 65536"/>
                      <a:gd name="T5" fmla="*/ 0 60000 65536"/>
                      <a:gd name="T6" fmla="*/ 0 w 115"/>
                      <a:gd name="T7" fmla="*/ 0 h 1"/>
                      <a:gd name="T8" fmla="*/ 115 w 115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5" h="1">
                        <a:moveTo>
                          <a:pt x="0" y="0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69" name="Freeform 86">
                    <a:extLst>
                      <a:ext uri="{FF2B5EF4-FFF2-40B4-BE49-F238E27FC236}">
                        <a16:creationId xmlns:a16="http://schemas.microsoft.com/office/drawing/2014/main" id="{E768D510-7EC4-454C-B7B5-CA6A691059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83" y="2353"/>
                    <a:ext cx="90" cy="1"/>
                  </a:xfrm>
                  <a:custGeom>
                    <a:avLst/>
                    <a:gdLst>
                      <a:gd name="T0" fmla="*/ 90 w 90"/>
                      <a:gd name="T1" fmla="*/ 0 h 1"/>
                      <a:gd name="T2" fmla="*/ 0 w 90"/>
                      <a:gd name="T3" fmla="*/ 0 h 1"/>
                      <a:gd name="T4" fmla="*/ 0 60000 65536"/>
                      <a:gd name="T5" fmla="*/ 0 60000 65536"/>
                      <a:gd name="T6" fmla="*/ 0 w 90"/>
                      <a:gd name="T7" fmla="*/ 0 h 1"/>
                      <a:gd name="T8" fmla="*/ 90 w 9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1">
                        <a:moveTo>
                          <a:pt x="9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70" name="Line 87">
                    <a:extLst>
                      <a:ext uri="{FF2B5EF4-FFF2-40B4-BE49-F238E27FC236}">
                        <a16:creationId xmlns:a16="http://schemas.microsoft.com/office/drawing/2014/main" id="{2CA57085-43E2-4DED-A354-C376F3CC06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29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71" name="Line 88">
                    <a:extLst>
                      <a:ext uri="{FF2B5EF4-FFF2-40B4-BE49-F238E27FC236}">
                        <a16:creationId xmlns:a16="http://schemas.microsoft.com/office/drawing/2014/main" id="{E1A78D79-9A98-40B7-BC5D-24C8685023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12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72" name="Freeform 89">
                    <a:extLst>
                      <a:ext uri="{FF2B5EF4-FFF2-40B4-BE49-F238E27FC236}">
                        <a16:creationId xmlns:a16="http://schemas.microsoft.com/office/drawing/2014/main" id="{1C518450-C6F7-4DB9-B9E9-1D06F915D8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73" name="Line 90">
                    <a:extLst>
                      <a:ext uri="{FF2B5EF4-FFF2-40B4-BE49-F238E27FC236}">
                        <a16:creationId xmlns:a16="http://schemas.microsoft.com/office/drawing/2014/main" id="{882BF758-DD38-478C-8771-E9F4523B00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43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74" name="Line 91">
                    <a:extLst>
                      <a:ext uri="{FF2B5EF4-FFF2-40B4-BE49-F238E27FC236}">
                        <a16:creationId xmlns:a16="http://schemas.microsoft.com/office/drawing/2014/main" id="{3EE5A5B1-2D96-4CC1-B076-211BF57D8E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516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75" name="Freeform 92">
                    <a:extLst>
                      <a:ext uri="{FF2B5EF4-FFF2-40B4-BE49-F238E27FC236}">
                        <a16:creationId xmlns:a16="http://schemas.microsoft.com/office/drawing/2014/main" id="{3C69394A-C754-4F23-A32A-3928C74549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51" y="2352"/>
                    <a:ext cx="100" cy="1"/>
                  </a:xfrm>
                  <a:custGeom>
                    <a:avLst/>
                    <a:gdLst>
                      <a:gd name="T0" fmla="*/ 0 w 100"/>
                      <a:gd name="T1" fmla="*/ 0 h 1"/>
                      <a:gd name="T2" fmla="*/ 100 w 100"/>
                      <a:gd name="T3" fmla="*/ 1 h 1"/>
                      <a:gd name="T4" fmla="*/ 0 60000 65536"/>
                      <a:gd name="T5" fmla="*/ 0 60000 65536"/>
                      <a:gd name="T6" fmla="*/ 0 w 100"/>
                      <a:gd name="T7" fmla="*/ 0 h 1"/>
                      <a:gd name="T8" fmla="*/ 100 w 10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0" h="1">
                        <a:moveTo>
                          <a:pt x="0" y="0"/>
                        </a:moveTo>
                        <a:lnTo>
                          <a:pt x="100" y="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76" name="Freeform 93">
                    <a:extLst>
                      <a:ext uri="{FF2B5EF4-FFF2-40B4-BE49-F238E27FC236}">
                        <a16:creationId xmlns:a16="http://schemas.microsoft.com/office/drawing/2014/main" id="{89D517F8-EEB1-41EA-AEB2-5EEC2CDBCB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59" y="2353"/>
                    <a:ext cx="108" cy="1"/>
                  </a:xfrm>
                  <a:custGeom>
                    <a:avLst/>
                    <a:gdLst>
                      <a:gd name="T0" fmla="*/ 108 w 108"/>
                      <a:gd name="T1" fmla="*/ 0 h 1"/>
                      <a:gd name="T2" fmla="*/ 0 w 108"/>
                      <a:gd name="T3" fmla="*/ 0 h 1"/>
                      <a:gd name="T4" fmla="*/ 0 60000 65536"/>
                      <a:gd name="T5" fmla="*/ 0 60000 65536"/>
                      <a:gd name="T6" fmla="*/ 0 w 108"/>
                      <a:gd name="T7" fmla="*/ 0 h 1"/>
                      <a:gd name="T8" fmla="*/ 108 w 10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8" h="1">
                        <a:moveTo>
                          <a:pt x="10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77" name="Line 94">
                    <a:extLst>
                      <a:ext uri="{FF2B5EF4-FFF2-40B4-BE49-F238E27FC236}">
                        <a16:creationId xmlns:a16="http://schemas.microsoft.com/office/drawing/2014/main" id="{96F90B15-9B43-4834-B74D-42DD73F29F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205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78" name="Line 95">
                    <a:extLst>
                      <a:ext uri="{FF2B5EF4-FFF2-40B4-BE49-F238E27FC236}">
                        <a16:creationId xmlns:a16="http://schemas.microsoft.com/office/drawing/2014/main" id="{781F5109-E1F3-47D1-9736-7380D55C30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188" y="2696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79" name="Freeform 96">
                    <a:extLst>
                      <a:ext uri="{FF2B5EF4-FFF2-40B4-BE49-F238E27FC236}">
                        <a16:creationId xmlns:a16="http://schemas.microsoft.com/office/drawing/2014/main" id="{DEC22153-7F30-4DF4-B64B-0FFC94DCAC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40" y="2695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80" name="Line 97">
                    <a:extLst>
                      <a:ext uri="{FF2B5EF4-FFF2-40B4-BE49-F238E27FC236}">
                        <a16:creationId xmlns:a16="http://schemas.microsoft.com/office/drawing/2014/main" id="{4E5E9BD4-801B-47C0-946E-24D3AECFA0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13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81" name="Line 98">
                    <a:extLst>
                      <a:ext uri="{FF2B5EF4-FFF2-40B4-BE49-F238E27FC236}">
                        <a16:creationId xmlns:a16="http://schemas.microsoft.com/office/drawing/2014/main" id="{E141ABED-6C42-46E4-84E7-F03BF52F6A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92" y="270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82" name="Freeform 99">
                    <a:extLst>
                      <a:ext uri="{FF2B5EF4-FFF2-40B4-BE49-F238E27FC236}">
                        <a16:creationId xmlns:a16="http://schemas.microsoft.com/office/drawing/2014/main" id="{EC353905-52FF-47CB-9974-CE39F692DB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336" y="2351"/>
                    <a:ext cx="90" cy="2"/>
                  </a:xfrm>
                  <a:custGeom>
                    <a:avLst/>
                    <a:gdLst>
                      <a:gd name="T0" fmla="*/ 0 w 90"/>
                      <a:gd name="T1" fmla="*/ 0 h 2"/>
                      <a:gd name="T2" fmla="*/ 90 w 90"/>
                      <a:gd name="T3" fmla="*/ 2 h 2"/>
                      <a:gd name="T4" fmla="*/ 0 60000 65536"/>
                      <a:gd name="T5" fmla="*/ 0 60000 65536"/>
                      <a:gd name="T6" fmla="*/ 0 w 90"/>
                      <a:gd name="T7" fmla="*/ 0 h 2"/>
                      <a:gd name="T8" fmla="*/ 90 w 90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2">
                        <a:moveTo>
                          <a:pt x="0" y="0"/>
                        </a:moveTo>
                        <a:lnTo>
                          <a:pt x="90" y="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83" name="Freeform 100">
                    <a:extLst>
                      <a:ext uri="{FF2B5EF4-FFF2-40B4-BE49-F238E27FC236}">
                        <a16:creationId xmlns:a16="http://schemas.microsoft.com/office/drawing/2014/main" id="{0ED7A052-989C-4531-AAF0-9E8B4F5E4A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5" y="2353"/>
                    <a:ext cx="104" cy="1"/>
                  </a:xfrm>
                  <a:custGeom>
                    <a:avLst/>
                    <a:gdLst>
                      <a:gd name="T0" fmla="*/ 104 w 104"/>
                      <a:gd name="T1" fmla="*/ 0 h 1"/>
                      <a:gd name="T2" fmla="*/ 0 w 104"/>
                      <a:gd name="T3" fmla="*/ 0 h 1"/>
                      <a:gd name="T4" fmla="*/ 0 60000 65536"/>
                      <a:gd name="T5" fmla="*/ 0 60000 65536"/>
                      <a:gd name="T6" fmla="*/ 0 w 104"/>
                      <a:gd name="T7" fmla="*/ 0 h 1"/>
                      <a:gd name="T8" fmla="*/ 104 w 104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4" h="1">
                        <a:moveTo>
                          <a:pt x="104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1184" name="Group 101">
                    <a:extLst>
                      <a:ext uri="{FF2B5EF4-FFF2-40B4-BE49-F238E27FC236}">
                        <a16:creationId xmlns:a16="http://schemas.microsoft.com/office/drawing/2014/main" id="{7514B350-4DF6-4D12-BD6F-85C3436999D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668" y="2634"/>
                    <a:ext cx="192" cy="158"/>
                    <a:chOff x="4692" y="2634"/>
                    <a:chExt cx="192" cy="158"/>
                  </a:xfrm>
                </p:grpSpPr>
                <p:grpSp>
                  <p:nvGrpSpPr>
                    <p:cNvPr id="41324" name="Group 102">
                      <a:extLst>
                        <a:ext uri="{FF2B5EF4-FFF2-40B4-BE49-F238E27FC236}">
                          <a16:creationId xmlns:a16="http://schemas.microsoft.com/office/drawing/2014/main" id="{A2DFB8B6-1271-4A10-A2D9-9EB15D4BA57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836" y="2634"/>
                      <a:ext cx="48" cy="158"/>
                      <a:chOff x="4836" y="2634"/>
                      <a:chExt cx="48" cy="158"/>
                    </a:xfrm>
                  </p:grpSpPr>
                  <p:sp>
                    <p:nvSpPr>
                      <p:cNvPr id="41329" name="Line 103">
                        <a:extLst>
                          <a:ext uri="{FF2B5EF4-FFF2-40B4-BE49-F238E27FC236}">
                            <a16:creationId xmlns:a16="http://schemas.microsoft.com/office/drawing/2014/main" id="{AB190FFA-C975-4B4F-9A4F-1C7EFE7A898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805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1330" name="Line 104">
                        <a:extLst>
                          <a:ext uri="{FF2B5EF4-FFF2-40B4-BE49-F238E27FC236}">
                            <a16:creationId xmlns:a16="http://schemas.microsoft.com/office/drawing/2014/main" id="{C745070B-E3EE-49FD-8A80-6FE9A1158DD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788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41325" name="Freeform 105">
                      <a:extLst>
                        <a:ext uri="{FF2B5EF4-FFF2-40B4-BE49-F238E27FC236}">
                          <a16:creationId xmlns:a16="http://schemas.microsoft.com/office/drawing/2014/main" id="{F9C27155-20FD-46FB-8DBB-D266E06CA0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740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41326" name="Group 106">
                      <a:extLst>
                        <a:ext uri="{FF2B5EF4-FFF2-40B4-BE49-F238E27FC236}">
                          <a16:creationId xmlns:a16="http://schemas.microsoft.com/office/drawing/2014/main" id="{A3CD525E-2222-4CB8-BA88-1C17DFBB72D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2" y="2634"/>
                      <a:ext cx="48" cy="158"/>
                      <a:chOff x="4692" y="2634"/>
                      <a:chExt cx="48" cy="158"/>
                    </a:xfrm>
                  </p:grpSpPr>
                  <p:sp>
                    <p:nvSpPr>
                      <p:cNvPr id="41327" name="Line 107">
                        <a:extLst>
                          <a:ext uri="{FF2B5EF4-FFF2-40B4-BE49-F238E27FC236}">
                            <a16:creationId xmlns:a16="http://schemas.microsoft.com/office/drawing/2014/main" id="{603ED743-C233-4957-977A-13D4C4F2052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13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1328" name="Line 108">
                        <a:extLst>
                          <a:ext uri="{FF2B5EF4-FFF2-40B4-BE49-F238E27FC236}">
                            <a16:creationId xmlns:a16="http://schemas.microsoft.com/office/drawing/2014/main" id="{9A7D75CC-2848-42A9-BADF-13E50A01F41B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92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41185" name="Freeform 109">
                    <a:extLst>
                      <a:ext uri="{FF2B5EF4-FFF2-40B4-BE49-F238E27FC236}">
                        <a16:creationId xmlns:a16="http://schemas.microsoft.com/office/drawing/2014/main" id="{D1D0FC68-7BDC-4778-B880-2FADD7572F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890" y="2353"/>
                    <a:ext cx="107" cy="1"/>
                  </a:xfrm>
                  <a:custGeom>
                    <a:avLst/>
                    <a:gdLst>
                      <a:gd name="T0" fmla="*/ 0 w 107"/>
                      <a:gd name="T1" fmla="*/ 0 h 1"/>
                      <a:gd name="T2" fmla="*/ 107 w 107"/>
                      <a:gd name="T3" fmla="*/ 0 h 1"/>
                      <a:gd name="T4" fmla="*/ 0 60000 65536"/>
                      <a:gd name="T5" fmla="*/ 0 60000 65536"/>
                      <a:gd name="T6" fmla="*/ 0 w 107"/>
                      <a:gd name="T7" fmla="*/ 0 h 1"/>
                      <a:gd name="T8" fmla="*/ 107 w 10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7" h="1">
                        <a:moveTo>
                          <a:pt x="0" y="0"/>
                        </a:moveTo>
                        <a:lnTo>
                          <a:pt x="10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86" name="Freeform 110">
                    <a:extLst>
                      <a:ext uri="{FF2B5EF4-FFF2-40B4-BE49-F238E27FC236}">
                        <a16:creationId xmlns:a16="http://schemas.microsoft.com/office/drawing/2014/main" id="{C6734B4B-0E24-435F-9CAA-3EE7F9D845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1" y="2353"/>
                    <a:ext cx="96" cy="1"/>
                  </a:xfrm>
                  <a:custGeom>
                    <a:avLst/>
                    <a:gdLst>
                      <a:gd name="T0" fmla="*/ 96 w 96"/>
                      <a:gd name="T1" fmla="*/ 0 h 1"/>
                      <a:gd name="T2" fmla="*/ 0 w 96"/>
                      <a:gd name="T3" fmla="*/ 0 h 1"/>
                      <a:gd name="T4" fmla="*/ 0 60000 65536"/>
                      <a:gd name="T5" fmla="*/ 0 60000 65536"/>
                      <a:gd name="T6" fmla="*/ 0 w 96"/>
                      <a:gd name="T7" fmla="*/ 0 h 1"/>
                      <a:gd name="T8" fmla="*/ 96 w 96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1">
                        <a:moveTo>
                          <a:pt x="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1187" name="Group 111">
                    <a:extLst>
                      <a:ext uri="{FF2B5EF4-FFF2-40B4-BE49-F238E27FC236}">
                        <a16:creationId xmlns:a16="http://schemas.microsoft.com/office/drawing/2014/main" id="{FF750C7B-9563-47E2-AF83-CA210A721A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35" y="2634"/>
                    <a:ext cx="192" cy="158"/>
                    <a:chOff x="5259" y="2634"/>
                    <a:chExt cx="192" cy="158"/>
                  </a:xfrm>
                </p:grpSpPr>
                <p:grpSp>
                  <p:nvGrpSpPr>
                    <p:cNvPr id="41317" name="Group 112">
                      <a:extLst>
                        <a:ext uri="{FF2B5EF4-FFF2-40B4-BE49-F238E27FC236}">
                          <a16:creationId xmlns:a16="http://schemas.microsoft.com/office/drawing/2014/main" id="{1929AC57-73C6-42FA-B2FC-1DBD47EB601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403" y="2634"/>
                      <a:ext cx="48" cy="158"/>
                      <a:chOff x="5403" y="2634"/>
                      <a:chExt cx="48" cy="158"/>
                    </a:xfrm>
                  </p:grpSpPr>
                  <p:sp>
                    <p:nvSpPr>
                      <p:cNvPr id="41322" name="Line 113">
                        <a:extLst>
                          <a:ext uri="{FF2B5EF4-FFF2-40B4-BE49-F238E27FC236}">
                            <a16:creationId xmlns:a16="http://schemas.microsoft.com/office/drawing/2014/main" id="{1B94F2F8-8DEB-4E0D-8F67-92C1E331DC54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72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1323" name="Line 114">
                        <a:extLst>
                          <a:ext uri="{FF2B5EF4-FFF2-40B4-BE49-F238E27FC236}">
                            <a16:creationId xmlns:a16="http://schemas.microsoft.com/office/drawing/2014/main" id="{89A3568D-A8D8-4B2C-96BF-4B47E2026A27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55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41318" name="Freeform 115">
                      <a:extLst>
                        <a:ext uri="{FF2B5EF4-FFF2-40B4-BE49-F238E27FC236}">
                          <a16:creationId xmlns:a16="http://schemas.microsoft.com/office/drawing/2014/main" id="{E255A7E3-A107-4592-9FB4-384068F1867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307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41319" name="Group 116">
                      <a:extLst>
                        <a:ext uri="{FF2B5EF4-FFF2-40B4-BE49-F238E27FC236}">
                          <a16:creationId xmlns:a16="http://schemas.microsoft.com/office/drawing/2014/main" id="{C82767D6-9C0A-4B87-854C-770104229EF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259" y="2634"/>
                      <a:ext cx="48" cy="158"/>
                      <a:chOff x="5259" y="2634"/>
                      <a:chExt cx="48" cy="158"/>
                    </a:xfrm>
                  </p:grpSpPr>
                  <p:sp>
                    <p:nvSpPr>
                      <p:cNvPr id="41320" name="Line 117">
                        <a:extLst>
                          <a:ext uri="{FF2B5EF4-FFF2-40B4-BE49-F238E27FC236}">
                            <a16:creationId xmlns:a16="http://schemas.microsoft.com/office/drawing/2014/main" id="{F82436D6-787F-4FA4-A703-4E1DA3E7826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180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1321" name="Line 118">
                        <a:extLst>
                          <a:ext uri="{FF2B5EF4-FFF2-40B4-BE49-F238E27FC236}">
                            <a16:creationId xmlns:a16="http://schemas.microsoft.com/office/drawing/2014/main" id="{CA1DA132-2289-4EC2-8229-C9AED2F00F4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259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41188" name="Freeform 119">
                    <a:extLst>
                      <a:ext uri="{FF2B5EF4-FFF2-40B4-BE49-F238E27FC236}">
                        <a16:creationId xmlns:a16="http://schemas.microsoft.com/office/drawing/2014/main" id="{B5419608-57EF-4326-95CE-E0326A923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67" y="2351"/>
                    <a:ext cx="96" cy="2"/>
                  </a:xfrm>
                  <a:custGeom>
                    <a:avLst/>
                    <a:gdLst>
                      <a:gd name="T0" fmla="*/ 0 w 96"/>
                      <a:gd name="T1" fmla="*/ 0 h 2"/>
                      <a:gd name="T2" fmla="*/ 96 w 96"/>
                      <a:gd name="T3" fmla="*/ 2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0"/>
                        </a:moveTo>
                        <a:lnTo>
                          <a:pt x="96" y="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89" name="Freeform 120">
                    <a:extLst>
                      <a:ext uri="{FF2B5EF4-FFF2-40B4-BE49-F238E27FC236}">
                        <a16:creationId xmlns:a16="http://schemas.microsoft.com/office/drawing/2014/main" id="{8E915624-1D96-41F9-B6B0-BBBF3A921E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8" y="2353"/>
                    <a:ext cx="101" cy="1"/>
                  </a:xfrm>
                  <a:custGeom>
                    <a:avLst/>
                    <a:gdLst>
                      <a:gd name="T0" fmla="*/ 101 w 101"/>
                      <a:gd name="T1" fmla="*/ 0 h 1"/>
                      <a:gd name="T2" fmla="*/ 0 w 101"/>
                      <a:gd name="T3" fmla="*/ 0 h 1"/>
                      <a:gd name="T4" fmla="*/ 0 60000 65536"/>
                      <a:gd name="T5" fmla="*/ 0 60000 65536"/>
                      <a:gd name="T6" fmla="*/ 0 w 101"/>
                      <a:gd name="T7" fmla="*/ 0 h 1"/>
                      <a:gd name="T8" fmla="*/ 101 w 101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1" h="1">
                        <a:moveTo>
                          <a:pt x="10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90" name="Freeform 121">
                    <a:extLst>
                      <a:ext uri="{FF2B5EF4-FFF2-40B4-BE49-F238E27FC236}">
                        <a16:creationId xmlns:a16="http://schemas.microsoft.com/office/drawing/2014/main" id="{CCCA1220-F1D3-499C-A8C7-F2F357AE4E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" y="856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91" name="Line 122">
                    <a:extLst>
                      <a:ext uri="{FF2B5EF4-FFF2-40B4-BE49-F238E27FC236}">
                        <a16:creationId xmlns:a16="http://schemas.microsoft.com/office/drawing/2014/main" id="{16959066-5E9D-4BF1-A983-E9F09BEC5A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9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92" name="Line 123">
                    <a:extLst>
                      <a:ext uri="{FF2B5EF4-FFF2-40B4-BE49-F238E27FC236}">
                        <a16:creationId xmlns:a16="http://schemas.microsoft.com/office/drawing/2014/main" id="{545A8F59-5BDC-4046-80D8-B0A0B8F0CF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6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93" name="Line 124">
                    <a:extLst>
                      <a:ext uri="{FF2B5EF4-FFF2-40B4-BE49-F238E27FC236}">
                        <a16:creationId xmlns:a16="http://schemas.microsoft.com/office/drawing/2014/main" id="{E6D807BF-EA98-4894-AEDA-DD56DE821D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4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94" name="Line 125">
                    <a:extLst>
                      <a:ext uri="{FF2B5EF4-FFF2-40B4-BE49-F238E27FC236}">
                        <a16:creationId xmlns:a16="http://schemas.microsoft.com/office/drawing/2014/main" id="{9BFCA836-7890-497E-A4A7-FE92CD6D74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20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95" name="Line 126">
                    <a:extLst>
                      <a:ext uri="{FF2B5EF4-FFF2-40B4-BE49-F238E27FC236}">
                        <a16:creationId xmlns:a16="http://schemas.microsoft.com/office/drawing/2014/main" id="{DFCD291B-3804-4064-B754-F1B864FC0F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96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96" name="Line 127">
                    <a:extLst>
                      <a:ext uri="{FF2B5EF4-FFF2-40B4-BE49-F238E27FC236}">
                        <a16:creationId xmlns:a16="http://schemas.microsoft.com/office/drawing/2014/main" id="{2F05A4E6-9935-4982-8FDE-29F5298E9F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7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97" name="Line 128">
                    <a:extLst>
                      <a:ext uri="{FF2B5EF4-FFF2-40B4-BE49-F238E27FC236}">
                        <a16:creationId xmlns:a16="http://schemas.microsoft.com/office/drawing/2014/main" id="{A886DFDB-C358-4A17-8DF9-0D5817E964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4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98" name="Line 129">
                    <a:extLst>
                      <a:ext uri="{FF2B5EF4-FFF2-40B4-BE49-F238E27FC236}">
                        <a16:creationId xmlns:a16="http://schemas.microsoft.com/office/drawing/2014/main" id="{77987029-012E-4D61-A283-594D6734CE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2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99" name="Freeform 130">
                    <a:extLst>
                      <a:ext uri="{FF2B5EF4-FFF2-40B4-BE49-F238E27FC236}">
                        <a16:creationId xmlns:a16="http://schemas.microsoft.com/office/drawing/2014/main" id="{F2FF1D8F-BAE4-4D21-821E-D3916359D5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5" y="2708"/>
                    <a:ext cx="1" cy="166"/>
                  </a:xfrm>
                  <a:custGeom>
                    <a:avLst/>
                    <a:gdLst>
                      <a:gd name="T0" fmla="*/ 1 w 1"/>
                      <a:gd name="T1" fmla="*/ 0 h 166"/>
                      <a:gd name="T2" fmla="*/ 0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1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00" name="Freeform 131">
                    <a:extLst>
                      <a:ext uri="{FF2B5EF4-FFF2-40B4-BE49-F238E27FC236}">
                        <a16:creationId xmlns:a16="http://schemas.microsoft.com/office/drawing/2014/main" id="{F7FECA70-8F53-4D14-A3A2-FFE57A53F4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80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2695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01" name="Freeform 132">
                    <a:extLst>
                      <a:ext uri="{FF2B5EF4-FFF2-40B4-BE49-F238E27FC236}">
                        <a16:creationId xmlns:a16="http://schemas.microsoft.com/office/drawing/2014/main" id="{05A01D70-CD91-4CD1-82D3-D19167303F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54" y="2708"/>
                    <a:ext cx="4" cy="166"/>
                  </a:xfrm>
                  <a:custGeom>
                    <a:avLst/>
                    <a:gdLst>
                      <a:gd name="T0" fmla="*/ 4 w 4"/>
                      <a:gd name="T1" fmla="*/ 0 h 166"/>
                      <a:gd name="T2" fmla="*/ 0 w 4"/>
                      <a:gd name="T3" fmla="*/ 166 h 166"/>
                      <a:gd name="T4" fmla="*/ 0 60000 65536"/>
                      <a:gd name="T5" fmla="*/ 0 60000 65536"/>
                      <a:gd name="T6" fmla="*/ 0 w 4"/>
                      <a:gd name="T7" fmla="*/ 0 h 166"/>
                      <a:gd name="T8" fmla="*/ 4 w 4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166">
                        <a:moveTo>
                          <a:pt x="4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02" name="Freeform 133">
                    <a:extLst>
                      <a:ext uri="{FF2B5EF4-FFF2-40B4-BE49-F238E27FC236}">
                        <a16:creationId xmlns:a16="http://schemas.microsoft.com/office/drawing/2014/main" id="{8471DA03-D33B-4612-88CF-1335AC0300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06" y="2708"/>
                    <a:ext cx="2" cy="175"/>
                  </a:xfrm>
                  <a:custGeom>
                    <a:avLst/>
                    <a:gdLst>
                      <a:gd name="T0" fmla="*/ 2 w 2"/>
                      <a:gd name="T1" fmla="*/ 0 h 175"/>
                      <a:gd name="T2" fmla="*/ 0 w 2"/>
                      <a:gd name="T3" fmla="*/ 175 h 175"/>
                      <a:gd name="T4" fmla="*/ 0 60000 65536"/>
                      <a:gd name="T5" fmla="*/ 0 60000 65536"/>
                      <a:gd name="T6" fmla="*/ 0 w 2"/>
                      <a:gd name="T7" fmla="*/ 0 h 175"/>
                      <a:gd name="T8" fmla="*/ 2 w 2"/>
                      <a:gd name="T9" fmla="*/ 175 h 17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" h="175">
                        <a:moveTo>
                          <a:pt x="2" y="0"/>
                        </a:moveTo>
                        <a:lnTo>
                          <a:pt x="0" y="17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03" name="Freeform 134">
                    <a:extLst>
                      <a:ext uri="{FF2B5EF4-FFF2-40B4-BE49-F238E27FC236}">
                        <a16:creationId xmlns:a16="http://schemas.microsoft.com/office/drawing/2014/main" id="{F43EE4D2-BF8D-4EDC-831C-58925A38DF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60" y="2697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04" name="Freeform 135">
                    <a:extLst>
                      <a:ext uri="{FF2B5EF4-FFF2-40B4-BE49-F238E27FC236}">
                        <a16:creationId xmlns:a16="http://schemas.microsoft.com/office/drawing/2014/main" id="{A46DBC67-9DC0-499C-BE5F-741E2CE6A7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" y="1480"/>
                    <a:ext cx="4422" cy="1"/>
                  </a:xfrm>
                  <a:custGeom>
                    <a:avLst/>
                    <a:gdLst>
                      <a:gd name="T0" fmla="*/ 0 w 4422"/>
                      <a:gd name="T1" fmla="*/ 1 h 1"/>
                      <a:gd name="T2" fmla="*/ 4422 w 4422"/>
                      <a:gd name="T3" fmla="*/ 0 h 1"/>
                      <a:gd name="T4" fmla="*/ 0 60000 65536"/>
                      <a:gd name="T5" fmla="*/ 0 60000 65536"/>
                      <a:gd name="T6" fmla="*/ 0 w 4422"/>
                      <a:gd name="T7" fmla="*/ 0 h 1"/>
                      <a:gd name="T8" fmla="*/ 4422 w 442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22" h="1">
                        <a:moveTo>
                          <a:pt x="0" y="1"/>
                        </a:moveTo>
                        <a:lnTo>
                          <a:pt x="442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05" name="Line 136">
                    <a:extLst>
                      <a:ext uri="{FF2B5EF4-FFF2-40B4-BE49-F238E27FC236}">
                        <a16:creationId xmlns:a16="http://schemas.microsoft.com/office/drawing/2014/main" id="{60E23B15-D719-457F-9AB4-C6D30846AB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9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06" name="Line 137">
                    <a:extLst>
                      <a:ext uri="{FF2B5EF4-FFF2-40B4-BE49-F238E27FC236}">
                        <a16:creationId xmlns:a16="http://schemas.microsoft.com/office/drawing/2014/main" id="{1A11E4AA-460C-44E0-A49A-8E654EFA75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6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07" name="Line 138">
                    <a:extLst>
                      <a:ext uri="{FF2B5EF4-FFF2-40B4-BE49-F238E27FC236}">
                        <a16:creationId xmlns:a16="http://schemas.microsoft.com/office/drawing/2014/main" id="{14DEE768-7635-450D-B159-084DBCFDD19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4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08" name="Line 139">
                    <a:extLst>
                      <a:ext uri="{FF2B5EF4-FFF2-40B4-BE49-F238E27FC236}">
                        <a16:creationId xmlns:a16="http://schemas.microsoft.com/office/drawing/2014/main" id="{94D124A9-43A3-482B-A5E9-98D449AD5E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20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09" name="Line 140">
                    <a:extLst>
                      <a:ext uri="{FF2B5EF4-FFF2-40B4-BE49-F238E27FC236}">
                        <a16:creationId xmlns:a16="http://schemas.microsoft.com/office/drawing/2014/main" id="{0F5F2240-162F-4BAC-8417-971A087591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96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10" name="Line 141">
                    <a:extLst>
                      <a:ext uri="{FF2B5EF4-FFF2-40B4-BE49-F238E27FC236}">
                        <a16:creationId xmlns:a16="http://schemas.microsoft.com/office/drawing/2014/main" id="{7E108E69-CEF5-4F23-9010-B5A3D26C24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7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11" name="Line 142">
                    <a:extLst>
                      <a:ext uri="{FF2B5EF4-FFF2-40B4-BE49-F238E27FC236}">
                        <a16:creationId xmlns:a16="http://schemas.microsoft.com/office/drawing/2014/main" id="{FC117E42-3AB4-4697-A6C4-D908186E84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4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12" name="Line 143">
                    <a:extLst>
                      <a:ext uri="{FF2B5EF4-FFF2-40B4-BE49-F238E27FC236}">
                        <a16:creationId xmlns:a16="http://schemas.microsoft.com/office/drawing/2014/main" id="{A8B93B45-66D9-4A77-92A6-C15306CC02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2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13" name="Freeform 144">
                    <a:extLst>
                      <a:ext uri="{FF2B5EF4-FFF2-40B4-BE49-F238E27FC236}">
                        <a16:creationId xmlns:a16="http://schemas.microsoft.com/office/drawing/2014/main" id="{8D13BFC0-1A5B-4E0A-BD02-4F78B5163D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" y="2056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14" name="Line 145">
                    <a:extLst>
                      <a:ext uri="{FF2B5EF4-FFF2-40B4-BE49-F238E27FC236}">
                        <a16:creationId xmlns:a16="http://schemas.microsoft.com/office/drawing/2014/main" id="{DBB2A40C-EB4D-4323-8943-698C16E5AF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9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15" name="Line 146">
                    <a:extLst>
                      <a:ext uri="{FF2B5EF4-FFF2-40B4-BE49-F238E27FC236}">
                        <a16:creationId xmlns:a16="http://schemas.microsoft.com/office/drawing/2014/main" id="{88B9DBE7-236C-4DA0-9796-5B330C777D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6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16" name="Line 147">
                    <a:extLst>
                      <a:ext uri="{FF2B5EF4-FFF2-40B4-BE49-F238E27FC236}">
                        <a16:creationId xmlns:a16="http://schemas.microsoft.com/office/drawing/2014/main" id="{F6CEE906-75C8-4141-BC72-7B09F80CD4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4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17" name="Line 148">
                    <a:extLst>
                      <a:ext uri="{FF2B5EF4-FFF2-40B4-BE49-F238E27FC236}">
                        <a16:creationId xmlns:a16="http://schemas.microsoft.com/office/drawing/2014/main" id="{B273FBE2-AB6C-4F80-8437-A86FC8705C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20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18" name="Line 149">
                    <a:extLst>
                      <a:ext uri="{FF2B5EF4-FFF2-40B4-BE49-F238E27FC236}">
                        <a16:creationId xmlns:a16="http://schemas.microsoft.com/office/drawing/2014/main" id="{84CECD2D-4B62-48E6-B371-2D0686A933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96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19" name="Line 150">
                    <a:extLst>
                      <a:ext uri="{FF2B5EF4-FFF2-40B4-BE49-F238E27FC236}">
                        <a16:creationId xmlns:a16="http://schemas.microsoft.com/office/drawing/2014/main" id="{92F6A31C-1CA6-45DF-8F4F-EDED1E1394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7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20" name="Line 151">
                    <a:extLst>
                      <a:ext uri="{FF2B5EF4-FFF2-40B4-BE49-F238E27FC236}">
                        <a16:creationId xmlns:a16="http://schemas.microsoft.com/office/drawing/2014/main" id="{F7F5E164-E585-4A64-95F9-271E75E443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4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21" name="Line 152">
                    <a:extLst>
                      <a:ext uri="{FF2B5EF4-FFF2-40B4-BE49-F238E27FC236}">
                        <a16:creationId xmlns:a16="http://schemas.microsoft.com/office/drawing/2014/main" id="{F6B6064A-50EE-419D-B2AA-256A26088F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2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22" name="Freeform 153">
                    <a:extLst>
                      <a:ext uri="{FF2B5EF4-FFF2-40B4-BE49-F238E27FC236}">
                        <a16:creationId xmlns:a16="http://schemas.microsoft.com/office/drawing/2014/main" id="{9D123FF0-8DF1-4744-ABCC-57407CB802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9" y="2879"/>
                    <a:ext cx="3860" cy="1"/>
                  </a:xfrm>
                  <a:custGeom>
                    <a:avLst/>
                    <a:gdLst>
                      <a:gd name="T0" fmla="*/ 0 w 3860"/>
                      <a:gd name="T1" fmla="*/ 1 h 1"/>
                      <a:gd name="T2" fmla="*/ 3860 w 3860"/>
                      <a:gd name="T3" fmla="*/ 0 h 1"/>
                      <a:gd name="T4" fmla="*/ 0 60000 65536"/>
                      <a:gd name="T5" fmla="*/ 0 60000 65536"/>
                      <a:gd name="T6" fmla="*/ 0 w 3860"/>
                      <a:gd name="T7" fmla="*/ 0 h 1"/>
                      <a:gd name="T8" fmla="*/ 3860 w 386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60" h="1">
                        <a:moveTo>
                          <a:pt x="0" y="1"/>
                        </a:moveTo>
                        <a:lnTo>
                          <a:pt x="38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23" name="Freeform 154">
                    <a:extLst>
                      <a:ext uri="{FF2B5EF4-FFF2-40B4-BE49-F238E27FC236}">
                        <a16:creationId xmlns:a16="http://schemas.microsoft.com/office/drawing/2014/main" id="{DD4C4644-4D40-498A-AB97-C2C08DC216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2" y="3209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24" name="Rectangle 155">
                    <a:extLst>
                      <a:ext uri="{FF2B5EF4-FFF2-40B4-BE49-F238E27FC236}">
                        <a16:creationId xmlns:a16="http://schemas.microsoft.com/office/drawing/2014/main" id="{F331E2BA-EC1A-4A21-9DBC-A2B6EDC744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4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25" name="Text Box 156">
                    <a:extLst>
                      <a:ext uri="{FF2B5EF4-FFF2-40B4-BE49-F238E27FC236}">
                        <a16:creationId xmlns:a16="http://schemas.microsoft.com/office/drawing/2014/main" id="{FB6FED10-9E0E-4A80-9385-31305CA992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7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1226" name="Freeform 157">
                    <a:extLst>
                      <a:ext uri="{FF2B5EF4-FFF2-40B4-BE49-F238E27FC236}">
                        <a16:creationId xmlns:a16="http://schemas.microsoft.com/office/drawing/2014/main" id="{FA766298-B073-482D-B73B-F56CDABA29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02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27" name="Freeform 158">
                    <a:extLst>
                      <a:ext uri="{FF2B5EF4-FFF2-40B4-BE49-F238E27FC236}">
                        <a16:creationId xmlns:a16="http://schemas.microsoft.com/office/drawing/2014/main" id="{1B90F5E6-4863-49FA-96AA-9BA693F92C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13" y="1211"/>
                    <a:ext cx="169" cy="1469"/>
                  </a:xfrm>
                  <a:custGeom>
                    <a:avLst/>
                    <a:gdLst>
                      <a:gd name="T0" fmla="*/ 169 w 169"/>
                      <a:gd name="T1" fmla="*/ 1468 h 1469"/>
                      <a:gd name="T2" fmla="*/ 0 w 169"/>
                      <a:gd name="T3" fmla="*/ 1469 h 1469"/>
                      <a:gd name="T4" fmla="*/ 1 w 169"/>
                      <a:gd name="T5" fmla="*/ 0 h 1469"/>
                      <a:gd name="T6" fmla="*/ 105 w 16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9"/>
                      <a:gd name="T13" fmla="*/ 0 h 1469"/>
                      <a:gd name="T14" fmla="*/ 169 w 16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9" h="1469">
                        <a:moveTo>
                          <a:pt x="169" y="1468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28" name="Freeform 159">
                    <a:extLst>
                      <a:ext uri="{FF2B5EF4-FFF2-40B4-BE49-F238E27FC236}">
                        <a16:creationId xmlns:a16="http://schemas.microsoft.com/office/drawing/2014/main" id="{F0CEBC91-381A-479D-BFCF-DEC9573EAA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67" y="1211"/>
                    <a:ext cx="141" cy="1466"/>
                  </a:xfrm>
                  <a:custGeom>
                    <a:avLst/>
                    <a:gdLst>
                      <a:gd name="T0" fmla="*/ 38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38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29" name="Freeform 160">
                    <a:extLst>
                      <a:ext uri="{FF2B5EF4-FFF2-40B4-BE49-F238E27FC236}">
                        <a16:creationId xmlns:a16="http://schemas.microsoft.com/office/drawing/2014/main" id="{398929CE-6826-4704-82EF-BE3DE16D3D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08" y="1211"/>
                    <a:ext cx="155" cy="1467"/>
                  </a:xfrm>
                  <a:custGeom>
                    <a:avLst/>
                    <a:gdLst>
                      <a:gd name="T0" fmla="*/ 155 w 155"/>
                      <a:gd name="T1" fmla="*/ 1467 h 1467"/>
                      <a:gd name="T2" fmla="*/ 3 w 155"/>
                      <a:gd name="T3" fmla="*/ 1467 h 1467"/>
                      <a:gd name="T4" fmla="*/ 0 w 155"/>
                      <a:gd name="T5" fmla="*/ 1 h 1467"/>
                      <a:gd name="T6" fmla="*/ 89 w 155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7"/>
                      <a:gd name="T14" fmla="*/ 155 w 155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7">
                        <a:moveTo>
                          <a:pt x="155" y="1467"/>
                        </a:moveTo>
                        <a:lnTo>
                          <a:pt x="3" y="1467"/>
                        </a:lnTo>
                        <a:lnTo>
                          <a:pt x="0" y="1"/>
                        </a:lnTo>
                        <a:lnTo>
                          <a:pt x="8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30" name="Freeform 161">
                    <a:extLst>
                      <a:ext uri="{FF2B5EF4-FFF2-40B4-BE49-F238E27FC236}">
                        <a16:creationId xmlns:a16="http://schemas.microsoft.com/office/drawing/2014/main" id="{1BAAD2E8-E9F5-4161-9962-F2BD3D45DF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57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4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4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31" name="Freeform 162">
                    <a:extLst>
                      <a:ext uri="{FF2B5EF4-FFF2-40B4-BE49-F238E27FC236}">
                        <a16:creationId xmlns:a16="http://schemas.microsoft.com/office/drawing/2014/main" id="{F0ADE86E-2A6A-4C07-B368-614C3FC088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87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77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32" name="Freeform 163">
                    <a:extLst>
                      <a:ext uri="{FF2B5EF4-FFF2-40B4-BE49-F238E27FC236}">
                        <a16:creationId xmlns:a16="http://schemas.microsoft.com/office/drawing/2014/main" id="{71CA3568-3359-4B8D-86F6-ED3074BA40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0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33" name="Freeform 164">
                    <a:extLst>
                      <a:ext uri="{FF2B5EF4-FFF2-40B4-BE49-F238E27FC236}">
                        <a16:creationId xmlns:a16="http://schemas.microsoft.com/office/drawing/2014/main" id="{EB502540-2774-4D38-A215-1F54AD1D9A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1209"/>
                    <a:ext cx="155" cy="1469"/>
                  </a:xfrm>
                  <a:custGeom>
                    <a:avLst/>
                    <a:gdLst>
                      <a:gd name="T0" fmla="*/ 155 w 155"/>
                      <a:gd name="T1" fmla="*/ 1469 h 1469"/>
                      <a:gd name="T2" fmla="*/ 3 w 155"/>
                      <a:gd name="T3" fmla="*/ 1469 h 1469"/>
                      <a:gd name="T4" fmla="*/ 0 w 155"/>
                      <a:gd name="T5" fmla="*/ 0 h 1469"/>
                      <a:gd name="T6" fmla="*/ 103 w 155"/>
                      <a:gd name="T7" fmla="*/ 2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9"/>
                      <a:gd name="T14" fmla="*/ 155 w 155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9">
                        <a:moveTo>
                          <a:pt x="155" y="1469"/>
                        </a:moveTo>
                        <a:lnTo>
                          <a:pt x="3" y="1469"/>
                        </a:lnTo>
                        <a:lnTo>
                          <a:pt x="0" y="0"/>
                        </a:lnTo>
                        <a:lnTo>
                          <a:pt x="103" y="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34" name="Freeform 165">
                    <a:extLst>
                      <a:ext uri="{FF2B5EF4-FFF2-40B4-BE49-F238E27FC236}">
                        <a16:creationId xmlns:a16="http://schemas.microsoft.com/office/drawing/2014/main" id="{EC1206E8-B218-41A3-91A8-48CF0165A6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10" y="1211"/>
                    <a:ext cx="141" cy="1466"/>
                  </a:xfrm>
                  <a:custGeom>
                    <a:avLst/>
                    <a:gdLst>
                      <a:gd name="T0" fmla="*/ 42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42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35" name="Freeform 166">
                    <a:extLst>
                      <a:ext uri="{FF2B5EF4-FFF2-40B4-BE49-F238E27FC236}">
                        <a16:creationId xmlns:a16="http://schemas.microsoft.com/office/drawing/2014/main" id="{58022ACA-B9B8-4D64-B6F5-3F970919A3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9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103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103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36" name="Freeform 167">
                    <a:extLst>
                      <a:ext uri="{FF2B5EF4-FFF2-40B4-BE49-F238E27FC236}">
                        <a16:creationId xmlns:a16="http://schemas.microsoft.com/office/drawing/2014/main" id="{A0348C43-4C26-4405-8453-EB2C5122E6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0" y="1211"/>
                    <a:ext cx="147" cy="1466"/>
                  </a:xfrm>
                  <a:custGeom>
                    <a:avLst/>
                    <a:gdLst>
                      <a:gd name="T0" fmla="*/ 51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51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37" name="Freeform 168">
                    <a:extLst>
                      <a:ext uri="{FF2B5EF4-FFF2-40B4-BE49-F238E27FC236}">
                        <a16:creationId xmlns:a16="http://schemas.microsoft.com/office/drawing/2014/main" id="{B7311E26-305F-4E9A-A982-796D5BA12B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9" y="1211"/>
                    <a:ext cx="158" cy="1467"/>
                  </a:xfrm>
                  <a:custGeom>
                    <a:avLst/>
                    <a:gdLst>
                      <a:gd name="T0" fmla="*/ 158 w 158"/>
                      <a:gd name="T1" fmla="*/ 1467 h 1467"/>
                      <a:gd name="T2" fmla="*/ 0 w 158"/>
                      <a:gd name="T3" fmla="*/ 1467 h 1467"/>
                      <a:gd name="T4" fmla="*/ 0 w 158"/>
                      <a:gd name="T5" fmla="*/ 0 h 1467"/>
                      <a:gd name="T6" fmla="*/ 95 w 158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8"/>
                      <a:gd name="T13" fmla="*/ 0 h 1467"/>
                      <a:gd name="T14" fmla="*/ 158 w 158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8" h="1467">
                        <a:moveTo>
                          <a:pt x="158" y="1467"/>
                        </a:moveTo>
                        <a:lnTo>
                          <a:pt x="0" y="1467"/>
                        </a:lnTo>
                        <a:lnTo>
                          <a:pt x="0" y="0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38" name="Freeform 169">
                    <a:extLst>
                      <a:ext uri="{FF2B5EF4-FFF2-40B4-BE49-F238E27FC236}">
                        <a16:creationId xmlns:a16="http://schemas.microsoft.com/office/drawing/2014/main" id="{7115E3F7-3DC3-49EC-A92C-2C08B7C9A8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861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39" name="Freeform 170">
                    <a:extLst>
                      <a:ext uri="{FF2B5EF4-FFF2-40B4-BE49-F238E27FC236}">
                        <a16:creationId xmlns:a16="http://schemas.microsoft.com/office/drawing/2014/main" id="{3DA2A377-0AA0-48EC-A573-89EAE99B5B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9" y="1211"/>
                    <a:ext cx="159" cy="1469"/>
                  </a:xfrm>
                  <a:custGeom>
                    <a:avLst/>
                    <a:gdLst>
                      <a:gd name="T0" fmla="*/ 159 w 159"/>
                      <a:gd name="T1" fmla="*/ 1467 h 1469"/>
                      <a:gd name="T2" fmla="*/ 0 w 159"/>
                      <a:gd name="T3" fmla="*/ 1469 h 1469"/>
                      <a:gd name="T4" fmla="*/ 1 w 159"/>
                      <a:gd name="T5" fmla="*/ 0 h 1469"/>
                      <a:gd name="T6" fmla="*/ 104 w 15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9"/>
                      <a:gd name="T13" fmla="*/ 0 h 1469"/>
                      <a:gd name="T14" fmla="*/ 159 w 15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9" h="1469">
                        <a:moveTo>
                          <a:pt x="159" y="1467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4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40" name="Freeform 171">
                    <a:extLst>
                      <a:ext uri="{FF2B5EF4-FFF2-40B4-BE49-F238E27FC236}">
                        <a16:creationId xmlns:a16="http://schemas.microsoft.com/office/drawing/2014/main" id="{1516A41C-A767-424A-BAD6-DCD4E9B8C0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17" y="1211"/>
                    <a:ext cx="147" cy="1466"/>
                  </a:xfrm>
                  <a:custGeom>
                    <a:avLst/>
                    <a:gdLst>
                      <a:gd name="T0" fmla="*/ 47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47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41" name="Freeform 172">
                    <a:extLst>
                      <a:ext uri="{FF2B5EF4-FFF2-40B4-BE49-F238E27FC236}">
                        <a16:creationId xmlns:a16="http://schemas.microsoft.com/office/drawing/2014/main" id="{29E1F211-F426-4067-919B-909306704F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5" y="2738"/>
                    <a:ext cx="730" cy="660"/>
                  </a:xfrm>
                  <a:custGeom>
                    <a:avLst/>
                    <a:gdLst>
                      <a:gd name="T0" fmla="*/ 160 w 730"/>
                      <a:gd name="T1" fmla="*/ 4 h 660"/>
                      <a:gd name="T2" fmla="*/ 0 w 730"/>
                      <a:gd name="T3" fmla="*/ 3 h 660"/>
                      <a:gd name="T4" fmla="*/ 0 w 730"/>
                      <a:gd name="T5" fmla="*/ 660 h 660"/>
                      <a:gd name="T6" fmla="*/ 558 w 730"/>
                      <a:gd name="T7" fmla="*/ 657 h 660"/>
                      <a:gd name="T8" fmla="*/ 558 w 730"/>
                      <a:gd name="T9" fmla="*/ 0 h 660"/>
                      <a:gd name="T10" fmla="*/ 730 w 730"/>
                      <a:gd name="T11" fmla="*/ 1 h 66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30"/>
                      <a:gd name="T19" fmla="*/ 0 h 660"/>
                      <a:gd name="T20" fmla="*/ 730 w 730"/>
                      <a:gd name="T21" fmla="*/ 660 h 660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30" h="660">
                        <a:moveTo>
                          <a:pt x="160" y="4"/>
                        </a:moveTo>
                        <a:lnTo>
                          <a:pt x="0" y="3"/>
                        </a:lnTo>
                        <a:lnTo>
                          <a:pt x="0" y="660"/>
                        </a:lnTo>
                        <a:lnTo>
                          <a:pt x="558" y="657"/>
                        </a:lnTo>
                        <a:lnTo>
                          <a:pt x="558" y="0"/>
                        </a:lnTo>
                        <a:lnTo>
                          <a:pt x="730" y="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42" name="Freeform 173">
                    <a:extLst>
                      <a:ext uri="{FF2B5EF4-FFF2-40B4-BE49-F238E27FC236}">
                        <a16:creationId xmlns:a16="http://schemas.microsoft.com/office/drawing/2014/main" id="{1F84951D-8105-4DBF-8CFB-3D0415740E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07" y="2744"/>
                    <a:ext cx="729" cy="658"/>
                  </a:xfrm>
                  <a:custGeom>
                    <a:avLst/>
                    <a:gdLst>
                      <a:gd name="T0" fmla="*/ 153 w 729"/>
                      <a:gd name="T1" fmla="*/ 0 h 658"/>
                      <a:gd name="T2" fmla="*/ 0 w 729"/>
                      <a:gd name="T3" fmla="*/ 0 h 658"/>
                      <a:gd name="T4" fmla="*/ 0 w 729"/>
                      <a:gd name="T5" fmla="*/ 657 h 658"/>
                      <a:gd name="T6" fmla="*/ 583 w 729"/>
                      <a:gd name="T7" fmla="*/ 658 h 658"/>
                      <a:gd name="T8" fmla="*/ 582 w 729"/>
                      <a:gd name="T9" fmla="*/ 3 h 658"/>
                      <a:gd name="T10" fmla="*/ 729 w 729"/>
                      <a:gd name="T11" fmla="*/ 3 h 65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8"/>
                      <a:gd name="T20" fmla="*/ 729 w 729"/>
                      <a:gd name="T21" fmla="*/ 658 h 65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8">
                        <a:moveTo>
                          <a:pt x="153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83" y="658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43" name="Freeform 174">
                    <a:extLst>
                      <a:ext uri="{FF2B5EF4-FFF2-40B4-BE49-F238E27FC236}">
                        <a16:creationId xmlns:a16="http://schemas.microsoft.com/office/drawing/2014/main" id="{6982FDB7-EF16-435C-B6B6-8D032429F1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56" y="2744"/>
                    <a:ext cx="729" cy="657"/>
                  </a:xfrm>
                  <a:custGeom>
                    <a:avLst/>
                    <a:gdLst>
                      <a:gd name="T0" fmla="*/ 158 w 729"/>
                      <a:gd name="T1" fmla="*/ 0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58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44" name="Freeform 175">
                    <a:extLst>
                      <a:ext uri="{FF2B5EF4-FFF2-40B4-BE49-F238E27FC236}">
                        <a16:creationId xmlns:a16="http://schemas.microsoft.com/office/drawing/2014/main" id="{38D472D6-77BC-4DD3-8D3C-38E3D1DD72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2744"/>
                    <a:ext cx="729" cy="657"/>
                  </a:xfrm>
                  <a:custGeom>
                    <a:avLst/>
                    <a:gdLst>
                      <a:gd name="T0" fmla="*/ 161 w 729"/>
                      <a:gd name="T1" fmla="*/ 2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61" y="2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45" name="Freeform 176">
                    <a:extLst>
                      <a:ext uri="{FF2B5EF4-FFF2-40B4-BE49-F238E27FC236}">
                        <a16:creationId xmlns:a16="http://schemas.microsoft.com/office/drawing/2014/main" id="{90356B4A-58C7-4582-88BB-9973515CA4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00" y="2735"/>
                    <a:ext cx="708" cy="571"/>
                  </a:xfrm>
                  <a:custGeom>
                    <a:avLst/>
                    <a:gdLst>
                      <a:gd name="T0" fmla="*/ 0 w 708"/>
                      <a:gd name="T1" fmla="*/ 0 h 571"/>
                      <a:gd name="T2" fmla="*/ 132 w 708"/>
                      <a:gd name="T3" fmla="*/ 0 h 571"/>
                      <a:gd name="T4" fmla="*/ 133 w 708"/>
                      <a:gd name="T5" fmla="*/ 571 h 571"/>
                      <a:gd name="T6" fmla="*/ 708 w 708"/>
                      <a:gd name="T7" fmla="*/ 570 h 571"/>
                      <a:gd name="T8" fmla="*/ 708 w 708"/>
                      <a:gd name="T9" fmla="*/ 9 h 571"/>
                      <a:gd name="T10" fmla="*/ 573 w 708"/>
                      <a:gd name="T11" fmla="*/ 9 h 57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08"/>
                      <a:gd name="T19" fmla="*/ 0 h 571"/>
                      <a:gd name="T20" fmla="*/ 708 w 708"/>
                      <a:gd name="T21" fmla="*/ 571 h 57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08" h="571">
                        <a:moveTo>
                          <a:pt x="0" y="0"/>
                        </a:moveTo>
                        <a:lnTo>
                          <a:pt x="132" y="0"/>
                        </a:lnTo>
                        <a:lnTo>
                          <a:pt x="133" y="571"/>
                        </a:lnTo>
                        <a:lnTo>
                          <a:pt x="708" y="570"/>
                        </a:lnTo>
                        <a:lnTo>
                          <a:pt x="708" y="9"/>
                        </a:lnTo>
                        <a:lnTo>
                          <a:pt x="573" y="9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46" name="Freeform 177">
                    <a:extLst>
                      <a:ext uri="{FF2B5EF4-FFF2-40B4-BE49-F238E27FC236}">
                        <a16:creationId xmlns:a16="http://schemas.microsoft.com/office/drawing/2014/main" id="{B59F2FF0-0944-40AA-AB94-324BCA2775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52" y="2735"/>
                    <a:ext cx="726" cy="567"/>
                  </a:xfrm>
                  <a:custGeom>
                    <a:avLst/>
                    <a:gdLst>
                      <a:gd name="T0" fmla="*/ 0 w 726"/>
                      <a:gd name="T1" fmla="*/ 0 h 567"/>
                      <a:gd name="T2" fmla="*/ 148 w 726"/>
                      <a:gd name="T3" fmla="*/ 1 h 567"/>
                      <a:gd name="T4" fmla="*/ 147 w 726"/>
                      <a:gd name="T5" fmla="*/ 567 h 567"/>
                      <a:gd name="T6" fmla="*/ 726 w 726"/>
                      <a:gd name="T7" fmla="*/ 567 h 567"/>
                      <a:gd name="T8" fmla="*/ 726 w 726"/>
                      <a:gd name="T9" fmla="*/ 6 h 567"/>
                      <a:gd name="T10" fmla="*/ 579 w 726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6"/>
                      <a:gd name="T19" fmla="*/ 0 h 567"/>
                      <a:gd name="T20" fmla="*/ 726 w 726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6" h="567">
                        <a:moveTo>
                          <a:pt x="0" y="0"/>
                        </a:moveTo>
                        <a:lnTo>
                          <a:pt x="148" y="1"/>
                        </a:lnTo>
                        <a:lnTo>
                          <a:pt x="147" y="567"/>
                        </a:lnTo>
                        <a:lnTo>
                          <a:pt x="726" y="567"/>
                        </a:lnTo>
                        <a:lnTo>
                          <a:pt x="726" y="6"/>
                        </a:lnTo>
                        <a:lnTo>
                          <a:pt x="579" y="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47" name="Freeform 178">
                    <a:extLst>
                      <a:ext uri="{FF2B5EF4-FFF2-40B4-BE49-F238E27FC236}">
                        <a16:creationId xmlns:a16="http://schemas.microsoft.com/office/drawing/2014/main" id="{4743A826-1A8A-4C67-8BAE-9FC9E05C7C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04" y="2738"/>
                    <a:ext cx="714" cy="567"/>
                  </a:xfrm>
                  <a:custGeom>
                    <a:avLst/>
                    <a:gdLst>
                      <a:gd name="T0" fmla="*/ 0 w 714"/>
                      <a:gd name="T1" fmla="*/ 0 h 567"/>
                      <a:gd name="T2" fmla="*/ 136 w 714"/>
                      <a:gd name="T3" fmla="*/ 1 h 567"/>
                      <a:gd name="T4" fmla="*/ 135 w 714"/>
                      <a:gd name="T5" fmla="*/ 567 h 567"/>
                      <a:gd name="T6" fmla="*/ 714 w 714"/>
                      <a:gd name="T7" fmla="*/ 567 h 567"/>
                      <a:gd name="T8" fmla="*/ 714 w 714"/>
                      <a:gd name="T9" fmla="*/ 6 h 567"/>
                      <a:gd name="T10" fmla="*/ 576 w 714"/>
                      <a:gd name="T11" fmla="*/ 5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4"/>
                      <a:gd name="T19" fmla="*/ 0 h 567"/>
                      <a:gd name="T20" fmla="*/ 714 w 714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4" h="567">
                        <a:moveTo>
                          <a:pt x="0" y="0"/>
                        </a:moveTo>
                        <a:lnTo>
                          <a:pt x="136" y="1"/>
                        </a:lnTo>
                        <a:lnTo>
                          <a:pt x="135" y="567"/>
                        </a:lnTo>
                        <a:lnTo>
                          <a:pt x="714" y="567"/>
                        </a:lnTo>
                        <a:lnTo>
                          <a:pt x="714" y="6"/>
                        </a:lnTo>
                        <a:lnTo>
                          <a:pt x="576" y="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48" name="Freeform 179">
                    <a:extLst>
                      <a:ext uri="{FF2B5EF4-FFF2-40B4-BE49-F238E27FC236}">
                        <a16:creationId xmlns:a16="http://schemas.microsoft.com/office/drawing/2014/main" id="{B8207CD5-7EF9-481D-A772-AB37944A4A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859" y="2738"/>
                    <a:ext cx="711" cy="567"/>
                  </a:xfrm>
                  <a:custGeom>
                    <a:avLst/>
                    <a:gdLst>
                      <a:gd name="T0" fmla="*/ 0 w 711"/>
                      <a:gd name="T1" fmla="*/ 0 h 567"/>
                      <a:gd name="T2" fmla="*/ 130 w 711"/>
                      <a:gd name="T3" fmla="*/ 1 h 567"/>
                      <a:gd name="T4" fmla="*/ 132 w 711"/>
                      <a:gd name="T5" fmla="*/ 567 h 567"/>
                      <a:gd name="T6" fmla="*/ 711 w 711"/>
                      <a:gd name="T7" fmla="*/ 567 h 567"/>
                      <a:gd name="T8" fmla="*/ 711 w 711"/>
                      <a:gd name="T9" fmla="*/ 6 h 567"/>
                      <a:gd name="T10" fmla="*/ 564 w 711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1"/>
                      <a:gd name="T19" fmla="*/ 0 h 567"/>
                      <a:gd name="T20" fmla="*/ 711 w 711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1" h="567">
                        <a:moveTo>
                          <a:pt x="0" y="0"/>
                        </a:moveTo>
                        <a:lnTo>
                          <a:pt x="130" y="1"/>
                        </a:lnTo>
                        <a:lnTo>
                          <a:pt x="132" y="567"/>
                        </a:lnTo>
                        <a:lnTo>
                          <a:pt x="711" y="567"/>
                        </a:lnTo>
                        <a:lnTo>
                          <a:pt x="711" y="6"/>
                        </a:lnTo>
                        <a:lnTo>
                          <a:pt x="564" y="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49" name="Freeform 180">
                    <a:extLst>
                      <a:ext uri="{FF2B5EF4-FFF2-40B4-BE49-F238E27FC236}">
                        <a16:creationId xmlns:a16="http://schemas.microsoft.com/office/drawing/2014/main" id="{3EC90C0A-BA9A-445E-A8B9-4B14D6AB17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22" y="3398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50" name="Freeform 181">
                    <a:extLst>
                      <a:ext uri="{FF2B5EF4-FFF2-40B4-BE49-F238E27FC236}">
                        <a16:creationId xmlns:a16="http://schemas.microsoft.com/office/drawing/2014/main" id="{430015DE-FD13-4492-A43A-574F1A939E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1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51" name="Freeform 182">
                    <a:extLst>
                      <a:ext uri="{FF2B5EF4-FFF2-40B4-BE49-F238E27FC236}">
                        <a16:creationId xmlns:a16="http://schemas.microsoft.com/office/drawing/2014/main" id="{DF59CEAC-CE25-490D-8092-706F6638A5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3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52" name="Freeform 183">
                    <a:extLst>
                      <a:ext uri="{FF2B5EF4-FFF2-40B4-BE49-F238E27FC236}">
                        <a16:creationId xmlns:a16="http://schemas.microsoft.com/office/drawing/2014/main" id="{263C1E16-D7EE-4E9B-B0D9-7DDAEADBA6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95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53" name="Freeform 184">
                    <a:extLst>
                      <a:ext uri="{FF2B5EF4-FFF2-40B4-BE49-F238E27FC236}">
                        <a16:creationId xmlns:a16="http://schemas.microsoft.com/office/drawing/2014/main" id="{96F5CA94-B461-46CD-9056-33052F7274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6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54" name="Freeform 185">
                    <a:extLst>
                      <a:ext uri="{FF2B5EF4-FFF2-40B4-BE49-F238E27FC236}">
                        <a16:creationId xmlns:a16="http://schemas.microsoft.com/office/drawing/2014/main" id="{F637E05A-7E70-4077-9603-1143461796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4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55" name="Freeform 186">
                    <a:extLst>
                      <a:ext uri="{FF2B5EF4-FFF2-40B4-BE49-F238E27FC236}">
                        <a16:creationId xmlns:a16="http://schemas.microsoft.com/office/drawing/2014/main" id="{AE87E5AD-197C-471E-8B70-754D954172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2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56" name="Freeform 187">
                    <a:extLst>
                      <a:ext uri="{FF2B5EF4-FFF2-40B4-BE49-F238E27FC236}">
                        <a16:creationId xmlns:a16="http://schemas.microsoft.com/office/drawing/2014/main" id="{4EF671C3-F60A-417A-B077-ACD24B2BE0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19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57" name="Freeform 188">
                    <a:extLst>
                      <a:ext uri="{FF2B5EF4-FFF2-40B4-BE49-F238E27FC236}">
                        <a16:creationId xmlns:a16="http://schemas.microsoft.com/office/drawing/2014/main" id="{14CD948E-AD37-4FF6-85F2-6F18434E60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6" y="4025"/>
                    <a:ext cx="4317" cy="1"/>
                  </a:xfrm>
                  <a:custGeom>
                    <a:avLst/>
                    <a:gdLst>
                      <a:gd name="T0" fmla="*/ 0 w 4317"/>
                      <a:gd name="T1" fmla="*/ 0 h 1"/>
                      <a:gd name="T2" fmla="*/ 4317 w 4317"/>
                      <a:gd name="T3" fmla="*/ 0 h 1"/>
                      <a:gd name="T4" fmla="*/ 0 60000 65536"/>
                      <a:gd name="T5" fmla="*/ 0 60000 65536"/>
                      <a:gd name="T6" fmla="*/ 0 w 4317"/>
                      <a:gd name="T7" fmla="*/ 0 h 1"/>
                      <a:gd name="T8" fmla="*/ 4317 w 431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317" h="1">
                        <a:moveTo>
                          <a:pt x="0" y="0"/>
                        </a:moveTo>
                        <a:lnTo>
                          <a:pt x="431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58" name="Freeform 189">
                    <a:extLst>
                      <a:ext uri="{FF2B5EF4-FFF2-40B4-BE49-F238E27FC236}">
                        <a16:creationId xmlns:a16="http://schemas.microsoft.com/office/drawing/2014/main" id="{5F1CB97B-AE29-4F4A-874F-A8C5F1CEBD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6" y="4121"/>
                    <a:ext cx="3837" cy="1"/>
                  </a:xfrm>
                  <a:custGeom>
                    <a:avLst/>
                    <a:gdLst>
                      <a:gd name="T0" fmla="*/ 0 w 3837"/>
                      <a:gd name="T1" fmla="*/ 0 h 1"/>
                      <a:gd name="T2" fmla="*/ 3837 w 3837"/>
                      <a:gd name="T3" fmla="*/ 0 h 1"/>
                      <a:gd name="T4" fmla="*/ 0 60000 65536"/>
                      <a:gd name="T5" fmla="*/ 0 60000 65536"/>
                      <a:gd name="T6" fmla="*/ 0 w 3837"/>
                      <a:gd name="T7" fmla="*/ 0 h 1"/>
                      <a:gd name="T8" fmla="*/ 3837 w 383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37" h="1">
                        <a:moveTo>
                          <a:pt x="0" y="0"/>
                        </a:moveTo>
                        <a:lnTo>
                          <a:pt x="383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59" name="Freeform 190">
                    <a:extLst>
                      <a:ext uri="{FF2B5EF4-FFF2-40B4-BE49-F238E27FC236}">
                        <a16:creationId xmlns:a16="http://schemas.microsoft.com/office/drawing/2014/main" id="{E2D59305-75A4-401F-AE2E-CECEF95FE8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22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60" name="Freeform 191">
                    <a:extLst>
                      <a:ext uri="{FF2B5EF4-FFF2-40B4-BE49-F238E27FC236}">
                        <a16:creationId xmlns:a16="http://schemas.microsoft.com/office/drawing/2014/main" id="{C33B061B-57BB-4665-94B5-3C279E9389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1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61" name="Freeform 192">
                    <a:extLst>
                      <a:ext uri="{FF2B5EF4-FFF2-40B4-BE49-F238E27FC236}">
                        <a16:creationId xmlns:a16="http://schemas.microsoft.com/office/drawing/2014/main" id="{36DEBCFA-2895-4145-B1EE-B5C406F0B7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3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62" name="Freeform 193">
                    <a:extLst>
                      <a:ext uri="{FF2B5EF4-FFF2-40B4-BE49-F238E27FC236}">
                        <a16:creationId xmlns:a16="http://schemas.microsoft.com/office/drawing/2014/main" id="{D95E0C4B-3D33-434A-93BA-3C1DE31F84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91" y="3881"/>
                    <a:ext cx="4" cy="247"/>
                  </a:xfrm>
                  <a:custGeom>
                    <a:avLst/>
                    <a:gdLst>
                      <a:gd name="T0" fmla="*/ 4 w 4"/>
                      <a:gd name="T1" fmla="*/ 0 h 247"/>
                      <a:gd name="T2" fmla="*/ 0 w 4"/>
                      <a:gd name="T3" fmla="*/ 247 h 247"/>
                      <a:gd name="T4" fmla="*/ 0 60000 65536"/>
                      <a:gd name="T5" fmla="*/ 0 60000 65536"/>
                      <a:gd name="T6" fmla="*/ 0 w 4"/>
                      <a:gd name="T7" fmla="*/ 0 h 247"/>
                      <a:gd name="T8" fmla="*/ 4 w 4"/>
                      <a:gd name="T9" fmla="*/ 247 h 247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247">
                        <a:moveTo>
                          <a:pt x="4" y="0"/>
                        </a:moveTo>
                        <a:lnTo>
                          <a:pt x="0" y="247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63" name="Freeform 194">
                    <a:extLst>
                      <a:ext uri="{FF2B5EF4-FFF2-40B4-BE49-F238E27FC236}">
                        <a16:creationId xmlns:a16="http://schemas.microsoft.com/office/drawing/2014/main" id="{DAAC2636-4110-4170-9D66-BA8CDFADD9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7" y="3881"/>
                    <a:ext cx="1" cy="151"/>
                  </a:xfrm>
                  <a:custGeom>
                    <a:avLst/>
                    <a:gdLst>
                      <a:gd name="T0" fmla="*/ 0 w 1"/>
                      <a:gd name="T1" fmla="*/ 0 h 151"/>
                      <a:gd name="T2" fmla="*/ 0 w 1"/>
                      <a:gd name="T3" fmla="*/ 151 h 151"/>
                      <a:gd name="T4" fmla="*/ 0 60000 65536"/>
                      <a:gd name="T5" fmla="*/ 0 60000 65536"/>
                      <a:gd name="T6" fmla="*/ 0 w 1"/>
                      <a:gd name="T7" fmla="*/ 0 h 151"/>
                      <a:gd name="T8" fmla="*/ 1 w 1"/>
                      <a:gd name="T9" fmla="*/ 151 h 15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1">
                        <a:moveTo>
                          <a:pt x="0" y="0"/>
                        </a:moveTo>
                        <a:lnTo>
                          <a:pt x="0" y="1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64" name="Line 195">
                    <a:extLst>
                      <a:ext uri="{FF2B5EF4-FFF2-40B4-BE49-F238E27FC236}">
                        <a16:creationId xmlns:a16="http://schemas.microsoft.com/office/drawing/2014/main" id="{68E2E1DA-1B27-433D-AEF8-DC9770513A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24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65" name="Line 196">
                    <a:extLst>
                      <a:ext uri="{FF2B5EF4-FFF2-40B4-BE49-F238E27FC236}">
                        <a16:creationId xmlns:a16="http://schemas.microsoft.com/office/drawing/2014/main" id="{41DF4F7A-3EB6-477A-ACF7-DEDE7BDE24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973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66" name="Line 197">
                    <a:extLst>
                      <a:ext uri="{FF2B5EF4-FFF2-40B4-BE49-F238E27FC236}">
                        <a16:creationId xmlns:a16="http://schemas.microsoft.com/office/drawing/2014/main" id="{9024E8D6-441B-4412-B342-04495C7442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20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67" name="Rectangle 198">
                    <a:extLst>
                      <a:ext uri="{FF2B5EF4-FFF2-40B4-BE49-F238E27FC236}">
                        <a16:creationId xmlns:a16="http://schemas.microsoft.com/office/drawing/2014/main" id="{FEE48F40-E031-44C2-911A-A74F2DDC0C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7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68" name="Text Box 199">
                    <a:extLst>
                      <a:ext uri="{FF2B5EF4-FFF2-40B4-BE49-F238E27FC236}">
                        <a16:creationId xmlns:a16="http://schemas.microsoft.com/office/drawing/2014/main" id="{305E5035-9418-4A36-B4E0-BA275814883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48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1269" name="Rectangle 200">
                    <a:extLst>
                      <a:ext uri="{FF2B5EF4-FFF2-40B4-BE49-F238E27FC236}">
                        <a16:creationId xmlns:a16="http://schemas.microsoft.com/office/drawing/2014/main" id="{438ECB1B-7C7E-47DB-9999-497A24E015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69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70" name="Text Box 201">
                    <a:extLst>
                      <a:ext uri="{FF2B5EF4-FFF2-40B4-BE49-F238E27FC236}">
                        <a16:creationId xmlns:a16="http://schemas.microsoft.com/office/drawing/2014/main" id="{B3D05A2B-814B-4F7A-AAFC-283CCC734BD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0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1271" name="Rectangle 202">
                    <a:extLst>
                      <a:ext uri="{FF2B5EF4-FFF2-40B4-BE49-F238E27FC236}">
                        <a16:creationId xmlns:a16="http://schemas.microsoft.com/office/drawing/2014/main" id="{BF540C68-4CE2-472C-8D43-DEBEF5BB79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2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72" name="Text Box 203">
                    <a:extLst>
                      <a:ext uri="{FF2B5EF4-FFF2-40B4-BE49-F238E27FC236}">
                        <a16:creationId xmlns:a16="http://schemas.microsoft.com/office/drawing/2014/main" id="{A4BC3014-8B4D-472B-A616-C9A446E697A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1273" name="Line 204">
                    <a:extLst>
                      <a:ext uri="{FF2B5EF4-FFF2-40B4-BE49-F238E27FC236}">
                        <a16:creationId xmlns:a16="http://schemas.microsoft.com/office/drawing/2014/main" id="{6B0FA0D3-D948-48D0-9F54-A0902D8EED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96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74" name="Line 205">
                    <a:extLst>
                      <a:ext uri="{FF2B5EF4-FFF2-40B4-BE49-F238E27FC236}">
                        <a16:creationId xmlns:a16="http://schemas.microsoft.com/office/drawing/2014/main" id="{3F1DE713-2FCD-4FB7-8056-D47E1C0625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4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75" name="Line 206">
                    <a:extLst>
                      <a:ext uri="{FF2B5EF4-FFF2-40B4-BE49-F238E27FC236}">
                        <a16:creationId xmlns:a16="http://schemas.microsoft.com/office/drawing/2014/main" id="{DBE07B19-D02F-4570-95B2-79BD38E0CE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293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76" name="Line 207">
                    <a:extLst>
                      <a:ext uri="{FF2B5EF4-FFF2-40B4-BE49-F238E27FC236}">
                        <a16:creationId xmlns:a16="http://schemas.microsoft.com/office/drawing/2014/main" id="{CA84DC14-505B-4CA4-837A-C0632D2F99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420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77" name="Freeform 208">
                    <a:extLst>
                      <a:ext uri="{FF2B5EF4-FFF2-40B4-BE49-F238E27FC236}">
                        <a16:creationId xmlns:a16="http://schemas.microsoft.com/office/drawing/2014/main" id="{AB2E7684-1B61-46AC-B272-2AF245BE72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3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2695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78" name="Freeform 209">
                    <a:extLst>
                      <a:ext uri="{FF2B5EF4-FFF2-40B4-BE49-F238E27FC236}">
                        <a16:creationId xmlns:a16="http://schemas.microsoft.com/office/drawing/2014/main" id="{6B4BB602-EDEB-4433-8D99-6B45F2D379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5" y="2691"/>
                    <a:ext cx="1" cy="525"/>
                  </a:xfrm>
                  <a:custGeom>
                    <a:avLst/>
                    <a:gdLst>
                      <a:gd name="T0" fmla="*/ 0 w 1"/>
                      <a:gd name="T1" fmla="*/ 0 h 525"/>
                      <a:gd name="T2" fmla="*/ 0 w 1"/>
                      <a:gd name="T3" fmla="*/ 525 h 525"/>
                      <a:gd name="T4" fmla="*/ 0 60000 65536"/>
                      <a:gd name="T5" fmla="*/ 0 60000 65536"/>
                      <a:gd name="T6" fmla="*/ 0 w 1"/>
                      <a:gd name="T7" fmla="*/ 0 h 525"/>
                      <a:gd name="T8" fmla="*/ 1 w 1"/>
                      <a:gd name="T9" fmla="*/ 525 h 52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525">
                        <a:moveTo>
                          <a:pt x="0" y="0"/>
                        </a:moveTo>
                        <a:lnTo>
                          <a:pt x="0" y="52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79" name="Freeform 210">
                    <a:extLst>
                      <a:ext uri="{FF2B5EF4-FFF2-40B4-BE49-F238E27FC236}">
                        <a16:creationId xmlns:a16="http://schemas.microsoft.com/office/drawing/2014/main" id="{17C7C361-8A96-45ED-8DDF-03CE277D02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5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2695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80" name="Text Box 211">
                    <a:extLst>
                      <a:ext uri="{FF2B5EF4-FFF2-40B4-BE49-F238E27FC236}">
                        <a16:creationId xmlns:a16="http://schemas.microsoft.com/office/drawing/2014/main" id="{49023C11-64D5-42B8-9A90-3EEB0B0972A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193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281" name="Text Box 212">
                    <a:extLst>
                      <a:ext uri="{FF2B5EF4-FFF2-40B4-BE49-F238E27FC236}">
                        <a16:creationId xmlns:a16="http://schemas.microsoft.com/office/drawing/2014/main" id="{0038B2C1-769F-4D65-9D85-84E3932D908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769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282" name="Text Box 213">
                    <a:extLst>
                      <a:ext uri="{FF2B5EF4-FFF2-40B4-BE49-F238E27FC236}">
                        <a16:creationId xmlns:a16="http://schemas.microsoft.com/office/drawing/2014/main" id="{1697040D-81EE-4A09-9FA5-649E310C03D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345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283" name="Text Box 214">
                    <a:extLst>
                      <a:ext uri="{FF2B5EF4-FFF2-40B4-BE49-F238E27FC236}">
                        <a16:creationId xmlns:a16="http://schemas.microsoft.com/office/drawing/2014/main" id="{B1A0500E-FDE3-4E0B-AAB2-9C2C215D75E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921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284" name="Text Box 215">
                    <a:extLst>
                      <a:ext uri="{FF2B5EF4-FFF2-40B4-BE49-F238E27FC236}">
                        <a16:creationId xmlns:a16="http://schemas.microsoft.com/office/drawing/2014/main" id="{B133DE7F-F0BE-4DA6-952E-CBE2D7C70B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3496" y="1627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285" name="Text Box 216">
                    <a:extLst>
                      <a:ext uri="{FF2B5EF4-FFF2-40B4-BE49-F238E27FC236}">
                        <a16:creationId xmlns:a16="http://schemas.microsoft.com/office/drawing/2014/main" id="{7FB32837-8910-4308-9C56-27FB87E1AD3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073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286" name="Text Box 217">
                    <a:extLst>
                      <a:ext uri="{FF2B5EF4-FFF2-40B4-BE49-F238E27FC236}">
                        <a16:creationId xmlns:a16="http://schemas.microsoft.com/office/drawing/2014/main" id="{1AF35679-C193-4BAD-B67E-7DB71CD14D3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649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287" name="Text Box 218">
                    <a:extLst>
                      <a:ext uri="{FF2B5EF4-FFF2-40B4-BE49-F238E27FC236}">
                        <a16:creationId xmlns:a16="http://schemas.microsoft.com/office/drawing/2014/main" id="{86362461-43C6-4D40-B092-4C7DC8562E5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5244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288" name="Text Box 219">
                    <a:extLst>
                      <a:ext uri="{FF2B5EF4-FFF2-40B4-BE49-F238E27FC236}">
                        <a16:creationId xmlns:a16="http://schemas.microsoft.com/office/drawing/2014/main" id="{28074876-031B-4CEC-B68D-272FBEE4BA8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791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289" name="Text Box 220">
                    <a:extLst>
                      <a:ext uri="{FF2B5EF4-FFF2-40B4-BE49-F238E27FC236}">
                        <a16:creationId xmlns:a16="http://schemas.microsoft.com/office/drawing/2014/main" id="{23BCF03D-6E90-4A4B-8161-085482F8FC6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1383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41290" name="Text Box 221">
                    <a:extLst>
                      <a:ext uri="{FF2B5EF4-FFF2-40B4-BE49-F238E27FC236}">
                        <a16:creationId xmlns:a16="http://schemas.microsoft.com/office/drawing/2014/main" id="{7A1DA290-3D75-4B81-B39B-793F46E56C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19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1291" name="Line 222">
                    <a:extLst>
                      <a:ext uri="{FF2B5EF4-FFF2-40B4-BE49-F238E27FC236}">
                        <a16:creationId xmlns:a16="http://schemas.microsoft.com/office/drawing/2014/main" id="{23148F89-7D69-476F-A594-3635688BE8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2" y="2537"/>
                    <a:ext cx="5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292" name="Text Box 223">
                    <a:extLst>
                      <a:ext uri="{FF2B5EF4-FFF2-40B4-BE49-F238E27FC236}">
                        <a16:creationId xmlns:a16="http://schemas.microsoft.com/office/drawing/2014/main" id="{0ABB5CC8-6BAD-4477-A2D6-B0F75C7600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2727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293" name="Text Box 224">
                    <a:extLst>
                      <a:ext uri="{FF2B5EF4-FFF2-40B4-BE49-F238E27FC236}">
                        <a16:creationId xmlns:a16="http://schemas.microsoft.com/office/drawing/2014/main" id="{6A700FF3-B7ED-4A48-841E-D5262DFA1F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31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1294" name="Text Box 225">
                    <a:extLst>
                      <a:ext uri="{FF2B5EF4-FFF2-40B4-BE49-F238E27FC236}">
                        <a16:creationId xmlns:a16="http://schemas.microsoft.com/office/drawing/2014/main" id="{C7B96DEB-CCC5-484B-A4E0-AB9921E3BC8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295" name="Text Box 226">
                    <a:extLst>
                      <a:ext uri="{FF2B5EF4-FFF2-40B4-BE49-F238E27FC236}">
                        <a16:creationId xmlns:a16="http://schemas.microsoft.com/office/drawing/2014/main" id="{4EB5A75A-63A2-4DEE-8D48-4EEC98EB3E4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287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1296" name="Text Box 227">
                    <a:extLst>
                      <a:ext uri="{FF2B5EF4-FFF2-40B4-BE49-F238E27FC236}">
                        <a16:creationId xmlns:a16="http://schemas.microsoft.com/office/drawing/2014/main" id="{228D2131-60A3-4B47-8183-98C23185BD5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01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行</a:t>
                    </a:r>
                  </a:p>
                </p:txBody>
              </p:sp>
              <p:sp>
                <p:nvSpPr>
                  <p:cNvPr id="41297" name="Text Box 228">
                    <a:extLst>
                      <a:ext uri="{FF2B5EF4-FFF2-40B4-BE49-F238E27FC236}">
                        <a16:creationId xmlns:a16="http://schemas.microsoft.com/office/drawing/2014/main" id="{2D051778-6824-4CA3-989F-782FE9206E3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26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地</a:t>
                    </a:r>
                  </a:p>
                </p:txBody>
              </p:sp>
              <p:sp>
                <p:nvSpPr>
                  <p:cNvPr id="41298" name="Text Box 229">
                    <a:extLst>
                      <a:ext uri="{FF2B5EF4-FFF2-40B4-BE49-F238E27FC236}">
                        <a16:creationId xmlns:a16="http://schemas.microsoft.com/office/drawing/2014/main" id="{1158C183-AF7F-4CA6-A4FD-832DBCD5206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51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址</a:t>
                    </a:r>
                  </a:p>
                </p:txBody>
              </p:sp>
              <p:sp>
                <p:nvSpPr>
                  <p:cNvPr id="41299" name="Text Box 230">
                    <a:extLst>
                      <a:ext uri="{FF2B5EF4-FFF2-40B4-BE49-F238E27FC236}">
                        <a16:creationId xmlns:a16="http://schemas.microsoft.com/office/drawing/2014/main" id="{5A6F6ADE-5561-4E42-9598-02CEB644B6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75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译</a:t>
                    </a:r>
                  </a:p>
                </p:txBody>
              </p:sp>
              <p:sp>
                <p:nvSpPr>
                  <p:cNvPr id="41300" name="Text Box 231">
                    <a:extLst>
                      <a:ext uri="{FF2B5EF4-FFF2-40B4-BE49-F238E27FC236}">
                        <a16:creationId xmlns:a16="http://schemas.microsoft.com/office/drawing/2014/main" id="{F223A434-413B-4DEA-9E9B-090FA33CFCB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200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码</a:t>
                    </a:r>
                  </a:p>
                </p:txBody>
              </p:sp>
              <p:sp>
                <p:nvSpPr>
                  <p:cNvPr id="41301" name="Text Box 232">
                    <a:extLst>
                      <a:ext uri="{FF2B5EF4-FFF2-40B4-BE49-F238E27FC236}">
                        <a16:creationId xmlns:a16="http://schemas.microsoft.com/office/drawing/2014/main" id="{463EACEF-3644-48B2-BE0D-456DC84C82E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63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列</a:t>
                    </a:r>
                  </a:p>
                </p:txBody>
              </p:sp>
              <p:sp>
                <p:nvSpPr>
                  <p:cNvPr id="41302" name="Text Box 233">
                    <a:extLst>
                      <a:ext uri="{FF2B5EF4-FFF2-40B4-BE49-F238E27FC236}">
                        <a16:creationId xmlns:a16="http://schemas.microsoft.com/office/drawing/2014/main" id="{1CE733AC-670D-4E28-829D-F159EAED12C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88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地</a:t>
                    </a:r>
                  </a:p>
                </p:txBody>
              </p:sp>
              <p:sp>
                <p:nvSpPr>
                  <p:cNvPr id="41303" name="Text Box 234">
                    <a:extLst>
                      <a:ext uri="{FF2B5EF4-FFF2-40B4-BE49-F238E27FC236}">
                        <a16:creationId xmlns:a16="http://schemas.microsoft.com/office/drawing/2014/main" id="{826C9814-5AF5-4F65-B5F1-5CA71C98B3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13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址</a:t>
                    </a:r>
                  </a:p>
                </p:txBody>
              </p:sp>
              <p:sp>
                <p:nvSpPr>
                  <p:cNvPr id="41304" name="Text Box 235">
                    <a:extLst>
                      <a:ext uri="{FF2B5EF4-FFF2-40B4-BE49-F238E27FC236}">
                        <a16:creationId xmlns:a16="http://schemas.microsoft.com/office/drawing/2014/main" id="{5A3455C9-B8C9-431C-AB90-7F1B90D81F3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37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译</a:t>
                    </a:r>
                  </a:p>
                </p:txBody>
              </p:sp>
              <p:sp>
                <p:nvSpPr>
                  <p:cNvPr id="41305" name="Text Box 236">
                    <a:extLst>
                      <a:ext uri="{FF2B5EF4-FFF2-40B4-BE49-F238E27FC236}">
                        <a16:creationId xmlns:a16="http://schemas.microsoft.com/office/drawing/2014/main" id="{26668997-AF75-4D6C-9641-825F49AE1EE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62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码</a:t>
                    </a:r>
                  </a:p>
                </p:txBody>
              </p:sp>
              <p:sp>
                <p:nvSpPr>
                  <p:cNvPr id="41306" name="Line 237">
                    <a:extLst>
                      <a:ext uri="{FF2B5EF4-FFF2-40B4-BE49-F238E27FC236}">
                        <a16:creationId xmlns:a16="http://schemas.microsoft.com/office/drawing/2014/main" id="{FA9C4FE0-BD0B-45B6-B3D1-1F11B8EF95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905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307" name="Line 238">
                    <a:extLst>
                      <a:ext uri="{FF2B5EF4-FFF2-40B4-BE49-F238E27FC236}">
                        <a16:creationId xmlns:a16="http://schemas.microsoft.com/office/drawing/2014/main" id="{0BC47F35-04D0-4C50-87A2-0C7A5BB39F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1164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308" name="Line 239">
                    <a:extLst>
                      <a:ext uri="{FF2B5EF4-FFF2-40B4-BE49-F238E27FC236}">
                        <a16:creationId xmlns:a16="http://schemas.microsoft.com/office/drawing/2014/main" id="{407E5068-4D64-4BF1-B903-41F74C13E9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1423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309" name="Line 240">
                    <a:extLst>
                      <a:ext uri="{FF2B5EF4-FFF2-40B4-BE49-F238E27FC236}">
                        <a16:creationId xmlns:a16="http://schemas.microsoft.com/office/drawing/2014/main" id="{7A0F1114-19E3-4EB0-A5F1-E76935958F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168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310" name="Line 241">
                    <a:extLst>
                      <a:ext uri="{FF2B5EF4-FFF2-40B4-BE49-F238E27FC236}">
                        <a16:creationId xmlns:a16="http://schemas.microsoft.com/office/drawing/2014/main" id="{69BDCC4C-C8B1-460D-838A-CE0CF2DF73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194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311" name="Line 242">
                    <a:extLst>
                      <a:ext uri="{FF2B5EF4-FFF2-40B4-BE49-F238E27FC236}">
                        <a16:creationId xmlns:a16="http://schemas.microsoft.com/office/drawing/2014/main" id="{53184A5E-8B4B-467F-A3CF-5E7CB08B0E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220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312" name="Line 243">
                    <a:extLst>
                      <a:ext uri="{FF2B5EF4-FFF2-40B4-BE49-F238E27FC236}">
                        <a16:creationId xmlns:a16="http://schemas.microsoft.com/office/drawing/2014/main" id="{132C4318-E6E3-4A19-AF4A-54302ACE1E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287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313" name="Line 244">
                    <a:extLst>
                      <a:ext uri="{FF2B5EF4-FFF2-40B4-BE49-F238E27FC236}">
                        <a16:creationId xmlns:a16="http://schemas.microsoft.com/office/drawing/2014/main" id="{43056356-3AA6-4CC7-AD5B-23C38E2B9E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313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314" name="Line 245">
                    <a:extLst>
                      <a:ext uri="{FF2B5EF4-FFF2-40B4-BE49-F238E27FC236}">
                        <a16:creationId xmlns:a16="http://schemas.microsoft.com/office/drawing/2014/main" id="{2951D0BF-B047-40C5-B60B-EBD862B790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339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315" name="Line 246">
                    <a:extLst>
                      <a:ext uri="{FF2B5EF4-FFF2-40B4-BE49-F238E27FC236}">
                        <a16:creationId xmlns:a16="http://schemas.microsoft.com/office/drawing/2014/main" id="{614C16D1-AE0F-4F23-BC86-D804FD7BE9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365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316" name="Line 247">
                    <a:extLst>
                      <a:ext uri="{FF2B5EF4-FFF2-40B4-BE49-F238E27FC236}">
                        <a16:creationId xmlns:a16="http://schemas.microsoft.com/office/drawing/2014/main" id="{94902D20-B735-4244-8328-0173E805D9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726" y="4079"/>
                    <a:ext cx="192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41109" name="Group 248">
                  <a:extLst>
                    <a:ext uri="{FF2B5EF4-FFF2-40B4-BE49-F238E27FC236}">
                      <a16:creationId xmlns:a16="http://schemas.microsoft.com/office/drawing/2014/main" id="{7A297D36-8752-485A-8EAA-40874E9039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0" y="674"/>
                  <a:ext cx="196" cy="3010"/>
                  <a:chOff x="140" y="674"/>
                  <a:chExt cx="196" cy="3010"/>
                </a:xfrm>
              </p:grpSpPr>
              <p:sp>
                <p:nvSpPr>
                  <p:cNvPr id="41110" name="Text Box 249">
                    <a:extLst>
                      <a:ext uri="{FF2B5EF4-FFF2-40B4-BE49-F238E27FC236}">
                        <a16:creationId xmlns:a16="http://schemas.microsoft.com/office/drawing/2014/main" id="{F7C39BF5-E25D-434B-86E5-8CBB5BD54F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67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11" name="Text Box 250">
                    <a:extLst>
                      <a:ext uri="{FF2B5EF4-FFF2-40B4-BE49-F238E27FC236}">
                        <a16:creationId xmlns:a16="http://schemas.microsoft.com/office/drawing/2014/main" id="{B45AA2CA-5E27-47C9-A44D-1906E2E093B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933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12" name="Text Box 251">
                    <a:extLst>
                      <a:ext uri="{FF2B5EF4-FFF2-40B4-BE49-F238E27FC236}">
                        <a16:creationId xmlns:a16="http://schemas.microsoft.com/office/drawing/2014/main" id="{017AA71B-28D9-46D9-A86F-752F9A88328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192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13" name="Text Box 252">
                    <a:extLst>
                      <a:ext uri="{FF2B5EF4-FFF2-40B4-BE49-F238E27FC236}">
                        <a16:creationId xmlns:a16="http://schemas.microsoft.com/office/drawing/2014/main" id="{ADB148D6-21FF-47BE-88A7-6AD15B04ADB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451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14" name="Text Box 253">
                    <a:extLst>
                      <a:ext uri="{FF2B5EF4-FFF2-40B4-BE49-F238E27FC236}">
                        <a16:creationId xmlns:a16="http://schemas.microsoft.com/office/drawing/2014/main" id="{A50BFFA4-357B-4405-A169-7B81026DAC2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71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15" name="Text Box 254">
                    <a:extLst>
                      <a:ext uri="{FF2B5EF4-FFF2-40B4-BE49-F238E27FC236}">
                        <a16:creationId xmlns:a16="http://schemas.microsoft.com/office/drawing/2014/main" id="{EAECB2AD-0D4F-42EB-9898-E1BE6365F0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97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16" name="Text Box 255">
                    <a:extLst>
                      <a:ext uri="{FF2B5EF4-FFF2-40B4-BE49-F238E27FC236}">
                        <a16:creationId xmlns:a16="http://schemas.microsoft.com/office/drawing/2014/main" id="{76812E8C-6273-49AC-AD87-4359BF6B901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657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17" name="Text Box 256">
                    <a:extLst>
                      <a:ext uri="{FF2B5EF4-FFF2-40B4-BE49-F238E27FC236}">
                        <a16:creationId xmlns:a16="http://schemas.microsoft.com/office/drawing/2014/main" id="{D8680FAE-53C4-463E-82A0-495ADF93155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916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18" name="Text Box 257">
                    <a:extLst>
                      <a:ext uri="{FF2B5EF4-FFF2-40B4-BE49-F238E27FC236}">
                        <a16:creationId xmlns:a16="http://schemas.microsoft.com/office/drawing/2014/main" id="{8B0CCF5E-124E-46F3-895D-43B7FD40F15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175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119" name="Text Box 258">
                    <a:extLst>
                      <a:ext uri="{FF2B5EF4-FFF2-40B4-BE49-F238E27FC236}">
                        <a16:creationId xmlns:a16="http://schemas.microsoft.com/office/drawing/2014/main" id="{4D37A50D-2AB6-42CF-96CD-D35A50DDCF8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43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</p:grpSp>
          </p:grpSp>
          <p:grpSp>
            <p:nvGrpSpPr>
              <p:cNvPr id="41069" name="Group 259">
                <a:extLst>
                  <a:ext uri="{FF2B5EF4-FFF2-40B4-BE49-F238E27FC236}">
                    <a16:creationId xmlns:a16="http://schemas.microsoft.com/office/drawing/2014/main" id="{09FBC1E0-4E2C-4F83-8A8C-CD886F2CF7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32"/>
                <a:ext cx="3944" cy="254"/>
                <a:chOff x="915" y="2632"/>
                <a:chExt cx="3944" cy="254"/>
              </a:xfrm>
            </p:grpSpPr>
            <p:grpSp>
              <p:nvGrpSpPr>
                <p:cNvPr id="41070" name="Group 260">
                  <a:extLst>
                    <a:ext uri="{FF2B5EF4-FFF2-40B4-BE49-F238E27FC236}">
                      <a16:creationId xmlns:a16="http://schemas.microsoft.com/office/drawing/2014/main" id="{057D8A71-9B1A-4307-861F-F09FAF0834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41103" name="Freeform 261">
                    <a:extLst>
                      <a:ext uri="{FF2B5EF4-FFF2-40B4-BE49-F238E27FC236}">
                        <a16:creationId xmlns:a16="http://schemas.microsoft.com/office/drawing/2014/main" id="{48FF0C28-405C-48A1-83F6-A633FEEEE5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04" name="Freeform 262">
                    <a:extLst>
                      <a:ext uri="{FF2B5EF4-FFF2-40B4-BE49-F238E27FC236}">
                        <a16:creationId xmlns:a16="http://schemas.microsoft.com/office/drawing/2014/main" id="{B21F0DCD-43C9-47B8-8F08-82C8C4663A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05" name="Freeform 263">
                    <a:extLst>
                      <a:ext uri="{FF2B5EF4-FFF2-40B4-BE49-F238E27FC236}">
                        <a16:creationId xmlns:a16="http://schemas.microsoft.com/office/drawing/2014/main" id="{7A446F70-62FD-403F-85B4-1270E2091F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06" name="Freeform 264">
                    <a:extLst>
                      <a:ext uri="{FF2B5EF4-FFF2-40B4-BE49-F238E27FC236}">
                        <a16:creationId xmlns:a16="http://schemas.microsoft.com/office/drawing/2014/main" id="{82BE8238-5FC6-4E93-BEEA-45AE43E0EC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  <a:gd name="T6" fmla="*/ 0 w 1"/>
                      <a:gd name="T7" fmla="*/ 0 h 178"/>
                      <a:gd name="T8" fmla="*/ 1 w 1"/>
                      <a:gd name="T9" fmla="*/ 178 h 178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107" name="Freeform 265">
                    <a:extLst>
                      <a:ext uri="{FF2B5EF4-FFF2-40B4-BE49-F238E27FC236}">
                        <a16:creationId xmlns:a16="http://schemas.microsoft.com/office/drawing/2014/main" id="{4CA1605F-96A0-479B-9295-A7D4A8281E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  <a:gd name="T6" fmla="*/ 0 w 3858"/>
                      <a:gd name="T7" fmla="*/ 0 h 2"/>
                      <a:gd name="T8" fmla="*/ 3858 w 3858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41071" name="Group 266">
                  <a:extLst>
                    <a:ext uri="{FF2B5EF4-FFF2-40B4-BE49-F238E27FC236}">
                      <a16:creationId xmlns:a16="http://schemas.microsoft.com/office/drawing/2014/main" id="{283C8BBC-0D11-4C83-B010-19D929C7EC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12" y="2632"/>
                  <a:ext cx="192" cy="158"/>
                  <a:chOff x="1212" y="2632"/>
                  <a:chExt cx="192" cy="158"/>
                </a:xfrm>
              </p:grpSpPr>
              <p:grpSp>
                <p:nvGrpSpPr>
                  <p:cNvPr id="41096" name="Group 267">
                    <a:extLst>
                      <a:ext uri="{FF2B5EF4-FFF2-40B4-BE49-F238E27FC236}">
                        <a16:creationId xmlns:a16="http://schemas.microsoft.com/office/drawing/2014/main" id="{5D7FD23F-9B97-4184-81EE-B3BA2679B82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56" y="2632"/>
                    <a:ext cx="48" cy="158"/>
                    <a:chOff x="1356" y="2632"/>
                    <a:chExt cx="48" cy="158"/>
                  </a:xfrm>
                </p:grpSpPr>
                <p:sp>
                  <p:nvSpPr>
                    <p:cNvPr id="41101" name="Line 268">
                      <a:extLst>
                        <a:ext uri="{FF2B5EF4-FFF2-40B4-BE49-F238E27FC236}">
                          <a16:creationId xmlns:a16="http://schemas.microsoft.com/office/drawing/2014/main" id="{E2F30495-1AE0-4900-B29B-65C64BD1B22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1102" name="Line 269">
                      <a:extLst>
                        <a:ext uri="{FF2B5EF4-FFF2-40B4-BE49-F238E27FC236}">
                          <a16:creationId xmlns:a16="http://schemas.microsoft.com/office/drawing/2014/main" id="{FFB3B573-18C6-4864-BBE8-99CF7C85AB7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09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1097" name="Freeform 270">
                    <a:extLst>
                      <a:ext uri="{FF2B5EF4-FFF2-40B4-BE49-F238E27FC236}">
                        <a16:creationId xmlns:a16="http://schemas.microsoft.com/office/drawing/2014/main" id="{EA54A1EE-3E22-4BBB-AC08-24BF4B90D1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60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1098" name="Group 271">
                    <a:extLst>
                      <a:ext uri="{FF2B5EF4-FFF2-40B4-BE49-F238E27FC236}">
                        <a16:creationId xmlns:a16="http://schemas.microsoft.com/office/drawing/2014/main" id="{0B80B485-54F3-4A7E-A1E6-FA8D042685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12" y="2632"/>
                    <a:ext cx="48" cy="158"/>
                    <a:chOff x="1212" y="2632"/>
                    <a:chExt cx="48" cy="158"/>
                  </a:xfrm>
                </p:grpSpPr>
                <p:sp>
                  <p:nvSpPr>
                    <p:cNvPr id="41099" name="Line 272">
                      <a:extLst>
                        <a:ext uri="{FF2B5EF4-FFF2-40B4-BE49-F238E27FC236}">
                          <a16:creationId xmlns:a16="http://schemas.microsoft.com/office/drawing/2014/main" id="{5D64B4B7-C560-4E34-A50B-D1A4796E855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1100" name="Line 273">
                      <a:extLst>
                        <a:ext uri="{FF2B5EF4-FFF2-40B4-BE49-F238E27FC236}">
                          <a16:creationId xmlns:a16="http://schemas.microsoft.com/office/drawing/2014/main" id="{5BE94347-DDB5-4582-B3C7-770F962CEFD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3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1072" name="Group 274">
                  <a:extLst>
                    <a:ext uri="{FF2B5EF4-FFF2-40B4-BE49-F238E27FC236}">
                      <a16:creationId xmlns:a16="http://schemas.microsoft.com/office/drawing/2014/main" id="{88B17613-69EB-48B0-B8BA-605AFA2019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64" y="2634"/>
                  <a:ext cx="192" cy="158"/>
                  <a:chOff x="2364" y="2634"/>
                  <a:chExt cx="192" cy="158"/>
                </a:xfrm>
              </p:grpSpPr>
              <p:grpSp>
                <p:nvGrpSpPr>
                  <p:cNvPr id="41089" name="Group 275">
                    <a:extLst>
                      <a:ext uri="{FF2B5EF4-FFF2-40B4-BE49-F238E27FC236}">
                        <a16:creationId xmlns:a16="http://schemas.microsoft.com/office/drawing/2014/main" id="{51A40E2A-7BD2-480F-B339-FBE3DBA8BC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08" y="2634"/>
                    <a:ext cx="48" cy="158"/>
                    <a:chOff x="2508" y="2634"/>
                    <a:chExt cx="48" cy="158"/>
                  </a:xfrm>
                </p:grpSpPr>
                <p:sp>
                  <p:nvSpPr>
                    <p:cNvPr id="41094" name="Line 276">
                      <a:extLst>
                        <a:ext uri="{FF2B5EF4-FFF2-40B4-BE49-F238E27FC236}">
                          <a16:creationId xmlns:a16="http://schemas.microsoft.com/office/drawing/2014/main" id="{FA59816C-E62F-4A07-A398-F0C52DA3DD0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1095" name="Line 277">
                      <a:extLst>
                        <a:ext uri="{FF2B5EF4-FFF2-40B4-BE49-F238E27FC236}">
                          <a16:creationId xmlns:a16="http://schemas.microsoft.com/office/drawing/2014/main" id="{00AFB6DB-7155-46E7-9757-CACD336D156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1090" name="Freeform 278">
                    <a:extLst>
                      <a:ext uri="{FF2B5EF4-FFF2-40B4-BE49-F238E27FC236}">
                        <a16:creationId xmlns:a16="http://schemas.microsoft.com/office/drawing/2014/main" id="{E2324C29-5503-4C38-91EE-E9124D922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1091" name="Group 279">
                    <a:extLst>
                      <a:ext uri="{FF2B5EF4-FFF2-40B4-BE49-F238E27FC236}">
                        <a16:creationId xmlns:a16="http://schemas.microsoft.com/office/drawing/2014/main" id="{9DF22B40-14ED-4263-8E7F-5866EA4911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64" y="2634"/>
                    <a:ext cx="48" cy="158"/>
                    <a:chOff x="2364" y="2634"/>
                    <a:chExt cx="48" cy="158"/>
                  </a:xfrm>
                </p:grpSpPr>
                <p:sp>
                  <p:nvSpPr>
                    <p:cNvPr id="41092" name="Line 280">
                      <a:extLst>
                        <a:ext uri="{FF2B5EF4-FFF2-40B4-BE49-F238E27FC236}">
                          <a16:creationId xmlns:a16="http://schemas.microsoft.com/office/drawing/2014/main" id="{EAA90681-BAE5-42CD-BDB1-74D3CFE751B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1093" name="Line 281">
                      <a:extLst>
                        <a:ext uri="{FF2B5EF4-FFF2-40B4-BE49-F238E27FC236}">
                          <a16:creationId xmlns:a16="http://schemas.microsoft.com/office/drawing/2014/main" id="{38745C5B-3A76-4C26-ADF2-12FAE3D75F9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1073" name="Group 282">
                  <a:extLst>
                    <a:ext uri="{FF2B5EF4-FFF2-40B4-BE49-F238E27FC236}">
                      <a16:creationId xmlns:a16="http://schemas.microsoft.com/office/drawing/2014/main" id="{DF9764FD-4BE6-489A-8DC3-1C1C9E2548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16" y="2634"/>
                  <a:ext cx="192" cy="158"/>
                  <a:chOff x="3516" y="2634"/>
                  <a:chExt cx="192" cy="158"/>
                </a:xfrm>
              </p:grpSpPr>
              <p:grpSp>
                <p:nvGrpSpPr>
                  <p:cNvPr id="41082" name="Group 283">
                    <a:extLst>
                      <a:ext uri="{FF2B5EF4-FFF2-40B4-BE49-F238E27FC236}">
                        <a16:creationId xmlns:a16="http://schemas.microsoft.com/office/drawing/2014/main" id="{E4E7A967-429C-49FE-A54E-93256175401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660" y="2634"/>
                    <a:ext cx="48" cy="158"/>
                    <a:chOff x="3660" y="2634"/>
                    <a:chExt cx="48" cy="158"/>
                  </a:xfrm>
                </p:grpSpPr>
                <p:sp>
                  <p:nvSpPr>
                    <p:cNvPr id="41087" name="Line 284">
                      <a:extLst>
                        <a:ext uri="{FF2B5EF4-FFF2-40B4-BE49-F238E27FC236}">
                          <a16:creationId xmlns:a16="http://schemas.microsoft.com/office/drawing/2014/main" id="{02403381-798D-4F30-9D41-31A9EB585C0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1088" name="Line 285">
                      <a:extLst>
                        <a:ext uri="{FF2B5EF4-FFF2-40B4-BE49-F238E27FC236}">
                          <a16:creationId xmlns:a16="http://schemas.microsoft.com/office/drawing/2014/main" id="{FE60CE18-6997-4CC8-961C-20DC5E25354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1083" name="Freeform 286">
                    <a:extLst>
                      <a:ext uri="{FF2B5EF4-FFF2-40B4-BE49-F238E27FC236}">
                        <a16:creationId xmlns:a16="http://schemas.microsoft.com/office/drawing/2014/main" id="{BA3FEA35-B8A4-4D34-8578-10FE11917C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1084" name="Group 287">
                    <a:extLst>
                      <a:ext uri="{FF2B5EF4-FFF2-40B4-BE49-F238E27FC236}">
                        <a16:creationId xmlns:a16="http://schemas.microsoft.com/office/drawing/2014/main" id="{A3462D66-D908-40DC-975A-8EDA017E09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516" y="2634"/>
                    <a:ext cx="48" cy="158"/>
                    <a:chOff x="3516" y="2634"/>
                    <a:chExt cx="48" cy="158"/>
                  </a:xfrm>
                </p:grpSpPr>
                <p:sp>
                  <p:nvSpPr>
                    <p:cNvPr id="41085" name="Line 288">
                      <a:extLst>
                        <a:ext uri="{FF2B5EF4-FFF2-40B4-BE49-F238E27FC236}">
                          <a16:creationId xmlns:a16="http://schemas.microsoft.com/office/drawing/2014/main" id="{2C939945-AF0A-4423-9E54-044D0DC4501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1086" name="Line 289">
                      <a:extLst>
                        <a:ext uri="{FF2B5EF4-FFF2-40B4-BE49-F238E27FC236}">
                          <a16:creationId xmlns:a16="http://schemas.microsoft.com/office/drawing/2014/main" id="{0252E420-097F-41DF-8525-4C307BF0F84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1074" name="Group 290">
                  <a:extLst>
                    <a:ext uri="{FF2B5EF4-FFF2-40B4-BE49-F238E27FC236}">
                      <a16:creationId xmlns:a16="http://schemas.microsoft.com/office/drawing/2014/main" id="{680636AC-D2E1-4E5D-9B15-4B6C90AE0FC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67" y="2634"/>
                  <a:ext cx="192" cy="158"/>
                  <a:chOff x="4667" y="2634"/>
                  <a:chExt cx="192" cy="158"/>
                </a:xfrm>
              </p:grpSpPr>
              <p:grpSp>
                <p:nvGrpSpPr>
                  <p:cNvPr id="41075" name="Group 291">
                    <a:extLst>
                      <a:ext uri="{FF2B5EF4-FFF2-40B4-BE49-F238E27FC236}">
                        <a16:creationId xmlns:a16="http://schemas.microsoft.com/office/drawing/2014/main" id="{76D406BB-1689-462B-951E-A9E7780F2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811" y="2634"/>
                    <a:ext cx="48" cy="158"/>
                    <a:chOff x="4811" y="2634"/>
                    <a:chExt cx="48" cy="158"/>
                  </a:xfrm>
                </p:grpSpPr>
                <p:sp>
                  <p:nvSpPr>
                    <p:cNvPr id="41080" name="Line 292">
                      <a:extLst>
                        <a:ext uri="{FF2B5EF4-FFF2-40B4-BE49-F238E27FC236}">
                          <a16:creationId xmlns:a16="http://schemas.microsoft.com/office/drawing/2014/main" id="{EC42B7FA-13D6-4152-AE63-BDBB7529CA3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1081" name="Line 293">
                      <a:extLst>
                        <a:ext uri="{FF2B5EF4-FFF2-40B4-BE49-F238E27FC236}">
                          <a16:creationId xmlns:a16="http://schemas.microsoft.com/office/drawing/2014/main" id="{0DE0BD1B-CB1E-41C9-A1E4-667F6CB7EA2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63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1076" name="Freeform 294">
                    <a:extLst>
                      <a:ext uri="{FF2B5EF4-FFF2-40B4-BE49-F238E27FC236}">
                        <a16:creationId xmlns:a16="http://schemas.microsoft.com/office/drawing/2014/main" id="{9657E46F-2790-4A18-B404-82E0142E54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15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1077" name="Group 295">
                    <a:extLst>
                      <a:ext uri="{FF2B5EF4-FFF2-40B4-BE49-F238E27FC236}">
                        <a16:creationId xmlns:a16="http://schemas.microsoft.com/office/drawing/2014/main" id="{E406029C-9703-4A3A-8D6B-BC28447678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667" y="2634"/>
                    <a:ext cx="48" cy="158"/>
                    <a:chOff x="4667" y="2634"/>
                    <a:chExt cx="48" cy="158"/>
                  </a:xfrm>
                </p:grpSpPr>
                <p:sp>
                  <p:nvSpPr>
                    <p:cNvPr id="41078" name="Line 296">
                      <a:extLst>
                        <a:ext uri="{FF2B5EF4-FFF2-40B4-BE49-F238E27FC236}">
                          <a16:creationId xmlns:a16="http://schemas.microsoft.com/office/drawing/2014/main" id="{2C8252C5-3A1D-4314-965E-B85523F09E9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588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1079" name="Line 297">
                      <a:extLst>
                        <a:ext uri="{FF2B5EF4-FFF2-40B4-BE49-F238E27FC236}">
                          <a16:creationId xmlns:a16="http://schemas.microsoft.com/office/drawing/2014/main" id="{263AC928-BC4F-472D-AE5B-5B1C2A9DDF3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67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41043" name="Group 298">
              <a:extLst>
                <a:ext uri="{FF2B5EF4-FFF2-40B4-BE49-F238E27FC236}">
                  <a16:creationId xmlns:a16="http://schemas.microsoft.com/office/drawing/2014/main" id="{41B07E88-0416-47FD-9301-BD496903DC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41044" name="Group 299">
                <a:extLst>
                  <a:ext uri="{FF2B5EF4-FFF2-40B4-BE49-F238E27FC236}">
                    <a16:creationId xmlns:a16="http://schemas.microsoft.com/office/drawing/2014/main" id="{746BC56C-1A04-460D-BA08-1CBCA194CC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41049" name="Group 300">
                  <a:extLst>
                    <a:ext uri="{FF2B5EF4-FFF2-40B4-BE49-F238E27FC236}">
                      <a16:creationId xmlns:a16="http://schemas.microsoft.com/office/drawing/2014/main" id="{62FFE45C-BCAC-46AD-9D01-AFE0D89983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41060" name="Rectangle 301">
                    <a:extLst>
                      <a:ext uri="{FF2B5EF4-FFF2-40B4-BE49-F238E27FC236}">
                        <a16:creationId xmlns:a16="http://schemas.microsoft.com/office/drawing/2014/main" id="{96AE9546-EB2A-4DA4-BF67-24728D120C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1061" name="Rectangle 302">
                    <a:extLst>
                      <a:ext uri="{FF2B5EF4-FFF2-40B4-BE49-F238E27FC236}">
                        <a16:creationId xmlns:a16="http://schemas.microsoft.com/office/drawing/2014/main" id="{B490C6AA-D1FD-45DA-B9A1-247F56E60B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1062" name="Rectangle 303">
                    <a:extLst>
                      <a:ext uri="{FF2B5EF4-FFF2-40B4-BE49-F238E27FC236}">
                        <a16:creationId xmlns:a16="http://schemas.microsoft.com/office/drawing/2014/main" id="{5D338693-AB73-43A2-A4BA-1B69B02E47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41063" name="Rectangle 304">
                    <a:extLst>
                      <a:ext uri="{FF2B5EF4-FFF2-40B4-BE49-F238E27FC236}">
                        <a16:creationId xmlns:a16="http://schemas.microsoft.com/office/drawing/2014/main" id="{6E95FCCF-60DA-4B42-8A87-6E979B658E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41064" name="Rectangle 305">
                    <a:extLst>
                      <a:ext uri="{FF2B5EF4-FFF2-40B4-BE49-F238E27FC236}">
                        <a16:creationId xmlns:a16="http://schemas.microsoft.com/office/drawing/2014/main" id="{FE6C5F74-7FBD-42B1-88B0-F5E4302862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41065" name="Rectangle 306">
                    <a:extLst>
                      <a:ext uri="{FF2B5EF4-FFF2-40B4-BE49-F238E27FC236}">
                        <a16:creationId xmlns:a16="http://schemas.microsoft.com/office/drawing/2014/main" id="{52EDB633-0C24-41A5-8AA8-337DEFF65F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41066" name="Rectangle 307">
                    <a:extLst>
                      <a:ext uri="{FF2B5EF4-FFF2-40B4-BE49-F238E27FC236}">
                        <a16:creationId xmlns:a16="http://schemas.microsoft.com/office/drawing/2014/main" id="{B986705A-6B1A-4CD1-87A0-2D11FBB93E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1067" name="Rectangle 308">
                    <a:extLst>
                      <a:ext uri="{FF2B5EF4-FFF2-40B4-BE49-F238E27FC236}">
                        <a16:creationId xmlns:a16="http://schemas.microsoft.com/office/drawing/2014/main" id="{CE79F8F1-BDBD-4363-8CD4-424501C327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</p:grpSp>
            <p:grpSp>
              <p:nvGrpSpPr>
                <p:cNvPr id="41050" name="Group 309">
                  <a:extLst>
                    <a:ext uri="{FF2B5EF4-FFF2-40B4-BE49-F238E27FC236}">
                      <a16:creationId xmlns:a16="http://schemas.microsoft.com/office/drawing/2014/main" id="{A6E26AF9-A171-43E9-A7B5-3679C7EA48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41051" name="Freeform 310">
                    <a:extLst>
                      <a:ext uri="{FF2B5EF4-FFF2-40B4-BE49-F238E27FC236}">
                        <a16:creationId xmlns:a16="http://schemas.microsoft.com/office/drawing/2014/main" id="{E1DDC22A-0E14-4772-A544-41FA38CC98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52" name="Line 311">
                    <a:extLst>
                      <a:ext uri="{FF2B5EF4-FFF2-40B4-BE49-F238E27FC236}">
                        <a16:creationId xmlns:a16="http://schemas.microsoft.com/office/drawing/2014/main" id="{F7B3D06D-5B69-43F5-878C-F023C182B8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53" name="Line 312">
                    <a:extLst>
                      <a:ext uri="{FF2B5EF4-FFF2-40B4-BE49-F238E27FC236}">
                        <a16:creationId xmlns:a16="http://schemas.microsoft.com/office/drawing/2014/main" id="{E7BED5D3-7BD1-4E86-9F51-14CB88E4F8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54" name="Line 313">
                    <a:extLst>
                      <a:ext uri="{FF2B5EF4-FFF2-40B4-BE49-F238E27FC236}">
                        <a16:creationId xmlns:a16="http://schemas.microsoft.com/office/drawing/2014/main" id="{21432647-C475-4E63-A193-D5171B36BD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55" name="Line 314">
                    <a:extLst>
                      <a:ext uri="{FF2B5EF4-FFF2-40B4-BE49-F238E27FC236}">
                        <a16:creationId xmlns:a16="http://schemas.microsoft.com/office/drawing/2014/main" id="{1BF23CCE-E01D-4302-882B-AA1539DAB1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56" name="Line 315">
                    <a:extLst>
                      <a:ext uri="{FF2B5EF4-FFF2-40B4-BE49-F238E27FC236}">
                        <a16:creationId xmlns:a16="http://schemas.microsoft.com/office/drawing/2014/main" id="{EE1C4314-E294-458F-98A6-5F83E7E537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57" name="Line 316">
                    <a:extLst>
                      <a:ext uri="{FF2B5EF4-FFF2-40B4-BE49-F238E27FC236}">
                        <a16:creationId xmlns:a16="http://schemas.microsoft.com/office/drawing/2014/main" id="{C86E21C6-2B5F-4ADA-B71D-7F538302CC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58" name="Line 317">
                    <a:extLst>
                      <a:ext uri="{FF2B5EF4-FFF2-40B4-BE49-F238E27FC236}">
                        <a16:creationId xmlns:a16="http://schemas.microsoft.com/office/drawing/2014/main" id="{42C14C37-AE3C-47E8-A186-D48309CCE0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59" name="Line 318">
                    <a:extLst>
                      <a:ext uri="{FF2B5EF4-FFF2-40B4-BE49-F238E27FC236}">
                        <a16:creationId xmlns:a16="http://schemas.microsoft.com/office/drawing/2014/main" id="{B360448B-D784-483E-9078-520E21D088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41045" name="Text Box 319">
                <a:extLst>
                  <a:ext uri="{FF2B5EF4-FFF2-40B4-BE49-F238E27FC236}">
                    <a16:creationId xmlns:a16="http://schemas.microsoft.com/office/drawing/2014/main" id="{154F4B44-BAEE-4E6A-8F3A-DEEE84D21D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1046" name="Text Box 320">
                <a:extLst>
                  <a:ext uri="{FF2B5EF4-FFF2-40B4-BE49-F238E27FC236}">
                    <a16:creationId xmlns:a16="http://schemas.microsoft.com/office/drawing/2014/main" id="{1B16D302-DCB4-47AA-BA4C-A4904E9400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1047" name="Text Box 321">
                <a:extLst>
                  <a:ext uri="{FF2B5EF4-FFF2-40B4-BE49-F238E27FC236}">
                    <a16:creationId xmlns:a16="http://schemas.microsoft.com/office/drawing/2014/main" id="{0E4BDA6D-1D13-48F8-BAF7-00F2612FB2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1048" name="Text Box 322">
                <a:extLst>
                  <a:ext uri="{FF2B5EF4-FFF2-40B4-BE49-F238E27FC236}">
                    <a16:creationId xmlns:a16="http://schemas.microsoft.com/office/drawing/2014/main" id="{C97E0578-98B2-492F-9BFF-E9873882D5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</p:grpSp>
      <p:grpSp>
        <p:nvGrpSpPr>
          <p:cNvPr id="40969" name="Group 323">
            <a:extLst>
              <a:ext uri="{FF2B5EF4-FFF2-40B4-BE49-F238E27FC236}">
                <a16:creationId xmlns:a16="http://schemas.microsoft.com/office/drawing/2014/main" id="{85C568A3-71CA-4DED-9B6C-7715C3DEDD63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grpSp>
          <p:nvGrpSpPr>
            <p:cNvPr id="41032" name="Group 324">
              <a:extLst>
                <a:ext uri="{FF2B5EF4-FFF2-40B4-BE49-F238E27FC236}">
                  <a16:creationId xmlns:a16="http://schemas.microsoft.com/office/drawing/2014/main" id="{4CE3CF8A-0F44-4C0F-9D49-9D75D97EF7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41038" name="Line 325">
                <a:extLst>
                  <a:ext uri="{FF2B5EF4-FFF2-40B4-BE49-F238E27FC236}">
                    <a16:creationId xmlns:a16="http://schemas.microsoft.com/office/drawing/2014/main" id="{26D9EBE2-4DC6-43F0-B71E-FC18811D8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39" name="Line 326">
                <a:extLst>
                  <a:ext uri="{FF2B5EF4-FFF2-40B4-BE49-F238E27FC236}">
                    <a16:creationId xmlns:a16="http://schemas.microsoft.com/office/drawing/2014/main" id="{2415CB69-1795-406D-9880-8A82F8AA3E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40" name="Line 327">
                <a:extLst>
                  <a:ext uri="{FF2B5EF4-FFF2-40B4-BE49-F238E27FC236}">
                    <a16:creationId xmlns:a16="http://schemas.microsoft.com/office/drawing/2014/main" id="{88C6FDDF-529F-487F-8910-4C54670759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41" name="Line 328">
                <a:extLst>
                  <a:ext uri="{FF2B5EF4-FFF2-40B4-BE49-F238E27FC236}">
                    <a16:creationId xmlns:a16="http://schemas.microsoft.com/office/drawing/2014/main" id="{E55C854B-E761-4F9C-9F1B-D71C5454C2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41033" name="Group 329">
              <a:extLst>
                <a:ext uri="{FF2B5EF4-FFF2-40B4-BE49-F238E27FC236}">
                  <a16:creationId xmlns:a16="http://schemas.microsoft.com/office/drawing/2014/main" id="{1A915063-A0B0-42E2-AA2E-5A7DE73F5D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41034" name="Text Box 330">
                <a:extLst>
                  <a:ext uri="{FF2B5EF4-FFF2-40B4-BE49-F238E27FC236}">
                    <a16:creationId xmlns:a16="http://schemas.microsoft.com/office/drawing/2014/main" id="{825497CD-3594-4CB5-BA33-12DBDBA93A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41035" name="Text Box 331">
                <a:extLst>
                  <a:ext uri="{FF2B5EF4-FFF2-40B4-BE49-F238E27FC236}">
                    <a16:creationId xmlns:a16="http://schemas.microsoft.com/office/drawing/2014/main" id="{FDD6B255-3825-41E1-ABE7-7F4F181142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41036" name="Text Box 332">
                <a:extLst>
                  <a:ext uri="{FF2B5EF4-FFF2-40B4-BE49-F238E27FC236}">
                    <a16:creationId xmlns:a16="http://schemas.microsoft.com/office/drawing/2014/main" id="{52FEE416-8730-48AE-A9EA-F7BACD562F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41037" name="Text Box 333">
                <a:extLst>
                  <a:ext uri="{FF2B5EF4-FFF2-40B4-BE49-F238E27FC236}">
                    <a16:creationId xmlns:a16="http://schemas.microsoft.com/office/drawing/2014/main" id="{41E2F604-1541-4E83-819C-8A62682030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</p:grpSp>
      </p:grpSp>
      <p:grpSp>
        <p:nvGrpSpPr>
          <p:cNvPr id="36870" name="Group 334">
            <a:extLst>
              <a:ext uri="{FF2B5EF4-FFF2-40B4-BE49-F238E27FC236}">
                <a16:creationId xmlns:a16="http://schemas.microsoft.com/office/drawing/2014/main" id="{0C8D1C81-EBB7-403E-85CF-9D8F87D43B8E}"/>
              </a:ext>
            </a:extLst>
          </p:cNvPr>
          <p:cNvGrpSpPr>
            <a:grpSpLocks/>
          </p:cNvGrpSpPr>
          <p:nvPr/>
        </p:nvGrpSpPr>
        <p:grpSpPr bwMode="auto">
          <a:xfrm>
            <a:off x="1812925" y="5629275"/>
            <a:ext cx="6832600" cy="533400"/>
            <a:chOff x="1142" y="3546"/>
            <a:chExt cx="4304" cy="336"/>
          </a:xfrm>
        </p:grpSpPr>
        <p:grpSp>
          <p:nvGrpSpPr>
            <p:cNvPr id="41020" name="Group 335">
              <a:extLst>
                <a:ext uri="{FF2B5EF4-FFF2-40B4-BE49-F238E27FC236}">
                  <a16:creationId xmlns:a16="http://schemas.microsoft.com/office/drawing/2014/main" id="{0EF5F9FE-7DE5-4F50-8B2C-9E431509C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41030" name="Rectangle 336">
                <a:extLst>
                  <a:ext uri="{FF2B5EF4-FFF2-40B4-BE49-F238E27FC236}">
                    <a16:creationId xmlns:a16="http://schemas.microsoft.com/office/drawing/2014/main" id="{24E4A03D-BA83-4BC0-B7F0-9BCB12A2F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31" name="Text Box 337">
                <a:extLst>
                  <a:ext uri="{FF2B5EF4-FFF2-40B4-BE49-F238E27FC236}">
                    <a16:creationId xmlns:a16="http://schemas.microsoft.com/office/drawing/2014/main" id="{3D6B1E12-C7CD-461C-A664-3CD1409B50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41021" name="Group 338">
              <a:extLst>
                <a:ext uri="{FF2B5EF4-FFF2-40B4-BE49-F238E27FC236}">
                  <a16:creationId xmlns:a16="http://schemas.microsoft.com/office/drawing/2014/main" id="{1D994B1E-AEB6-46CD-93F2-19F4AEC81A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41028" name="Rectangle 339">
                <a:extLst>
                  <a:ext uri="{FF2B5EF4-FFF2-40B4-BE49-F238E27FC236}">
                    <a16:creationId xmlns:a16="http://schemas.microsoft.com/office/drawing/2014/main" id="{7B8DC448-22EE-43C3-9F5D-E4A46E1E7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29" name="Text Box 340">
                <a:extLst>
                  <a:ext uri="{FF2B5EF4-FFF2-40B4-BE49-F238E27FC236}">
                    <a16:creationId xmlns:a16="http://schemas.microsoft.com/office/drawing/2014/main" id="{D94C766B-96C7-42A6-A719-17E0247031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41022" name="Group 341">
              <a:extLst>
                <a:ext uri="{FF2B5EF4-FFF2-40B4-BE49-F238E27FC236}">
                  <a16:creationId xmlns:a16="http://schemas.microsoft.com/office/drawing/2014/main" id="{9C88A467-4B97-4224-A417-268B91AE41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41026" name="Rectangle 342">
                <a:extLst>
                  <a:ext uri="{FF2B5EF4-FFF2-40B4-BE49-F238E27FC236}">
                    <a16:creationId xmlns:a16="http://schemas.microsoft.com/office/drawing/2014/main" id="{2477D1E8-9D16-46D7-AEE1-718972AC3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27" name="Text Box 343">
                <a:extLst>
                  <a:ext uri="{FF2B5EF4-FFF2-40B4-BE49-F238E27FC236}">
                    <a16:creationId xmlns:a16="http://schemas.microsoft.com/office/drawing/2014/main" id="{36DE520C-F03B-4DB3-BAF5-8CBB252B5F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41023" name="Group 344">
              <a:extLst>
                <a:ext uri="{FF2B5EF4-FFF2-40B4-BE49-F238E27FC236}">
                  <a16:creationId xmlns:a16="http://schemas.microsoft.com/office/drawing/2014/main" id="{3824A7E9-469D-4559-9F34-3B21ECA2DE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41024" name="Rectangle 345">
                <a:extLst>
                  <a:ext uri="{FF2B5EF4-FFF2-40B4-BE49-F238E27FC236}">
                    <a16:creationId xmlns:a16="http://schemas.microsoft.com/office/drawing/2014/main" id="{093B4898-48E3-4B3C-9877-94C2418B9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25" name="Text Box 346">
                <a:extLst>
                  <a:ext uri="{FF2B5EF4-FFF2-40B4-BE49-F238E27FC236}">
                    <a16:creationId xmlns:a16="http://schemas.microsoft.com/office/drawing/2014/main" id="{53D37360-F2FB-469D-A395-488D670FA6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</p:grpSp>
      <p:grpSp>
        <p:nvGrpSpPr>
          <p:cNvPr id="40971" name="Group 347">
            <a:extLst>
              <a:ext uri="{FF2B5EF4-FFF2-40B4-BE49-F238E27FC236}">
                <a16:creationId xmlns:a16="http://schemas.microsoft.com/office/drawing/2014/main" id="{0318A32C-3D94-407A-A980-A45C107ABF8E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40973" name="Group 348">
              <a:extLst>
                <a:ext uri="{FF2B5EF4-FFF2-40B4-BE49-F238E27FC236}">
                  <a16:creationId xmlns:a16="http://schemas.microsoft.com/office/drawing/2014/main" id="{959FC3E4-3886-4047-A899-8457403EA7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40982" name="Group 349">
                <a:extLst>
                  <a:ext uri="{FF2B5EF4-FFF2-40B4-BE49-F238E27FC236}">
                    <a16:creationId xmlns:a16="http://schemas.microsoft.com/office/drawing/2014/main" id="{2BDDDE21-81CD-43BA-BE91-D7C02C7F20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41015" name="Freeform 350">
                  <a:extLst>
                    <a:ext uri="{FF2B5EF4-FFF2-40B4-BE49-F238E27FC236}">
                      <a16:creationId xmlns:a16="http://schemas.microsoft.com/office/drawing/2014/main" id="{7F86DC1E-8DE1-4AE7-95C5-5460C4B381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1016" name="Freeform 351">
                  <a:extLst>
                    <a:ext uri="{FF2B5EF4-FFF2-40B4-BE49-F238E27FC236}">
                      <a16:creationId xmlns:a16="http://schemas.microsoft.com/office/drawing/2014/main" id="{450AF71A-29C4-47BB-9312-7B509C55AC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1017" name="Freeform 352">
                  <a:extLst>
                    <a:ext uri="{FF2B5EF4-FFF2-40B4-BE49-F238E27FC236}">
                      <a16:creationId xmlns:a16="http://schemas.microsoft.com/office/drawing/2014/main" id="{F47E2076-2807-4CF2-A53A-FB0F8C61D3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1018" name="Freeform 353">
                  <a:extLst>
                    <a:ext uri="{FF2B5EF4-FFF2-40B4-BE49-F238E27FC236}">
                      <a16:creationId xmlns:a16="http://schemas.microsoft.com/office/drawing/2014/main" id="{8DAD1F6E-C668-4814-806C-B2FA1BB659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1019" name="Freeform 354">
                  <a:extLst>
                    <a:ext uri="{FF2B5EF4-FFF2-40B4-BE49-F238E27FC236}">
                      <a16:creationId xmlns:a16="http://schemas.microsoft.com/office/drawing/2014/main" id="{D2739B5C-2F5A-4007-B195-64469BBCB3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0983" name="Group 355">
                <a:extLst>
                  <a:ext uri="{FF2B5EF4-FFF2-40B4-BE49-F238E27FC236}">
                    <a16:creationId xmlns:a16="http://schemas.microsoft.com/office/drawing/2014/main" id="{B1FC1692-FBEF-435C-A356-1A719B6310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41008" name="Group 356">
                  <a:extLst>
                    <a:ext uri="{FF2B5EF4-FFF2-40B4-BE49-F238E27FC236}">
                      <a16:creationId xmlns:a16="http://schemas.microsoft.com/office/drawing/2014/main" id="{C7F5984F-28CF-4FE7-AB40-B5A2BBDBDE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1013" name="Line 357">
                    <a:extLst>
                      <a:ext uri="{FF2B5EF4-FFF2-40B4-BE49-F238E27FC236}">
                        <a16:creationId xmlns:a16="http://schemas.microsoft.com/office/drawing/2014/main" id="{153313E2-6D9D-4AD5-863C-F039C0BB70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14" name="Line 358">
                    <a:extLst>
                      <a:ext uri="{FF2B5EF4-FFF2-40B4-BE49-F238E27FC236}">
                        <a16:creationId xmlns:a16="http://schemas.microsoft.com/office/drawing/2014/main" id="{71A66FFD-1ABB-4B57-A7B8-4579E31C20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1009" name="Freeform 359">
                  <a:extLst>
                    <a:ext uri="{FF2B5EF4-FFF2-40B4-BE49-F238E27FC236}">
                      <a16:creationId xmlns:a16="http://schemas.microsoft.com/office/drawing/2014/main" id="{445F4DC0-7935-4EF8-BB21-82CCE5B6E4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1010" name="Group 360">
                  <a:extLst>
                    <a:ext uri="{FF2B5EF4-FFF2-40B4-BE49-F238E27FC236}">
                      <a16:creationId xmlns:a16="http://schemas.microsoft.com/office/drawing/2014/main" id="{E8198F72-C67B-4CC2-9DA3-1AF59D8FFDE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1011" name="Line 361">
                    <a:extLst>
                      <a:ext uri="{FF2B5EF4-FFF2-40B4-BE49-F238E27FC236}">
                        <a16:creationId xmlns:a16="http://schemas.microsoft.com/office/drawing/2014/main" id="{81A97626-06F1-4A9B-8EAE-767FBAC097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12" name="Line 362">
                    <a:extLst>
                      <a:ext uri="{FF2B5EF4-FFF2-40B4-BE49-F238E27FC236}">
                        <a16:creationId xmlns:a16="http://schemas.microsoft.com/office/drawing/2014/main" id="{E6CD2DD1-576B-4A1B-BEBD-4D35ED8531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0984" name="Group 363">
                <a:extLst>
                  <a:ext uri="{FF2B5EF4-FFF2-40B4-BE49-F238E27FC236}">
                    <a16:creationId xmlns:a16="http://schemas.microsoft.com/office/drawing/2014/main" id="{E8FF531D-A31D-42F4-BA9F-513B1E870B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41001" name="Group 364">
                  <a:extLst>
                    <a:ext uri="{FF2B5EF4-FFF2-40B4-BE49-F238E27FC236}">
                      <a16:creationId xmlns:a16="http://schemas.microsoft.com/office/drawing/2014/main" id="{B32006D3-823A-4821-94AA-C38BE43A3D1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1006" name="Line 365">
                    <a:extLst>
                      <a:ext uri="{FF2B5EF4-FFF2-40B4-BE49-F238E27FC236}">
                        <a16:creationId xmlns:a16="http://schemas.microsoft.com/office/drawing/2014/main" id="{45159029-A7E7-4524-8E10-A26C4079FB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07" name="Line 366">
                    <a:extLst>
                      <a:ext uri="{FF2B5EF4-FFF2-40B4-BE49-F238E27FC236}">
                        <a16:creationId xmlns:a16="http://schemas.microsoft.com/office/drawing/2014/main" id="{24C0861A-DEF6-497B-B891-9C1D0F0BA5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1002" name="Freeform 367">
                  <a:extLst>
                    <a:ext uri="{FF2B5EF4-FFF2-40B4-BE49-F238E27FC236}">
                      <a16:creationId xmlns:a16="http://schemas.microsoft.com/office/drawing/2014/main" id="{0C87D637-D9A3-4CF2-9264-7B5CEBB0B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1003" name="Group 368">
                  <a:extLst>
                    <a:ext uri="{FF2B5EF4-FFF2-40B4-BE49-F238E27FC236}">
                      <a16:creationId xmlns:a16="http://schemas.microsoft.com/office/drawing/2014/main" id="{7286CA8B-44FD-4C1E-B55E-576D25AB43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1004" name="Line 369">
                    <a:extLst>
                      <a:ext uri="{FF2B5EF4-FFF2-40B4-BE49-F238E27FC236}">
                        <a16:creationId xmlns:a16="http://schemas.microsoft.com/office/drawing/2014/main" id="{DDA03448-A625-4D9F-B589-1ABEC33D53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05" name="Line 370">
                    <a:extLst>
                      <a:ext uri="{FF2B5EF4-FFF2-40B4-BE49-F238E27FC236}">
                        <a16:creationId xmlns:a16="http://schemas.microsoft.com/office/drawing/2014/main" id="{0E3074A3-2880-4ABA-9FE5-0C01205931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0985" name="Group 371">
                <a:extLst>
                  <a:ext uri="{FF2B5EF4-FFF2-40B4-BE49-F238E27FC236}">
                    <a16:creationId xmlns:a16="http://schemas.microsoft.com/office/drawing/2014/main" id="{846F0875-BBE9-4861-8EFE-8D3955DA4A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40994" name="Group 372">
                  <a:extLst>
                    <a:ext uri="{FF2B5EF4-FFF2-40B4-BE49-F238E27FC236}">
                      <a16:creationId xmlns:a16="http://schemas.microsoft.com/office/drawing/2014/main" id="{68C93F2F-A603-4F9E-AE94-332D1EE6F69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0999" name="Line 373">
                    <a:extLst>
                      <a:ext uri="{FF2B5EF4-FFF2-40B4-BE49-F238E27FC236}">
                        <a16:creationId xmlns:a16="http://schemas.microsoft.com/office/drawing/2014/main" id="{5B87A1C0-AC96-435B-B93B-A22A01C5D0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1000" name="Line 374">
                    <a:extLst>
                      <a:ext uri="{FF2B5EF4-FFF2-40B4-BE49-F238E27FC236}">
                        <a16:creationId xmlns:a16="http://schemas.microsoft.com/office/drawing/2014/main" id="{32B5000B-84FA-477A-8AEE-C7D915A21F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0995" name="Freeform 375">
                  <a:extLst>
                    <a:ext uri="{FF2B5EF4-FFF2-40B4-BE49-F238E27FC236}">
                      <a16:creationId xmlns:a16="http://schemas.microsoft.com/office/drawing/2014/main" id="{7941B957-1C4B-49EC-94F9-396D3F0652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0996" name="Group 376">
                  <a:extLst>
                    <a:ext uri="{FF2B5EF4-FFF2-40B4-BE49-F238E27FC236}">
                      <a16:creationId xmlns:a16="http://schemas.microsoft.com/office/drawing/2014/main" id="{E6884556-F276-4D02-A263-983E8F55030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0997" name="Line 377">
                    <a:extLst>
                      <a:ext uri="{FF2B5EF4-FFF2-40B4-BE49-F238E27FC236}">
                        <a16:creationId xmlns:a16="http://schemas.microsoft.com/office/drawing/2014/main" id="{528BBD0C-144F-41DE-B16F-5C38970297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998" name="Line 378">
                    <a:extLst>
                      <a:ext uri="{FF2B5EF4-FFF2-40B4-BE49-F238E27FC236}">
                        <a16:creationId xmlns:a16="http://schemas.microsoft.com/office/drawing/2014/main" id="{27A63811-5B9A-48C2-B42C-C51C48F17C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0986" name="Group 379">
                <a:extLst>
                  <a:ext uri="{FF2B5EF4-FFF2-40B4-BE49-F238E27FC236}">
                    <a16:creationId xmlns:a16="http://schemas.microsoft.com/office/drawing/2014/main" id="{C1B9387B-9AF5-4B08-B444-329B66D4B2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40987" name="Group 380">
                  <a:extLst>
                    <a:ext uri="{FF2B5EF4-FFF2-40B4-BE49-F238E27FC236}">
                      <a16:creationId xmlns:a16="http://schemas.microsoft.com/office/drawing/2014/main" id="{B77A17BA-FDB0-4D70-A6AD-FA4B602EDA0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0992" name="Line 381">
                    <a:extLst>
                      <a:ext uri="{FF2B5EF4-FFF2-40B4-BE49-F238E27FC236}">
                        <a16:creationId xmlns:a16="http://schemas.microsoft.com/office/drawing/2014/main" id="{EBADA397-FC6B-4B46-8138-64CD7B7E2E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993" name="Line 382">
                    <a:extLst>
                      <a:ext uri="{FF2B5EF4-FFF2-40B4-BE49-F238E27FC236}">
                        <a16:creationId xmlns:a16="http://schemas.microsoft.com/office/drawing/2014/main" id="{E957E34B-0120-4E40-9571-838DF962A1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0988" name="Freeform 383">
                  <a:extLst>
                    <a:ext uri="{FF2B5EF4-FFF2-40B4-BE49-F238E27FC236}">
                      <a16:creationId xmlns:a16="http://schemas.microsoft.com/office/drawing/2014/main" id="{B089A4F0-D5AA-49A7-BE04-87A2037C18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0989" name="Group 384">
                  <a:extLst>
                    <a:ext uri="{FF2B5EF4-FFF2-40B4-BE49-F238E27FC236}">
                      <a16:creationId xmlns:a16="http://schemas.microsoft.com/office/drawing/2014/main" id="{82C4BC57-DD30-4AD9-98F3-534A2B2839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0990" name="Line 385">
                    <a:extLst>
                      <a:ext uri="{FF2B5EF4-FFF2-40B4-BE49-F238E27FC236}">
                        <a16:creationId xmlns:a16="http://schemas.microsoft.com/office/drawing/2014/main" id="{30932E14-D5DA-47EC-83BC-9659D780DF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0991" name="Line 386">
                    <a:extLst>
                      <a:ext uri="{FF2B5EF4-FFF2-40B4-BE49-F238E27FC236}">
                        <a16:creationId xmlns:a16="http://schemas.microsoft.com/office/drawing/2014/main" id="{115EAD04-37DD-4064-A5C4-009A2462B9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40974" name="Rectangle 387">
              <a:extLst>
                <a:ext uri="{FF2B5EF4-FFF2-40B4-BE49-F238E27FC236}">
                  <a16:creationId xmlns:a16="http://schemas.microsoft.com/office/drawing/2014/main" id="{BD352320-73E9-47F0-92E2-CA38A4FB0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40975" name="Text Box 388">
              <a:extLst>
                <a:ext uri="{FF2B5EF4-FFF2-40B4-BE49-F238E27FC236}">
                  <a16:creationId xmlns:a16="http://schemas.microsoft.com/office/drawing/2014/main" id="{14760731-9E4B-4C37-BC32-CF733941CD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0976" name="Rectangle 389">
              <a:extLst>
                <a:ext uri="{FF2B5EF4-FFF2-40B4-BE49-F238E27FC236}">
                  <a16:creationId xmlns:a16="http://schemas.microsoft.com/office/drawing/2014/main" id="{0741B01F-F2E9-4F54-85AF-8393E5F84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40977" name="Rectangle 390">
              <a:extLst>
                <a:ext uri="{FF2B5EF4-FFF2-40B4-BE49-F238E27FC236}">
                  <a16:creationId xmlns:a16="http://schemas.microsoft.com/office/drawing/2014/main" id="{0F645FCF-84C6-4039-8094-43AAB4239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40978" name="Rectangle 391">
              <a:extLst>
                <a:ext uri="{FF2B5EF4-FFF2-40B4-BE49-F238E27FC236}">
                  <a16:creationId xmlns:a16="http://schemas.microsoft.com/office/drawing/2014/main" id="{D0352EB8-5FF5-427E-84D1-4492DDD3A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40979" name="Text Box 392">
              <a:extLst>
                <a:ext uri="{FF2B5EF4-FFF2-40B4-BE49-F238E27FC236}">
                  <a16:creationId xmlns:a16="http://schemas.microsoft.com/office/drawing/2014/main" id="{D50CC512-FBCE-4A6F-AD0B-9FC82F6543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0980" name="Text Box 393">
              <a:extLst>
                <a:ext uri="{FF2B5EF4-FFF2-40B4-BE49-F238E27FC236}">
                  <a16:creationId xmlns:a16="http://schemas.microsoft.com/office/drawing/2014/main" id="{1CF7D999-DF32-49FE-A5D6-5EB83DB4BB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0981" name="Text Box 394">
              <a:extLst>
                <a:ext uri="{FF2B5EF4-FFF2-40B4-BE49-F238E27FC236}">
                  <a16:creationId xmlns:a16="http://schemas.microsoft.com/office/drawing/2014/main" id="{BE045162-8EDA-4C88-8583-CEAFFEE393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6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6" name="Group 2">
            <a:extLst>
              <a:ext uri="{FF2B5EF4-FFF2-40B4-BE49-F238E27FC236}">
                <a16:creationId xmlns:a16="http://schemas.microsoft.com/office/drawing/2014/main" id="{DE88E4A3-2763-4FAC-AE39-4494635BCF25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42375" name="Line 3">
              <a:extLst>
                <a:ext uri="{FF2B5EF4-FFF2-40B4-BE49-F238E27FC236}">
                  <a16:creationId xmlns:a16="http://schemas.microsoft.com/office/drawing/2014/main" id="{76AD786A-AB00-4CE4-9A99-AB7D18B0C7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76" name="Freeform 4">
              <a:extLst>
                <a:ext uri="{FF2B5EF4-FFF2-40B4-BE49-F238E27FC236}">
                  <a16:creationId xmlns:a16="http://schemas.microsoft.com/office/drawing/2014/main" id="{ED785949-2439-40B8-AFE0-9C974DE96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77" name="Line 5">
              <a:extLst>
                <a:ext uri="{FF2B5EF4-FFF2-40B4-BE49-F238E27FC236}">
                  <a16:creationId xmlns:a16="http://schemas.microsoft.com/office/drawing/2014/main" id="{CCAC428B-B29F-4DFD-8D2A-301F3B9A1C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78" name="Freeform 6">
              <a:extLst>
                <a:ext uri="{FF2B5EF4-FFF2-40B4-BE49-F238E27FC236}">
                  <a16:creationId xmlns:a16="http://schemas.microsoft.com/office/drawing/2014/main" id="{7EAB252A-2E31-4131-BF1C-37A30B7FD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79" name="Line 7">
              <a:extLst>
                <a:ext uri="{FF2B5EF4-FFF2-40B4-BE49-F238E27FC236}">
                  <a16:creationId xmlns:a16="http://schemas.microsoft.com/office/drawing/2014/main" id="{16D336E9-B25F-44B6-B3BE-CDC4E07788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80" name="Text Box 8">
              <a:extLst>
                <a:ext uri="{FF2B5EF4-FFF2-40B4-BE49-F238E27FC236}">
                  <a16:creationId xmlns:a16="http://schemas.microsoft.com/office/drawing/2014/main" id="{77DFD7CF-3B57-491E-BDE9-1A5A2B8D8E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42381" name="Text Box 9">
              <a:extLst>
                <a:ext uri="{FF2B5EF4-FFF2-40B4-BE49-F238E27FC236}">
                  <a16:creationId xmlns:a16="http://schemas.microsoft.com/office/drawing/2014/main" id="{C5BE4A20-A55F-4158-B514-E5BA7197FF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42382" name="Text Box 10">
              <a:extLst>
                <a:ext uri="{FF2B5EF4-FFF2-40B4-BE49-F238E27FC236}">
                  <a16:creationId xmlns:a16="http://schemas.microsoft.com/office/drawing/2014/main" id="{F74CB14A-1EE8-49C1-AAB5-F8AF86A089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42383" name="Text Box 11">
              <a:extLst>
                <a:ext uri="{FF2B5EF4-FFF2-40B4-BE49-F238E27FC236}">
                  <a16:creationId xmlns:a16="http://schemas.microsoft.com/office/drawing/2014/main" id="{0AACB9F4-5DCA-4183-8DAA-1B85F9FBB0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42384" name="Line 12">
              <a:extLst>
                <a:ext uri="{FF2B5EF4-FFF2-40B4-BE49-F238E27FC236}">
                  <a16:creationId xmlns:a16="http://schemas.microsoft.com/office/drawing/2014/main" id="{AD09892C-5B0E-44E1-B5E5-EB2252F86D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85" name="Line 13">
              <a:extLst>
                <a:ext uri="{FF2B5EF4-FFF2-40B4-BE49-F238E27FC236}">
                  <a16:creationId xmlns:a16="http://schemas.microsoft.com/office/drawing/2014/main" id="{F22D567A-AD89-49DC-B15C-5C577652EB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86" name="Line 14">
              <a:extLst>
                <a:ext uri="{FF2B5EF4-FFF2-40B4-BE49-F238E27FC236}">
                  <a16:creationId xmlns:a16="http://schemas.microsoft.com/office/drawing/2014/main" id="{4AAC0627-4576-4F5B-A8E7-E6E46A6248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87" name="Line 15">
              <a:extLst>
                <a:ext uri="{FF2B5EF4-FFF2-40B4-BE49-F238E27FC236}">
                  <a16:creationId xmlns:a16="http://schemas.microsoft.com/office/drawing/2014/main" id="{CB81AE70-22DD-49FC-B8C1-DF6822ACD2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88" name="Line 16">
              <a:extLst>
                <a:ext uri="{FF2B5EF4-FFF2-40B4-BE49-F238E27FC236}">
                  <a16:creationId xmlns:a16="http://schemas.microsoft.com/office/drawing/2014/main" id="{53423112-63DA-476F-B248-68FE745B771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89" name="Line 17">
              <a:extLst>
                <a:ext uri="{FF2B5EF4-FFF2-40B4-BE49-F238E27FC236}">
                  <a16:creationId xmlns:a16="http://schemas.microsoft.com/office/drawing/2014/main" id="{8A9B0701-A36F-42F2-897B-D0A49BE3A9E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90" name="Line 18">
              <a:extLst>
                <a:ext uri="{FF2B5EF4-FFF2-40B4-BE49-F238E27FC236}">
                  <a16:creationId xmlns:a16="http://schemas.microsoft.com/office/drawing/2014/main" id="{2D37BC44-F9BC-4B2F-A935-428A8D16945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91" name="Line 19">
              <a:extLst>
                <a:ext uri="{FF2B5EF4-FFF2-40B4-BE49-F238E27FC236}">
                  <a16:creationId xmlns:a16="http://schemas.microsoft.com/office/drawing/2014/main" id="{C56597EA-1C8E-4AE8-ABCB-7045500EC5F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1988" name="Text Box 21">
            <a:extLst>
              <a:ext uri="{FF2B5EF4-FFF2-40B4-BE49-F238E27FC236}">
                <a16:creationId xmlns:a16="http://schemas.microsoft.com/office/drawing/2014/main" id="{51C15E36-1E3C-4CFC-B42F-E1E7D2894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③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</a:t>
            </a:r>
          </a:p>
        </p:txBody>
      </p:sp>
      <p:grpSp>
        <p:nvGrpSpPr>
          <p:cNvPr id="41989" name="Group 22">
            <a:extLst>
              <a:ext uri="{FF2B5EF4-FFF2-40B4-BE49-F238E27FC236}">
                <a16:creationId xmlns:a16="http://schemas.microsoft.com/office/drawing/2014/main" id="{C8982BA9-30D0-49A2-83D5-392CB518206D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sp>
          <p:nvSpPr>
            <p:cNvPr id="42371" name="Text Box 23">
              <a:extLst>
                <a:ext uri="{FF2B5EF4-FFF2-40B4-BE49-F238E27FC236}">
                  <a16:creationId xmlns:a16="http://schemas.microsoft.com/office/drawing/2014/main" id="{49AAD78C-9DCC-4412-BF1D-B68714E36A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2372" name="Text Box 24">
              <a:extLst>
                <a:ext uri="{FF2B5EF4-FFF2-40B4-BE49-F238E27FC236}">
                  <a16:creationId xmlns:a16="http://schemas.microsoft.com/office/drawing/2014/main" id="{3C1E372A-C0F6-4F48-90AE-2350788F27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42373" name="Text Box 25">
              <a:extLst>
                <a:ext uri="{FF2B5EF4-FFF2-40B4-BE49-F238E27FC236}">
                  <a16:creationId xmlns:a16="http://schemas.microsoft.com/office/drawing/2014/main" id="{000DD865-2417-488B-8229-49C99B8B4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42374" name="Text Box 26">
              <a:extLst>
                <a:ext uri="{FF2B5EF4-FFF2-40B4-BE49-F238E27FC236}">
                  <a16:creationId xmlns:a16="http://schemas.microsoft.com/office/drawing/2014/main" id="{4B8B3C7B-134F-4172-A431-A3EAF36341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</p:grpSp>
      <p:grpSp>
        <p:nvGrpSpPr>
          <p:cNvPr id="41990" name="Group 27">
            <a:extLst>
              <a:ext uri="{FF2B5EF4-FFF2-40B4-BE49-F238E27FC236}">
                <a16:creationId xmlns:a16="http://schemas.microsoft.com/office/drawing/2014/main" id="{B1509427-5803-4BBA-B5F2-2578AA5E65C9}"/>
              </a:ext>
            </a:extLst>
          </p:cNvPr>
          <p:cNvGrpSpPr>
            <a:grpSpLocks/>
          </p:cNvGrpSpPr>
          <p:nvPr/>
        </p:nvGrpSpPr>
        <p:grpSpPr bwMode="auto">
          <a:xfrm>
            <a:off x="1028700" y="6175375"/>
            <a:ext cx="565150" cy="366713"/>
            <a:chOff x="648" y="3890"/>
            <a:chExt cx="356" cy="231"/>
          </a:xfrm>
        </p:grpSpPr>
        <p:sp>
          <p:nvSpPr>
            <p:cNvPr id="42369" name="Text Box 28">
              <a:extLst>
                <a:ext uri="{FF2B5EF4-FFF2-40B4-BE49-F238E27FC236}">
                  <a16:creationId xmlns:a16="http://schemas.microsoft.com/office/drawing/2014/main" id="{9648C958-33D0-49B6-BCC5-AE0643046A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</a:t>
              </a:r>
            </a:p>
          </p:txBody>
        </p:sp>
        <p:sp>
          <p:nvSpPr>
            <p:cNvPr id="42370" name="Line 29">
              <a:extLst>
                <a:ext uri="{FF2B5EF4-FFF2-40B4-BE49-F238E27FC236}">
                  <a16:creationId xmlns:a16="http://schemas.microsoft.com/office/drawing/2014/main" id="{A34D9F53-5F42-4555-98B1-6E4C047CB2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1991" name="Group 30">
            <a:extLst>
              <a:ext uri="{FF2B5EF4-FFF2-40B4-BE49-F238E27FC236}">
                <a16:creationId xmlns:a16="http://schemas.microsoft.com/office/drawing/2014/main" id="{7DC98C07-58F4-4006-B826-AF06E93F0952}"/>
              </a:ext>
            </a:extLst>
          </p:cNvPr>
          <p:cNvGrpSpPr>
            <a:grpSpLocks/>
          </p:cNvGrpSpPr>
          <p:nvPr/>
        </p:nvGrpSpPr>
        <p:grpSpPr bwMode="auto">
          <a:xfrm>
            <a:off x="1060450" y="6391275"/>
            <a:ext cx="509588" cy="396875"/>
            <a:chOff x="668" y="4026"/>
            <a:chExt cx="321" cy="250"/>
          </a:xfrm>
        </p:grpSpPr>
        <p:sp>
          <p:nvSpPr>
            <p:cNvPr id="42367" name="Text Box 31">
              <a:extLst>
                <a:ext uri="{FF2B5EF4-FFF2-40B4-BE49-F238E27FC236}">
                  <a16:creationId xmlns:a16="http://schemas.microsoft.com/office/drawing/2014/main" id="{FF780EE6-43F0-4E0F-938D-9EA0105911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CS</a:t>
              </a:r>
            </a:p>
          </p:txBody>
        </p:sp>
        <p:sp>
          <p:nvSpPr>
            <p:cNvPr id="42368" name="Line 32">
              <a:extLst>
                <a:ext uri="{FF2B5EF4-FFF2-40B4-BE49-F238E27FC236}">
                  <a16:creationId xmlns:a16="http://schemas.microsoft.com/office/drawing/2014/main" id="{5CEF876B-5159-4994-8E6D-AB2DC3D83E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1992" name="Group 33">
            <a:extLst>
              <a:ext uri="{FF2B5EF4-FFF2-40B4-BE49-F238E27FC236}">
                <a16:creationId xmlns:a16="http://schemas.microsoft.com/office/drawing/2014/main" id="{50F85D96-1A85-4587-BCAF-96EB3A8F8BFE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8686800" cy="5483225"/>
            <a:chOff x="140" y="674"/>
            <a:chExt cx="5472" cy="3454"/>
          </a:xfrm>
        </p:grpSpPr>
        <p:grpSp>
          <p:nvGrpSpPr>
            <p:cNvPr id="42078" name="Group 34">
              <a:extLst>
                <a:ext uri="{FF2B5EF4-FFF2-40B4-BE49-F238E27FC236}">
                  <a16:creationId xmlns:a16="http://schemas.microsoft.com/office/drawing/2014/main" id="{C62372F0-16C8-40E6-BD6B-24B3BCEFE6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674"/>
              <a:ext cx="5472" cy="3454"/>
              <a:chOff x="140" y="674"/>
              <a:chExt cx="5472" cy="3454"/>
            </a:xfrm>
          </p:grpSpPr>
          <p:grpSp>
            <p:nvGrpSpPr>
              <p:cNvPr id="42104" name="Group 35">
                <a:extLst>
                  <a:ext uri="{FF2B5EF4-FFF2-40B4-BE49-F238E27FC236}">
                    <a16:creationId xmlns:a16="http://schemas.microsoft.com/office/drawing/2014/main" id="{934A49B9-FAD6-4E38-BE27-887D700AF6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0" y="674"/>
                <a:ext cx="5472" cy="3454"/>
                <a:chOff x="140" y="674"/>
                <a:chExt cx="5472" cy="3454"/>
              </a:xfrm>
            </p:grpSpPr>
            <p:grpSp>
              <p:nvGrpSpPr>
                <p:cNvPr id="42144" name="Group 36">
                  <a:extLst>
                    <a:ext uri="{FF2B5EF4-FFF2-40B4-BE49-F238E27FC236}">
                      <a16:creationId xmlns:a16="http://schemas.microsoft.com/office/drawing/2014/main" id="{DE468DE7-DCDA-427C-A2C9-C1407FFF04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0" y="713"/>
                  <a:ext cx="5472" cy="3415"/>
                  <a:chOff x="140" y="713"/>
                  <a:chExt cx="5472" cy="3415"/>
                </a:xfrm>
              </p:grpSpPr>
              <p:sp>
                <p:nvSpPr>
                  <p:cNvPr id="42156" name="Rectangle 37">
                    <a:extLst>
                      <a:ext uri="{FF2B5EF4-FFF2-40B4-BE49-F238E27FC236}">
                        <a16:creationId xmlns:a16="http://schemas.microsoft.com/office/drawing/2014/main" id="{658159BE-703C-4848-BC21-643691E7DE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2" y="713"/>
                    <a:ext cx="576" cy="316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57" name="Rectangle 38">
                    <a:extLst>
                      <a:ext uri="{FF2B5EF4-FFF2-40B4-BE49-F238E27FC236}">
                        <a16:creationId xmlns:a16="http://schemas.microsoft.com/office/drawing/2014/main" id="{FBAFA284-79DC-4FDC-9A08-F3AF0820F3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2158" name="Text Box 39">
                    <a:extLst>
                      <a:ext uri="{FF2B5EF4-FFF2-40B4-BE49-F238E27FC236}">
                        <a16:creationId xmlns:a16="http://schemas.microsoft.com/office/drawing/2014/main" id="{B8222A77-50CC-4B4B-BB7D-E3BA7C20CF7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8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159" name="Rectangle 40">
                    <a:extLst>
                      <a:ext uri="{FF2B5EF4-FFF2-40B4-BE49-F238E27FC236}">
                        <a16:creationId xmlns:a16="http://schemas.microsoft.com/office/drawing/2014/main" id="{9D68DEAA-E5AB-4F35-A81F-567B54311C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60" name="Rectangle 41">
                    <a:extLst>
                      <a:ext uri="{FF2B5EF4-FFF2-40B4-BE49-F238E27FC236}">
                        <a16:creationId xmlns:a16="http://schemas.microsoft.com/office/drawing/2014/main" id="{A7B22410-2535-4FE3-BC7C-695AA0E031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42161" name="Text Box 42">
                    <a:extLst>
                      <a:ext uri="{FF2B5EF4-FFF2-40B4-BE49-F238E27FC236}">
                        <a16:creationId xmlns:a16="http://schemas.microsoft.com/office/drawing/2014/main" id="{293A8355-835C-4F03-B839-1058C282E23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549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162" name="Rectangle 43">
                    <a:extLst>
                      <a:ext uri="{FF2B5EF4-FFF2-40B4-BE49-F238E27FC236}">
                        <a16:creationId xmlns:a16="http://schemas.microsoft.com/office/drawing/2014/main" id="{614CD837-FA34-4745-AB2A-CCEB95D825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42163" name="Rectangle 44">
                    <a:extLst>
                      <a:ext uri="{FF2B5EF4-FFF2-40B4-BE49-F238E27FC236}">
                        <a16:creationId xmlns:a16="http://schemas.microsoft.com/office/drawing/2014/main" id="{7497491E-AE9D-4916-983D-99472DC125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42164" name="Text Box 45">
                    <a:extLst>
                      <a:ext uri="{FF2B5EF4-FFF2-40B4-BE49-F238E27FC236}">
                        <a16:creationId xmlns:a16="http://schemas.microsoft.com/office/drawing/2014/main" id="{EE1A49C5-EB66-4C37-9002-BED442A0B50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4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165" name="Rectangle 46">
                    <a:extLst>
                      <a:ext uri="{FF2B5EF4-FFF2-40B4-BE49-F238E27FC236}">
                        <a16:creationId xmlns:a16="http://schemas.microsoft.com/office/drawing/2014/main" id="{F771FA66-66F9-40EC-83D2-4B6468807E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42166" name="Rectangle 47">
                    <a:extLst>
                      <a:ext uri="{FF2B5EF4-FFF2-40B4-BE49-F238E27FC236}">
                        <a16:creationId xmlns:a16="http://schemas.microsoft.com/office/drawing/2014/main" id="{BCDAEBBC-F086-41C8-B7CD-1B7F773EB3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2167" name="Text Box 48">
                    <a:extLst>
                      <a:ext uri="{FF2B5EF4-FFF2-40B4-BE49-F238E27FC236}">
                        <a16:creationId xmlns:a16="http://schemas.microsoft.com/office/drawing/2014/main" id="{9D26BDCC-8684-4775-8BF4-1A8E5846055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60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168" name="Rectangle 49">
                    <a:extLst>
                      <a:ext uri="{FF2B5EF4-FFF2-40B4-BE49-F238E27FC236}">
                        <a16:creationId xmlns:a16="http://schemas.microsoft.com/office/drawing/2014/main" id="{507FA127-B9F8-4709-94D5-C55C495B14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  <p:sp>
                <p:nvSpPr>
                  <p:cNvPr id="42169" name="Rectangle 50">
                    <a:extLst>
                      <a:ext uri="{FF2B5EF4-FFF2-40B4-BE49-F238E27FC236}">
                        <a16:creationId xmlns:a16="http://schemas.microsoft.com/office/drawing/2014/main" id="{D6360DC5-D358-4E5E-83B5-EE0F62573B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2170" name="Rectangle 51">
                    <a:extLst>
                      <a:ext uri="{FF2B5EF4-FFF2-40B4-BE49-F238E27FC236}">
                        <a16:creationId xmlns:a16="http://schemas.microsoft.com/office/drawing/2014/main" id="{CC5A0648-D20D-46D0-9F29-1BA96B25AF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71" name="Rectangle 52">
                    <a:extLst>
                      <a:ext uri="{FF2B5EF4-FFF2-40B4-BE49-F238E27FC236}">
                        <a16:creationId xmlns:a16="http://schemas.microsoft.com/office/drawing/2014/main" id="{DD6802A0-6774-48E4-9131-9AFCD43AC7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42172" name="Rectangle 53">
                    <a:extLst>
                      <a:ext uri="{FF2B5EF4-FFF2-40B4-BE49-F238E27FC236}">
                        <a16:creationId xmlns:a16="http://schemas.microsoft.com/office/drawing/2014/main" id="{072195F5-7C60-44EA-83ED-2851F6083A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42173" name="Rectangle 54">
                    <a:extLst>
                      <a:ext uri="{FF2B5EF4-FFF2-40B4-BE49-F238E27FC236}">
                        <a16:creationId xmlns:a16="http://schemas.microsoft.com/office/drawing/2014/main" id="{D2B9F3C3-AB6A-41A0-ADF2-7D3E130884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42174" name="Rectangle 55">
                    <a:extLst>
                      <a:ext uri="{FF2B5EF4-FFF2-40B4-BE49-F238E27FC236}">
                        <a16:creationId xmlns:a16="http://schemas.microsoft.com/office/drawing/2014/main" id="{6D96D3F7-3D5C-4732-9259-599BD6965C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42175" name="Rectangle 56">
                    <a:extLst>
                      <a:ext uri="{FF2B5EF4-FFF2-40B4-BE49-F238E27FC236}">
                        <a16:creationId xmlns:a16="http://schemas.microsoft.com/office/drawing/2014/main" id="{2A9CB6EC-27CA-4E96-B602-36E7A2813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2176" name="Rectangle 57">
                    <a:extLst>
                      <a:ext uri="{FF2B5EF4-FFF2-40B4-BE49-F238E27FC236}">
                        <a16:creationId xmlns:a16="http://schemas.microsoft.com/office/drawing/2014/main" id="{86B6D217-B2CB-48FE-B535-0842D57B2A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  <p:sp>
                <p:nvSpPr>
                  <p:cNvPr id="42177" name="Line 58">
                    <a:extLst>
                      <a:ext uri="{FF2B5EF4-FFF2-40B4-BE49-F238E27FC236}">
                        <a16:creationId xmlns:a16="http://schemas.microsoft.com/office/drawing/2014/main" id="{22789852-4A81-485F-BCDD-25ADFAAE56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25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78" name="Line 59">
                    <a:extLst>
                      <a:ext uri="{FF2B5EF4-FFF2-40B4-BE49-F238E27FC236}">
                        <a16:creationId xmlns:a16="http://schemas.microsoft.com/office/drawing/2014/main" id="{944D07F4-41F3-44D3-8179-0F704C17A3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08" y="271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79" name="Freeform 60">
                    <a:extLst>
                      <a:ext uri="{FF2B5EF4-FFF2-40B4-BE49-F238E27FC236}">
                        <a16:creationId xmlns:a16="http://schemas.microsoft.com/office/drawing/2014/main" id="{AD921D79-70AD-499D-89ED-6983C3D4BC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60" y="2709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80" name="Line 61">
                    <a:extLst>
                      <a:ext uri="{FF2B5EF4-FFF2-40B4-BE49-F238E27FC236}">
                        <a16:creationId xmlns:a16="http://schemas.microsoft.com/office/drawing/2014/main" id="{5D315C5B-0345-4A1B-858A-E481C56498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133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81" name="Line 62">
                    <a:extLst>
                      <a:ext uri="{FF2B5EF4-FFF2-40B4-BE49-F238E27FC236}">
                        <a16:creationId xmlns:a16="http://schemas.microsoft.com/office/drawing/2014/main" id="{3E10B88B-3C8C-4455-AA03-FEADB3B5BB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212" y="2714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82" name="Freeform 63">
                    <a:extLst>
                      <a:ext uri="{FF2B5EF4-FFF2-40B4-BE49-F238E27FC236}">
                        <a16:creationId xmlns:a16="http://schemas.microsoft.com/office/drawing/2014/main" id="{23D90828-F09E-4CB7-8E45-E230C4FF07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34" y="2353"/>
                    <a:ext cx="112" cy="1"/>
                  </a:xfrm>
                  <a:custGeom>
                    <a:avLst/>
                    <a:gdLst>
                      <a:gd name="T0" fmla="*/ 0 w 112"/>
                      <a:gd name="T1" fmla="*/ 0 h 1"/>
                      <a:gd name="T2" fmla="*/ 112 w 112"/>
                      <a:gd name="T3" fmla="*/ 0 h 1"/>
                      <a:gd name="T4" fmla="*/ 0 60000 65536"/>
                      <a:gd name="T5" fmla="*/ 0 60000 65536"/>
                      <a:gd name="T6" fmla="*/ 0 w 112"/>
                      <a:gd name="T7" fmla="*/ 0 h 1"/>
                      <a:gd name="T8" fmla="*/ 112 w 11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2" h="1">
                        <a:moveTo>
                          <a:pt x="0" y="0"/>
                        </a:moveTo>
                        <a:lnTo>
                          <a:pt x="11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83" name="Freeform 64">
                    <a:extLst>
                      <a:ext uri="{FF2B5EF4-FFF2-40B4-BE49-F238E27FC236}">
                        <a16:creationId xmlns:a16="http://schemas.microsoft.com/office/drawing/2014/main" id="{C790AE40-4F91-4EB0-9ECD-7CAD87DF91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9" y="1209"/>
                    <a:ext cx="152" cy="1469"/>
                  </a:xfrm>
                  <a:custGeom>
                    <a:avLst/>
                    <a:gdLst>
                      <a:gd name="T0" fmla="*/ 152 w 152"/>
                      <a:gd name="T1" fmla="*/ 1469 h 1469"/>
                      <a:gd name="T2" fmla="*/ 0 w 152"/>
                      <a:gd name="T3" fmla="*/ 1469 h 1469"/>
                      <a:gd name="T4" fmla="*/ 0 w 152"/>
                      <a:gd name="T5" fmla="*/ 0 h 1469"/>
                      <a:gd name="T6" fmla="*/ 95 w 152"/>
                      <a:gd name="T7" fmla="*/ 1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9"/>
                      <a:gd name="T14" fmla="*/ 152 w 152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9">
                        <a:moveTo>
                          <a:pt x="152" y="1469"/>
                        </a:moveTo>
                        <a:lnTo>
                          <a:pt x="0" y="1469"/>
                        </a:lnTo>
                        <a:lnTo>
                          <a:pt x="0" y="0"/>
                        </a:lnTo>
                        <a:lnTo>
                          <a:pt x="95" y="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84" name="Freeform 65">
                    <a:extLst>
                      <a:ext uri="{FF2B5EF4-FFF2-40B4-BE49-F238E27FC236}">
                        <a16:creationId xmlns:a16="http://schemas.microsoft.com/office/drawing/2014/main" id="{57E42DF3-FFBB-48DA-B1F9-283C8EF2A1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5" y="2353"/>
                    <a:ext cx="102" cy="1"/>
                  </a:xfrm>
                  <a:custGeom>
                    <a:avLst/>
                    <a:gdLst>
                      <a:gd name="T0" fmla="*/ 102 w 102"/>
                      <a:gd name="T1" fmla="*/ 0 h 1"/>
                      <a:gd name="T2" fmla="*/ 0 w 102"/>
                      <a:gd name="T3" fmla="*/ 0 h 1"/>
                      <a:gd name="T4" fmla="*/ 0 60000 65536"/>
                      <a:gd name="T5" fmla="*/ 0 60000 65536"/>
                      <a:gd name="T6" fmla="*/ 0 w 102"/>
                      <a:gd name="T7" fmla="*/ 0 h 1"/>
                      <a:gd name="T8" fmla="*/ 102 w 1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2" h="1">
                        <a:moveTo>
                          <a:pt x="102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85" name="Line 66">
                    <a:extLst>
                      <a:ext uri="{FF2B5EF4-FFF2-40B4-BE49-F238E27FC236}">
                        <a16:creationId xmlns:a16="http://schemas.microsoft.com/office/drawing/2014/main" id="{5699D92C-4B9F-4C2E-9A59-36F4AA5513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96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86" name="Line 67">
                    <a:extLst>
                      <a:ext uri="{FF2B5EF4-FFF2-40B4-BE49-F238E27FC236}">
                        <a16:creationId xmlns:a16="http://schemas.microsoft.com/office/drawing/2014/main" id="{91E3F381-2A77-4AD3-9416-100108295D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79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87" name="Freeform 68">
                    <a:extLst>
                      <a:ext uri="{FF2B5EF4-FFF2-40B4-BE49-F238E27FC236}">
                        <a16:creationId xmlns:a16="http://schemas.microsoft.com/office/drawing/2014/main" id="{E91D0894-E92F-4AAA-AF7D-ECF663F08C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31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88" name="Line 69">
                    <a:extLst>
                      <a:ext uri="{FF2B5EF4-FFF2-40B4-BE49-F238E27FC236}">
                        <a16:creationId xmlns:a16="http://schemas.microsoft.com/office/drawing/2014/main" id="{66492D99-FA1F-4D0C-9984-B431EE6E05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04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89" name="Line 70">
                    <a:extLst>
                      <a:ext uri="{FF2B5EF4-FFF2-40B4-BE49-F238E27FC236}">
                        <a16:creationId xmlns:a16="http://schemas.microsoft.com/office/drawing/2014/main" id="{3D2AE5F8-DDED-400F-AAEC-F06306FB35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83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90" name="Freeform 71">
                    <a:extLst>
                      <a:ext uri="{FF2B5EF4-FFF2-40B4-BE49-F238E27FC236}">
                        <a16:creationId xmlns:a16="http://schemas.microsoft.com/office/drawing/2014/main" id="{B6457FA1-1D33-4D83-9EEA-7C05BD0232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05" y="2353"/>
                    <a:ext cx="103" cy="1"/>
                  </a:xfrm>
                  <a:custGeom>
                    <a:avLst/>
                    <a:gdLst>
                      <a:gd name="T0" fmla="*/ 0 w 103"/>
                      <a:gd name="T1" fmla="*/ 0 h 1"/>
                      <a:gd name="T2" fmla="*/ 103 w 103"/>
                      <a:gd name="T3" fmla="*/ 0 h 1"/>
                      <a:gd name="T4" fmla="*/ 0 60000 65536"/>
                      <a:gd name="T5" fmla="*/ 0 60000 65536"/>
                      <a:gd name="T6" fmla="*/ 0 w 103"/>
                      <a:gd name="T7" fmla="*/ 0 h 1"/>
                      <a:gd name="T8" fmla="*/ 103 w 10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3" h="1">
                        <a:moveTo>
                          <a:pt x="0" y="0"/>
                        </a:moveTo>
                        <a:lnTo>
                          <a:pt x="103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91" name="Freeform 72">
                    <a:extLst>
                      <a:ext uri="{FF2B5EF4-FFF2-40B4-BE49-F238E27FC236}">
                        <a16:creationId xmlns:a16="http://schemas.microsoft.com/office/drawing/2014/main" id="{BE54F957-0BE2-4135-84EE-569440A8DC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11" y="2352"/>
                    <a:ext cx="113" cy="1"/>
                  </a:xfrm>
                  <a:custGeom>
                    <a:avLst/>
                    <a:gdLst>
                      <a:gd name="T0" fmla="*/ 113 w 113"/>
                      <a:gd name="T1" fmla="*/ 1 h 1"/>
                      <a:gd name="T2" fmla="*/ 0 w 113"/>
                      <a:gd name="T3" fmla="*/ 0 h 1"/>
                      <a:gd name="T4" fmla="*/ 0 60000 65536"/>
                      <a:gd name="T5" fmla="*/ 0 60000 65536"/>
                      <a:gd name="T6" fmla="*/ 0 w 113"/>
                      <a:gd name="T7" fmla="*/ 0 h 1"/>
                      <a:gd name="T8" fmla="*/ 113 w 11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3" h="1">
                        <a:moveTo>
                          <a:pt x="113" y="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92" name="Line 73">
                    <a:extLst>
                      <a:ext uri="{FF2B5EF4-FFF2-40B4-BE49-F238E27FC236}">
                        <a16:creationId xmlns:a16="http://schemas.microsoft.com/office/drawing/2014/main" id="{7DF69714-09B0-417A-972D-2AF21D68D7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7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93" name="Line 74">
                    <a:extLst>
                      <a:ext uri="{FF2B5EF4-FFF2-40B4-BE49-F238E27FC236}">
                        <a16:creationId xmlns:a16="http://schemas.microsoft.com/office/drawing/2014/main" id="{42FC3AA5-79F1-428E-AACD-1BD517A2F9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60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94" name="Freeform 75">
                    <a:extLst>
                      <a:ext uri="{FF2B5EF4-FFF2-40B4-BE49-F238E27FC236}">
                        <a16:creationId xmlns:a16="http://schemas.microsoft.com/office/drawing/2014/main" id="{5D1BF296-9FF2-4BC1-841C-9CD1021B31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95" name="Line 76">
                    <a:extLst>
                      <a:ext uri="{FF2B5EF4-FFF2-40B4-BE49-F238E27FC236}">
                        <a16:creationId xmlns:a16="http://schemas.microsoft.com/office/drawing/2014/main" id="{9699677A-8A3E-4D7F-AF4D-931B9E7B05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28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96" name="Line 77">
                    <a:extLst>
                      <a:ext uri="{FF2B5EF4-FFF2-40B4-BE49-F238E27FC236}">
                        <a16:creationId xmlns:a16="http://schemas.microsoft.com/office/drawing/2014/main" id="{AB722612-B700-4E37-B042-CEE9F84FB7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364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97" name="Freeform 78">
                    <a:extLst>
                      <a:ext uri="{FF2B5EF4-FFF2-40B4-BE49-F238E27FC236}">
                        <a16:creationId xmlns:a16="http://schemas.microsoft.com/office/drawing/2014/main" id="{0A42570C-0666-47F4-9871-F0C33482F6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86" y="2353"/>
                    <a:ext cx="109" cy="1"/>
                  </a:xfrm>
                  <a:custGeom>
                    <a:avLst/>
                    <a:gdLst>
                      <a:gd name="T0" fmla="*/ 0 w 109"/>
                      <a:gd name="T1" fmla="*/ 0 h 1"/>
                      <a:gd name="T2" fmla="*/ 109 w 109"/>
                      <a:gd name="T3" fmla="*/ 0 h 1"/>
                      <a:gd name="T4" fmla="*/ 0 60000 65536"/>
                      <a:gd name="T5" fmla="*/ 0 60000 65536"/>
                      <a:gd name="T6" fmla="*/ 0 w 109"/>
                      <a:gd name="T7" fmla="*/ 0 h 1"/>
                      <a:gd name="T8" fmla="*/ 109 w 10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9" h="1">
                        <a:moveTo>
                          <a:pt x="0" y="0"/>
                        </a:moveTo>
                        <a:lnTo>
                          <a:pt x="10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98" name="Freeform 79">
                    <a:extLst>
                      <a:ext uri="{FF2B5EF4-FFF2-40B4-BE49-F238E27FC236}">
                        <a16:creationId xmlns:a16="http://schemas.microsoft.com/office/drawing/2014/main" id="{33A42B4F-FEF2-407A-9F29-48F4373A22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07" y="2353"/>
                    <a:ext cx="89" cy="1"/>
                  </a:xfrm>
                  <a:custGeom>
                    <a:avLst/>
                    <a:gdLst>
                      <a:gd name="T0" fmla="*/ 89 w 89"/>
                      <a:gd name="T1" fmla="*/ 0 h 1"/>
                      <a:gd name="T2" fmla="*/ 0 w 89"/>
                      <a:gd name="T3" fmla="*/ 0 h 1"/>
                      <a:gd name="T4" fmla="*/ 0 60000 65536"/>
                      <a:gd name="T5" fmla="*/ 0 60000 65536"/>
                      <a:gd name="T6" fmla="*/ 0 w 89"/>
                      <a:gd name="T7" fmla="*/ 0 h 1"/>
                      <a:gd name="T8" fmla="*/ 89 w 8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89" h="1">
                        <a:moveTo>
                          <a:pt x="89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99" name="Line 80">
                    <a:extLst>
                      <a:ext uri="{FF2B5EF4-FFF2-40B4-BE49-F238E27FC236}">
                        <a16:creationId xmlns:a16="http://schemas.microsoft.com/office/drawing/2014/main" id="{521B54CC-8177-481F-962E-2D34BE3FD6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5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00" name="Line 81">
                    <a:extLst>
                      <a:ext uri="{FF2B5EF4-FFF2-40B4-BE49-F238E27FC236}">
                        <a16:creationId xmlns:a16="http://schemas.microsoft.com/office/drawing/2014/main" id="{F781BF37-6783-4BA5-BB0B-D67DCFD1A7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36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01" name="Freeform 82">
                    <a:extLst>
                      <a:ext uri="{FF2B5EF4-FFF2-40B4-BE49-F238E27FC236}">
                        <a16:creationId xmlns:a16="http://schemas.microsoft.com/office/drawing/2014/main" id="{0B2C230B-706A-488E-9F00-48311AF76E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88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02" name="Line 83">
                    <a:extLst>
                      <a:ext uri="{FF2B5EF4-FFF2-40B4-BE49-F238E27FC236}">
                        <a16:creationId xmlns:a16="http://schemas.microsoft.com/office/drawing/2014/main" id="{2BD41B9B-1738-425C-A130-4E8452ECBC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861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03" name="Line 84">
                    <a:extLst>
                      <a:ext uri="{FF2B5EF4-FFF2-40B4-BE49-F238E27FC236}">
                        <a16:creationId xmlns:a16="http://schemas.microsoft.com/office/drawing/2014/main" id="{4A5DD0C8-EC2C-42B2-BB52-8B96AF34B0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940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04" name="Freeform 85">
                    <a:extLst>
                      <a:ext uri="{FF2B5EF4-FFF2-40B4-BE49-F238E27FC236}">
                        <a16:creationId xmlns:a16="http://schemas.microsoft.com/office/drawing/2014/main" id="{79561139-174C-4D31-8A09-88102263E7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2" y="2353"/>
                    <a:ext cx="115" cy="1"/>
                  </a:xfrm>
                  <a:custGeom>
                    <a:avLst/>
                    <a:gdLst>
                      <a:gd name="T0" fmla="*/ 0 w 115"/>
                      <a:gd name="T1" fmla="*/ 0 h 1"/>
                      <a:gd name="T2" fmla="*/ 115 w 115"/>
                      <a:gd name="T3" fmla="*/ 0 h 1"/>
                      <a:gd name="T4" fmla="*/ 0 60000 65536"/>
                      <a:gd name="T5" fmla="*/ 0 60000 65536"/>
                      <a:gd name="T6" fmla="*/ 0 w 115"/>
                      <a:gd name="T7" fmla="*/ 0 h 1"/>
                      <a:gd name="T8" fmla="*/ 115 w 115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5" h="1">
                        <a:moveTo>
                          <a:pt x="0" y="0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05" name="Freeform 86">
                    <a:extLst>
                      <a:ext uri="{FF2B5EF4-FFF2-40B4-BE49-F238E27FC236}">
                        <a16:creationId xmlns:a16="http://schemas.microsoft.com/office/drawing/2014/main" id="{A39F7DCC-E5F7-4950-8FAA-FFC6486A39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83" y="2353"/>
                    <a:ext cx="90" cy="1"/>
                  </a:xfrm>
                  <a:custGeom>
                    <a:avLst/>
                    <a:gdLst>
                      <a:gd name="T0" fmla="*/ 90 w 90"/>
                      <a:gd name="T1" fmla="*/ 0 h 1"/>
                      <a:gd name="T2" fmla="*/ 0 w 90"/>
                      <a:gd name="T3" fmla="*/ 0 h 1"/>
                      <a:gd name="T4" fmla="*/ 0 60000 65536"/>
                      <a:gd name="T5" fmla="*/ 0 60000 65536"/>
                      <a:gd name="T6" fmla="*/ 0 w 90"/>
                      <a:gd name="T7" fmla="*/ 0 h 1"/>
                      <a:gd name="T8" fmla="*/ 90 w 9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1">
                        <a:moveTo>
                          <a:pt x="9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06" name="Line 87">
                    <a:extLst>
                      <a:ext uri="{FF2B5EF4-FFF2-40B4-BE49-F238E27FC236}">
                        <a16:creationId xmlns:a16="http://schemas.microsoft.com/office/drawing/2014/main" id="{21BB75D1-2D06-40DE-BB5E-E72D028B9B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29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07" name="Line 88">
                    <a:extLst>
                      <a:ext uri="{FF2B5EF4-FFF2-40B4-BE49-F238E27FC236}">
                        <a16:creationId xmlns:a16="http://schemas.microsoft.com/office/drawing/2014/main" id="{14DC517D-4919-4980-9A99-174060F014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12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08" name="Freeform 89">
                    <a:extLst>
                      <a:ext uri="{FF2B5EF4-FFF2-40B4-BE49-F238E27FC236}">
                        <a16:creationId xmlns:a16="http://schemas.microsoft.com/office/drawing/2014/main" id="{86FFCBE6-BCD8-4E39-A907-7F7B7E0C59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09" name="Line 90">
                    <a:extLst>
                      <a:ext uri="{FF2B5EF4-FFF2-40B4-BE49-F238E27FC236}">
                        <a16:creationId xmlns:a16="http://schemas.microsoft.com/office/drawing/2014/main" id="{136D5432-C6A4-4276-8F66-ED073B57DB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43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10" name="Line 91">
                    <a:extLst>
                      <a:ext uri="{FF2B5EF4-FFF2-40B4-BE49-F238E27FC236}">
                        <a16:creationId xmlns:a16="http://schemas.microsoft.com/office/drawing/2014/main" id="{656ED740-50E0-44E2-AADB-0E7F573F33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516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11" name="Freeform 92">
                    <a:extLst>
                      <a:ext uri="{FF2B5EF4-FFF2-40B4-BE49-F238E27FC236}">
                        <a16:creationId xmlns:a16="http://schemas.microsoft.com/office/drawing/2014/main" id="{F4BCF249-1B64-41E0-B088-F44D3889AB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51" y="2352"/>
                    <a:ext cx="100" cy="1"/>
                  </a:xfrm>
                  <a:custGeom>
                    <a:avLst/>
                    <a:gdLst>
                      <a:gd name="T0" fmla="*/ 0 w 100"/>
                      <a:gd name="T1" fmla="*/ 0 h 1"/>
                      <a:gd name="T2" fmla="*/ 100 w 100"/>
                      <a:gd name="T3" fmla="*/ 1 h 1"/>
                      <a:gd name="T4" fmla="*/ 0 60000 65536"/>
                      <a:gd name="T5" fmla="*/ 0 60000 65536"/>
                      <a:gd name="T6" fmla="*/ 0 w 100"/>
                      <a:gd name="T7" fmla="*/ 0 h 1"/>
                      <a:gd name="T8" fmla="*/ 100 w 10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0" h="1">
                        <a:moveTo>
                          <a:pt x="0" y="0"/>
                        </a:moveTo>
                        <a:lnTo>
                          <a:pt x="100" y="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12" name="Freeform 93">
                    <a:extLst>
                      <a:ext uri="{FF2B5EF4-FFF2-40B4-BE49-F238E27FC236}">
                        <a16:creationId xmlns:a16="http://schemas.microsoft.com/office/drawing/2014/main" id="{A578A514-CDAB-479E-BC70-4CE38A26A1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59" y="2353"/>
                    <a:ext cx="108" cy="1"/>
                  </a:xfrm>
                  <a:custGeom>
                    <a:avLst/>
                    <a:gdLst>
                      <a:gd name="T0" fmla="*/ 108 w 108"/>
                      <a:gd name="T1" fmla="*/ 0 h 1"/>
                      <a:gd name="T2" fmla="*/ 0 w 108"/>
                      <a:gd name="T3" fmla="*/ 0 h 1"/>
                      <a:gd name="T4" fmla="*/ 0 60000 65536"/>
                      <a:gd name="T5" fmla="*/ 0 60000 65536"/>
                      <a:gd name="T6" fmla="*/ 0 w 108"/>
                      <a:gd name="T7" fmla="*/ 0 h 1"/>
                      <a:gd name="T8" fmla="*/ 108 w 10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8" h="1">
                        <a:moveTo>
                          <a:pt x="10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13" name="Line 94">
                    <a:extLst>
                      <a:ext uri="{FF2B5EF4-FFF2-40B4-BE49-F238E27FC236}">
                        <a16:creationId xmlns:a16="http://schemas.microsoft.com/office/drawing/2014/main" id="{B4283205-8D3D-42AC-8573-993AFB720F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205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14" name="Line 95">
                    <a:extLst>
                      <a:ext uri="{FF2B5EF4-FFF2-40B4-BE49-F238E27FC236}">
                        <a16:creationId xmlns:a16="http://schemas.microsoft.com/office/drawing/2014/main" id="{1DF380CE-BFB9-4EB0-9273-70BB7F5E22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188" y="2696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15" name="Freeform 96">
                    <a:extLst>
                      <a:ext uri="{FF2B5EF4-FFF2-40B4-BE49-F238E27FC236}">
                        <a16:creationId xmlns:a16="http://schemas.microsoft.com/office/drawing/2014/main" id="{380E7BBE-939D-4775-8F47-DDC13D1057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40" y="2695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16" name="Line 97">
                    <a:extLst>
                      <a:ext uri="{FF2B5EF4-FFF2-40B4-BE49-F238E27FC236}">
                        <a16:creationId xmlns:a16="http://schemas.microsoft.com/office/drawing/2014/main" id="{297F0157-FE53-41C4-8B60-E825BC5055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13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17" name="Line 98">
                    <a:extLst>
                      <a:ext uri="{FF2B5EF4-FFF2-40B4-BE49-F238E27FC236}">
                        <a16:creationId xmlns:a16="http://schemas.microsoft.com/office/drawing/2014/main" id="{77EBC3E3-B3C1-4EAA-8CE7-DA1A0232A5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92" y="270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18" name="Freeform 99">
                    <a:extLst>
                      <a:ext uri="{FF2B5EF4-FFF2-40B4-BE49-F238E27FC236}">
                        <a16:creationId xmlns:a16="http://schemas.microsoft.com/office/drawing/2014/main" id="{B635DD79-2A0D-4314-B689-B8D841A019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336" y="2351"/>
                    <a:ext cx="90" cy="2"/>
                  </a:xfrm>
                  <a:custGeom>
                    <a:avLst/>
                    <a:gdLst>
                      <a:gd name="T0" fmla="*/ 0 w 90"/>
                      <a:gd name="T1" fmla="*/ 0 h 2"/>
                      <a:gd name="T2" fmla="*/ 90 w 90"/>
                      <a:gd name="T3" fmla="*/ 2 h 2"/>
                      <a:gd name="T4" fmla="*/ 0 60000 65536"/>
                      <a:gd name="T5" fmla="*/ 0 60000 65536"/>
                      <a:gd name="T6" fmla="*/ 0 w 90"/>
                      <a:gd name="T7" fmla="*/ 0 h 2"/>
                      <a:gd name="T8" fmla="*/ 90 w 90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2">
                        <a:moveTo>
                          <a:pt x="0" y="0"/>
                        </a:moveTo>
                        <a:lnTo>
                          <a:pt x="90" y="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19" name="Freeform 100">
                    <a:extLst>
                      <a:ext uri="{FF2B5EF4-FFF2-40B4-BE49-F238E27FC236}">
                        <a16:creationId xmlns:a16="http://schemas.microsoft.com/office/drawing/2014/main" id="{7F2FEA69-EDF5-4D04-A108-5294357D09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5" y="2353"/>
                    <a:ext cx="104" cy="1"/>
                  </a:xfrm>
                  <a:custGeom>
                    <a:avLst/>
                    <a:gdLst>
                      <a:gd name="T0" fmla="*/ 104 w 104"/>
                      <a:gd name="T1" fmla="*/ 0 h 1"/>
                      <a:gd name="T2" fmla="*/ 0 w 104"/>
                      <a:gd name="T3" fmla="*/ 0 h 1"/>
                      <a:gd name="T4" fmla="*/ 0 60000 65536"/>
                      <a:gd name="T5" fmla="*/ 0 60000 65536"/>
                      <a:gd name="T6" fmla="*/ 0 w 104"/>
                      <a:gd name="T7" fmla="*/ 0 h 1"/>
                      <a:gd name="T8" fmla="*/ 104 w 104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4" h="1">
                        <a:moveTo>
                          <a:pt x="104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2220" name="Group 101">
                    <a:extLst>
                      <a:ext uri="{FF2B5EF4-FFF2-40B4-BE49-F238E27FC236}">
                        <a16:creationId xmlns:a16="http://schemas.microsoft.com/office/drawing/2014/main" id="{0E283D62-B5D6-451B-8551-ABCA522DEDA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668" y="2634"/>
                    <a:ext cx="192" cy="158"/>
                    <a:chOff x="4692" y="2634"/>
                    <a:chExt cx="192" cy="158"/>
                  </a:xfrm>
                </p:grpSpPr>
                <p:grpSp>
                  <p:nvGrpSpPr>
                    <p:cNvPr id="42360" name="Group 102">
                      <a:extLst>
                        <a:ext uri="{FF2B5EF4-FFF2-40B4-BE49-F238E27FC236}">
                          <a16:creationId xmlns:a16="http://schemas.microsoft.com/office/drawing/2014/main" id="{4EE821DE-7DC8-4BA0-BED2-34D1823AE9B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836" y="2634"/>
                      <a:ext cx="48" cy="158"/>
                      <a:chOff x="4836" y="2634"/>
                      <a:chExt cx="48" cy="158"/>
                    </a:xfrm>
                  </p:grpSpPr>
                  <p:sp>
                    <p:nvSpPr>
                      <p:cNvPr id="42365" name="Line 103">
                        <a:extLst>
                          <a:ext uri="{FF2B5EF4-FFF2-40B4-BE49-F238E27FC236}">
                            <a16:creationId xmlns:a16="http://schemas.microsoft.com/office/drawing/2014/main" id="{ECE23902-1D92-46DA-A641-A975AE8348D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805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2366" name="Line 104">
                        <a:extLst>
                          <a:ext uri="{FF2B5EF4-FFF2-40B4-BE49-F238E27FC236}">
                            <a16:creationId xmlns:a16="http://schemas.microsoft.com/office/drawing/2014/main" id="{91583DA7-0421-469C-8DA8-F8FAA8F4988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788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42361" name="Freeform 105">
                      <a:extLst>
                        <a:ext uri="{FF2B5EF4-FFF2-40B4-BE49-F238E27FC236}">
                          <a16:creationId xmlns:a16="http://schemas.microsoft.com/office/drawing/2014/main" id="{DF77FF5B-881A-4DE1-8B3D-2705F41EF7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740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42362" name="Group 106">
                      <a:extLst>
                        <a:ext uri="{FF2B5EF4-FFF2-40B4-BE49-F238E27FC236}">
                          <a16:creationId xmlns:a16="http://schemas.microsoft.com/office/drawing/2014/main" id="{94D0B8CF-D904-4E45-8610-A0CCC56D7FF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2" y="2634"/>
                      <a:ext cx="48" cy="158"/>
                      <a:chOff x="4692" y="2634"/>
                      <a:chExt cx="48" cy="158"/>
                    </a:xfrm>
                  </p:grpSpPr>
                  <p:sp>
                    <p:nvSpPr>
                      <p:cNvPr id="42363" name="Line 107">
                        <a:extLst>
                          <a:ext uri="{FF2B5EF4-FFF2-40B4-BE49-F238E27FC236}">
                            <a16:creationId xmlns:a16="http://schemas.microsoft.com/office/drawing/2014/main" id="{9198253C-585D-46C3-B31B-75B3F265E4A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13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2364" name="Line 108">
                        <a:extLst>
                          <a:ext uri="{FF2B5EF4-FFF2-40B4-BE49-F238E27FC236}">
                            <a16:creationId xmlns:a16="http://schemas.microsoft.com/office/drawing/2014/main" id="{1F51CD4C-E011-4878-BB71-3C328096C11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92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42221" name="Freeform 109">
                    <a:extLst>
                      <a:ext uri="{FF2B5EF4-FFF2-40B4-BE49-F238E27FC236}">
                        <a16:creationId xmlns:a16="http://schemas.microsoft.com/office/drawing/2014/main" id="{DAF55E19-3718-4BF7-A820-39D0C6FF24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890" y="2353"/>
                    <a:ext cx="107" cy="1"/>
                  </a:xfrm>
                  <a:custGeom>
                    <a:avLst/>
                    <a:gdLst>
                      <a:gd name="T0" fmla="*/ 0 w 107"/>
                      <a:gd name="T1" fmla="*/ 0 h 1"/>
                      <a:gd name="T2" fmla="*/ 107 w 107"/>
                      <a:gd name="T3" fmla="*/ 0 h 1"/>
                      <a:gd name="T4" fmla="*/ 0 60000 65536"/>
                      <a:gd name="T5" fmla="*/ 0 60000 65536"/>
                      <a:gd name="T6" fmla="*/ 0 w 107"/>
                      <a:gd name="T7" fmla="*/ 0 h 1"/>
                      <a:gd name="T8" fmla="*/ 107 w 10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7" h="1">
                        <a:moveTo>
                          <a:pt x="0" y="0"/>
                        </a:moveTo>
                        <a:lnTo>
                          <a:pt x="10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22" name="Freeform 110">
                    <a:extLst>
                      <a:ext uri="{FF2B5EF4-FFF2-40B4-BE49-F238E27FC236}">
                        <a16:creationId xmlns:a16="http://schemas.microsoft.com/office/drawing/2014/main" id="{361BF6E7-EC03-49DE-A0FA-55496CC86C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1" y="2353"/>
                    <a:ext cx="96" cy="1"/>
                  </a:xfrm>
                  <a:custGeom>
                    <a:avLst/>
                    <a:gdLst>
                      <a:gd name="T0" fmla="*/ 96 w 96"/>
                      <a:gd name="T1" fmla="*/ 0 h 1"/>
                      <a:gd name="T2" fmla="*/ 0 w 96"/>
                      <a:gd name="T3" fmla="*/ 0 h 1"/>
                      <a:gd name="T4" fmla="*/ 0 60000 65536"/>
                      <a:gd name="T5" fmla="*/ 0 60000 65536"/>
                      <a:gd name="T6" fmla="*/ 0 w 96"/>
                      <a:gd name="T7" fmla="*/ 0 h 1"/>
                      <a:gd name="T8" fmla="*/ 96 w 96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1">
                        <a:moveTo>
                          <a:pt x="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2223" name="Group 111">
                    <a:extLst>
                      <a:ext uri="{FF2B5EF4-FFF2-40B4-BE49-F238E27FC236}">
                        <a16:creationId xmlns:a16="http://schemas.microsoft.com/office/drawing/2014/main" id="{0C13B935-C7FF-428A-80BE-FD6B825103A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35" y="2634"/>
                    <a:ext cx="192" cy="158"/>
                    <a:chOff x="5259" y="2634"/>
                    <a:chExt cx="192" cy="158"/>
                  </a:xfrm>
                </p:grpSpPr>
                <p:grpSp>
                  <p:nvGrpSpPr>
                    <p:cNvPr id="42353" name="Group 112">
                      <a:extLst>
                        <a:ext uri="{FF2B5EF4-FFF2-40B4-BE49-F238E27FC236}">
                          <a16:creationId xmlns:a16="http://schemas.microsoft.com/office/drawing/2014/main" id="{B7EE59C1-297B-4D66-B96B-31F81F09FBC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403" y="2634"/>
                      <a:ext cx="48" cy="158"/>
                      <a:chOff x="5403" y="2634"/>
                      <a:chExt cx="48" cy="158"/>
                    </a:xfrm>
                  </p:grpSpPr>
                  <p:sp>
                    <p:nvSpPr>
                      <p:cNvPr id="42358" name="Line 113">
                        <a:extLst>
                          <a:ext uri="{FF2B5EF4-FFF2-40B4-BE49-F238E27FC236}">
                            <a16:creationId xmlns:a16="http://schemas.microsoft.com/office/drawing/2014/main" id="{2E2278F3-E4A5-44D2-940A-84432B04282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72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2359" name="Line 114">
                        <a:extLst>
                          <a:ext uri="{FF2B5EF4-FFF2-40B4-BE49-F238E27FC236}">
                            <a16:creationId xmlns:a16="http://schemas.microsoft.com/office/drawing/2014/main" id="{5899B1BB-7998-4CC8-A0DA-1A33A1A8E8D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55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42354" name="Freeform 115">
                      <a:extLst>
                        <a:ext uri="{FF2B5EF4-FFF2-40B4-BE49-F238E27FC236}">
                          <a16:creationId xmlns:a16="http://schemas.microsoft.com/office/drawing/2014/main" id="{23B2D674-1937-4A38-BAE1-6574EAE17C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307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42355" name="Group 116">
                      <a:extLst>
                        <a:ext uri="{FF2B5EF4-FFF2-40B4-BE49-F238E27FC236}">
                          <a16:creationId xmlns:a16="http://schemas.microsoft.com/office/drawing/2014/main" id="{97601B16-6FB7-431D-8327-7E8EC8D65D4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259" y="2634"/>
                      <a:ext cx="48" cy="158"/>
                      <a:chOff x="5259" y="2634"/>
                      <a:chExt cx="48" cy="158"/>
                    </a:xfrm>
                  </p:grpSpPr>
                  <p:sp>
                    <p:nvSpPr>
                      <p:cNvPr id="42356" name="Line 117">
                        <a:extLst>
                          <a:ext uri="{FF2B5EF4-FFF2-40B4-BE49-F238E27FC236}">
                            <a16:creationId xmlns:a16="http://schemas.microsoft.com/office/drawing/2014/main" id="{E5A53CE1-02C8-4EAB-AEE1-E833900918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180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2357" name="Line 118">
                        <a:extLst>
                          <a:ext uri="{FF2B5EF4-FFF2-40B4-BE49-F238E27FC236}">
                            <a16:creationId xmlns:a16="http://schemas.microsoft.com/office/drawing/2014/main" id="{EAD34CBD-27A1-43BE-8B85-F39F87D164B7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259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42224" name="Freeform 119">
                    <a:extLst>
                      <a:ext uri="{FF2B5EF4-FFF2-40B4-BE49-F238E27FC236}">
                        <a16:creationId xmlns:a16="http://schemas.microsoft.com/office/drawing/2014/main" id="{0E804C42-AD6B-48C2-BA1C-C3A0757747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67" y="2351"/>
                    <a:ext cx="96" cy="2"/>
                  </a:xfrm>
                  <a:custGeom>
                    <a:avLst/>
                    <a:gdLst>
                      <a:gd name="T0" fmla="*/ 0 w 96"/>
                      <a:gd name="T1" fmla="*/ 0 h 2"/>
                      <a:gd name="T2" fmla="*/ 96 w 96"/>
                      <a:gd name="T3" fmla="*/ 2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0"/>
                        </a:moveTo>
                        <a:lnTo>
                          <a:pt x="96" y="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25" name="Freeform 120">
                    <a:extLst>
                      <a:ext uri="{FF2B5EF4-FFF2-40B4-BE49-F238E27FC236}">
                        <a16:creationId xmlns:a16="http://schemas.microsoft.com/office/drawing/2014/main" id="{8339F5B5-C0F0-42C6-AD8F-F876A79D78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8" y="2353"/>
                    <a:ext cx="101" cy="1"/>
                  </a:xfrm>
                  <a:custGeom>
                    <a:avLst/>
                    <a:gdLst>
                      <a:gd name="T0" fmla="*/ 101 w 101"/>
                      <a:gd name="T1" fmla="*/ 0 h 1"/>
                      <a:gd name="T2" fmla="*/ 0 w 101"/>
                      <a:gd name="T3" fmla="*/ 0 h 1"/>
                      <a:gd name="T4" fmla="*/ 0 60000 65536"/>
                      <a:gd name="T5" fmla="*/ 0 60000 65536"/>
                      <a:gd name="T6" fmla="*/ 0 w 101"/>
                      <a:gd name="T7" fmla="*/ 0 h 1"/>
                      <a:gd name="T8" fmla="*/ 101 w 101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1" h="1">
                        <a:moveTo>
                          <a:pt x="10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26" name="Freeform 121">
                    <a:extLst>
                      <a:ext uri="{FF2B5EF4-FFF2-40B4-BE49-F238E27FC236}">
                        <a16:creationId xmlns:a16="http://schemas.microsoft.com/office/drawing/2014/main" id="{B5AC4E10-6FCD-4696-A61C-6236C6D208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" y="856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27" name="Line 122">
                    <a:extLst>
                      <a:ext uri="{FF2B5EF4-FFF2-40B4-BE49-F238E27FC236}">
                        <a16:creationId xmlns:a16="http://schemas.microsoft.com/office/drawing/2014/main" id="{9D37BC5D-1D85-4334-BB7D-37DA707190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9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28" name="Line 123">
                    <a:extLst>
                      <a:ext uri="{FF2B5EF4-FFF2-40B4-BE49-F238E27FC236}">
                        <a16:creationId xmlns:a16="http://schemas.microsoft.com/office/drawing/2014/main" id="{92AEE3BD-DC09-4CAF-A183-55FE6992EF8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6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29" name="Line 124">
                    <a:extLst>
                      <a:ext uri="{FF2B5EF4-FFF2-40B4-BE49-F238E27FC236}">
                        <a16:creationId xmlns:a16="http://schemas.microsoft.com/office/drawing/2014/main" id="{8F43A844-3638-43F3-9FFE-B6BEB9031B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4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30" name="Line 125">
                    <a:extLst>
                      <a:ext uri="{FF2B5EF4-FFF2-40B4-BE49-F238E27FC236}">
                        <a16:creationId xmlns:a16="http://schemas.microsoft.com/office/drawing/2014/main" id="{9871DD35-301D-470F-A2B5-565052431B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20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31" name="Line 126">
                    <a:extLst>
                      <a:ext uri="{FF2B5EF4-FFF2-40B4-BE49-F238E27FC236}">
                        <a16:creationId xmlns:a16="http://schemas.microsoft.com/office/drawing/2014/main" id="{07C748CC-3D24-4C4E-A3DC-B2205730E8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96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32" name="Line 127">
                    <a:extLst>
                      <a:ext uri="{FF2B5EF4-FFF2-40B4-BE49-F238E27FC236}">
                        <a16:creationId xmlns:a16="http://schemas.microsoft.com/office/drawing/2014/main" id="{F6C3A977-6408-4CB2-933E-E5E39C0D6E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7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33" name="Line 128">
                    <a:extLst>
                      <a:ext uri="{FF2B5EF4-FFF2-40B4-BE49-F238E27FC236}">
                        <a16:creationId xmlns:a16="http://schemas.microsoft.com/office/drawing/2014/main" id="{FB496626-EBCC-4C86-9DCE-74040D18B6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4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34" name="Line 129">
                    <a:extLst>
                      <a:ext uri="{FF2B5EF4-FFF2-40B4-BE49-F238E27FC236}">
                        <a16:creationId xmlns:a16="http://schemas.microsoft.com/office/drawing/2014/main" id="{B5CD6FEE-9DD8-465A-A3A0-CE9E8102C1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2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35" name="Freeform 130">
                    <a:extLst>
                      <a:ext uri="{FF2B5EF4-FFF2-40B4-BE49-F238E27FC236}">
                        <a16:creationId xmlns:a16="http://schemas.microsoft.com/office/drawing/2014/main" id="{DF4A26F1-5FCB-495F-85FB-E3B6960DA1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5" y="2708"/>
                    <a:ext cx="1" cy="166"/>
                  </a:xfrm>
                  <a:custGeom>
                    <a:avLst/>
                    <a:gdLst>
                      <a:gd name="T0" fmla="*/ 1 w 1"/>
                      <a:gd name="T1" fmla="*/ 0 h 166"/>
                      <a:gd name="T2" fmla="*/ 0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1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36" name="Freeform 131">
                    <a:extLst>
                      <a:ext uri="{FF2B5EF4-FFF2-40B4-BE49-F238E27FC236}">
                        <a16:creationId xmlns:a16="http://schemas.microsoft.com/office/drawing/2014/main" id="{328AD73F-BCAC-4672-94A9-CC84623CFE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80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2695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37" name="Freeform 132">
                    <a:extLst>
                      <a:ext uri="{FF2B5EF4-FFF2-40B4-BE49-F238E27FC236}">
                        <a16:creationId xmlns:a16="http://schemas.microsoft.com/office/drawing/2014/main" id="{9AAEF777-669F-4C99-8BF1-FA70E3DF6F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54" y="2708"/>
                    <a:ext cx="4" cy="166"/>
                  </a:xfrm>
                  <a:custGeom>
                    <a:avLst/>
                    <a:gdLst>
                      <a:gd name="T0" fmla="*/ 4 w 4"/>
                      <a:gd name="T1" fmla="*/ 0 h 166"/>
                      <a:gd name="T2" fmla="*/ 0 w 4"/>
                      <a:gd name="T3" fmla="*/ 166 h 166"/>
                      <a:gd name="T4" fmla="*/ 0 60000 65536"/>
                      <a:gd name="T5" fmla="*/ 0 60000 65536"/>
                      <a:gd name="T6" fmla="*/ 0 w 4"/>
                      <a:gd name="T7" fmla="*/ 0 h 166"/>
                      <a:gd name="T8" fmla="*/ 4 w 4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166">
                        <a:moveTo>
                          <a:pt x="4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38" name="Freeform 133">
                    <a:extLst>
                      <a:ext uri="{FF2B5EF4-FFF2-40B4-BE49-F238E27FC236}">
                        <a16:creationId xmlns:a16="http://schemas.microsoft.com/office/drawing/2014/main" id="{7521D299-E06F-4132-A3F6-A0B10196B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06" y="2708"/>
                    <a:ext cx="2" cy="175"/>
                  </a:xfrm>
                  <a:custGeom>
                    <a:avLst/>
                    <a:gdLst>
                      <a:gd name="T0" fmla="*/ 2 w 2"/>
                      <a:gd name="T1" fmla="*/ 0 h 175"/>
                      <a:gd name="T2" fmla="*/ 0 w 2"/>
                      <a:gd name="T3" fmla="*/ 175 h 175"/>
                      <a:gd name="T4" fmla="*/ 0 60000 65536"/>
                      <a:gd name="T5" fmla="*/ 0 60000 65536"/>
                      <a:gd name="T6" fmla="*/ 0 w 2"/>
                      <a:gd name="T7" fmla="*/ 0 h 175"/>
                      <a:gd name="T8" fmla="*/ 2 w 2"/>
                      <a:gd name="T9" fmla="*/ 175 h 17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" h="175">
                        <a:moveTo>
                          <a:pt x="2" y="0"/>
                        </a:moveTo>
                        <a:lnTo>
                          <a:pt x="0" y="17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39" name="Freeform 134">
                    <a:extLst>
                      <a:ext uri="{FF2B5EF4-FFF2-40B4-BE49-F238E27FC236}">
                        <a16:creationId xmlns:a16="http://schemas.microsoft.com/office/drawing/2014/main" id="{F8627C94-BF32-44ED-918E-40477BB7E5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60" y="2697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40" name="Freeform 135">
                    <a:extLst>
                      <a:ext uri="{FF2B5EF4-FFF2-40B4-BE49-F238E27FC236}">
                        <a16:creationId xmlns:a16="http://schemas.microsoft.com/office/drawing/2014/main" id="{B01E0583-7F88-42D3-90BA-5F6046E57B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" y="1480"/>
                    <a:ext cx="4422" cy="1"/>
                  </a:xfrm>
                  <a:custGeom>
                    <a:avLst/>
                    <a:gdLst>
                      <a:gd name="T0" fmla="*/ 0 w 4422"/>
                      <a:gd name="T1" fmla="*/ 1 h 1"/>
                      <a:gd name="T2" fmla="*/ 4422 w 4422"/>
                      <a:gd name="T3" fmla="*/ 0 h 1"/>
                      <a:gd name="T4" fmla="*/ 0 60000 65536"/>
                      <a:gd name="T5" fmla="*/ 0 60000 65536"/>
                      <a:gd name="T6" fmla="*/ 0 w 4422"/>
                      <a:gd name="T7" fmla="*/ 0 h 1"/>
                      <a:gd name="T8" fmla="*/ 4422 w 442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22" h="1">
                        <a:moveTo>
                          <a:pt x="0" y="1"/>
                        </a:moveTo>
                        <a:lnTo>
                          <a:pt x="442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41" name="Line 136">
                    <a:extLst>
                      <a:ext uri="{FF2B5EF4-FFF2-40B4-BE49-F238E27FC236}">
                        <a16:creationId xmlns:a16="http://schemas.microsoft.com/office/drawing/2014/main" id="{D5FF08A1-7BA3-4D55-8D18-A55824B596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9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42" name="Line 137">
                    <a:extLst>
                      <a:ext uri="{FF2B5EF4-FFF2-40B4-BE49-F238E27FC236}">
                        <a16:creationId xmlns:a16="http://schemas.microsoft.com/office/drawing/2014/main" id="{4A3B014F-8468-457E-A444-7885DDE075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6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43" name="Line 138">
                    <a:extLst>
                      <a:ext uri="{FF2B5EF4-FFF2-40B4-BE49-F238E27FC236}">
                        <a16:creationId xmlns:a16="http://schemas.microsoft.com/office/drawing/2014/main" id="{F0D74833-4E6F-4439-A305-22DE71F1EC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4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44" name="Line 139">
                    <a:extLst>
                      <a:ext uri="{FF2B5EF4-FFF2-40B4-BE49-F238E27FC236}">
                        <a16:creationId xmlns:a16="http://schemas.microsoft.com/office/drawing/2014/main" id="{18B594A0-1FED-47F8-B1D7-41D34793A2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20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45" name="Line 140">
                    <a:extLst>
                      <a:ext uri="{FF2B5EF4-FFF2-40B4-BE49-F238E27FC236}">
                        <a16:creationId xmlns:a16="http://schemas.microsoft.com/office/drawing/2014/main" id="{B6CA3BEC-2578-40AE-8A63-3FA60C839F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96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46" name="Line 141">
                    <a:extLst>
                      <a:ext uri="{FF2B5EF4-FFF2-40B4-BE49-F238E27FC236}">
                        <a16:creationId xmlns:a16="http://schemas.microsoft.com/office/drawing/2014/main" id="{578174DC-45C4-4CC2-873F-F9313DEAB9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7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47" name="Line 142">
                    <a:extLst>
                      <a:ext uri="{FF2B5EF4-FFF2-40B4-BE49-F238E27FC236}">
                        <a16:creationId xmlns:a16="http://schemas.microsoft.com/office/drawing/2014/main" id="{BBA3E38A-6008-4DFB-A5B7-536FF72F94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4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48" name="Line 143">
                    <a:extLst>
                      <a:ext uri="{FF2B5EF4-FFF2-40B4-BE49-F238E27FC236}">
                        <a16:creationId xmlns:a16="http://schemas.microsoft.com/office/drawing/2014/main" id="{DBA50658-F0E1-4DC2-A6D4-1254BCCE05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2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49" name="Freeform 144">
                    <a:extLst>
                      <a:ext uri="{FF2B5EF4-FFF2-40B4-BE49-F238E27FC236}">
                        <a16:creationId xmlns:a16="http://schemas.microsoft.com/office/drawing/2014/main" id="{D47754ED-39A6-4A0A-BDF6-D35A950DA2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" y="2056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50" name="Line 145">
                    <a:extLst>
                      <a:ext uri="{FF2B5EF4-FFF2-40B4-BE49-F238E27FC236}">
                        <a16:creationId xmlns:a16="http://schemas.microsoft.com/office/drawing/2014/main" id="{4840B31E-1B0B-467F-A1A5-9219CE643E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9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51" name="Line 146">
                    <a:extLst>
                      <a:ext uri="{FF2B5EF4-FFF2-40B4-BE49-F238E27FC236}">
                        <a16:creationId xmlns:a16="http://schemas.microsoft.com/office/drawing/2014/main" id="{EC3D9FE7-FD78-4383-94C0-2CB40DDA49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6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52" name="Line 147">
                    <a:extLst>
                      <a:ext uri="{FF2B5EF4-FFF2-40B4-BE49-F238E27FC236}">
                        <a16:creationId xmlns:a16="http://schemas.microsoft.com/office/drawing/2014/main" id="{D0DFF6FA-AEC8-433C-8CB3-FF79395D81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4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53" name="Line 148">
                    <a:extLst>
                      <a:ext uri="{FF2B5EF4-FFF2-40B4-BE49-F238E27FC236}">
                        <a16:creationId xmlns:a16="http://schemas.microsoft.com/office/drawing/2014/main" id="{7BA28025-DDCF-4BEC-8721-9181574A7D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20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54" name="Line 149">
                    <a:extLst>
                      <a:ext uri="{FF2B5EF4-FFF2-40B4-BE49-F238E27FC236}">
                        <a16:creationId xmlns:a16="http://schemas.microsoft.com/office/drawing/2014/main" id="{9BE0E4E3-43CD-4CFF-9DDD-DDA90B8EBA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96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55" name="Line 150">
                    <a:extLst>
                      <a:ext uri="{FF2B5EF4-FFF2-40B4-BE49-F238E27FC236}">
                        <a16:creationId xmlns:a16="http://schemas.microsoft.com/office/drawing/2014/main" id="{E69EABBB-6B8B-4EF6-BF37-C9F441B31D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7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56" name="Line 151">
                    <a:extLst>
                      <a:ext uri="{FF2B5EF4-FFF2-40B4-BE49-F238E27FC236}">
                        <a16:creationId xmlns:a16="http://schemas.microsoft.com/office/drawing/2014/main" id="{8A3FAA74-54DF-46A3-B144-02FE950370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4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57" name="Line 152">
                    <a:extLst>
                      <a:ext uri="{FF2B5EF4-FFF2-40B4-BE49-F238E27FC236}">
                        <a16:creationId xmlns:a16="http://schemas.microsoft.com/office/drawing/2014/main" id="{D93FD77B-E128-4C2A-B618-6948EF8E2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2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58" name="Freeform 153">
                    <a:extLst>
                      <a:ext uri="{FF2B5EF4-FFF2-40B4-BE49-F238E27FC236}">
                        <a16:creationId xmlns:a16="http://schemas.microsoft.com/office/drawing/2014/main" id="{5D420EF7-352B-454C-895E-93C41D69F9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9" y="2879"/>
                    <a:ext cx="3860" cy="1"/>
                  </a:xfrm>
                  <a:custGeom>
                    <a:avLst/>
                    <a:gdLst>
                      <a:gd name="T0" fmla="*/ 0 w 3860"/>
                      <a:gd name="T1" fmla="*/ 1 h 1"/>
                      <a:gd name="T2" fmla="*/ 3860 w 3860"/>
                      <a:gd name="T3" fmla="*/ 0 h 1"/>
                      <a:gd name="T4" fmla="*/ 0 60000 65536"/>
                      <a:gd name="T5" fmla="*/ 0 60000 65536"/>
                      <a:gd name="T6" fmla="*/ 0 w 3860"/>
                      <a:gd name="T7" fmla="*/ 0 h 1"/>
                      <a:gd name="T8" fmla="*/ 3860 w 386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60" h="1">
                        <a:moveTo>
                          <a:pt x="0" y="1"/>
                        </a:moveTo>
                        <a:lnTo>
                          <a:pt x="38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59" name="Freeform 154">
                    <a:extLst>
                      <a:ext uri="{FF2B5EF4-FFF2-40B4-BE49-F238E27FC236}">
                        <a16:creationId xmlns:a16="http://schemas.microsoft.com/office/drawing/2014/main" id="{3D0EBD13-898A-46EB-9448-BA479BE0B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2" y="3209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60" name="Rectangle 155">
                    <a:extLst>
                      <a:ext uri="{FF2B5EF4-FFF2-40B4-BE49-F238E27FC236}">
                        <a16:creationId xmlns:a16="http://schemas.microsoft.com/office/drawing/2014/main" id="{E135FCC9-138A-44ED-A0D2-59A14E915E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4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61" name="Text Box 156">
                    <a:extLst>
                      <a:ext uri="{FF2B5EF4-FFF2-40B4-BE49-F238E27FC236}">
                        <a16:creationId xmlns:a16="http://schemas.microsoft.com/office/drawing/2014/main" id="{4442C1CA-2C1B-4186-9A29-7A8E467C79C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7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2262" name="Freeform 157">
                    <a:extLst>
                      <a:ext uri="{FF2B5EF4-FFF2-40B4-BE49-F238E27FC236}">
                        <a16:creationId xmlns:a16="http://schemas.microsoft.com/office/drawing/2014/main" id="{3C970F81-E792-4AD0-9BD4-B936832646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02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63" name="Freeform 158">
                    <a:extLst>
                      <a:ext uri="{FF2B5EF4-FFF2-40B4-BE49-F238E27FC236}">
                        <a16:creationId xmlns:a16="http://schemas.microsoft.com/office/drawing/2014/main" id="{8303A485-8C8A-441F-BC73-CE0A6D4CA1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13" y="1211"/>
                    <a:ext cx="169" cy="1469"/>
                  </a:xfrm>
                  <a:custGeom>
                    <a:avLst/>
                    <a:gdLst>
                      <a:gd name="T0" fmla="*/ 169 w 169"/>
                      <a:gd name="T1" fmla="*/ 1468 h 1469"/>
                      <a:gd name="T2" fmla="*/ 0 w 169"/>
                      <a:gd name="T3" fmla="*/ 1469 h 1469"/>
                      <a:gd name="T4" fmla="*/ 1 w 169"/>
                      <a:gd name="T5" fmla="*/ 0 h 1469"/>
                      <a:gd name="T6" fmla="*/ 105 w 16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9"/>
                      <a:gd name="T13" fmla="*/ 0 h 1469"/>
                      <a:gd name="T14" fmla="*/ 169 w 16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9" h="1469">
                        <a:moveTo>
                          <a:pt x="169" y="1468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64" name="Freeform 159">
                    <a:extLst>
                      <a:ext uri="{FF2B5EF4-FFF2-40B4-BE49-F238E27FC236}">
                        <a16:creationId xmlns:a16="http://schemas.microsoft.com/office/drawing/2014/main" id="{9960EBC9-7DD5-4369-B018-44D2196BD7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67" y="1211"/>
                    <a:ext cx="141" cy="1466"/>
                  </a:xfrm>
                  <a:custGeom>
                    <a:avLst/>
                    <a:gdLst>
                      <a:gd name="T0" fmla="*/ 38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38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65" name="Freeform 160">
                    <a:extLst>
                      <a:ext uri="{FF2B5EF4-FFF2-40B4-BE49-F238E27FC236}">
                        <a16:creationId xmlns:a16="http://schemas.microsoft.com/office/drawing/2014/main" id="{4A1EC069-8E09-4686-B2EF-826683EFC0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08" y="1211"/>
                    <a:ext cx="155" cy="1467"/>
                  </a:xfrm>
                  <a:custGeom>
                    <a:avLst/>
                    <a:gdLst>
                      <a:gd name="T0" fmla="*/ 155 w 155"/>
                      <a:gd name="T1" fmla="*/ 1467 h 1467"/>
                      <a:gd name="T2" fmla="*/ 3 w 155"/>
                      <a:gd name="T3" fmla="*/ 1467 h 1467"/>
                      <a:gd name="T4" fmla="*/ 0 w 155"/>
                      <a:gd name="T5" fmla="*/ 1 h 1467"/>
                      <a:gd name="T6" fmla="*/ 89 w 155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7"/>
                      <a:gd name="T14" fmla="*/ 155 w 155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7">
                        <a:moveTo>
                          <a:pt x="155" y="1467"/>
                        </a:moveTo>
                        <a:lnTo>
                          <a:pt x="3" y="1467"/>
                        </a:lnTo>
                        <a:lnTo>
                          <a:pt x="0" y="1"/>
                        </a:lnTo>
                        <a:lnTo>
                          <a:pt x="8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66" name="Freeform 161">
                    <a:extLst>
                      <a:ext uri="{FF2B5EF4-FFF2-40B4-BE49-F238E27FC236}">
                        <a16:creationId xmlns:a16="http://schemas.microsoft.com/office/drawing/2014/main" id="{45D2C7C2-3985-43B4-AA96-035054DFDC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57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4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4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67" name="Freeform 162">
                    <a:extLst>
                      <a:ext uri="{FF2B5EF4-FFF2-40B4-BE49-F238E27FC236}">
                        <a16:creationId xmlns:a16="http://schemas.microsoft.com/office/drawing/2014/main" id="{4073AF4B-872E-4133-BF34-072DA7A5DF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87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77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68" name="Freeform 163">
                    <a:extLst>
                      <a:ext uri="{FF2B5EF4-FFF2-40B4-BE49-F238E27FC236}">
                        <a16:creationId xmlns:a16="http://schemas.microsoft.com/office/drawing/2014/main" id="{664C943B-49C8-4F1E-A52B-4904FCB972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0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69" name="Freeform 164">
                    <a:extLst>
                      <a:ext uri="{FF2B5EF4-FFF2-40B4-BE49-F238E27FC236}">
                        <a16:creationId xmlns:a16="http://schemas.microsoft.com/office/drawing/2014/main" id="{5E8F0D77-C6DD-49FA-B018-45C0FC0781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1209"/>
                    <a:ext cx="155" cy="1469"/>
                  </a:xfrm>
                  <a:custGeom>
                    <a:avLst/>
                    <a:gdLst>
                      <a:gd name="T0" fmla="*/ 155 w 155"/>
                      <a:gd name="T1" fmla="*/ 1469 h 1469"/>
                      <a:gd name="T2" fmla="*/ 3 w 155"/>
                      <a:gd name="T3" fmla="*/ 1469 h 1469"/>
                      <a:gd name="T4" fmla="*/ 0 w 155"/>
                      <a:gd name="T5" fmla="*/ 0 h 1469"/>
                      <a:gd name="T6" fmla="*/ 103 w 155"/>
                      <a:gd name="T7" fmla="*/ 2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9"/>
                      <a:gd name="T14" fmla="*/ 155 w 155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9">
                        <a:moveTo>
                          <a:pt x="155" y="1469"/>
                        </a:moveTo>
                        <a:lnTo>
                          <a:pt x="3" y="1469"/>
                        </a:lnTo>
                        <a:lnTo>
                          <a:pt x="0" y="0"/>
                        </a:lnTo>
                        <a:lnTo>
                          <a:pt x="103" y="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70" name="Freeform 165">
                    <a:extLst>
                      <a:ext uri="{FF2B5EF4-FFF2-40B4-BE49-F238E27FC236}">
                        <a16:creationId xmlns:a16="http://schemas.microsoft.com/office/drawing/2014/main" id="{2AFAAFED-20D6-4158-B2DF-700EF0BB9D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10" y="1211"/>
                    <a:ext cx="141" cy="1466"/>
                  </a:xfrm>
                  <a:custGeom>
                    <a:avLst/>
                    <a:gdLst>
                      <a:gd name="T0" fmla="*/ 42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42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71" name="Freeform 166">
                    <a:extLst>
                      <a:ext uri="{FF2B5EF4-FFF2-40B4-BE49-F238E27FC236}">
                        <a16:creationId xmlns:a16="http://schemas.microsoft.com/office/drawing/2014/main" id="{98695396-7C95-477F-84FF-F10F1ACCE1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9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103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103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72" name="Freeform 167">
                    <a:extLst>
                      <a:ext uri="{FF2B5EF4-FFF2-40B4-BE49-F238E27FC236}">
                        <a16:creationId xmlns:a16="http://schemas.microsoft.com/office/drawing/2014/main" id="{3960E48A-5FCE-4321-9862-62FF825375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0" y="1211"/>
                    <a:ext cx="147" cy="1466"/>
                  </a:xfrm>
                  <a:custGeom>
                    <a:avLst/>
                    <a:gdLst>
                      <a:gd name="T0" fmla="*/ 51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51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73" name="Freeform 168">
                    <a:extLst>
                      <a:ext uri="{FF2B5EF4-FFF2-40B4-BE49-F238E27FC236}">
                        <a16:creationId xmlns:a16="http://schemas.microsoft.com/office/drawing/2014/main" id="{D404E1CE-FAD6-490A-8DB0-A707115217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9" y="1211"/>
                    <a:ext cx="158" cy="1467"/>
                  </a:xfrm>
                  <a:custGeom>
                    <a:avLst/>
                    <a:gdLst>
                      <a:gd name="T0" fmla="*/ 158 w 158"/>
                      <a:gd name="T1" fmla="*/ 1467 h 1467"/>
                      <a:gd name="T2" fmla="*/ 0 w 158"/>
                      <a:gd name="T3" fmla="*/ 1467 h 1467"/>
                      <a:gd name="T4" fmla="*/ 0 w 158"/>
                      <a:gd name="T5" fmla="*/ 0 h 1467"/>
                      <a:gd name="T6" fmla="*/ 95 w 158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8"/>
                      <a:gd name="T13" fmla="*/ 0 h 1467"/>
                      <a:gd name="T14" fmla="*/ 158 w 158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8" h="1467">
                        <a:moveTo>
                          <a:pt x="158" y="1467"/>
                        </a:moveTo>
                        <a:lnTo>
                          <a:pt x="0" y="1467"/>
                        </a:lnTo>
                        <a:lnTo>
                          <a:pt x="0" y="0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74" name="Freeform 169">
                    <a:extLst>
                      <a:ext uri="{FF2B5EF4-FFF2-40B4-BE49-F238E27FC236}">
                        <a16:creationId xmlns:a16="http://schemas.microsoft.com/office/drawing/2014/main" id="{9432F845-073E-4538-AFE8-F69AC6C966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861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75" name="Freeform 170">
                    <a:extLst>
                      <a:ext uri="{FF2B5EF4-FFF2-40B4-BE49-F238E27FC236}">
                        <a16:creationId xmlns:a16="http://schemas.microsoft.com/office/drawing/2014/main" id="{68053315-C031-477E-9270-07002499E5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9" y="1211"/>
                    <a:ext cx="159" cy="1469"/>
                  </a:xfrm>
                  <a:custGeom>
                    <a:avLst/>
                    <a:gdLst>
                      <a:gd name="T0" fmla="*/ 159 w 159"/>
                      <a:gd name="T1" fmla="*/ 1467 h 1469"/>
                      <a:gd name="T2" fmla="*/ 0 w 159"/>
                      <a:gd name="T3" fmla="*/ 1469 h 1469"/>
                      <a:gd name="T4" fmla="*/ 1 w 159"/>
                      <a:gd name="T5" fmla="*/ 0 h 1469"/>
                      <a:gd name="T6" fmla="*/ 104 w 15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9"/>
                      <a:gd name="T13" fmla="*/ 0 h 1469"/>
                      <a:gd name="T14" fmla="*/ 159 w 15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9" h="1469">
                        <a:moveTo>
                          <a:pt x="159" y="1467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4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76" name="Freeform 171">
                    <a:extLst>
                      <a:ext uri="{FF2B5EF4-FFF2-40B4-BE49-F238E27FC236}">
                        <a16:creationId xmlns:a16="http://schemas.microsoft.com/office/drawing/2014/main" id="{D04175EF-692C-4E7B-AEA5-F49F667DA7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17" y="1211"/>
                    <a:ext cx="147" cy="1466"/>
                  </a:xfrm>
                  <a:custGeom>
                    <a:avLst/>
                    <a:gdLst>
                      <a:gd name="T0" fmla="*/ 47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47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77" name="Freeform 172">
                    <a:extLst>
                      <a:ext uri="{FF2B5EF4-FFF2-40B4-BE49-F238E27FC236}">
                        <a16:creationId xmlns:a16="http://schemas.microsoft.com/office/drawing/2014/main" id="{A6E5AE42-9AE5-49C8-B352-A41898E3AE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5" y="2738"/>
                    <a:ext cx="730" cy="660"/>
                  </a:xfrm>
                  <a:custGeom>
                    <a:avLst/>
                    <a:gdLst>
                      <a:gd name="T0" fmla="*/ 160 w 730"/>
                      <a:gd name="T1" fmla="*/ 4 h 660"/>
                      <a:gd name="T2" fmla="*/ 0 w 730"/>
                      <a:gd name="T3" fmla="*/ 3 h 660"/>
                      <a:gd name="T4" fmla="*/ 0 w 730"/>
                      <a:gd name="T5" fmla="*/ 660 h 660"/>
                      <a:gd name="T6" fmla="*/ 558 w 730"/>
                      <a:gd name="T7" fmla="*/ 657 h 660"/>
                      <a:gd name="T8" fmla="*/ 558 w 730"/>
                      <a:gd name="T9" fmla="*/ 0 h 660"/>
                      <a:gd name="T10" fmla="*/ 730 w 730"/>
                      <a:gd name="T11" fmla="*/ 1 h 66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30"/>
                      <a:gd name="T19" fmla="*/ 0 h 660"/>
                      <a:gd name="T20" fmla="*/ 730 w 730"/>
                      <a:gd name="T21" fmla="*/ 660 h 660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30" h="660">
                        <a:moveTo>
                          <a:pt x="160" y="4"/>
                        </a:moveTo>
                        <a:lnTo>
                          <a:pt x="0" y="3"/>
                        </a:lnTo>
                        <a:lnTo>
                          <a:pt x="0" y="660"/>
                        </a:lnTo>
                        <a:lnTo>
                          <a:pt x="558" y="657"/>
                        </a:lnTo>
                        <a:lnTo>
                          <a:pt x="558" y="0"/>
                        </a:lnTo>
                        <a:lnTo>
                          <a:pt x="730" y="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78" name="Freeform 173">
                    <a:extLst>
                      <a:ext uri="{FF2B5EF4-FFF2-40B4-BE49-F238E27FC236}">
                        <a16:creationId xmlns:a16="http://schemas.microsoft.com/office/drawing/2014/main" id="{039FFE8F-4A36-467B-B7E9-B41545CDB5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07" y="2744"/>
                    <a:ext cx="729" cy="658"/>
                  </a:xfrm>
                  <a:custGeom>
                    <a:avLst/>
                    <a:gdLst>
                      <a:gd name="T0" fmla="*/ 153 w 729"/>
                      <a:gd name="T1" fmla="*/ 0 h 658"/>
                      <a:gd name="T2" fmla="*/ 0 w 729"/>
                      <a:gd name="T3" fmla="*/ 0 h 658"/>
                      <a:gd name="T4" fmla="*/ 0 w 729"/>
                      <a:gd name="T5" fmla="*/ 657 h 658"/>
                      <a:gd name="T6" fmla="*/ 583 w 729"/>
                      <a:gd name="T7" fmla="*/ 658 h 658"/>
                      <a:gd name="T8" fmla="*/ 582 w 729"/>
                      <a:gd name="T9" fmla="*/ 3 h 658"/>
                      <a:gd name="T10" fmla="*/ 729 w 729"/>
                      <a:gd name="T11" fmla="*/ 3 h 65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8"/>
                      <a:gd name="T20" fmla="*/ 729 w 729"/>
                      <a:gd name="T21" fmla="*/ 658 h 65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8">
                        <a:moveTo>
                          <a:pt x="153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83" y="658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79" name="Freeform 174">
                    <a:extLst>
                      <a:ext uri="{FF2B5EF4-FFF2-40B4-BE49-F238E27FC236}">
                        <a16:creationId xmlns:a16="http://schemas.microsoft.com/office/drawing/2014/main" id="{5BAA43A5-3551-443B-8705-A5C6ECD849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56" y="2744"/>
                    <a:ext cx="729" cy="657"/>
                  </a:xfrm>
                  <a:custGeom>
                    <a:avLst/>
                    <a:gdLst>
                      <a:gd name="T0" fmla="*/ 158 w 729"/>
                      <a:gd name="T1" fmla="*/ 0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58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80" name="Freeform 175">
                    <a:extLst>
                      <a:ext uri="{FF2B5EF4-FFF2-40B4-BE49-F238E27FC236}">
                        <a16:creationId xmlns:a16="http://schemas.microsoft.com/office/drawing/2014/main" id="{27C97F05-85B2-4442-8C9C-B08B37A627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2744"/>
                    <a:ext cx="729" cy="657"/>
                  </a:xfrm>
                  <a:custGeom>
                    <a:avLst/>
                    <a:gdLst>
                      <a:gd name="T0" fmla="*/ 161 w 729"/>
                      <a:gd name="T1" fmla="*/ 2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61" y="2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81" name="Freeform 176">
                    <a:extLst>
                      <a:ext uri="{FF2B5EF4-FFF2-40B4-BE49-F238E27FC236}">
                        <a16:creationId xmlns:a16="http://schemas.microsoft.com/office/drawing/2014/main" id="{4830E411-4128-407F-A636-52247739DF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00" y="2735"/>
                    <a:ext cx="708" cy="571"/>
                  </a:xfrm>
                  <a:custGeom>
                    <a:avLst/>
                    <a:gdLst>
                      <a:gd name="T0" fmla="*/ 0 w 708"/>
                      <a:gd name="T1" fmla="*/ 0 h 571"/>
                      <a:gd name="T2" fmla="*/ 132 w 708"/>
                      <a:gd name="T3" fmla="*/ 0 h 571"/>
                      <a:gd name="T4" fmla="*/ 133 w 708"/>
                      <a:gd name="T5" fmla="*/ 571 h 571"/>
                      <a:gd name="T6" fmla="*/ 708 w 708"/>
                      <a:gd name="T7" fmla="*/ 570 h 571"/>
                      <a:gd name="T8" fmla="*/ 708 w 708"/>
                      <a:gd name="T9" fmla="*/ 9 h 571"/>
                      <a:gd name="T10" fmla="*/ 573 w 708"/>
                      <a:gd name="T11" fmla="*/ 9 h 57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08"/>
                      <a:gd name="T19" fmla="*/ 0 h 571"/>
                      <a:gd name="T20" fmla="*/ 708 w 708"/>
                      <a:gd name="T21" fmla="*/ 571 h 57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08" h="571">
                        <a:moveTo>
                          <a:pt x="0" y="0"/>
                        </a:moveTo>
                        <a:lnTo>
                          <a:pt x="132" y="0"/>
                        </a:lnTo>
                        <a:lnTo>
                          <a:pt x="133" y="571"/>
                        </a:lnTo>
                        <a:lnTo>
                          <a:pt x="708" y="570"/>
                        </a:lnTo>
                        <a:lnTo>
                          <a:pt x="708" y="9"/>
                        </a:lnTo>
                        <a:lnTo>
                          <a:pt x="573" y="9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82" name="Freeform 177">
                    <a:extLst>
                      <a:ext uri="{FF2B5EF4-FFF2-40B4-BE49-F238E27FC236}">
                        <a16:creationId xmlns:a16="http://schemas.microsoft.com/office/drawing/2014/main" id="{24AEC028-389B-45CE-857D-C4B53BB57E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52" y="2735"/>
                    <a:ext cx="726" cy="567"/>
                  </a:xfrm>
                  <a:custGeom>
                    <a:avLst/>
                    <a:gdLst>
                      <a:gd name="T0" fmla="*/ 0 w 726"/>
                      <a:gd name="T1" fmla="*/ 0 h 567"/>
                      <a:gd name="T2" fmla="*/ 148 w 726"/>
                      <a:gd name="T3" fmla="*/ 1 h 567"/>
                      <a:gd name="T4" fmla="*/ 147 w 726"/>
                      <a:gd name="T5" fmla="*/ 567 h 567"/>
                      <a:gd name="T6" fmla="*/ 726 w 726"/>
                      <a:gd name="T7" fmla="*/ 567 h 567"/>
                      <a:gd name="T8" fmla="*/ 726 w 726"/>
                      <a:gd name="T9" fmla="*/ 6 h 567"/>
                      <a:gd name="T10" fmla="*/ 579 w 726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6"/>
                      <a:gd name="T19" fmla="*/ 0 h 567"/>
                      <a:gd name="T20" fmla="*/ 726 w 726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6" h="567">
                        <a:moveTo>
                          <a:pt x="0" y="0"/>
                        </a:moveTo>
                        <a:lnTo>
                          <a:pt x="148" y="1"/>
                        </a:lnTo>
                        <a:lnTo>
                          <a:pt x="147" y="567"/>
                        </a:lnTo>
                        <a:lnTo>
                          <a:pt x="726" y="567"/>
                        </a:lnTo>
                        <a:lnTo>
                          <a:pt x="726" y="6"/>
                        </a:lnTo>
                        <a:lnTo>
                          <a:pt x="579" y="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83" name="Freeform 178">
                    <a:extLst>
                      <a:ext uri="{FF2B5EF4-FFF2-40B4-BE49-F238E27FC236}">
                        <a16:creationId xmlns:a16="http://schemas.microsoft.com/office/drawing/2014/main" id="{3C0C8553-138A-4D49-BBFA-6503907F3E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04" y="2738"/>
                    <a:ext cx="714" cy="567"/>
                  </a:xfrm>
                  <a:custGeom>
                    <a:avLst/>
                    <a:gdLst>
                      <a:gd name="T0" fmla="*/ 0 w 714"/>
                      <a:gd name="T1" fmla="*/ 0 h 567"/>
                      <a:gd name="T2" fmla="*/ 136 w 714"/>
                      <a:gd name="T3" fmla="*/ 1 h 567"/>
                      <a:gd name="T4" fmla="*/ 135 w 714"/>
                      <a:gd name="T5" fmla="*/ 567 h 567"/>
                      <a:gd name="T6" fmla="*/ 714 w 714"/>
                      <a:gd name="T7" fmla="*/ 567 h 567"/>
                      <a:gd name="T8" fmla="*/ 714 w 714"/>
                      <a:gd name="T9" fmla="*/ 6 h 567"/>
                      <a:gd name="T10" fmla="*/ 576 w 714"/>
                      <a:gd name="T11" fmla="*/ 5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4"/>
                      <a:gd name="T19" fmla="*/ 0 h 567"/>
                      <a:gd name="T20" fmla="*/ 714 w 714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4" h="567">
                        <a:moveTo>
                          <a:pt x="0" y="0"/>
                        </a:moveTo>
                        <a:lnTo>
                          <a:pt x="136" y="1"/>
                        </a:lnTo>
                        <a:lnTo>
                          <a:pt x="135" y="567"/>
                        </a:lnTo>
                        <a:lnTo>
                          <a:pt x="714" y="567"/>
                        </a:lnTo>
                        <a:lnTo>
                          <a:pt x="714" y="6"/>
                        </a:lnTo>
                        <a:lnTo>
                          <a:pt x="576" y="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84" name="Freeform 179">
                    <a:extLst>
                      <a:ext uri="{FF2B5EF4-FFF2-40B4-BE49-F238E27FC236}">
                        <a16:creationId xmlns:a16="http://schemas.microsoft.com/office/drawing/2014/main" id="{FD33D03E-6747-4251-9811-E59155E139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859" y="2738"/>
                    <a:ext cx="711" cy="567"/>
                  </a:xfrm>
                  <a:custGeom>
                    <a:avLst/>
                    <a:gdLst>
                      <a:gd name="T0" fmla="*/ 0 w 711"/>
                      <a:gd name="T1" fmla="*/ 0 h 567"/>
                      <a:gd name="T2" fmla="*/ 130 w 711"/>
                      <a:gd name="T3" fmla="*/ 1 h 567"/>
                      <a:gd name="T4" fmla="*/ 132 w 711"/>
                      <a:gd name="T5" fmla="*/ 567 h 567"/>
                      <a:gd name="T6" fmla="*/ 711 w 711"/>
                      <a:gd name="T7" fmla="*/ 567 h 567"/>
                      <a:gd name="T8" fmla="*/ 711 w 711"/>
                      <a:gd name="T9" fmla="*/ 6 h 567"/>
                      <a:gd name="T10" fmla="*/ 564 w 711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1"/>
                      <a:gd name="T19" fmla="*/ 0 h 567"/>
                      <a:gd name="T20" fmla="*/ 711 w 711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1" h="567">
                        <a:moveTo>
                          <a:pt x="0" y="0"/>
                        </a:moveTo>
                        <a:lnTo>
                          <a:pt x="130" y="1"/>
                        </a:lnTo>
                        <a:lnTo>
                          <a:pt x="132" y="567"/>
                        </a:lnTo>
                        <a:lnTo>
                          <a:pt x="711" y="567"/>
                        </a:lnTo>
                        <a:lnTo>
                          <a:pt x="711" y="6"/>
                        </a:lnTo>
                        <a:lnTo>
                          <a:pt x="564" y="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85" name="Freeform 180">
                    <a:extLst>
                      <a:ext uri="{FF2B5EF4-FFF2-40B4-BE49-F238E27FC236}">
                        <a16:creationId xmlns:a16="http://schemas.microsoft.com/office/drawing/2014/main" id="{346D3ECA-7BEF-4B13-9F00-00C0CD5E8D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22" y="3398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86" name="Freeform 181">
                    <a:extLst>
                      <a:ext uri="{FF2B5EF4-FFF2-40B4-BE49-F238E27FC236}">
                        <a16:creationId xmlns:a16="http://schemas.microsoft.com/office/drawing/2014/main" id="{7028CF0F-155C-42DE-892B-EBD9726903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1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87" name="Freeform 182">
                    <a:extLst>
                      <a:ext uri="{FF2B5EF4-FFF2-40B4-BE49-F238E27FC236}">
                        <a16:creationId xmlns:a16="http://schemas.microsoft.com/office/drawing/2014/main" id="{A07D01AB-66A0-44A7-A7E9-855D504A1C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3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88" name="Freeform 183">
                    <a:extLst>
                      <a:ext uri="{FF2B5EF4-FFF2-40B4-BE49-F238E27FC236}">
                        <a16:creationId xmlns:a16="http://schemas.microsoft.com/office/drawing/2014/main" id="{56351DE5-C956-4DBE-ACFE-5FE5DABE99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95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89" name="Freeform 184">
                    <a:extLst>
                      <a:ext uri="{FF2B5EF4-FFF2-40B4-BE49-F238E27FC236}">
                        <a16:creationId xmlns:a16="http://schemas.microsoft.com/office/drawing/2014/main" id="{2002B4D4-1A19-4567-BC0B-5A4BBB75CC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6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90" name="Freeform 185">
                    <a:extLst>
                      <a:ext uri="{FF2B5EF4-FFF2-40B4-BE49-F238E27FC236}">
                        <a16:creationId xmlns:a16="http://schemas.microsoft.com/office/drawing/2014/main" id="{9A3B8902-097B-456D-B8C8-F1514BB8B8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4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91" name="Freeform 186">
                    <a:extLst>
                      <a:ext uri="{FF2B5EF4-FFF2-40B4-BE49-F238E27FC236}">
                        <a16:creationId xmlns:a16="http://schemas.microsoft.com/office/drawing/2014/main" id="{4C3B0789-D5DF-447C-A1B2-CE689E4CB4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2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92" name="Freeform 187">
                    <a:extLst>
                      <a:ext uri="{FF2B5EF4-FFF2-40B4-BE49-F238E27FC236}">
                        <a16:creationId xmlns:a16="http://schemas.microsoft.com/office/drawing/2014/main" id="{A4C879DA-AAF0-442B-A0AB-20B337797D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19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93" name="Freeform 188">
                    <a:extLst>
                      <a:ext uri="{FF2B5EF4-FFF2-40B4-BE49-F238E27FC236}">
                        <a16:creationId xmlns:a16="http://schemas.microsoft.com/office/drawing/2014/main" id="{0473FE50-46F2-4010-9F5D-D3C7DDC7E4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6" y="4025"/>
                    <a:ext cx="4317" cy="1"/>
                  </a:xfrm>
                  <a:custGeom>
                    <a:avLst/>
                    <a:gdLst>
                      <a:gd name="T0" fmla="*/ 0 w 4317"/>
                      <a:gd name="T1" fmla="*/ 0 h 1"/>
                      <a:gd name="T2" fmla="*/ 4317 w 4317"/>
                      <a:gd name="T3" fmla="*/ 0 h 1"/>
                      <a:gd name="T4" fmla="*/ 0 60000 65536"/>
                      <a:gd name="T5" fmla="*/ 0 60000 65536"/>
                      <a:gd name="T6" fmla="*/ 0 w 4317"/>
                      <a:gd name="T7" fmla="*/ 0 h 1"/>
                      <a:gd name="T8" fmla="*/ 4317 w 431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317" h="1">
                        <a:moveTo>
                          <a:pt x="0" y="0"/>
                        </a:moveTo>
                        <a:lnTo>
                          <a:pt x="431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94" name="Freeform 189">
                    <a:extLst>
                      <a:ext uri="{FF2B5EF4-FFF2-40B4-BE49-F238E27FC236}">
                        <a16:creationId xmlns:a16="http://schemas.microsoft.com/office/drawing/2014/main" id="{72245EF8-B5A3-46F5-81A6-F5BD8B5131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6" y="4121"/>
                    <a:ext cx="3837" cy="1"/>
                  </a:xfrm>
                  <a:custGeom>
                    <a:avLst/>
                    <a:gdLst>
                      <a:gd name="T0" fmla="*/ 0 w 3837"/>
                      <a:gd name="T1" fmla="*/ 0 h 1"/>
                      <a:gd name="T2" fmla="*/ 3837 w 3837"/>
                      <a:gd name="T3" fmla="*/ 0 h 1"/>
                      <a:gd name="T4" fmla="*/ 0 60000 65536"/>
                      <a:gd name="T5" fmla="*/ 0 60000 65536"/>
                      <a:gd name="T6" fmla="*/ 0 w 3837"/>
                      <a:gd name="T7" fmla="*/ 0 h 1"/>
                      <a:gd name="T8" fmla="*/ 3837 w 383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37" h="1">
                        <a:moveTo>
                          <a:pt x="0" y="0"/>
                        </a:moveTo>
                        <a:lnTo>
                          <a:pt x="383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95" name="Freeform 190">
                    <a:extLst>
                      <a:ext uri="{FF2B5EF4-FFF2-40B4-BE49-F238E27FC236}">
                        <a16:creationId xmlns:a16="http://schemas.microsoft.com/office/drawing/2014/main" id="{C3388C13-86BC-438F-8683-805DBBC2FA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22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96" name="Freeform 191">
                    <a:extLst>
                      <a:ext uri="{FF2B5EF4-FFF2-40B4-BE49-F238E27FC236}">
                        <a16:creationId xmlns:a16="http://schemas.microsoft.com/office/drawing/2014/main" id="{79F6E40B-1C5A-4D1B-B12A-ECD97CF153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1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97" name="Freeform 192">
                    <a:extLst>
                      <a:ext uri="{FF2B5EF4-FFF2-40B4-BE49-F238E27FC236}">
                        <a16:creationId xmlns:a16="http://schemas.microsoft.com/office/drawing/2014/main" id="{A93A8D64-3CA6-47B8-A6B4-93191711B1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3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98" name="Freeform 193">
                    <a:extLst>
                      <a:ext uri="{FF2B5EF4-FFF2-40B4-BE49-F238E27FC236}">
                        <a16:creationId xmlns:a16="http://schemas.microsoft.com/office/drawing/2014/main" id="{1DB86BD8-A715-425E-8EA6-2EC8C0FEC0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91" y="3881"/>
                    <a:ext cx="4" cy="247"/>
                  </a:xfrm>
                  <a:custGeom>
                    <a:avLst/>
                    <a:gdLst>
                      <a:gd name="T0" fmla="*/ 4 w 4"/>
                      <a:gd name="T1" fmla="*/ 0 h 247"/>
                      <a:gd name="T2" fmla="*/ 0 w 4"/>
                      <a:gd name="T3" fmla="*/ 247 h 247"/>
                      <a:gd name="T4" fmla="*/ 0 60000 65536"/>
                      <a:gd name="T5" fmla="*/ 0 60000 65536"/>
                      <a:gd name="T6" fmla="*/ 0 w 4"/>
                      <a:gd name="T7" fmla="*/ 0 h 247"/>
                      <a:gd name="T8" fmla="*/ 4 w 4"/>
                      <a:gd name="T9" fmla="*/ 247 h 247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247">
                        <a:moveTo>
                          <a:pt x="4" y="0"/>
                        </a:moveTo>
                        <a:lnTo>
                          <a:pt x="0" y="247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299" name="Freeform 194">
                    <a:extLst>
                      <a:ext uri="{FF2B5EF4-FFF2-40B4-BE49-F238E27FC236}">
                        <a16:creationId xmlns:a16="http://schemas.microsoft.com/office/drawing/2014/main" id="{EBA790FC-2E3C-4F69-9852-03AB92912F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7" y="3881"/>
                    <a:ext cx="1" cy="151"/>
                  </a:xfrm>
                  <a:custGeom>
                    <a:avLst/>
                    <a:gdLst>
                      <a:gd name="T0" fmla="*/ 0 w 1"/>
                      <a:gd name="T1" fmla="*/ 0 h 151"/>
                      <a:gd name="T2" fmla="*/ 0 w 1"/>
                      <a:gd name="T3" fmla="*/ 151 h 151"/>
                      <a:gd name="T4" fmla="*/ 0 60000 65536"/>
                      <a:gd name="T5" fmla="*/ 0 60000 65536"/>
                      <a:gd name="T6" fmla="*/ 0 w 1"/>
                      <a:gd name="T7" fmla="*/ 0 h 151"/>
                      <a:gd name="T8" fmla="*/ 1 w 1"/>
                      <a:gd name="T9" fmla="*/ 151 h 15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1">
                        <a:moveTo>
                          <a:pt x="0" y="0"/>
                        </a:moveTo>
                        <a:lnTo>
                          <a:pt x="0" y="1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00" name="Line 195">
                    <a:extLst>
                      <a:ext uri="{FF2B5EF4-FFF2-40B4-BE49-F238E27FC236}">
                        <a16:creationId xmlns:a16="http://schemas.microsoft.com/office/drawing/2014/main" id="{1D1598CC-A859-4BF5-9B8D-4F23832F89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24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01" name="Line 196">
                    <a:extLst>
                      <a:ext uri="{FF2B5EF4-FFF2-40B4-BE49-F238E27FC236}">
                        <a16:creationId xmlns:a16="http://schemas.microsoft.com/office/drawing/2014/main" id="{3E90CE2F-2445-4D9E-BECC-DA921C0463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973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02" name="Line 197">
                    <a:extLst>
                      <a:ext uri="{FF2B5EF4-FFF2-40B4-BE49-F238E27FC236}">
                        <a16:creationId xmlns:a16="http://schemas.microsoft.com/office/drawing/2014/main" id="{F1BC32A4-6111-4F76-93C2-D0E97827EC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20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03" name="Rectangle 198">
                    <a:extLst>
                      <a:ext uri="{FF2B5EF4-FFF2-40B4-BE49-F238E27FC236}">
                        <a16:creationId xmlns:a16="http://schemas.microsoft.com/office/drawing/2014/main" id="{818123AC-BB00-4BCD-A48C-A9B1EE05F8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7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04" name="Text Box 199">
                    <a:extLst>
                      <a:ext uri="{FF2B5EF4-FFF2-40B4-BE49-F238E27FC236}">
                        <a16:creationId xmlns:a16="http://schemas.microsoft.com/office/drawing/2014/main" id="{3069B41E-D16E-48CF-88F1-EF1F924295A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48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2305" name="Rectangle 200">
                    <a:extLst>
                      <a:ext uri="{FF2B5EF4-FFF2-40B4-BE49-F238E27FC236}">
                        <a16:creationId xmlns:a16="http://schemas.microsoft.com/office/drawing/2014/main" id="{1D0710A6-7958-4B8E-B1CC-2DE620F425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69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06" name="Text Box 201">
                    <a:extLst>
                      <a:ext uri="{FF2B5EF4-FFF2-40B4-BE49-F238E27FC236}">
                        <a16:creationId xmlns:a16="http://schemas.microsoft.com/office/drawing/2014/main" id="{68E3B1DD-9B33-41AE-AEF1-B252B8C3687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0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2307" name="Rectangle 202">
                    <a:extLst>
                      <a:ext uri="{FF2B5EF4-FFF2-40B4-BE49-F238E27FC236}">
                        <a16:creationId xmlns:a16="http://schemas.microsoft.com/office/drawing/2014/main" id="{5654F29F-C26D-47D7-BF33-DE852CBF98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2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08" name="Text Box 203">
                    <a:extLst>
                      <a:ext uri="{FF2B5EF4-FFF2-40B4-BE49-F238E27FC236}">
                        <a16:creationId xmlns:a16="http://schemas.microsoft.com/office/drawing/2014/main" id="{21C0D1B4-C26C-4F81-AE8D-F4FD8744335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2309" name="Line 204">
                    <a:extLst>
                      <a:ext uri="{FF2B5EF4-FFF2-40B4-BE49-F238E27FC236}">
                        <a16:creationId xmlns:a16="http://schemas.microsoft.com/office/drawing/2014/main" id="{C272F67F-A39D-492F-9090-E2C6E1075E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96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10" name="Line 205">
                    <a:extLst>
                      <a:ext uri="{FF2B5EF4-FFF2-40B4-BE49-F238E27FC236}">
                        <a16:creationId xmlns:a16="http://schemas.microsoft.com/office/drawing/2014/main" id="{D47A971E-00E2-4AC3-92DE-45091399B5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4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11" name="Line 206">
                    <a:extLst>
                      <a:ext uri="{FF2B5EF4-FFF2-40B4-BE49-F238E27FC236}">
                        <a16:creationId xmlns:a16="http://schemas.microsoft.com/office/drawing/2014/main" id="{8ABFF70B-000A-40D9-8542-C28F0B7094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293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12" name="Line 207">
                    <a:extLst>
                      <a:ext uri="{FF2B5EF4-FFF2-40B4-BE49-F238E27FC236}">
                        <a16:creationId xmlns:a16="http://schemas.microsoft.com/office/drawing/2014/main" id="{748BE2B7-5579-4E36-B665-9DED6E26A3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420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13" name="Freeform 208">
                    <a:extLst>
                      <a:ext uri="{FF2B5EF4-FFF2-40B4-BE49-F238E27FC236}">
                        <a16:creationId xmlns:a16="http://schemas.microsoft.com/office/drawing/2014/main" id="{868A6421-FD95-485B-A3C7-872CDA6704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3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2695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14" name="Freeform 209">
                    <a:extLst>
                      <a:ext uri="{FF2B5EF4-FFF2-40B4-BE49-F238E27FC236}">
                        <a16:creationId xmlns:a16="http://schemas.microsoft.com/office/drawing/2014/main" id="{7F706F5D-B6ED-4796-8D08-105CD1C801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5" y="2691"/>
                    <a:ext cx="1" cy="525"/>
                  </a:xfrm>
                  <a:custGeom>
                    <a:avLst/>
                    <a:gdLst>
                      <a:gd name="T0" fmla="*/ 0 w 1"/>
                      <a:gd name="T1" fmla="*/ 0 h 525"/>
                      <a:gd name="T2" fmla="*/ 0 w 1"/>
                      <a:gd name="T3" fmla="*/ 525 h 525"/>
                      <a:gd name="T4" fmla="*/ 0 60000 65536"/>
                      <a:gd name="T5" fmla="*/ 0 60000 65536"/>
                      <a:gd name="T6" fmla="*/ 0 w 1"/>
                      <a:gd name="T7" fmla="*/ 0 h 525"/>
                      <a:gd name="T8" fmla="*/ 1 w 1"/>
                      <a:gd name="T9" fmla="*/ 525 h 52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525">
                        <a:moveTo>
                          <a:pt x="0" y="0"/>
                        </a:moveTo>
                        <a:lnTo>
                          <a:pt x="0" y="52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15" name="Freeform 210">
                    <a:extLst>
                      <a:ext uri="{FF2B5EF4-FFF2-40B4-BE49-F238E27FC236}">
                        <a16:creationId xmlns:a16="http://schemas.microsoft.com/office/drawing/2014/main" id="{55E6F251-3F08-41B8-B86C-D81ECE9CEB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5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2695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16" name="Text Box 211">
                    <a:extLst>
                      <a:ext uri="{FF2B5EF4-FFF2-40B4-BE49-F238E27FC236}">
                        <a16:creationId xmlns:a16="http://schemas.microsoft.com/office/drawing/2014/main" id="{CD2D49D7-9F44-4824-9F12-D01FFE5EF28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193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317" name="Text Box 212">
                    <a:extLst>
                      <a:ext uri="{FF2B5EF4-FFF2-40B4-BE49-F238E27FC236}">
                        <a16:creationId xmlns:a16="http://schemas.microsoft.com/office/drawing/2014/main" id="{7B6692ED-91F8-42FD-9658-576C9EBDBC6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769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318" name="Text Box 213">
                    <a:extLst>
                      <a:ext uri="{FF2B5EF4-FFF2-40B4-BE49-F238E27FC236}">
                        <a16:creationId xmlns:a16="http://schemas.microsoft.com/office/drawing/2014/main" id="{928E742B-C218-4F48-BA45-8997388D931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345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319" name="Text Box 214">
                    <a:extLst>
                      <a:ext uri="{FF2B5EF4-FFF2-40B4-BE49-F238E27FC236}">
                        <a16:creationId xmlns:a16="http://schemas.microsoft.com/office/drawing/2014/main" id="{89A0FBCA-907D-4C05-A962-83D454710C7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921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320" name="Text Box 215">
                    <a:extLst>
                      <a:ext uri="{FF2B5EF4-FFF2-40B4-BE49-F238E27FC236}">
                        <a16:creationId xmlns:a16="http://schemas.microsoft.com/office/drawing/2014/main" id="{30C13EBC-F3EC-460B-B135-D550ACA0660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3496" y="1627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321" name="Text Box 216">
                    <a:extLst>
                      <a:ext uri="{FF2B5EF4-FFF2-40B4-BE49-F238E27FC236}">
                        <a16:creationId xmlns:a16="http://schemas.microsoft.com/office/drawing/2014/main" id="{A682D2E4-5058-473A-AB2A-089DD1335D3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073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322" name="Text Box 217">
                    <a:extLst>
                      <a:ext uri="{FF2B5EF4-FFF2-40B4-BE49-F238E27FC236}">
                        <a16:creationId xmlns:a16="http://schemas.microsoft.com/office/drawing/2014/main" id="{3CE90781-16E8-4FD5-929F-46654B131CC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649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323" name="Text Box 218">
                    <a:extLst>
                      <a:ext uri="{FF2B5EF4-FFF2-40B4-BE49-F238E27FC236}">
                        <a16:creationId xmlns:a16="http://schemas.microsoft.com/office/drawing/2014/main" id="{5A58BF12-DF3D-46D2-98ED-5CD219AFAA2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5244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324" name="Text Box 219">
                    <a:extLst>
                      <a:ext uri="{FF2B5EF4-FFF2-40B4-BE49-F238E27FC236}">
                        <a16:creationId xmlns:a16="http://schemas.microsoft.com/office/drawing/2014/main" id="{603C59FE-AB0B-465A-8613-D7422032D5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791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325" name="Text Box 220">
                    <a:extLst>
                      <a:ext uri="{FF2B5EF4-FFF2-40B4-BE49-F238E27FC236}">
                        <a16:creationId xmlns:a16="http://schemas.microsoft.com/office/drawing/2014/main" id="{FB2E29C1-833B-47C0-92B6-4004C50CB42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1383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42326" name="Text Box 221">
                    <a:extLst>
                      <a:ext uri="{FF2B5EF4-FFF2-40B4-BE49-F238E27FC236}">
                        <a16:creationId xmlns:a16="http://schemas.microsoft.com/office/drawing/2014/main" id="{8F0301AC-6534-48DB-8DAF-C164446819C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19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2327" name="Line 222">
                    <a:extLst>
                      <a:ext uri="{FF2B5EF4-FFF2-40B4-BE49-F238E27FC236}">
                        <a16:creationId xmlns:a16="http://schemas.microsoft.com/office/drawing/2014/main" id="{B79F9E4E-21EC-4A43-911A-C55229EA2A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2" y="2537"/>
                    <a:ext cx="5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28" name="Text Box 223">
                    <a:extLst>
                      <a:ext uri="{FF2B5EF4-FFF2-40B4-BE49-F238E27FC236}">
                        <a16:creationId xmlns:a16="http://schemas.microsoft.com/office/drawing/2014/main" id="{D452D2F4-15EA-47D3-9721-69447E024A6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2727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329" name="Text Box 224">
                    <a:extLst>
                      <a:ext uri="{FF2B5EF4-FFF2-40B4-BE49-F238E27FC236}">
                        <a16:creationId xmlns:a16="http://schemas.microsoft.com/office/drawing/2014/main" id="{68384B45-70F5-424C-9BAC-DE55D749E8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31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2330" name="Text Box 225">
                    <a:extLst>
                      <a:ext uri="{FF2B5EF4-FFF2-40B4-BE49-F238E27FC236}">
                        <a16:creationId xmlns:a16="http://schemas.microsoft.com/office/drawing/2014/main" id="{6840310C-414F-4CC3-B1C3-E76CF48E81B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331" name="Text Box 226">
                    <a:extLst>
                      <a:ext uri="{FF2B5EF4-FFF2-40B4-BE49-F238E27FC236}">
                        <a16:creationId xmlns:a16="http://schemas.microsoft.com/office/drawing/2014/main" id="{B6609879-0982-4153-B36C-CCC4CF9B38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287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2332" name="Text Box 227">
                    <a:extLst>
                      <a:ext uri="{FF2B5EF4-FFF2-40B4-BE49-F238E27FC236}">
                        <a16:creationId xmlns:a16="http://schemas.microsoft.com/office/drawing/2014/main" id="{B160E55C-9034-42E3-A954-16908366B0D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01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行</a:t>
                    </a:r>
                  </a:p>
                </p:txBody>
              </p:sp>
              <p:sp>
                <p:nvSpPr>
                  <p:cNvPr id="42333" name="Text Box 228">
                    <a:extLst>
                      <a:ext uri="{FF2B5EF4-FFF2-40B4-BE49-F238E27FC236}">
                        <a16:creationId xmlns:a16="http://schemas.microsoft.com/office/drawing/2014/main" id="{BA278CFE-1C69-46E4-A660-FE34C574191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26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地</a:t>
                    </a:r>
                  </a:p>
                </p:txBody>
              </p:sp>
              <p:sp>
                <p:nvSpPr>
                  <p:cNvPr id="42334" name="Text Box 229">
                    <a:extLst>
                      <a:ext uri="{FF2B5EF4-FFF2-40B4-BE49-F238E27FC236}">
                        <a16:creationId xmlns:a16="http://schemas.microsoft.com/office/drawing/2014/main" id="{A2AD62EF-138C-4B1D-8E0C-A82CF7F8112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51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址</a:t>
                    </a:r>
                  </a:p>
                </p:txBody>
              </p:sp>
              <p:sp>
                <p:nvSpPr>
                  <p:cNvPr id="42335" name="Text Box 230">
                    <a:extLst>
                      <a:ext uri="{FF2B5EF4-FFF2-40B4-BE49-F238E27FC236}">
                        <a16:creationId xmlns:a16="http://schemas.microsoft.com/office/drawing/2014/main" id="{4A90A1BC-0AF5-4CD2-9388-59CB3242183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75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译</a:t>
                    </a:r>
                  </a:p>
                </p:txBody>
              </p:sp>
              <p:sp>
                <p:nvSpPr>
                  <p:cNvPr id="42336" name="Text Box 231">
                    <a:extLst>
                      <a:ext uri="{FF2B5EF4-FFF2-40B4-BE49-F238E27FC236}">
                        <a16:creationId xmlns:a16="http://schemas.microsoft.com/office/drawing/2014/main" id="{C3C39E01-DF99-4521-9692-7F67FC32566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200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码</a:t>
                    </a:r>
                  </a:p>
                </p:txBody>
              </p:sp>
              <p:sp>
                <p:nvSpPr>
                  <p:cNvPr id="42337" name="Text Box 232">
                    <a:extLst>
                      <a:ext uri="{FF2B5EF4-FFF2-40B4-BE49-F238E27FC236}">
                        <a16:creationId xmlns:a16="http://schemas.microsoft.com/office/drawing/2014/main" id="{DF62E8A6-951F-40AD-B9D4-CF7924992FD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63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列</a:t>
                    </a:r>
                  </a:p>
                </p:txBody>
              </p:sp>
              <p:sp>
                <p:nvSpPr>
                  <p:cNvPr id="42338" name="Text Box 233">
                    <a:extLst>
                      <a:ext uri="{FF2B5EF4-FFF2-40B4-BE49-F238E27FC236}">
                        <a16:creationId xmlns:a16="http://schemas.microsoft.com/office/drawing/2014/main" id="{66BF3C58-8A4A-459B-826D-D5A9534D38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88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地</a:t>
                    </a:r>
                  </a:p>
                </p:txBody>
              </p:sp>
              <p:sp>
                <p:nvSpPr>
                  <p:cNvPr id="42339" name="Text Box 234">
                    <a:extLst>
                      <a:ext uri="{FF2B5EF4-FFF2-40B4-BE49-F238E27FC236}">
                        <a16:creationId xmlns:a16="http://schemas.microsoft.com/office/drawing/2014/main" id="{50EA8826-F1AC-4D89-94D5-DB308C83B08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13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址</a:t>
                    </a:r>
                  </a:p>
                </p:txBody>
              </p:sp>
              <p:sp>
                <p:nvSpPr>
                  <p:cNvPr id="42340" name="Text Box 235">
                    <a:extLst>
                      <a:ext uri="{FF2B5EF4-FFF2-40B4-BE49-F238E27FC236}">
                        <a16:creationId xmlns:a16="http://schemas.microsoft.com/office/drawing/2014/main" id="{4F74D353-B5B9-481A-9A2F-91837964142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37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译</a:t>
                    </a:r>
                  </a:p>
                </p:txBody>
              </p:sp>
              <p:sp>
                <p:nvSpPr>
                  <p:cNvPr id="42341" name="Text Box 236">
                    <a:extLst>
                      <a:ext uri="{FF2B5EF4-FFF2-40B4-BE49-F238E27FC236}">
                        <a16:creationId xmlns:a16="http://schemas.microsoft.com/office/drawing/2014/main" id="{6B58ECF4-D81A-44F0-B8E5-D22F614CB25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62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码</a:t>
                    </a:r>
                  </a:p>
                </p:txBody>
              </p:sp>
              <p:sp>
                <p:nvSpPr>
                  <p:cNvPr id="42342" name="Line 237">
                    <a:extLst>
                      <a:ext uri="{FF2B5EF4-FFF2-40B4-BE49-F238E27FC236}">
                        <a16:creationId xmlns:a16="http://schemas.microsoft.com/office/drawing/2014/main" id="{3881D899-979D-48F8-BE6E-55880651C0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905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43" name="Line 238">
                    <a:extLst>
                      <a:ext uri="{FF2B5EF4-FFF2-40B4-BE49-F238E27FC236}">
                        <a16:creationId xmlns:a16="http://schemas.microsoft.com/office/drawing/2014/main" id="{68FB3B34-B44D-4638-B3D2-77BE65721B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1164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44" name="Line 239">
                    <a:extLst>
                      <a:ext uri="{FF2B5EF4-FFF2-40B4-BE49-F238E27FC236}">
                        <a16:creationId xmlns:a16="http://schemas.microsoft.com/office/drawing/2014/main" id="{E00AAB55-D90A-4F7E-B17D-21A71691D9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1423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45" name="Line 240">
                    <a:extLst>
                      <a:ext uri="{FF2B5EF4-FFF2-40B4-BE49-F238E27FC236}">
                        <a16:creationId xmlns:a16="http://schemas.microsoft.com/office/drawing/2014/main" id="{2B713FFF-B638-4C01-BD51-2721AEF2C5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168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46" name="Line 241">
                    <a:extLst>
                      <a:ext uri="{FF2B5EF4-FFF2-40B4-BE49-F238E27FC236}">
                        <a16:creationId xmlns:a16="http://schemas.microsoft.com/office/drawing/2014/main" id="{6002C903-F789-4471-9828-BD87E8155C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194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47" name="Line 242">
                    <a:extLst>
                      <a:ext uri="{FF2B5EF4-FFF2-40B4-BE49-F238E27FC236}">
                        <a16:creationId xmlns:a16="http://schemas.microsoft.com/office/drawing/2014/main" id="{CAB665F4-19EC-46B7-817A-F67C4A7A94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220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48" name="Line 243">
                    <a:extLst>
                      <a:ext uri="{FF2B5EF4-FFF2-40B4-BE49-F238E27FC236}">
                        <a16:creationId xmlns:a16="http://schemas.microsoft.com/office/drawing/2014/main" id="{3596C7AC-1C6A-47C0-A8B1-43B7843632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287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49" name="Line 244">
                    <a:extLst>
                      <a:ext uri="{FF2B5EF4-FFF2-40B4-BE49-F238E27FC236}">
                        <a16:creationId xmlns:a16="http://schemas.microsoft.com/office/drawing/2014/main" id="{50B574EE-6F5E-4D72-ACE9-73B8F46795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313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50" name="Line 245">
                    <a:extLst>
                      <a:ext uri="{FF2B5EF4-FFF2-40B4-BE49-F238E27FC236}">
                        <a16:creationId xmlns:a16="http://schemas.microsoft.com/office/drawing/2014/main" id="{174CCADD-39E8-4C09-A0B0-6315D27D03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339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51" name="Line 246">
                    <a:extLst>
                      <a:ext uri="{FF2B5EF4-FFF2-40B4-BE49-F238E27FC236}">
                        <a16:creationId xmlns:a16="http://schemas.microsoft.com/office/drawing/2014/main" id="{76E35D79-62D8-4F84-B2D1-5606692EC4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0" y="365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352" name="Line 247">
                    <a:extLst>
                      <a:ext uri="{FF2B5EF4-FFF2-40B4-BE49-F238E27FC236}">
                        <a16:creationId xmlns:a16="http://schemas.microsoft.com/office/drawing/2014/main" id="{859675A7-3F47-4915-BDA4-1BCAA032C9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726" y="4079"/>
                    <a:ext cx="19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42145" name="Group 248">
                  <a:extLst>
                    <a:ext uri="{FF2B5EF4-FFF2-40B4-BE49-F238E27FC236}">
                      <a16:creationId xmlns:a16="http://schemas.microsoft.com/office/drawing/2014/main" id="{8868CC9E-06E2-4275-8320-573040FD4E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0" y="674"/>
                  <a:ext cx="196" cy="3010"/>
                  <a:chOff x="140" y="674"/>
                  <a:chExt cx="196" cy="3010"/>
                </a:xfrm>
              </p:grpSpPr>
              <p:sp>
                <p:nvSpPr>
                  <p:cNvPr id="42146" name="Text Box 249">
                    <a:extLst>
                      <a:ext uri="{FF2B5EF4-FFF2-40B4-BE49-F238E27FC236}">
                        <a16:creationId xmlns:a16="http://schemas.microsoft.com/office/drawing/2014/main" id="{A01C9D10-8040-4A20-B5EA-CD160D70E25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67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47" name="Text Box 250">
                    <a:extLst>
                      <a:ext uri="{FF2B5EF4-FFF2-40B4-BE49-F238E27FC236}">
                        <a16:creationId xmlns:a16="http://schemas.microsoft.com/office/drawing/2014/main" id="{4C8187E7-6C42-4427-BEAD-A1995CF4E2E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933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48" name="Text Box 251">
                    <a:extLst>
                      <a:ext uri="{FF2B5EF4-FFF2-40B4-BE49-F238E27FC236}">
                        <a16:creationId xmlns:a16="http://schemas.microsoft.com/office/drawing/2014/main" id="{62DE2F49-DF37-4443-8B34-938B702E237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192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49" name="Text Box 252">
                    <a:extLst>
                      <a:ext uri="{FF2B5EF4-FFF2-40B4-BE49-F238E27FC236}">
                        <a16:creationId xmlns:a16="http://schemas.microsoft.com/office/drawing/2014/main" id="{8E3306DD-E795-4857-8CB0-DE7F998D746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451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50" name="Text Box 253">
                    <a:extLst>
                      <a:ext uri="{FF2B5EF4-FFF2-40B4-BE49-F238E27FC236}">
                        <a16:creationId xmlns:a16="http://schemas.microsoft.com/office/drawing/2014/main" id="{2F94137B-360C-4E49-9CD2-43C53B4ADF0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71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51" name="Text Box 254">
                    <a:extLst>
                      <a:ext uri="{FF2B5EF4-FFF2-40B4-BE49-F238E27FC236}">
                        <a16:creationId xmlns:a16="http://schemas.microsoft.com/office/drawing/2014/main" id="{9F8CD4C7-BE41-46C1-8B7D-10E359E6785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97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52" name="Text Box 255">
                    <a:extLst>
                      <a:ext uri="{FF2B5EF4-FFF2-40B4-BE49-F238E27FC236}">
                        <a16:creationId xmlns:a16="http://schemas.microsoft.com/office/drawing/2014/main" id="{377F0F39-DB9D-4826-BEA9-68F4364897C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657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53" name="Text Box 256">
                    <a:extLst>
                      <a:ext uri="{FF2B5EF4-FFF2-40B4-BE49-F238E27FC236}">
                        <a16:creationId xmlns:a16="http://schemas.microsoft.com/office/drawing/2014/main" id="{57135361-7943-4D66-9A02-CC5EDE9F7CD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916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54" name="Text Box 257">
                    <a:extLst>
                      <a:ext uri="{FF2B5EF4-FFF2-40B4-BE49-F238E27FC236}">
                        <a16:creationId xmlns:a16="http://schemas.microsoft.com/office/drawing/2014/main" id="{9FABD5FD-54DC-4365-BECF-46D63BE859B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175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155" name="Text Box 258">
                    <a:extLst>
                      <a:ext uri="{FF2B5EF4-FFF2-40B4-BE49-F238E27FC236}">
                        <a16:creationId xmlns:a16="http://schemas.microsoft.com/office/drawing/2014/main" id="{1E83F63B-DCF6-46C6-A76A-DA73332C8DF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43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</p:grpSp>
          </p:grpSp>
          <p:grpSp>
            <p:nvGrpSpPr>
              <p:cNvPr id="42105" name="Group 259">
                <a:extLst>
                  <a:ext uri="{FF2B5EF4-FFF2-40B4-BE49-F238E27FC236}">
                    <a16:creationId xmlns:a16="http://schemas.microsoft.com/office/drawing/2014/main" id="{C6932792-FC93-4657-9B25-19E860B24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32"/>
                <a:ext cx="3944" cy="254"/>
                <a:chOff x="915" y="2632"/>
                <a:chExt cx="3944" cy="254"/>
              </a:xfrm>
            </p:grpSpPr>
            <p:grpSp>
              <p:nvGrpSpPr>
                <p:cNvPr id="42106" name="Group 260">
                  <a:extLst>
                    <a:ext uri="{FF2B5EF4-FFF2-40B4-BE49-F238E27FC236}">
                      <a16:creationId xmlns:a16="http://schemas.microsoft.com/office/drawing/2014/main" id="{04B31ED1-7FF4-405F-8C51-7EC195BF6D4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42139" name="Freeform 261">
                    <a:extLst>
                      <a:ext uri="{FF2B5EF4-FFF2-40B4-BE49-F238E27FC236}">
                        <a16:creationId xmlns:a16="http://schemas.microsoft.com/office/drawing/2014/main" id="{C4DEE072-438A-4C2E-A7DA-C89E9FCCF2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40" name="Freeform 262">
                    <a:extLst>
                      <a:ext uri="{FF2B5EF4-FFF2-40B4-BE49-F238E27FC236}">
                        <a16:creationId xmlns:a16="http://schemas.microsoft.com/office/drawing/2014/main" id="{92B5675B-C353-4E45-B3AA-6B69B055EC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41" name="Freeform 263">
                    <a:extLst>
                      <a:ext uri="{FF2B5EF4-FFF2-40B4-BE49-F238E27FC236}">
                        <a16:creationId xmlns:a16="http://schemas.microsoft.com/office/drawing/2014/main" id="{DD78A7E4-B04B-48A6-8802-815808D01E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42" name="Freeform 264">
                    <a:extLst>
                      <a:ext uri="{FF2B5EF4-FFF2-40B4-BE49-F238E27FC236}">
                        <a16:creationId xmlns:a16="http://schemas.microsoft.com/office/drawing/2014/main" id="{0E2B62B7-08A4-44D3-B660-B7B7FDF163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  <a:gd name="T6" fmla="*/ 0 w 1"/>
                      <a:gd name="T7" fmla="*/ 0 h 178"/>
                      <a:gd name="T8" fmla="*/ 1 w 1"/>
                      <a:gd name="T9" fmla="*/ 178 h 178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143" name="Freeform 265">
                    <a:extLst>
                      <a:ext uri="{FF2B5EF4-FFF2-40B4-BE49-F238E27FC236}">
                        <a16:creationId xmlns:a16="http://schemas.microsoft.com/office/drawing/2014/main" id="{0F1754ED-2390-4D04-AC70-89F9E35500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  <a:gd name="T6" fmla="*/ 0 w 3858"/>
                      <a:gd name="T7" fmla="*/ 0 h 2"/>
                      <a:gd name="T8" fmla="*/ 3858 w 3858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42107" name="Group 266">
                  <a:extLst>
                    <a:ext uri="{FF2B5EF4-FFF2-40B4-BE49-F238E27FC236}">
                      <a16:creationId xmlns:a16="http://schemas.microsoft.com/office/drawing/2014/main" id="{BB119BC0-7AF8-4A48-9480-1A63E5741A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12" y="2632"/>
                  <a:ext cx="192" cy="158"/>
                  <a:chOff x="1212" y="2632"/>
                  <a:chExt cx="192" cy="158"/>
                </a:xfrm>
              </p:grpSpPr>
              <p:grpSp>
                <p:nvGrpSpPr>
                  <p:cNvPr id="42132" name="Group 267">
                    <a:extLst>
                      <a:ext uri="{FF2B5EF4-FFF2-40B4-BE49-F238E27FC236}">
                        <a16:creationId xmlns:a16="http://schemas.microsoft.com/office/drawing/2014/main" id="{BD056693-452F-4053-A4F9-04ACB34F5E4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56" y="2632"/>
                    <a:ext cx="48" cy="158"/>
                    <a:chOff x="1356" y="2632"/>
                    <a:chExt cx="48" cy="158"/>
                  </a:xfrm>
                </p:grpSpPr>
                <p:sp>
                  <p:nvSpPr>
                    <p:cNvPr id="42137" name="Line 268">
                      <a:extLst>
                        <a:ext uri="{FF2B5EF4-FFF2-40B4-BE49-F238E27FC236}">
                          <a16:creationId xmlns:a16="http://schemas.microsoft.com/office/drawing/2014/main" id="{6C1D44B8-43ED-4BD5-BE62-21478786D21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2138" name="Line 269">
                      <a:extLst>
                        <a:ext uri="{FF2B5EF4-FFF2-40B4-BE49-F238E27FC236}">
                          <a16:creationId xmlns:a16="http://schemas.microsoft.com/office/drawing/2014/main" id="{7F1D5D36-4330-4773-801D-A361896FF64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09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2133" name="Freeform 270">
                    <a:extLst>
                      <a:ext uri="{FF2B5EF4-FFF2-40B4-BE49-F238E27FC236}">
                        <a16:creationId xmlns:a16="http://schemas.microsoft.com/office/drawing/2014/main" id="{5FD48253-87FC-404A-B9AB-569294FBA3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60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2134" name="Group 271">
                    <a:extLst>
                      <a:ext uri="{FF2B5EF4-FFF2-40B4-BE49-F238E27FC236}">
                        <a16:creationId xmlns:a16="http://schemas.microsoft.com/office/drawing/2014/main" id="{E7EC0A89-AF06-4CEE-AF37-6A1FA06F34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12" y="2632"/>
                    <a:ext cx="48" cy="158"/>
                    <a:chOff x="1212" y="2632"/>
                    <a:chExt cx="48" cy="158"/>
                  </a:xfrm>
                </p:grpSpPr>
                <p:sp>
                  <p:nvSpPr>
                    <p:cNvPr id="42135" name="Line 272">
                      <a:extLst>
                        <a:ext uri="{FF2B5EF4-FFF2-40B4-BE49-F238E27FC236}">
                          <a16:creationId xmlns:a16="http://schemas.microsoft.com/office/drawing/2014/main" id="{EEFEA375-C576-418E-B36B-3951B17DE69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2136" name="Line 273">
                      <a:extLst>
                        <a:ext uri="{FF2B5EF4-FFF2-40B4-BE49-F238E27FC236}">
                          <a16:creationId xmlns:a16="http://schemas.microsoft.com/office/drawing/2014/main" id="{B4424819-0CC2-4415-9C04-7614BF23AED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3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2108" name="Group 274">
                  <a:extLst>
                    <a:ext uri="{FF2B5EF4-FFF2-40B4-BE49-F238E27FC236}">
                      <a16:creationId xmlns:a16="http://schemas.microsoft.com/office/drawing/2014/main" id="{92F5BA7D-C10C-4499-80D2-7E8BEDBEDD2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64" y="2634"/>
                  <a:ext cx="192" cy="158"/>
                  <a:chOff x="2364" y="2634"/>
                  <a:chExt cx="192" cy="158"/>
                </a:xfrm>
              </p:grpSpPr>
              <p:grpSp>
                <p:nvGrpSpPr>
                  <p:cNvPr id="42125" name="Group 275">
                    <a:extLst>
                      <a:ext uri="{FF2B5EF4-FFF2-40B4-BE49-F238E27FC236}">
                        <a16:creationId xmlns:a16="http://schemas.microsoft.com/office/drawing/2014/main" id="{B56B0EE0-63CB-4F09-B3F0-E61C666D06C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08" y="2634"/>
                    <a:ext cx="48" cy="158"/>
                    <a:chOff x="2508" y="2634"/>
                    <a:chExt cx="48" cy="158"/>
                  </a:xfrm>
                </p:grpSpPr>
                <p:sp>
                  <p:nvSpPr>
                    <p:cNvPr id="42130" name="Line 276">
                      <a:extLst>
                        <a:ext uri="{FF2B5EF4-FFF2-40B4-BE49-F238E27FC236}">
                          <a16:creationId xmlns:a16="http://schemas.microsoft.com/office/drawing/2014/main" id="{4D59DD42-FD8C-4975-9A33-EFB45A05F91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2131" name="Line 277">
                      <a:extLst>
                        <a:ext uri="{FF2B5EF4-FFF2-40B4-BE49-F238E27FC236}">
                          <a16:creationId xmlns:a16="http://schemas.microsoft.com/office/drawing/2014/main" id="{4DF6DED0-7B47-4AEE-966C-A05B18B8BA0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2126" name="Freeform 278">
                    <a:extLst>
                      <a:ext uri="{FF2B5EF4-FFF2-40B4-BE49-F238E27FC236}">
                        <a16:creationId xmlns:a16="http://schemas.microsoft.com/office/drawing/2014/main" id="{98E95458-2691-4E56-9B82-D7D4E56B5F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2127" name="Group 279">
                    <a:extLst>
                      <a:ext uri="{FF2B5EF4-FFF2-40B4-BE49-F238E27FC236}">
                        <a16:creationId xmlns:a16="http://schemas.microsoft.com/office/drawing/2014/main" id="{6E71A573-1DA8-429F-B2AF-64C1841F384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64" y="2634"/>
                    <a:ext cx="48" cy="158"/>
                    <a:chOff x="2364" y="2634"/>
                    <a:chExt cx="48" cy="158"/>
                  </a:xfrm>
                </p:grpSpPr>
                <p:sp>
                  <p:nvSpPr>
                    <p:cNvPr id="42128" name="Line 280">
                      <a:extLst>
                        <a:ext uri="{FF2B5EF4-FFF2-40B4-BE49-F238E27FC236}">
                          <a16:creationId xmlns:a16="http://schemas.microsoft.com/office/drawing/2014/main" id="{C2DC8D17-2CF5-4AC3-A151-EE4779201E5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2129" name="Line 281">
                      <a:extLst>
                        <a:ext uri="{FF2B5EF4-FFF2-40B4-BE49-F238E27FC236}">
                          <a16:creationId xmlns:a16="http://schemas.microsoft.com/office/drawing/2014/main" id="{24E141D2-9BA8-44A3-A0B5-DD40099D1F7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2109" name="Group 282">
                  <a:extLst>
                    <a:ext uri="{FF2B5EF4-FFF2-40B4-BE49-F238E27FC236}">
                      <a16:creationId xmlns:a16="http://schemas.microsoft.com/office/drawing/2014/main" id="{F1FE6667-C5DD-4C9B-B357-AD204101241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16" y="2634"/>
                  <a:ext cx="192" cy="158"/>
                  <a:chOff x="3516" y="2634"/>
                  <a:chExt cx="192" cy="158"/>
                </a:xfrm>
              </p:grpSpPr>
              <p:grpSp>
                <p:nvGrpSpPr>
                  <p:cNvPr id="42118" name="Group 283">
                    <a:extLst>
                      <a:ext uri="{FF2B5EF4-FFF2-40B4-BE49-F238E27FC236}">
                        <a16:creationId xmlns:a16="http://schemas.microsoft.com/office/drawing/2014/main" id="{212496CB-3B10-4A6F-BB40-53A173E2BF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660" y="2634"/>
                    <a:ext cx="48" cy="158"/>
                    <a:chOff x="3660" y="2634"/>
                    <a:chExt cx="48" cy="158"/>
                  </a:xfrm>
                </p:grpSpPr>
                <p:sp>
                  <p:nvSpPr>
                    <p:cNvPr id="42123" name="Line 284">
                      <a:extLst>
                        <a:ext uri="{FF2B5EF4-FFF2-40B4-BE49-F238E27FC236}">
                          <a16:creationId xmlns:a16="http://schemas.microsoft.com/office/drawing/2014/main" id="{B77AA99B-5A55-48CA-AC95-7C423BDCA66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2124" name="Line 285">
                      <a:extLst>
                        <a:ext uri="{FF2B5EF4-FFF2-40B4-BE49-F238E27FC236}">
                          <a16:creationId xmlns:a16="http://schemas.microsoft.com/office/drawing/2014/main" id="{B622AAD1-6B07-4226-825E-B039C39DC61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2119" name="Freeform 286">
                    <a:extLst>
                      <a:ext uri="{FF2B5EF4-FFF2-40B4-BE49-F238E27FC236}">
                        <a16:creationId xmlns:a16="http://schemas.microsoft.com/office/drawing/2014/main" id="{61E1D0A5-BF81-41C5-9C6B-49A9C012DB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2120" name="Group 287">
                    <a:extLst>
                      <a:ext uri="{FF2B5EF4-FFF2-40B4-BE49-F238E27FC236}">
                        <a16:creationId xmlns:a16="http://schemas.microsoft.com/office/drawing/2014/main" id="{4F45F175-56C7-4FA9-A80E-060E5AB3AEE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516" y="2634"/>
                    <a:ext cx="48" cy="158"/>
                    <a:chOff x="3516" y="2634"/>
                    <a:chExt cx="48" cy="158"/>
                  </a:xfrm>
                </p:grpSpPr>
                <p:sp>
                  <p:nvSpPr>
                    <p:cNvPr id="42121" name="Line 288">
                      <a:extLst>
                        <a:ext uri="{FF2B5EF4-FFF2-40B4-BE49-F238E27FC236}">
                          <a16:creationId xmlns:a16="http://schemas.microsoft.com/office/drawing/2014/main" id="{82EF0B9A-6355-4974-8F18-F25A07C7190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2122" name="Line 289">
                      <a:extLst>
                        <a:ext uri="{FF2B5EF4-FFF2-40B4-BE49-F238E27FC236}">
                          <a16:creationId xmlns:a16="http://schemas.microsoft.com/office/drawing/2014/main" id="{598B61A7-129A-4DC2-BC7D-9D6E665E59B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2110" name="Group 290">
                  <a:extLst>
                    <a:ext uri="{FF2B5EF4-FFF2-40B4-BE49-F238E27FC236}">
                      <a16:creationId xmlns:a16="http://schemas.microsoft.com/office/drawing/2014/main" id="{539EADFE-DCA4-4804-B204-4F3FCE72F9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67" y="2634"/>
                  <a:ext cx="192" cy="158"/>
                  <a:chOff x="4667" y="2634"/>
                  <a:chExt cx="192" cy="158"/>
                </a:xfrm>
              </p:grpSpPr>
              <p:grpSp>
                <p:nvGrpSpPr>
                  <p:cNvPr id="42111" name="Group 291">
                    <a:extLst>
                      <a:ext uri="{FF2B5EF4-FFF2-40B4-BE49-F238E27FC236}">
                        <a16:creationId xmlns:a16="http://schemas.microsoft.com/office/drawing/2014/main" id="{FEA6779A-1579-4C2A-9A8D-F7C1EAE9DD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811" y="2634"/>
                    <a:ext cx="48" cy="158"/>
                    <a:chOff x="4811" y="2634"/>
                    <a:chExt cx="48" cy="158"/>
                  </a:xfrm>
                </p:grpSpPr>
                <p:sp>
                  <p:nvSpPr>
                    <p:cNvPr id="42116" name="Line 292">
                      <a:extLst>
                        <a:ext uri="{FF2B5EF4-FFF2-40B4-BE49-F238E27FC236}">
                          <a16:creationId xmlns:a16="http://schemas.microsoft.com/office/drawing/2014/main" id="{649F6322-0B74-4F80-A4C2-7AEF6F0CA7C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2117" name="Line 293">
                      <a:extLst>
                        <a:ext uri="{FF2B5EF4-FFF2-40B4-BE49-F238E27FC236}">
                          <a16:creationId xmlns:a16="http://schemas.microsoft.com/office/drawing/2014/main" id="{09D68453-EEB2-43D2-B0FA-E1BAF60916C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63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2112" name="Freeform 294">
                    <a:extLst>
                      <a:ext uri="{FF2B5EF4-FFF2-40B4-BE49-F238E27FC236}">
                        <a16:creationId xmlns:a16="http://schemas.microsoft.com/office/drawing/2014/main" id="{49505C21-85CC-4C5C-B3F0-A0AAACD1E5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15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2113" name="Group 295">
                    <a:extLst>
                      <a:ext uri="{FF2B5EF4-FFF2-40B4-BE49-F238E27FC236}">
                        <a16:creationId xmlns:a16="http://schemas.microsoft.com/office/drawing/2014/main" id="{58CC3DA1-A91A-4734-B97D-B8B57EF9E73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667" y="2634"/>
                    <a:ext cx="48" cy="158"/>
                    <a:chOff x="4667" y="2634"/>
                    <a:chExt cx="48" cy="158"/>
                  </a:xfrm>
                </p:grpSpPr>
                <p:sp>
                  <p:nvSpPr>
                    <p:cNvPr id="42114" name="Line 296">
                      <a:extLst>
                        <a:ext uri="{FF2B5EF4-FFF2-40B4-BE49-F238E27FC236}">
                          <a16:creationId xmlns:a16="http://schemas.microsoft.com/office/drawing/2014/main" id="{27244F17-0D4D-4A9E-9466-0891F5BD4BD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588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2115" name="Line 297">
                      <a:extLst>
                        <a:ext uri="{FF2B5EF4-FFF2-40B4-BE49-F238E27FC236}">
                          <a16:creationId xmlns:a16="http://schemas.microsoft.com/office/drawing/2014/main" id="{2CD89AF6-11AE-466E-96D9-25FB2484748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67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42079" name="Group 298">
              <a:extLst>
                <a:ext uri="{FF2B5EF4-FFF2-40B4-BE49-F238E27FC236}">
                  <a16:creationId xmlns:a16="http://schemas.microsoft.com/office/drawing/2014/main" id="{4258498A-3DF4-4910-9B54-9F303F70DB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42080" name="Group 299">
                <a:extLst>
                  <a:ext uri="{FF2B5EF4-FFF2-40B4-BE49-F238E27FC236}">
                    <a16:creationId xmlns:a16="http://schemas.microsoft.com/office/drawing/2014/main" id="{1C787837-3A68-4791-9925-E017BA86C7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42085" name="Group 300">
                  <a:extLst>
                    <a:ext uri="{FF2B5EF4-FFF2-40B4-BE49-F238E27FC236}">
                      <a16:creationId xmlns:a16="http://schemas.microsoft.com/office/drawing/2014/main" id="{051DFD4B-377D-4DE5-AF0B-4C8CDA6E31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42096" name="Rectangle 301">
                    <a:extLst>
                      <a:ext uri="{FF2B5EF4-FFF2-40B4-BE49-F238E27FC236}">
                        <a16:creationId xmlns:a16="http://schemas.microsoft.com/office/drawing/2014/main" id="{69BB0278-505D-4174-A8AE-B9D8A2DAFB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2097" name="Rectangle 302">
                    <a:extLst>
                      <a:ext uri="{FF2B5EF4-FFF2-40B4-BE49-F238E27FC236}">
                        <a16:creationId xmlns:a16="http://schemas.microsoft.com/office/drawing/2014/main" id="{2F434CA8-8C4B-44F2-87A8-CA1886B4A4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2098" name="Rectangle 303">
                    <a:extLst>
                      <a:ext uri="{FF2B5EF4-FFF2-40B4-BE49-F238E27FC236}">
                        <a16:creationId xmlns:a16="http://schemas.microsoft.com/office/drawing/2014/main" id="{7D50D466-35DD-4CC3-8988-5CB0C6815B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42099" name="Rectangle 304">
                    <a:extLst>
                      <a:ext uri="{FF2B5EF4-FFF2-40B4-BE49-F238E27FC236}">
                        <a16:creationId xmlns:a16="http://schemas.microsoft.com/office/drawing/2014/main" id="{BD6CF462-95E3-4E76-AD0F-7D456EC20D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42100" name="Rectangle 305">
                    <a:extLst>
                      <a:ext uri="{FF2B5EF4-FFF2-40B4-BE49-F238E27FC236}">
                        <a16:creationId xmlns:a16="http://schemas.microsoft.com/office/drawing/2014/main" id="{EF491352-A79F-48DC-89CB-99D721040B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42101" name="Rectangle 306">
                    <a:extLst>
                      <a:ext uri="{FF2B5EF4-FFF2-40B4-BE49-F238E27FC236}">
                        <a16:creationId xmlns:a16="http://schemas.microsoft.com/office/drawing/2014/main" id="{40F52358-30D6-463C-9887-1C8993DEA8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42102" name="Rectangle 307">
                    <a:extLst>
                      <a:ext uri="{FF2B5EF4-FFF2-40B4-BE49-F238E27FC236}">
                        <a16:creationId xmlns:a16="http://schemas.microsoft.com/office/drawing/2014/main" id="{D0605855-1CA6-4FBD-8168-5DA502169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2103" name="Rectangle 308">
                    <a:extLst>
                      <a:ext uri="{FF2B5EF4-FFF2-40B4-BE49-F238E27FC236}">
                        <a16:creationId xmlns:a16="http://schemas.microsoft.com/office/drawing/2014/main" id="{F651863F-6123-49A3-9095-3B3323E7D6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</p:grpSp>
            <p:grpSp>
              <p:nvGrpSpPr>
                <p:cNvPr id="42086" name="Group 309">
                  <a:extLst>
                    <a:ext uri="{FF2B5EF4-FFF2-40B4-BE49-F238E27FC236}">
                      <a16:creationId xmlns:a16="http://schemas.microsoft.com/office/drawing/2014/main" id="{6E3A8521-9535-4CCA-B2ED-BCB79F4265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42087" name="Freeform 310">
                    <a:extLst>
                      <a:ext uri="{FF2B5EF4-FFF2-40B4-BE49-F238E27FC236}">
                        <a16:creationId xmlns:a16="http://schemas.microsoft.com/office/drawing/2014/main" id="{AC0F6A14-9A84-4DAD-8CBD-FEEDA1EDC0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88" name="Line 311">
                    <a:extLst>
                      <a:ext uri="{FF2B5EF4-FFF2-40B4-BE49-F238E27FC236}">
                        <a16:creationId xmlns:a16="http://schemas.microsoft.com/office/drawing/2014/main" id="{4656A243-F868-4214-BD48-AABCF459BA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89" name="Line 312">
                    <a:extLst>
                      <a:ext uri="{FF2B5EF4-FFF2-40B4-BE49-F238E27FC236}">
                        <a16:creationId xmlns:a16="http://schemas.microsoft.com/office/drawing/2014/main" id="{B9E764B5-6FE4-4E0D-A739-914E079E74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90" name="Line 313">
                    <a:extLst>
                      <a:ext uri="{FF2B5EF4-FFF2-40B4-BE49-F238E27FC236}">
                        <a16:creationId xmlns:a16="http://schemas.microsoft.com/office/drawing/2014/main" id="{0E221830-6B54-4ECF-9C3C-49259FDAD3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91" name="Line 314">
                    <a:extLst>
                      <a:ext uri="{FF2B5EF4-FFF2-40B4-BE49-F238E27FC236}">
                        <a16:creationId xmlns:a16="http://schemas.microsoft.com/office/drawing/2014/main" id="{629B030A-DBFE-453E-BEA9-90E22D8199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92" name="Line 315">
                    <a:extLst>
                      <a:ext uri="{FF2B5EF4-FFF2-40B4-BE49-F238E27FC236}">
                        <a16:creationId xmlns:a16="http://schemas.microsoft.com/office/drawing/2014/main" id="{33BF139F-39BA-4BC7-AF6E-222D8B15A5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93" name="Line 316">
                    <a:extLst>
                      <a:ext uri="{FF2B5EF4-FFF2-40B4-BE49-F238E27FC236}">
                        <a16:creationId xmlns:a16="http://schemas.microsoft.com/office/drawing/2014/main" id="{5732EF65-4C86-46DD-8348-732E621998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94" name="Line 317">
                    <a:extLst>
                      <a:ext uri="{FF2B5EF4-FFF2-40B4-BE49-F238E27FC236}">
                        <a16:creationId xmlns:a16="http://schemas.microsoft.com/office/drawing/2014/main" id="{24EE43E5-9943-4115-B2E0-2C151B5B82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95" name="Line 318">
                    <a:extLst>
                      <a:ext uri="{FF2B5EF4-FFF2-40B4-BE49-F238E27FC236}">
                        <a16:creationId xmlns:a16="http://schemas.microsoft.com/office/drawing/2014/main" id="{4605DB82-F4FC-40DE-ACED-8F43491498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42081" name="Text Box 319">
                <a:extLst>
                  <a:ext uri="{FF2B5EF4-FFF2-40B4-BE49-F238E27FC236}">
                    <a16:creationId xmlns:a16="http://schemas.microsoft.com/office/drawing/2014/main" id="{EB2DC761-3FC0-4391-9C80-61668B3148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2082" name="Text Box 320">
                <a:extLst>
                  <a:ext uri="{FF2B5EF4-FFF2-40B4-BE49-F238E27FC236}">
                    <a16:creationId xmlns:a16="http://schemas.microsoft.com/office/drawing/2014/main" id="{411B4B48-B8CF-4B84-8CF7-5FE3E5DBEC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2083" name="Text Box 321">
                <a:extLst>
                  <a:ext uri="{FF2B5EF4-FFF2-40B4-BE49-F238E27FC236}">
                    <a16:creationId xmlns:a16="http://schemas.microsoft.com/office/drawing/2014/main" id="{732CDEBF-397B-476F-B41A-4A0B26401B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2084" name="Text Box 322">
                <a:extLst>
                  <a:ext uri="{FF2B5EF4-FFF2-40B4-BE49-F238E27FC236}">
                    <a16:creationId xmlns:a16="http://schemas.microsoft.com/office/drawing/2014/main" id="{0F696BE1-528A-4103-B779-15E2D2A308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</p:grpSp>
      <p:sp>
        <p:nvSpPr>
          <p:cNvPr id="41993" name="Line 323">
            <a:extLst>
              <a:ext uri="{FF2B5EF4-FFF2-40B4-BE49-F238E27FC236}">
                <a16:creationId xmlns:a16="http://schemas.microsoft.com/office/drawing/2014/main" id="{8239CC89-3471-48DF-AB4A-9A8FBF4D9D75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9350" y="6473825"/>
            <a:ext cx="304800" cy="0"/>
          </a:xfrm>
          <a:prstGeom prst="line">
            <a:avLst/>
          </a:prstGeom>
          <a:noFill/>
          <a:ln w="2857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41994" name="Group 324">
            <a:extLst>
              <a:ext uri="{FF2B5EF4-FFF2-40B4-BE49-F238E27FC236}">
                <a16:creationId xmlns:a16="http://schemas.microsoft.com/office/drawing/2014/main" id="{253E748E-58F3-4877-9068-875AB06C1BB5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grpSp>
          <p:nvGrpSpPr>
            <p:cNvPr id="42068" name="Group 325">
              <a:extLst>
                <a:ext uri="{FF2B5EF4-FFF2-40B4-BE49-F238E27FC236}">
                  <a16:creationId xmlns:a16="http://schemas.microsoft.com/office/drawing/2014/main" id="{4809AFE8-EA6C-4C56-99EE-60FE44A43C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42074" name="Line 326">
                <a:extLst>
                  <a:ext uri="{FF2B5EF4-FFF2-40B4-BE49-F238E27FC236}">
                    <a16:creationId xmlns:a16="http://schemas.microsoft.com/office/drawing/2014/main" id="{F3379B37-2F67-4A10-A54A-CA2E4CDBCB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75" name="Line 327">
                <a:extLst>
                  <a:ext uri="{FF2B5EF4-FFF2-40B4-BE49-F238E27FC236}">
                    <a16:creationId xmlns:a16="http://schemas.microsoft.com/office/drawing/2014/main" id="{5F96EE41-B197-4ABE-BE28-3E3124F83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76" name="Line 328">
                <a:extLst>
                  <a:ext uri="{FF2B5EF4-FFF2-40B4-BE49-F238E27FC236}">
                    <a16:creationId xmlns:a16="http://schemas.microsoft.com/office/drawing/2014/main" id="{9434ABCE-ADFF-41FE-B350-795DF1F2E6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77" name="Line 329">
                <a:extLst>
                  <a:ext uri="{FF2B5EF4-FFF2-40B4-BE49-F238E27FC236}">
                    <a16:creationId xmlns:a16="http://schemas.microsoft.com/office/drawing/2014/main" id="{7D76D36B-62F0-4DD1-A070-E86AA8EC7D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42069" name="Group 330">
              <a:extLst>
                <a:ext uri="{FF2B5EF4-FFF2-40B4-BE49-F238E27FC236}">
                  <a16:creationId xmlns:a16="http://schemas.microsoft.com/office/drawing/2014/main" id="{0D28C850-A8FE-46AC-B21F-ED58842D6A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42070" name="Text Box 331">
                <a:extLst>
                  <a:ext uri="{FF2B5EF4-FFF2-40B4-BE49-F238E27FC236}">
                    <a16:creationId xmlns:a16="http://schemas.microsoft.com/office/drawing/2014/main" id="{B84A4173-6AB0-4302-AFA5-4F1489AD18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42071" name="Text Box 332">
                <a:extLst>
                  <a:ext uri="{FF2B5EF4-FFF2-40B4-BE49-F238E27FC236}">
                    <a16:creationId xmlns:a16="http://schemas.microsoft.com/office/drawing/2014/main" id="{1C5ED8F0-4D13-454F-9A15-D9AE83051F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42072" name="Text Box 333">
                <a:extLst>
                  <a:ext uri="{FF2B5EF4-FFF2-40B4-BE49-F238E27FC236}">
                    <a16:creationId xmlns:a16="http://schemas.microsoft.com/office/drawing/2014/main" id="{38BD9105-9249-42DA-9656-4B617E1DFD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42073" name="Text Box 334">
                <a:extLst>
                  <a:ext uri="{FF2B5EF4-FFF2-40B4-BE49-F238E27FC236}">
                    <a16:creationId xmlns:a16="http://schemas.microsoft.com/office/drawing/2014/main" id="{59AE7884-56A0-4AC9-B34A-4265D5A28C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</p:grpSp>
      </p:grpSp>
      <p:grpSp>
        <p:nvGrpSpPr>
          <p:cNvPr id="41995" name="Group 335">
            <a:extLst>
              <a:ext uri="{FF2B5EF4-FFF2-40B4-BE49-F238E27FC236}">
                <a16:creationId xmlns:a16="http://schemas.microsoft.com/office/drawing/2014/main" id="{F28CD333-C57F-4F83-9AA6-A43B86C13051}"/>
              </a:ext>
            </a:extLst>
          </p:cNvPr>
          <p:cNvGrpSpPr>
            <a:grpSpLocks/>
          </p:cNvGrpSpPr>
          <p:nvPr/>
        </p:nvGrpSpPr>
        <p:grpSpPr bwMode="auto">
          <a:xfrm>
            <a:off x="1812925" y="5629275"/>
            <a:ext cx="6832600" cy="533400"/>
            <a:chOff x="1142" y="3546"/>
            <a:chExt cx="4304" cy="336"/>
          </a:xfrm>
        </p:grpSpPr>
        <p:grpSp>
          <p:nvGrpSpPr>
            <p:cNvPr id="42056" name="Group 336">
              <a:extLst>
                <a:ext uri="{FF2B5EF4-FFF2-40B4-BE49-F238E27FC236}">
                  <a16:creationId xmlns:a16="http://schemas.microsoft.com/office/drawing/2014/main" id="{34D84747-350E-41CB-8D98-CD8AA3FF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42066" name="Rectangle 337">
                <a:extLst>
                  <a:ext uri="{FF2B5EF4-FFF2-40B4-BE49-F238E27FC236}">
                    <a16:creationId xmlns:a16="http://schemas.microsoft.com/office/drawing/2014/main" id="{D79AE0D6-99B0-495C-A819-D2B8AB643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67" name="Text Box 338">
                <a:extLst>
                  <a:ext uri="{FF2B5EF4-FFF2-40B4-BE49-F238E27FC236}">
                    <a16:creationId xmlns:a16="http://schemas.microsoft.com/office/drawing/2014/main" id="{9B71BC1C-93C8-441E-AED1-D98676D09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42057" name="Group 339">
              <a:extLst>
                <a:ext uri="{FF2B5EF4-FFF2-40B4-BE49-F238E27FC236}">
                  <a16:creationId xmlns:a16="http://schemas.microsoft.com/office/drawing/2014/main" id="{0CDEF314-E941-4E32-B1EF-C5220FB75F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42064" name="Rectangle 340">
                <a:extLst>
                  <a:ext uri="{FF2B5EF4-FFF2-40B4-BE49-F238E27FC236}">
                    <a16:creationId xmlns:a16="http://schemas.microsoft.com/office/drawing/2014/main" id="{BE8A4282-2758-476B-AB2C-A1E898C30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65" name="Text Box 341">
                <a:extLst>
                  <a:ext uri="{FF2B5EF4-FFF2-40B4-BE49-F238E27FC236}">
                    <a16:creationId xmlns:a16="http://schemas.microsoft.com/office/drawing/2014/main" id="{52F09720-1834-4944-95EE-B5BA97BDC6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42058" name="Group 342">
              <a:extLst>
                <a:ext uri="{FF2B5EF4-FFF2-40B4-BE49-F238E27FC236}">
                  <a16:creationId xmlns:a16="http://schemas.microsoft.com/office/drawing/2014/main" id="{CF84474A-DA6C-451B-8530-0EDA8DB44C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42062" name="Rectangle 343">
                <a:extLst>
                  <a:ext uri="{FF2B5EF4-FFF2-40B4-BE49-F238E27FC236}">
                    <a16:creationId xmlns:a16="http://schemas.microsoft.com/office/drawing/2014/main" id="{9ACFFDC7-BFAE-4729-9235-D5F074297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63" name="Text Box 344">
                <a:extLst>
                  <a:ext uri="{FF2B5EF4-FFF2-40B4-BE49-F238E27FC236}">
                    <a16:creationId xmlns:a16="http://schemas.microsoft.com/office/drawing/2014/main" id="{F9CBDFD5-162F-4DA9-9A93-BF7230A8F4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  <p:grpSp>
          <p:nvGrpSpPr>
            <p:cNvPr id="42059" name="Group 345">
              <a:extLst>
                <a:ext uri="{FF2B5EF4-FFF2-40B4-BE49-F238E27FC236}">
                  <a16:creationId xmlns:a16="http://schemas.microsoft.com/office/drawing/2014/main" id="{2B804C30-5DD2-410C-994D-881E280630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42060" name="Rectangle 346">
                <a:extLst>
                  <a:ext uri="{FF2B5EF4-FFF2-40B4-BE49-F238E27FC236}">
                    <a16:creationId xmlns:a16="http://schemas.microsoft.com/office/drawing/2014/main" id="{6DCDEE8C-D8AC-4E17-AE9A-4D8AAFA18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61" name="Text Box 347">
                <a:extLst>
                  <a:ext uri="{FF2B5EF4-FFF2-40B4-BE49-F238E27FC236}">
                    <a16:creationId xmlns:a16="http://schemas.microsoft.com/office/drawing/2014/main" id="{B377F67A-9F36-4610-8692-C4F4F6CEAB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</p:grpSp>
      </p:grpSp>
      <p:grpSp>
        <p:nvGrpSpPr>
          <p:cNvPr id="44401" name="Group 348">
            <a:extLst>
              <a:ext uri="{FF2B5EF4-FFF2-40B4-BE49-F238E27FC236}">
                <a16:creationId xmlns:a16="http://schemas.microsoft.com/office/drawing/2014/main" id="{DCEDBD56-5B98-4196-A991-5DA1B3F0CADB}"/>
              </a:ext>
            </a:extLst>
          </p:cNvPr>
          <p:cNvGrpSpPr>
            <a:grpSpLocks/>
          </p:cNvGrpSpPr>
          <p:nvPr/>
        </p:nvGrpSpPr>
        <p:grpSpPr bwMode="auto">
          <a:xfrm>
            <a:off x="1674813" y="4343400"/>
            <a:ext cx="6707187" cy="1295400"/>
            <a:chOff x="1055" y="2736"/>
            <a:chExt cx="4225" cy="816"/>
          </a:xfrm>
        </p:grpSpPr>
        <p:grpSp>
          <p:nvGrpSpPr>
            <p:cNvPr id="42046" name="Group 349">
              <a:extLst>
                <a:ext uri="{FF2B5EF4-FFF2-40B4-BE49-F238E27FC236}">
                  <a16:creationId xmlns:a16="http://schemas.microsoft.com/office/drawing/2014/main" id="{CEB248CB-7858-4B86-B60A-B89774F3C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1" y="2736"/>
              <a:ext cx="3889" cy="816"/>
              <a:chOff x="1428" y="2784"/>
              <a:chExt cx="3889" cy="816"/>
            </a:xfrm>
          </p:grpSpPr>
          <p:sp>
            <p:nvSpPr>
              <p:cNvPr id="42052" name="Freeform 350">
                <a:extLst>
                  <a:ext uri="{FF2B5EF4-FFF2-40B4-BE49-F238E27FC236}">
                    <a16:creationId xmlns:a16="http://schemas.microsoft.com/office/drawing/2014/main" id="{F045F56F-360E-40A2-B842-C71F12685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816"/>
                  <a:gd name="T17" fmla="*/ 432 w 432"/>
                  <a:gd name="T18" fmla="*/ 816 h 8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53" name="Freeform 351">
                <a:extLst>
                  <a:ext uri="{FF2B5EF4-FFF2-40B4-BE49-F238E27FC236}">
                    <a16:creationId xmlns:a16="http://schemas.microsoft.com/office/drawing/2014/main" id="{2B4E2954-B58C-4644-A6C3-6C097D609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816"/>
                  <a:gd name="T17" fmla="*/ 432 w 432"/>
                  <a:gd name="T18" fmla="*/ 816 h 8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54" name="Freeform 352">
                <a:extLst>
                  <a:ext uri="{FF2B5EF4-FFF2-40B4-BE49-F238E27FC236}">
                    <a16:creationId xmlns:a16="http://schemas.microsoft.com/office/drawing/2014/main" id="{242DFCAA-3F76-489A-9425-C93251B94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816"/>
                  <a:gd name="T17" fmla="*/ 432 w 432"/>
                  <a:gd name="T18" fmla="*/ 816 h 8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55" name="Freeform 353">
                <a:extLst>
                  <a:ext uri="{FF2B5EF4-FFF2-40B4-BE49-F238E27FC236}">
                    <a16:creationId xmlns:a16="http://schemas.microsoft.com/office/drawing/2014/main" id="{4A5BB8FB-C5A7-40BB-AE78-FB506F2D0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816"/>
                  <a:gd name="T17" fmla="*/ 432 w 432"/>
                  <a:gd name="T18" fmla="*/ 816 h 8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42047" name="Group 354">
              <a:extLst>
                <a:ext uri="{FF2B5EF4-FFF2-40B4-BE49-F238E27FC236}">
                  <a16:creationId xmlns:a16="http://schemas.microsoft.com/office/drawing/2014/main" id="{54B8AD7B-40AE-40CB-A83C-DBAB58B53B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5" y="2748"/>
              <a:ext cx="3750" cy="804"/>
              <a:chOff x="1055" y="2748"/>
              <a:chExt cx="3750" cy="804"/>
            </a:xfrm>
          </p:grpSpPr>
          <p:sp>
            <p:nvSpPr>
              <p:cNvPr id="42048" name="Freeform 355">
                <a:extLst>
                  <a:ext uri="{FF2B5EF4-FFF2-40B4-BE49-F238E27FC236}">
                    <a16:creationId xmlns:a16="http://schemas.microsoft.com/office/drawing/2014/main" id="{85078EC0-644F-4329-B795-53A946F6C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748"/>
                <a:ext cx="280" cy="795"/>
              </a:xfrm>
              <a:custGeom>
                <a:avLst/>
                <a:gdLst>
                  <a:gd name="T0" fmla="*/ 276 w 280"/>
                  <a:gd name="T1" fmla="*/ 795 h 795"/>
                  <a:gd name="T2" fmla="*/ 280 w 280"/>
                  <a:gd name="T3" fmla="*/ 657 h 795"/>
                  <a:gd name="T4" fmla="*/ 0 w 280"/>
                  <a:gd name="T5" fmla="*/ 660 h 795"/>
                  <a:gd name="T6" fmla="*/ 3 w 280"/>
                  <a:gd name="T7" fmla="*/ 0 h 795"/>
                  <a:gd name="T8" fmla="*/ 144 w 280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0"/>
                  <a:gd name="T16" fmla="*/ 0 h 795"/>
                  <a:gd name="T17" fmla="*/ 280 w 280"/>
                  <a:gd name="T18" fmla="*/ 795 h 7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0" h="795">
                    <a:moveTo>
                      <a:pt x="276" y="795"/>
                    </a:moveTo>
                    <a:lnTo>
                      <a:pt x="280" y="657"/>
                    </a:lnTo>
                    <a:lnTo>
                      <a:pt x="0" y="660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49" name="Freeform 356">
                <a:extLst>
                  <a:ext uri="{FF2B5EF4-FFF2-40B4-BE49-F238E27FC236}">
                    <a16:creationId xmlns:a16="http://schemas.microsoft.com/office/drawing/2014/main" id="{7A302BE7-3E2A-4B4D-B58E-AE8A3FA31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57"/>
                <a:ext cx="294" cy="795"/>
              </a:xfrm>
              <a:custGeom>
                <a:avLst/>
                <a:gdLst>
                  <a:gd name="T0" fmla="*/ 294 w 294"/>
                  <a:gd name="T1" fmla="*/ 795 h 795"/>
                  <a:gd name="T2" fmla="*/ 294 w 294"/>
                  <a:gd name="T3" fmla="*/ 657 h 795"/>
                  <a:gd name="T4" fmla="*/ 0 w 294"/>
                  <a:gd name="T5" fmla="*/ 657 h 795"/>
                  <a:gd name="T6" fmla="*/ 3 w 294"/>
                  <a:gd name="T7" fmla="*/ 0 h 795"/>
                  <a:gd name="T8" fmla="*/ 144 w 294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4"/>
                  <a:gd name="T16" fmla="*/ 0 h 795"/>
                  <a:gd name="T17" fmla="*/ 294 w 294"/>
                  <a:gd name="T18" fmla="*/ 795 h 7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4" h="795">
                    <a:moveTo>
                      <a:pt x="294" y="795"/>
                    </a:moveTo>
                    <a:lnTo>
                      <a:pt x="294" y="657"/>
                    </a:lnTo>
                    <a:lnTo>
                      <a:pt x="0" y="657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50" name="Freeform 357">
                <a:extLst>
                  <a:ext uri="{FF2B5EF4-FFF2-40B4-BE49-F238E27FC236}">
                    <a16:creationId xmlns:a16="http://schemas.microsoft.com/office/drawing/2014/main" id="{38421CE7-F0DE-4A8E-9353-E39A64231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757"/>
                <a:ext cx="294" cy="795"/>
              </a:xfrm>
              <a:custGeom>
                <a:avLst/>
                <a:gdLst>
                  <a:gd name="T0" fmla="*/ 294 w 294"/>
                  <a:gd name="T1" fmla="*/ 795 h 795"/>
                  <a:gd name="T2" fmla="*/ 294 w 294"/>
                  <a:gd name="T3" fmla="*/ 657 h 795"/>
                  <a:gd name="T4" fmla="*/ 0 w 294"/>
                  <a:gd name="T5" fmla="*/ 657 h 795"/>
                  <a:gd name="T6" fmla="*/ 3 w 294"/>
                  <a:gd name="T7" fmla="*/ 0 h 795"/>
                  <a:gd name="T8" fmla="*/ 144 w 294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4"/>
                  <a:gd name="T16" fmla="*/ 0 h 795"/>
                  <a:gd name="T17" fmla="*/ 294 w 294"/>
                  <a:gd name="T18" fmla="*/ 795 h 7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4" h="795">
                    <a:moveTo>
                      <a:pt x="294" y="795"/>
                    </a:moveTo>
                    <a:lnTo>
                      <a:pt x="294" y="657"/>
                    </a:lnTo>
                    <a:lnTo>
                      <a:pt x="0" y="657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51" name="Freeform 358">
                <a:extLst>
                  <a:ext uri="{FF2B5EF4-FFF2-40B4-BE49-F238E27FC236}">
                    <a16:creationId xmlns:a16="http://schemas.microsoft.com/office/drawing/2014/main" id="{562DC663-0AC8-4416-AB93-B706761C9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57"/>
                <a:ext cx="294" cy="795"/>
              </a:xfrm>
              <a:custGeom>
                <a:avLst/>
                <a:gdLst>
                  <a:gd name="T0" fmla="*/ 294 w 294"/>
                  <a:gd name="T1" fmla="*/ 795 h 795"/>
                  <a:gd name="T2" fmla="*/ 294 w 294"/>
                  <a:gd name="T3" fmla="*/ 657 h 795"/>
                  <a:gd name="T4" fmla="*/ 0 w 294"/>
                  <a:gd name="T5" fmla="*/ 657 h 795"/>
                  <a:gd name="T6" fmla="*/ 3 w 294"/>
                  <a:gd name="T7" fmla="*/ 0 h 795"/>
                  <a:gd name="T8" fmla="*/ 144 w 294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4"/>
                  <a:gd name="T16" fmla="*/ 0 h 795"/>
                  <a:gd name="T17" fmla="*/ 294 w 294"/>
                  <a:gd name="T18" fmla="*/ 795 h 7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4" h="795">
                    <a:moveTo>
                      <a:pt x="294" y="795"/>
                    </a:moveTo>
                    <a:lnTo>
                      <a:pt x="294" y="657"/>
                    </a:lnTo>
                    <a:lnTo>
                      <a:pt x="0" y="657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41997" name="Group 359">
            <a:extLst>
              <a:ext uri="{FF2B5EF4-FFF2-40B4-BE49-F238E27FC236}">
                <a16:creationId xmlns:a16="http://schemas.microsoft.com/office/drawing/2014/main" id="{6281AC25-DB5C-4299-B4E5-0FD688AC7958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41999" name="Group 360">
              <a:extLst>
                <a:ext uri="{FF2B5EF4-FFF2-40B4-BE49-F238E27FC236}">
                  <a16:creationId xmlns:a16="http://schemas.microsoft.com/office/drawing/2014/main" id="{C08FB765-9B7B-4A81-B2DE-D2D92FF608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42008" name="Group 361">
                <a:extLst>
                  <a:ext uri="{FF2B5EF4-FFF2-40B4-BE49-F238E27FC236}">
                    <a16:creationId xmlns:a16="http://schemas.microsoft.com/office/drawing/2014/main" id="{3356EBBA-3CD3-495E-A5F1-D26F728AA9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42041" name="Freeform 362">
                  <a:extLst>
                    <a:ext uri="{FF2B5EF4-FFF2-40B4-BE49-F238E27FC236}">
                      <a16:creationId xmlns:a16="http://schemas.microsoft.com/office/drawing/2014/main" id="{9030CB53-4D8F-4D83-9F63-7B707DAF86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2042" name="Freeform 363">
                  <a:extLst>
                    <a:ext uri="{FF2B5EF4-FFF2-40B4-BE49-F238E27FC236}">
                      <a16:creationId xmlns:a16="http://schemas.microsoft.com/office/drawing/2014/main" id="{6CB254FF-6461-4A25-B0E1-CD0E4CEB4E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2043" name="Freeform 364">
                  <a:extLst>
                    <a:ext uri="{FF2B5EF4-FFF2-40B4-BE49-F238E27FC236}">
                      <a16:creationId xmlns:a16="http://schemas.microsoft.com/office/drawing/2014/main" id="{708C7BDF-7D59-4E37-B623-DE6C7C40FF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2044" name="Freeform 365">
                  <a:extLst>
                    <a:ext uri="{FF2B5EF4-FFF2-40B4-BE49-F238E27FC236}">
                      <a16:creationId xmlns:a16="http://schemas.microsoft.com/office/drawing/2014/main" id="{277A72D4-1E6D-4961-8E24-2AD35FF637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2045" name="Freeform 366">
                  <a:extLst>
                    <a:ext uri="{FF2B5EF4-FFF2-40B4-BE49-F238E27FC236}">
                      <a16:creationId xmlns:a16="http://schemas.microsoft.com/office/drawing/2014/main" id="{6A468092-78DB-4B3E-8B37-9B6F0E9EB6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2009" name="Group 367">
                <a:extLst>
                  <a:ext uri="{FF2B5EF4-FFF2-40B4-BE49-F238E27FC236}">
                    <a16:creationId xmlns:a16="http://schemas.microsoft.com/office/drawing/2014/main" id="{6812A755-7AF5-4826-9673-1EABD8EA4E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42034" name="Group 368">
                  <a:extLst>
                    <a:ext uri="{FF2B5EF4-FFF2-40B4-BE49-F238E27FC236}">
                      <a16:creationId xmlns:a16="http://schemas.microsoft.com/office/drawing/2014/main" id="{4B708CA4-D559-417A-A47C-26D77CF99E6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2039" name="Line 369">
                    <a:extLst>
                      <a:ext uri="{FF2B5EF4-FFF2-40B4-BE49-F238E27FC236}">
                        <a16:creationId xmlns:a16="http://schemas.microsoft.com/office/drawing/2014/main" id="{DFB40445-A573-4ABF-ABB6-6AE6269702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40" name="Line 370">
                    <a:extLst>
                      <a:ext uri="{FF2B5EF4-FFF2-40B4-BE49-F238E27FC236}">
                        <a16:creationId xmlns:a16="http://schemas.microsoft.com/office/drawing/2014/main" id="{072E757B-2704-4187-A448-9AC9EECA8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2035" name="Freeform 371">
                  <a:extLst>
                    <a:ext uri="{FF2B5EF4-FFF2-40B4-BE49-F238E27FC236}">
                      <a16:creationId xmlns:a16="http://schemas.microsoft.com/office/drawing/2014/main" id="{1F5873E5-A87F-4816-8D57-652E51FBA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2036" name="Group 372">
                  <a:extLst>
                    <a:ext uri="{FF2B5EF4-FFF2-40B4-BE49-F238E27FC236}">
                      <a16:creationId xmlns:a16="http://schemas.microsoft.com/office/drawing/2014/main" id="{E2F4A6CF-1CE2-4268-871A-731FBDDDB5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2037" name="Line 373">
                    <a:extLst>
                      <a:ext uri="{FF2B5EF4-FFF2-40B4-BE49-F238E27FC236}">
                        <a16:creationId xmlns:a16="http://schemas.microsoft.com/office/drawing/2014/main" id="{EEA3E84C-6744-4F62-B2D0-2CE249CE56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38" name="Line 374">
                    <a:extLst>
                      <a:ext uri="{FF2B5EF4-FFF2-40B4-BE49-F238E27FC236}">
                        <a16:creationId xmlns:a16="http://schemas.microsoft.com/office/drawing/2014/main" id="{E0EF6AD7-9FBC-4378-B578-533FE1466A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2010" name="Group 375">
                <a:extLst>
                  <a:ext uri="{FF2B5EF4-FFF2-40B4-BE49-F238E27FC236}">
                    <a16:creationId xmlns:a16="http://schemas.microsoft.com/office/drawing/2014/main" id="{D8A31B33-01FE-4DD4-AA9A-1D2625C703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42027" name="Group 376">
                  <a:extLst>
                    <a:ext uri="{FF2B5EF4-FFF2-40B4-BE49-F238E27FC236}">
                      <a16:creationId xmlns:a16="http://schemas.microsoft.com/office/drawing/2014/main" id="{FE70F58F-1E12-4F4F-9AC3-E1218BBC112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2032" name="Line 377">
                    <a:extLst>
                      <a:ext uri="{FF2B5EF4-FFF2-40B4-BE49-F238E27FC236}">
                        <a16:creationId xmlns:a16="http://schemas.microsoft.com/office/drawing/2014/main" id="{926DCEC7-AFE0-4B16-B4A6-56CC3B021B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33" name="Line 378">
                    <a:extLst>
                      <a:ext uri="{FF2B5EF4-FFF2-40B4-BE49-F238E27FC236}">
                        <a16:creationId xmlns:a16="http://schemas.microsoft.com/office/drawing/2014/main" id="{4DF3A771-DEEA-44CF-9B86-42A8D3B7076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2028" name="Freeform 379">
                  <a:extLst>
                    <a:ext uri="{FF2B5EF4-FFF2-40B4-BE49-F238E27FC236}">
                      <a16:creationId xmlns:a16="http://schemas.microsoft.com/office/drawing/2014/main" id="{1DF330CA-456A-44E5-8475-AE6B5C144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2029" name="Group 380">
                  <a:extLst>
                    <a:ext uri="{FF2B5EF4-FFF2-40B4-BE49-F238E27FC236}">
                      <a16:creationId xmlns:a16="http://schemas.microsoft.com/office/drawing/2014/main" id="{C95FCB37-C579-4A1D-9F1B-DC5FD25DA1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2030" name="Line 381">
                    <a:extLst>
                      <a:ext uri="{FF2B5EF4-FFF2-40B4-BE49-F238E27FC236}">
                        <a16:creationId xmlns:a16="http://schemas.microsoft.com/office/drawing/2014/main" id="{4DB9E4AC-46BD-4774-8887-EC1F7759B9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31" name="Line 382">
                    <a:extLst>
                      <a:ext uri="{FF2B5EF4-FFF2-40B4-BE49-F238E27FC236}">
                        <a16:creationId xmlns:a16="http://schemas.microsoft.com/office/drawing/2014/main" id="{7538B5FF-DA93-4F47-97C7-D7D1630F22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2011" name="Group 383">
                <a:extLst>
                  <a:ext uri="{FF2B5EF4-FFF2-40B4-BE49-F238E27FC236}">
                    <a16:creationId xmlns:a16="http://schemas.microsoft.com/office/drawing/2014/main" id="{CBF69D3A-7547-4E44-ADD5-ACFDCB7C78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42020" name="Group 384">
                  <a:extLst>
                    <a:ext uri="{FF2B5EF4-FFF2-40B4-BE49-F238E27FC236}">
                      <a16:creationId xmlns:a16="http://schemas.microsoft.com/office/drawing/2014/main" id="{CD5C226E-6FDB-44B8-8F05-484D5C7C52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2025" name="Line 385">
                    <a:extLst>
                      <a:ext uri="{FF2B5EF4-FFF2-40B4-BE49-F238E27FC236}">
                        <a16:creationId xmlns:a16="http://schemas.microsoft.com/office/drawing/2014/main" id="{25134942-082E-47A5-9EAD-64BE63DA236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26" name="Line 386">
                    <a:extLst>
                      <a:ext uri="{FF2B5EF4-FFF2-40B4-BE49-F238E27FC236}">
                        <a16:creationId xmlns:a16="http://schemas.microsoft.com/office/drawing/2014/main" id="{B665B1B3-DA6D-4EDC-817D-A2EA1CCA06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2021" name="Freeform 387">
                  <a:extLst>
                    <a:ext uri="{FF2B5EF4-FFF2-40B4-BE49-F238E27FC236}">
                      <a16:creationId xmlns:a16="http://schemas.microsoft.com/office/drawing/2014/main" id="{F1FB9F9B-C1A9-4F0C-9527-71A53B69E9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2022" name="Group 388">
                  <a:extLst>
                    <a:ext uri="{FF2B5EF4-FFF2-40B4-BE49-F238E27FC236}">
                      <a16:creationId xmlns:a16="http://schemas.microsoft.com/office/drawing/2014/main" id="{E35BC915-6BC3-44E5-82E5-CFEE61B95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2023" name="Line 389">
                    <a:extLst>
                      <a:ext uri="{FF2B5EF4-FFF2-40B4-BE49-F238E27FC236}">
                        <a16:creationId xmlns:a16="http://schemas.microsoft.com/office/drawing/2014/main" id="{B7A1A1D9-59E5-498A-8E3C-29AB96E266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24" name="Line 390">
                    <a:extLst>
                      <a:ext uri="{FF2B5EF4-FFF2-40B4-BE49-F238E27FC236}">
                        <a16:creationId xmlns:a16="http://schemas.microsoft.com/office/drawing/2014/main" id="{BE8D3C36-64D4-4708-901A-4941226B49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2012" name="Group 391">
                <a:extLst>
                  <a:ext uri="{FF2B5EF4-FFF2-40B4-BE49-F238E27FC236}">
                    <a16:creationId xmlns:a16="http://schemas.microsoft.com/office/drawing/2014/main" id="{EC42D2E5-9B69-4F8A-8ECD-80533AC072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42013" name="Group 392">
                  <a:extLst>
                    <a:ext uri="{FF2B5EF4-FFF2-40B4-BE49-F238E27FC236}">
                      <a16:creationId xmlns:a16="http://schemas.microsoft.com/office/drawing/2014/main" id="{B348B68B-1DF0-4521-97CE-9CFAB43871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2018" name="Line 393">
                    <a:extLst>
                      <a:ext uri="{FF2B5EF4-FFF2-40B4-BE49-F238E27FC236}">
                        <a16:creationId xmlns:a16="http://schemas.microsoft.com/office/drawing/2014/main" id="{215E506B-1006-4901-89B3-19E97B1086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19" name="Line 394">
                    <a:extLst>
                      <a:ext uri="{FF2B5EF4-FFF2-40B4-BE49-F238E27FC236}">
                        <a16:creationId xmlns:a16="http://schemas.microsoft.com/office/drawing/2014/main" id="{5ED0136C-7E24-41C5-B17D-D3C235C79B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2014" name="Freeform 395">
                  <a:extLst>
                    <a:ext uri="{FF2B5EF4-FFF2-40B4-BE49-F238E27FC236}">
                      <a16:creationId xmlns:a16="http://schemas.microsoft.com/office/drawing/2014/main" id="{DCCC8669-CA4B-4BDB-B470-863A01E019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2015" name="Group 396">
                  <a:extLst>
                    <a:ext uri="{FF2B5EF4-FFF2-40B4-BE49-F238E27FC236}">
                      <a16:creationId xmlns:a16="http://schemas.microsoft.com/office/drawing/2014/main" id="{0E5B9988-DC43-4D66-AE30-16818BF195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2016" name="Line 397">
                    <a:extLst>
                      <a:ext uri="{FF2B5EF4-FFF2-40B4-BE49-F238E27FC236}">
                        <a16:creationId xmlns:a16="http://schemas.microsoft.com/office/drawing/2014/main" id="{858186E8-E2CA-4075-A582-91F0FC2A5E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2017" name="Line 398">
                    <a:extLst>
                      <a:ext uri="{FF2B5EF4-FFF2-40B4-BE49-F238E27FC236}">
                        <a16:creationId xmlns:a16="http://schemas.microsoft.com/office/drawing/2014/main" id="{F7F5E35F-614D-4751-86F1-5F2E6B1F87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42000" name="Rectangle 399">
              <a:extLst>
                <a:ext uri="{FF2B5EF4-FFF2-40B4-BE49-F238E27FC236}">
                  <a16:creationId xmlns:a16="http://schemas.microsoft.com/office/drawing/2014/main" id="{DAE4B429-ACB3-47F8-9D5F-F02963681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42001" name="Text Box 400">
              <a:extLst>
                <a:ext uri="{FF2B5EF4-FFF2-40B4-BE49-F238E27FC236}">
                  <a16:creationId xmlns:a16="http://schemas.microsoft.com/office/drawing/2014/main" id="{D0093C9E-9AB6-4910-9C28-E4E5D67B69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2002" name="Rectangle 401">
              <a:extLst>
                <a:ext uri="{FF2B5EF4-FFF2-40B4-BE49-F238E27FC236}">
                  <a16:creationId xmlns:a16="http://schemas.microsoft.com/office/drawing/2014/main" id="{1021B69C-7811-476B-AF28-EF0E55C95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42003" name="Rectangle 402">
              <a:extLst>
                <a:ext uri="{FF2B5EF4-FFF2-40B4-BE49-F238E27FC236}">
                  <a16:creationId xmlns:a16="http://schemas.microsoft.com/office/drawing/2014/main" id="{2EAF1A9A-AC86-4608-B40D-503B7F473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42004" name="Rectangle 403">
              <a:extLst>
                <a:ext uri="{FF2B5EF4-FFF2-40B4-BE49-F238E27FC236}">
                  <a16:creationId xmlns:a16="http://schemas.microsoft.com/office/drawing/2014/main" id="{58097A6E-876D-4847-86CC-30CA070D0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42005" name="Text Box 404">
              <a:extLst>
                <a:ext uri="{FF2B5EF4-FFF2-40B4-BE49-F238E27FC236}">
                  <a16:creationId xmlns:a16="http://schemas.microsoft.com/office/drawing/2014/main" id="{01019FB3-FA56-473C-9350-E2C129C8A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2006" name="Text Box 405">
              <a:extLst>
                <a:ext uri="{FF2B5EF4-FFF2-40B4-BE49-F238E27FC236}">
                  <a16:creationId xmlns:a16="http://schemas.microsoft.com/office/drawing/2014/main" id="{4A737101-97E2-416C-B907-72CBB26A6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2007" name="Text Box 406">
              <a:extLst>
                <a:ext uri="{FF2B5EF4-FFF2-40B4-BE49-F238E27FC236}">
                  <a16:creationId xmlns:a16="http://schemas.microsoft.com/office/drawing/2014/main" id="{0652DD6E-FC42-4202-9F6D-49C1AE456D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44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10" name="Group 2">
            <a:extLst>
              <a:ext uri="{FF2B5EF4-FFF2-40B4-BE49-F238E27FC236}">
                <a16:creationId xmlns:a16="http://schemas.microsoft.com/office/drawing/2014/main" id="{640CC6AF-1FB1-45ED-B0B7-06B0F5693A5F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43414" name="Line 3">
              <a:extLst>
                <a:ext uri="{FF2B5EF4-FFF2-40B4-BE49-F238E27FC236}">
                  <a16:creationId xmlns:a16="http://schemas.microsoft.com/office/drawing/2014/main" id="{C89EAAC4-8864-4999-8DAE-83A8126284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15" name="Freeform 4">
              <a:extLst>
                <a:ext uri="{FF2B5EF4-FFF2-40B4-BE49-F238E27FC236}">
                  <a16:creationId xmlns:a16="http://schemas.microsoft.com/office/drawing/2014/main" id="{5FC56F4E-E649-4101-8431-297BBCCB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16" name="Line 5">
              <a:extLst>
                <a:ext uri="{FF2B5EF4-FFF2-40B4-BE49-F238E27FC236}">
                  <a16:creationId xmlns:a16="http://schemas.microsoft.com/office/drawing/2014/main" id="{D86D3166-F6B6-4740-8E92-F07DBBB014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17" name="Freeform 6">
              <a:extLst>
                <a:ext uri="{FF2B5EF4-FFF2-40B4-BE49-F238E27FC236}">
                  <a16:creationId xmlns:a16="http://schemas.microsoft.com/office/drawing/2014/main" id="{C0133F50-5801-4C27-BF64-F4D7EF44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18" name="Line 7">
              <a:extLst>
                <a:ext uri="{FF2B5EF4-FFF2-40B4-BE49-F238E27FC236}">
                  <a16:creationId xmlns:a16="http://schemas.microsoft.com/office/drawing/2014/main" id="{234B7C46-AD8E-4AA2-A473-4AAD4EFCE2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19" name="Text Box 8">
              <a:extLst>
                <a:ext uri="{FF2B5EF4-FFF2-40B4-BE49-F238E27FC236}">
                  <a16:creationId xmlns:a16="http://schemas.microsoft.com/office/drawing/2014/main" id="{5F3D2DF1-3ECE-4DEA-9CBC-0EA5A55EF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43420" name="Text Box 9">
              <a:extLst>
                <a:ext uri="{FF2B5EF4-FFF2-40B4-BE49-F238E27FC236}">
                  <a16:creationId xmlns:a16="http://schemas.microsoft.com/office/drawing/2014/main" id="{E359A0B8-7E32-4BB1-A073-3F03FC61FC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43421" name="Text Box 10">
              <a:extLst>
                <a:ext uri="{FF2B5EF4-FFF2-40B4-BE49-F238E27FC236}">
                  <a16:creationId xmlns:a16="http://schemas.microsoft.com/office/drawing/2014/main" id="{3712D0AD-7F3A-4CF5-B91A-A05F8E8DA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43422" name="Text Box 11">
              <a:extLst>
                <a:ext uri="{FF2B5EF4-FFF2-40B4-BE49-F238E27FC236}">
                  <a16:creationId xmlns:a16="http://schemas.microsoft.com/office/drawing/2014/main" id="{BF450B5B-DD85-413E-B6A8-AB52A6ACDD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43423" name="Line 12">
              <a:extLst>
                <a:ext uri="{FF2B5EF4-FFF2-40B4-BE49-F238E27FC236}">
                  <a16:creationId xmlns:a16="http://schemas.microsoft.com/office/drawing/2014/main" id="{D74F4DBD-36CE-47EE-A831-FF5C647855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24" name="Line 13">
              <a:extLst>
                <a:ext uri="{FF2B5EF4-FFF2-40B4-BE49-F238E27FC236}">
                  <a16:creationId xmlns:a16="http://schemas.microsoft.com/office/drawing/2014/main" id="{8E6EE631-0B56-4C99-9F1F-65EA1B1EC8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25" name="Line 14">
              <a:extLst>
                <a:ext uri="{FF2B5EF4-FFF2-40B4-BE49-F238E27FC236}">
                  <a16:creationId xmlns:a16="http://schemas.microsoft.com/office/drawing/2014/main" id="{47E0DBEC-EAA7-43ED-8606-FDB8486A37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26" name="Line 15">
              <a:extLst>
                <a:ext uri="{FF2B5EF4-FFF2-40B4-BE49-F238E27FC236}">
                  <a16:creationId xmlns:a16="http://schemas.microsoft.com/office/drawing/2014/main" id="{4C97BA74-D494-4631-8B67-E5FE27053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27" name="Line 16">
              <a:extLst>
                <a:ext uri="{FF2B5EF4-FFF2-40B4-BE49-F238E27FC236}">
                  <a16:creationId xmlns:a16="http://schemas.microsoft.com/office/drawing/2014/main" id="{EDA222EC-2A88-461B-806D-33B43E054BD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28" name="Line 17">
              <a:extLst>
                <a:ext uri="{FF2B5EF4-FFF2-40B4-BE49-F238E27FC236}">
                  <a16:creationId xmlns:a16="http://schemas.microsoft.com/office/drawing/2014/main" id="{A75D1693-2C27-4BD1-88E1-E50ED906116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29" name="Line 18">
              <a:extLst>
                <a:ext uri="{FF2B5EF4-FFF2-40B4-BE49-F238E27FC236}">
                  <a16:creationId xmlns:a16="http://schemas.microsoft.com/office/drawing/2014/main" id="{F547A964-0941-4677-98E0-651B008B7FE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30" name="Line 19">
              <a:extLst>
                <a:ext uri="{FF2B5EF4-FFF2-40B4-BE49-F238E27FC236}">
                  <a16:creationId xmlns:a16="http://schemas.microsoft.com/office/drawing/2014/main" id="{11CF94BA-CAFC-4FEA-9798-73F97674784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3012" name="Text Box 21">
            <a:extLst>
              <a:ext uri="{FF2B5EF4-FFF2-40B4-BE49-F238E27FC236}">
                <a16:creationId xmlns:a16="http://schemas.microsoft.com/office/drawing/2014/main" id="{F60E938F-3816-4A1F-A9D0-EB1A8BD75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③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</a:t>
            </a:r>
          </a:p>
        </p:txBody>
      </p:sp>
      <p:grpSp>
        <p:nvGrpSpPr>
          <p:cNvPr id="43013" name="Group 22">
            <a:extLst>
              <a:ext uri="{FF2B5EF4-FFF2-40B4-BE49-F238E27FC236}">
                <a16:creationId xmlns:a16="http://schemas.microsoft.com/office/drawing/2014/main" id="{11505ABB-9B1B-4327-B567-83F9D994A43D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sp>
          <p:nvSpPr>
            <p:cNvPr id="43410" name="Text Box 23">
              <a:extLst>
                <a:ext uri="{FF2B5EF4-FFF2-40B4-BE49-F238E27FC236}">
                  <a16:creationId xmlns:a16="http://schemas.microsoft.com/office/drawing/2014/main" id="{50184A71-B240-4247-B5B3-4EA1BF1F72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3411" name="Text Box 24">
              <a:extLst>
                <a:ext uri="{FF2B5EF4-FFF2-40B4-BE49-F238E27FC236}">
                  <a16:creationId xmlns:a16="http://schemas.microsoft.com/office/drawing/2014/main" id="{C9CB8C4F-685C-4CAE-B4D5-BC60F6DE7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43412" name="Text Box 25">
              <a:extLst>
                <a:ext uri="{FF2B5EF4-FFF2-40B4-BE49-F238E27FC236}">
                  <a16:creationId xmlns:a16="http://schemas.microsoft.com/office/drawing/2014/main" id="{0B39F5EE-AF84-4982-B9C5-850C5CBFCD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43413" name="Text Box 26">
              <a:extLst>
                <a:ext uri="{FF2B5EF4-FFF2-40B4-BE49-F238E27FC236}">
                  <a16:creationId xmlns:a16="http://schemas.microsoft.com/office/drawing/2014/main" id="{FE0EA576-B211-4501-8D28-0755ED1B32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</p:grpSp>
      <p:grpSp>
        <p:nvGrpSpPr>
          <p:cNvPr id="43014" name="Group 27">
            <a:extLst>
              <a:ext uri="{FF2B5EF4-FFF2-40B4-BE49-F238E27FC236}">
                <a16:creationId xmlns:a16="http://schemas.microsoft.com/office/drawing/2014/main" id="{577128D0-60DD-421D-AB2B-964F6E3E37A6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1066800"/>
            <a:ext cx="8915400" cy="5716588"/>
            <a:chOff x="144" y="672"/>
            <a:chExt cx="5616" cy="3601"/>
          </a:xfrm>
        </p:grpSpPr>
        <p:grpSp>
          <p:nvGrpSpPr>
            <p:cNvPr id="43083" name="Group 28">
              <a:extLst>
                <a:ext uri="{FF2B5EF4-FFF2-40B4-BE49-F238E27FC236}">
                  <a16:creationId xmlns:a16="http://schemas.microsoft.com/office/drawing/2014/main" id="{010F470F-CFD4-4BB8-8356-6B7CF12553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4" y="672"/>
              <a:ext cx="5472" cy="3601"/>
              <a:chOff x="144" y="672"/>
              <a:chExt cx="5472" cy="3601"/>
            </a:xfrm>
          </p:grpSpPr>
          <p:grpSp>
            <p:nvGrpSpPr>
              <p:cNvPr id="43095" name="Group 29">
                <a:extLst>
                  <a:ext uri="{FF2B5EF4-FFF2-40B4-BE49-F238E27FC236}">
                    <a16:creationId xmlns:a16="http://schemas.microsoft.com/office/drawing/2014/main" id="{392B0A2B-1764-4725-B8AC-9C3FAF7519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4" y="672"/>
                <a:ext cx="5472" cy="3601"/>
                <a:chOff x="144" y="672"/>
                <a:chExt cx="5472" cy="3601"/>
              </a:xfrm>
            </p:grpSpPr>
            <p:grpSp>
              <p:nvGrpSpPr>
                <p:cNvPr id="43184" name="Group 30">
                  <a:extLst>
                    <a:ext uri="{FF2B5EF4-FFF2-40B4-BE49-F238E27FC236}">
                      <a16:creationId xmlns:a16="http://schemas.microsoft.com/office/drawing/2014/main" id="{82D5E7C3-5903-4AD1-AF95-DEC904AA0C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4" y="711"/>
                  <a:ext cx="5472" cy="3562"/>
                  <a:chOff x="144" y="711"/>
                  <a:chExt cx="5472" cy="3562"/>
                </a:xfrm>
              </p:grpSpPr>
              <p:sp>
                <p:nvSpPr>
                  <p:cNvPr id="43196" name="Rectangle 31">
                    <a:extLst>
                      <a:ext uri="{FF2B5EF4-FFF2-40B4-BE49-F238E27FC236}">
                        <a16:creationId xmlns:a16="http://schemas.microsoft.com/office/drawing/2014/main" id="{4F43B60F-E274-49A5-84AE-EE2E6BAC79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" y="711"/>
                    <a:ext cx="576" cy="316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97" name="Rectangle 32">
                    <a:extLst>
                      <a:ext uri="{FF2B5EF4-FFF2-40B4-BE49-F238E27FC236}">
                        <a16:creationId xmlns:a16="http://schemas.microsoft.com/office/drawing/2014/main" id="{AE3C32B4-F4E8-4EA3-9C6D-22EE72EAF9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32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3198" name="Text Box 33">
                    <a:extLst>
                      <a:ext uri="{FF2B5EF4-FFF2-40B4-BE49-F238E27FC236}">
                        <a16:creationId xmlns:a16="http://schemas.microsoft.com/office/drawing/2014/main" id="{2818703E-CF86-4DF0-AF2E-FC6D2D1FBE4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12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199" name="Rectangle 34">
                    <a:extLst>
                      <a:ext uri="{FF2B5EF4-FFF2-40B4-BE49-F238E27FC236}">
                        <a16:creationId xmlns:a16="http://schemas.microsoft.com/office/drawing/2014/main" id="{E1E45420-348C-47B1-A913-F948CEDB6B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56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200" name="Rectangle 35">
                    <a:extLst>
                      <a:ext uri="{FF2B5EF4-FFF2-40B4-BE49-F238E27FC236}">
                        <a16:creationId xmlns:a16="http://schemas.microsoft.com/office/drawing/2014/main" id="{168C3649-6ECB-430C-9193-999F1D2D22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73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43201" name="Text Box 36">
                    <a:extLst>
                      <a:ext uri="{FF2B5EF4-FFF2-40B4-BE49-F238E27FC236}">
                        <a16:creationId xmlns:a16="http://schemas.microsoft.com/office/drawing/2014/main" id="{003E4094-BD38-4FDA-AA56-EACB046DF5F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553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202" name="Rectangle 37">
                    <a:extLst>
                      <a:ext uri="{FF2B5EF4-FFF2-40B4-BE49-F238E27FC236}">
                        <a16:creationId xmlns:a16="http://schemas.microsoft.com/office/drawing/2014/main" id="{9F0261A0-28FA-4DDD-A7BE-1D9238E90C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7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43203" name="Rectangle 38">
                    <a:extLst>
                      <a:ext uri="{FF2B5EF4-FFF2-40B4-BE49-F238E27FC236}">
                        <a16:creationId xmlns:a16="http://schemas.microsoft.com/office/drawing/2014/main" id="{A276DD54-8ADD-4DF9-9576-F844FE9746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48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43204" name="Text Box 39">
                    <a:extLst>
                      <a:ext uri="{FF2B5EF4-FFF2-40B4-BE49-F238E27FC236}">
                        <a16:creationId xmlns:a16="http://schemas.microsoft.com/office/drawing/2014/main" id="{0BC16E43-94F3-49B4-A2F7-1C85FCF1BA1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8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205" name="Rectangle 40">
                    <a:extLst>
                      <a:ext uri="{FF2B5EF4-FFF2-40B4-BE49-F238E27FC236}">
                        <a16:creationId xmlns:a16="http://schemas.microsoft.com/office/drawing/2014/main" id="{AEE1C76B-CBFA-4BC8-B44D-406ECF081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72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43206" name="Rectangle 41">
                    <a:extLst>
                      <a:ext uri="{FF2B5EF4-FFF2-40B4-BE49-F238E27FC236}">
                        <a16:creationId xmlns:a16="http://schemas.microsoft.com/office/drawing/2014/main" id="{402160AC-1BAD-470E-A0B4-676F70F925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84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3207" name="Text Box 42">
                    <a:extLst>
                      <a:ext uri="{FF2B5EF4-FFF2-40B4-BE49-F238E27FC236}">
                        <a16:creationId xmlns:a16="http://schemas.microsoft.com/office/drawing/2014/main" id="{2A61C4B4-F3D5-4A3B-86ED-048D1E3F1C9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64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208" name="Rectangle 43">
                    <a:extLst>
                      <a:ext uri="{FF2B5EF4-FFF2-40B4-BE49-F238E27FC236}">
                        <a16:creationId xmlns:a16="http://schemas.microsoft.com/office/drawing/2014/main" id="{B5598BED-81DF-4E17-9848-22F497AF17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  <p:sp>
                <p:nvSpPr>
                  <p:cNvPr id="43209" name="Rectangle 44">
                    <a:extLst>
                      <a:ext uri="{FF2B5EF4-FFF2-40B4-BE49-F238E27FC236}">
                        <a16:creationId xmlns:a16="http://schemas.microsoft.com/office/drawing/2014/main" id="{B240EDE1-F920-4708-B759-7A7C1E14C8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32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3210" name="Rectangle 45">
                    <a:extLst>
                      <a:ext uri="{FF2B5EF4-FFF2-40B4-BE49-F238E27FC236}">
                        <a16:creationId xmlns:a16="http://schemas.microsoft.com/office/drawing/2014/main" id="{DC90587E-A5C4-4643-941F-AC6169E8F9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56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211" name="Rectangle 46">
                    <a:extLst>
                      <a:ext uri="{FF2B5EF4-FFF2-40B4-BE49-F238E27FC236}">
                        <a16:creationId xmlns:a16="http://schemas.microsoft.com/office/drawing/2014/main" id="{3242BEEE-D1F2-4ECF-9A14-FBCCD59B07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73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43212" name="Rectangle 47">
                    <a:extLst>
                      <a:ext uri="{FF2B5EF4-FFF2-40B4-BE49-F238E27FC236}">
                        <a16:creationId xmlns:a16="http://schemas.microsoft.com/office/drawing/2014/main" id="{019CE2E8-32AF-4A0E-92FC-CBCC385856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7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43213" name="Rectangle 48">
                    <a:extLst>
                      <a:ext uri="{FF2B5EF4-FFF2-40B4-BE49-F238E27FC236}">
                        <a16:creationId xmlns:a16="http://schemas.microsoft.com/office/drawing/2014/main" id="{EFA1A654-318E-4C97-8D05-056644DF94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48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43214" name="Rectangle 49">
                    <a:extLst>
                      <a:ext uri="{FF2B5EF4-FFF2-40B4-BE49-F238E27FC236}">
                        <a16:creationId xmlns:a16="http://schemas.microsoft.com/office/drawing/2014/main" id="{991B4CD7-AAC9-4DFD-8D96-737A19325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72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43215" name="Rectangle 50">
                    <a:extLst>
                      <a:ext uri="{FF2B5EF4-FFF2-40B4-BE49-F238E27FC236}">
                        <a16:creationId xmlns:a16="http://schemas.microsoft.com/office/drawing/2014/main" id="{91786920-D5C1-49FA-AF22-79A8FD5F01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84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3216" name="Rectangle 51">
                    <a:extLst>
                      <a:ext uri="{FF2B5EF4-FFF2-40B4-BE49-F238E27FC236}">
                        <a16:creationId xmlns:a16="http://schemas.microsoft.com/office/drawing/2014/main" id="{18E02D4A-44E5-4043-80EC-7AE372411D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  <p:sp>
                <p:nvSpPr>
                  <p:cNvPr id="43217" name="Line 52">
                    <a:extLst>
                      <a:ext uri="{FF2B5EF4-FFF2-40B4-BE49-F238E27FC236}">
                        <a16:creationId xmlns:a16="http://schemas.microsoft.com/office/drawing/2014/main" id="{DA46D173-00D2-4B3D-BEC7-B370D63C72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29" y="2710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18" name="Line 53">
                    <a:extLst>
                      <a:ext uri="{FF2B5EF4-FFF2-40B4-BE49-F238E27FC236}">
                        <a16:creationId xmlns:a16="http://schemas.microsoft.com/office/drawing/2014/main" id="{16F2A98C-B7F6-4403-8835-F3D5001B2C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12" y="2708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19" name="Freeform 54">
                    <a:extLst>
                      <a:ext uri="{FF2B5EF4-FFF2-40B4-BE49-F238E27FC236}">
                        <a16:creationId xmlns:a16="http://schemas.microsoft.com/office/drawing/2014/main" id="{6C1E8A46-99C6-474F-9408-2078063676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64" y="2707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20" name="Line 55">
                    <a:extLst>
                      <a:ext uri="{FF2B5EF4-FFF2-40B4-BE49-F238E27FC236}">
                        <a16:creationId xmlns:a16="http://schemas.microsoft.com/office/drawing/2014/main" id="{A16A0C1A-5DC4-4EF9-93B3-93DBCEF9FE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137" y="2710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21" name="Line 56">
                    <a:extLst>
                      <a:ext uri="{FF2B5EF4-FFF2-40B4-BE49-F238E27FC236}">
                        <a16:creationId xmlns:a16="http://schemas.microsoft.com/office/drawing/2014/main" id="{5E90FD97-8319-4D68-8B4F-2ED62E256D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216" y="2712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22" name="Freeform 57">
                    <a:extLst>
                      <a:ext uri="{FF2B5EF4-FFF2-40B4-BE49-F238E27FC236}">
                        <a16:creationId xmlns:a16="http://schemas.microsoft.com/office/drawing/2014/main" id="{3535FD05-B1C4-407A-A473-D158796DDE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38" y="2351"/>
                    <a:ext cx="112" cy="1"/>
                  </a:xfrm>
                  <a:custGeom>
                    <a:avLst/>
                    <a:gdLst>
                      <a:gd name="T0" fmla="*/ 0 w 112"/>
                      <a:gd name="T1" fmla="*/ 0 h 1"/>
                      <a:gd name="T2" fmla="*/ 112 w 112"/>
                      <a:gd name="T3" fmla="*/ 0 h 1"/>
                      <a:gd name="T4" fmla="*/ 0 60000 65536"/>
                      <a:gd name="T5" fmla="*/ 0 60000 65536"/>
                      <a:gd name="T6" fmla="*/ 0 w 112"/>
                      <a:gd name="T7" fmla="*/ 0 h 1"/>
                      <a:gd name="T8" fmla="*/ 112 w 11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2" h="1">
                        <a:moveTo>
                          <a:pt x="0" y="0"/>
                        </a:moveTo>
                        <a:lnTo>
                          <a:pt x="11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23" name="Freeform 58">
                    <a:extLst>
                      <a:ext uri="{FF2B5EF4-FFF2-40B4-BE49-F238E27FC236}">
                        <a16:creationId xmlns:a16="http://schemas.microsoft.com/office/drawing/2014/main" id="{4B628C59-BA29-4187-B387-D90221665C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3" y="1207"/>
                    <a:ext cx="152" cy="1469"/>
                  </a:xfrm>
                  <a:custGeom>
                    <a:avLst/>
                    <a:gdLst>
                      <a:gd name="T0" fmla="*/ 152 w 152"/>
                      <a:gd name="T1" fmla="*/ 1469 h 1469"/>
                      <a:gd name="T2" fmla="*/ 0 w 152"/>
                      <a:gd name="T3" fmla="*/ 1469 h 1469"/>
                      <a:gd name="T4" fmla="*/ 0 w 152"/>
                      <a:gd name="T5" fmla="*/ 0 h 1469"/>
                      <a:gd name="T6" fmla="*/ 95 w 152"/>
                      <a:gd name="T7" fmla="*/ 1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9"/>
                      <a:gd name="T14" fmla="*/ 152 w 152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9">
                        <a:moveTo>
                          <a:pt x="152" y="1469"/>
                        </a:moveTo>
                        <a:lnTo>
                          <a:pt x="0" y="1469"/>
                        </a:lnTo>
                        <a:lnTo>
                          <a:pt x="0" y="0"/>
                        </a:lnTo>
                        <a:lnTo>
                          <a:pt x="95" y="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24" name="Freeform 59">
                    <a:extLst>
                      <a:ext uri="{FF2B5EF4-FFF2-40B4-BE49-F238E27FC236}">
                        <a16:creationId xmlns:a16="http://schemas.microsoft.com/office/drawing/2014/main" id="{643AB8B8-0C79-42B8-8BCA-DF6BA13929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9" y="2351"/>
                    <a:ext cx="102" cy="1"/>
                  </a:xfrm>
                  <a:custGeom>
                    <a:avLst/>
                    <a:gdLst>
                      <a:gd name="T0" fmla="*/ 102 w 102"/>
                      <a:gd name="T1" fmla="*/ 0 h 1"/>
                      <a:gd name="T2" fmla="*/ 0 w 102"/>
                      <a:gd name="T3" fmla="*/ 0 h 1"/>
                      <a:gd name="T4" fmla="*/ 0 60000 65536"/>
                      <a:gd name="T5" fmla="*/ 0 60000 65536"/>
                      <a:gd name="T6" fmla="*/ 0 w 102"/>
                      <a:gd name="T7" fmla="*/ 0 h 1"/>
                      <a:gd name="T8" fmla="*/ 102 w 1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2" h="1">
                        <a:moveTo>
                          <a:pt x="102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25" name="Line 60">
                    <a:extLst>
                      <a:ext uri="{FF2B5EF4-FFF2-40B4-BE49-F238E27FC236}">
                        <a16:creationId xmlns:a16="http://schemas.microsoft.com/office/drawing/2014/main" id="{55CCC9FD-AEA3-4DC2-88B5-AAA7D4C6FA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900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26" name="Line 61">
                    <a:extLst>
                      <a:ext uri="{FF2B5EF4-FFF2-40B4-BE49-F238E27FC236}">
                        <a16:creationId xmlns:a16="http://schemas.microsoft.com/office/drawing/2014/main" id="{1B78E08C-EE3F-4432-91F4-AFF264EEC9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83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27" name="Freeform 62">
                    <a:extLst>
                      <a:ext uri="{FF2B5EF4-FFF2-40B4-BE49-F238E27FC236}">
                        <a16:creationId xmlns:a16="http://schemas.microsoft.com/office/drawing/2014/main" id="{FC7C3722-A019-46E7-9717-14E8AF5D24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35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28" name="Line 63">
                    <a:extLst>
                      <a:ext uri="{FF2B5EF4-FFF2-40B4-BE49-F238E27FC236}">
                        <a16:creationId xmlns:a16="http://schemas.microsoft.com/office/drawing/2014/main" id="{E2C9E2E5-8580-406A-A512-1395F8A6BA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08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29" name="Line 64">
                    <a:extLst>
                      <a:ext uri="{FF2B5EF4-FFF2-40B4-BE49-F238E27FC236}">
                        <a16:creationId xmlns:a16="http://schemas.microsoft.com/office/drawing/2014/main" id="{D4B78BC8-DD0C-440A-B02B-7A4A02540D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87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30" name="Freeform 65">
                    <a:extLst>
                      <a:ext uri="{FF2B5EF4-FFF2-40B4-BE49-F238E27FC236}">
                        <a16:creationId xmlns:a16="http://schemas.microsoft.com/office/drawing/2014/main" id="{CA0ECDBE-A391-4D66-B21C-98CE2F90F0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09" y="2351"/>
                    <a:ext cx="103" cy="1"/>
                  </a:xfrm>
                  <a:custGeom>
                    <a:avLst/>
                    <a:gdLst>
                      <a:gd name="T0" fmla="*/ 0 w 103"/>
                      <a:gd name="T1" fmla="*/ 0 h 1"/>
                      <a:gd name="T2" fmla="*/ 103 w 103"/>
                      <a:gd name="T3" fmla="*/ 0 h 1"/>
                      <a:gd name="T4" fmla="*/ 0 60000 65536"/>
                      <a:gd name="T5" fmla="*/ 0 60000 65536"/>
                      <a:gd name="T6" fmla="*/ 0 w 103"/>
                      <a:gd name="T7" fmla="*/ 0 h 1"/>
                      <a:gd name="T8" fmla="*/ 103 w 10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3" h="1">
                        <a:moveTo>
                          <a:pt x="0" y="0"/>
                        </a:moveTo>
                        <a:lnTo>
                          <a:pt x="103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31" name="Freeform 66">
                    <a:extLst>
                      <a:ext uri="{FF2B5EF4-FFF2-40B4-BE49-F238E27FC236}">
                        <a16:creationId xmlns:a16="http://schemas.microsoft.com/office/drawing/2014/main" id="{EDCA96C1-5371-48FE-AC5B-5435841EA3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15" y="2350"/>
                    <a:ext cx="113" cy="1"/>
                  </a:xfrm>
                  <a:custGeom>
                    <a:avLst/>
                    <a:gdLst>
                      <a:gd name="T0" fmla="*/ 113 w 113"/>
                      <a:gd name="T1" fmla="*/ 1 h 1"/>
                      <a:gd name="T2" fmla="*/ 0 w 113"/>
                      <a:gd name="T3" fmla="*/ 0 h 1"/>
                      <a:gd name="T4" fmla="*/ 0 60000 65536"/>
                      <a:gd name="T5" fmla="*/ 0 60000 65536"/>
                      <a:gd name="T6" fmla="*/ 0 w 113"/>
                      <a:gd name="T7" fmla="*/ 0 h 1"/>
                      <a:gd name="T8" fmla="*/ 113 w 11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3" h="1">
                        <a:moveTo>
                          <a:pt x="113" y="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32" name="Line 67">
                    <a:extLst>
                      <a:ext uri="{FF2B5EF4-FFF2-40B4-BE49-F238E27FC236}">
                        <a16:creationId xmlns:a16="http://schemas.microsoft.com/office/drawing/2014/main" id="{4AD8A9D7-1C13-4BD7-A59E-D97D5F4365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81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33" name="Line 68">
                    <a:extLst>
                      <a:ext uri="{FF2B5EF4-FFF2-40B4-BE49-F238E27FC236}">
                        <a16:creationId xmlns:a16="http://schemas.microsoft.com/office/drawing/2014/main" id="{5FD8D824-93A1-45DD-9EB0-71BEBCD9A3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64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34" name="Freeform 69">
                    <a:extLst>
                      <a:ext uri="{FF2B5EF4-FFF2-40B4-BE49-F238E27FC236}">
                        <a16:creationId xmlns:a16="http://schemas.microsoft.com/office/drawing/2014/main" id="{6CA08967-8BCB-46C2-ACD9-CB9A694E4A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35" name="Line 70">
                    <a:extLst>
                      <a:ext uri="{FF2B5EF4-FFF2-40B4-BE49-F238E27FC236}">
                        <a16:creationId xmlns:a16="http://schemas.microsoft.com/office/drawing/2014/main" id="{5A8F0075-2A29-4588-A3B0-F1B051023D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289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36" name="Line 71">
                    <a:extLst>
                      <a:ext uri="{FF2B5EF4-FFF2-40B4-BE49-F238E27FC236}">
                        <a16:creationId xmlns:a16="http://schemas.microsoft.com/office/drawing/2014/main" id="{1A4166E1-22AC-4FDA-B545-37FCBC20DD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368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37" name="Freeform 72">
                    <a:extLst>
                      <a:ext uri="{FF2B5EF4-FFF2-40B4-BE49-F238E27FC236}">
                        <a16:creationId xmlns:a16="http://schemas.microsoft.com/office/drawing/2014/main" id="{50ABD2B4-DEA9-4AD1-A2F9-7AB66CA465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90" y="2351"/>
                    <a:ext cx="109" cy="1"/>
                  </a:xfrm>
                  <a:custGeom>
                    <a:avLst/>
                    <a:gdLst>
                      <a:gd name="T0" fmla="*/ 0 w 109"/>
                      <a:gd name="T1" fmla="*/ 0 h 1"/>
                      <a:gd name="T2" fmla="*/ 109 w 109"/>
                      <a:gd name="T3" fmla="*/ 0 h 1"/>
                      <a:gd name="T4" fmla="*/ 0 60000 65536"/>
                      <a:gd name="T5" fmla="*/ 0 60000 65536"/>
                      <a:gd name="T6" fmla="*/ 0 w 109"/>
                      <a:gd name="T7" fmla="*/ 0 h 1"/>
                      <a:gd name="T8" fmla="*/ 109 w 10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9" h="1">
                        <a:moveTo>
                          <a:pt x="0" y="0"/>
                        </a:moveTo>
                        <a:lnTo>
                          <a:pt x="10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38" name="Freeform 73">
                    <a:extLst>
                      <a:ext uri="{FF2B5EF4-FFF2-40B4-BE49-F238E27FC236}">
                        <a16:creationId xmlns:a16="http://schemas.microsoft.com/office/drawing/2014/main" id="{A4F1AA92-C574-4FE4-A5E8-AB49EAC0DE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1" y="2351"/>
                    <a:ext cx="89" cy="1"/>
                  </a:xfrm>
                  <a:custGeom>
                    <a:avLst/>
                    <a:gdLst>
                      <a:gd name="T0" fmla="*/ 89 w 89"/>
                      <a:gd name="T1" fmla="*/ 0 h 1"/>
                      <a:gd name="T2" fmla="*/ 0 w 89"/>
                      <a:gd name="T3" fmla="*/ 0 h 1"/>
                      <a:gd name="T4" fmla="*/ 0 60000 65536"/>
                      <a:gd name="T5" fmla="*/ 0 60000 65536"/>
                      <a:gd name="T6" fmla="*/ 0 w 89"/>
                      <a:gd name="T7" fmla="*/ 0 h 1"/>
                      <a:gd name="T8" fmla="*/ 89 w 8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89" h="1">
                        <a:moveTo>
                          <a:pt x="89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39" name="Line 74">
                    <a:extLst>
                      <a:ext uri="{FF2B5EF4-FFF2-40B4-BE49-F238E27FC236}">
                        <a16:creationId xmlns:a16="http://schemas.microsoft.com/office/drawing/2014/main" id="{169770A1-F74E-4C63-AC68-B0E180A48E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57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40" name="Line 75">
                    <a:extLst>
                      <a:ext uri="{FF2B5EF4-FFF2-40B4-BE49-F238E27FC236}">
                        <a16:creationId xmlns:a16="http://schemas.microsoft.com/office/drawing/2014/main" id="{1FBEA52F-B2E4-4610-B8C3-C5514D2CB9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40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41" name="Freeform 76">
                    <a:extLst>
                      <a:ext uri="{FF2B5EF4-FFF2-40B4-BE49-F238E27FC236}">
                        <a16:creationId xmlns:a16="http://schemas.microsoft.com/office/drawing/2014/main" id="{A77458A7-94AC-458F-B3D4-63E515D3DE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2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42" name="Line 77">
                    <a:extLst>
                      <a:ext uri="{FF2B5EF4-FFF2-40B4-BE49-F238E27FC236}">
                        <a16:creationId xmlns:a16="http://schemas.microsoft.com/office/drawing/2014/main" id="{201836EF-C9ED-4971-A351-6E6A1F25F2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865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43" name="Line 78">
                    <a:extLst>
                      <a:ext uri="{FF2B5EF4-FFF2-40B4-BE49-F238E27FC236}">
                        <a16:creationId xmlns:a16="http://schemas.microsoft.com/office/drawing/2014/main" id="{735AB983-00BB-4DEB-A42E-3C7A573209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944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44" name="Freeform 79">
                    <a:extLst>
                      <a:ext uri="{FF2B5EF4-FFF2-40B4-BE49-F238E27FC236}">
                        <a16:creationId xmlns:a16="http://schemas.microsoft.com/office/drawing/2014/main" id="{4EBC2897-455B-40E4-8624-87CCC5F001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6" y="2351"/>
                    <a:ext cx="115" cy="1"/>
                  </a:xfrm>
                  <a:custGeom>
                    <a:avLst/>
                    <a:gdLst>
                      <a:gd name="T0" fmla="*/ 0 w 115"/>
                      <a:gd name="T1" fmla="*/ 0 h 1"/>
                      <a:gd name="T2" fmla="*/ 115 w 115"/>
                      <a:gd name="T3" fmla="*/ 0 h 1"/>
                      <a:gd name="T4" fmla="*/ 0 60000 65536"/>
                      <a:gd name="T5" fmla="*/ 0 60000 65536"/>
                      <a:gd name="T6" fmla="*/ 0 w 115"/>
                      <a:gd name="T7" fmla="*/ 0 h 1"/>
                      <a:gd name="T8" fmla="*/ 115 w 115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5" h="1">
                        <a:moveTo>
                          <a:pt x="0" y="0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45" name="Freeform 80">
                    <a:extLst>
                      <a:ext uri="{FF2B5EF4-FFF2-40B4-BE49-F238E27FC236}">
                        <a16:creationId xmlns:a16="http://schemas.microsoft.com/office/drawing/2014/main" id="{564FBD9E-4478-4325-948A-DCCD309DA4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87" y="2351"/>
                    <a:ext cx="90" cy="1"/>
                  </a:xfrm>
                  <a:custGeom>
                    <a:avLst/>
                    <a:gdLst>
                      <a:gd name="T0" fmla="*/ 90 w 90"/>
                      <a:gd name="T1" fmla="*/ 0 h 1"/>
                      <a:gd name="T2" fmla="*/ 0 w 90"/>
                      <a:gd name="T3" fmla="*/ 0 h 1"/>
                      <a:gd name="T4" fmla="*/ 0 60000 65536"/>
                      <a:gd name="T5" fmla="*/ 0 60000 65536"/>
                      <a:gd name="T6" fmla="*/ 0 w 90"/>
                      <a:gd name="T7" fmla="*/ 0 h 1"/>
                      <a:gd name="T8" fmla="*/ 90 w 9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1">
                        <a:moveTo>
                          <a:pt x="9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46" name="Line 81">
                    <a:extLst>
                      <a:ext uri="{FF2B5EF4-FFF2-40B4-BE49-F238E27FC236}">
                        <a16:creationId xmlns:a16="http://schemas.microsoft.com/office/drawing/2014/main" id="{C621640C-237B-471E-8DD3-F5FA0DF6F5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33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47" name="Line 82">
                    <a:extLst>
                      <a:ext uri="{FF2B5EF4-FFF2-40B4-BE49-F238E27FC236}">
                        <a16:creationId xmlns:a16="http://schemas.microsoft.com/office/drawing/2014/main" id="{35BD6E05-E77A-4A2C-AD3D-61CBD259B5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16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48" name="Freeform 83">
                    <a:extLst>
                      <a:ext uri="{FF2B5EF4-FFF2-40B4-BE49-F238E27FC236}">
                        <a16:creationId xmlns:a16="http://schemas.microsoft.com/office/drawing/2014/main" id="{8679F3D4-9716-4977-AA3D-2537B4FD7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68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49" name="Line 84">
                    <a:extLst>
                      <a:ext uri="{FF2B5EF4-FFF2-40B4-BE49-F238E27FC236}">
                        <a16:creationId xmlns:a16="http://schemas.microsoft.com/office/drawing/2014/main" id="{FF946CBF-F36D-4188-BBB2-D1A1F7C3C3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441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50" name="Line 85">
                    <a:extLst>
                      <a:ext uri="{FF2B5EF4-FFF2-40B4-BE49-F238E27FC236}">
                        <a16:creationId xmlns:a16="http://schemas.microsoft.com/office/drawing/2014/main" id="{D8CE7541-7142-4AA9-94EA-31ED10AAF4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520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51" name="Freeform 86">
                    <a:extLst>
                      <a:ext uri="{FF2B5EF4-FFF2-40B4-BE49-F238E27FC236}">
                        <a16:creationId xmlns:a16="http://schemas.microsoft.com/office/drawing/2014/main" id="{D6F1CC20-2726-4E47-8441-71AFA9739B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55" y="2350"/>
                    <a:ext cx="100" cy="1"/>
                  </a:xfrm>
                  <a:custGeom>
                    <a:avLst/>
                    <a:gdLst>
                      <a:gd name="T0" fmla="*/ 0 w 100"/>
                      <a:gd name="T1" fmla="*/ 0 h 1"/>
                      <a:gd name="T2" fmla="*/ 100 w 100"/>
                      <a:gd name="T3" fmla="*/ 1 h 1"/>
                      <a:gd name="T4" fmla="*/ 0 60000 65536"/>
                      <a:gd name="T5" fmla="*/ 0 60000 65536"/>
                      <a:gd name="T6" fmla="*/ 0 w 100"/>
                      <a:gd name="T7" fmla="*/ 0 h 1"/>
                      <a:gd name="T8" fmla="*/ 100 w 10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0" h="1">
                        <a:moveTo>
                          <a:pt x="0" y="0"/>
                        </a:moveTo>
                        <a:lnTo>
                          <a:pt x="100" y="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52" name="Freeform 87">
                    <a:extLst>
                      <a:ext uri="{FF2B5EF4-FFF2-40B4-BE49-F238E27FC236}">
                        <a16:creationId xmlns:a16="http://schemas.microsoft.com/office/drawing/2014/main" id="{229AA51C-73C5-48C7-A533-2A8B526710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3" y="2351"/>
                    <a:ext cx="108" cy="1"/>
                  </a:xfrm>
                  <a:custGeom>
                    <a:avLst/>
                    <a:gdLst>
                      <a:gd name="T0" fmla="*/ 108 w 108"/>
                      <a:gd name="T1" fmla="*/ 0 h 1"/>
                      <a:gd name="T2" fmla="*/ 0 w 108"/>
                      <a:gd name="T3" fmla="*/ 0 h 1"/>
                      <a:gd name="T4" fmla="*/ 0 60000 65536"/>
                      <a:gd name="T5" fmla="*/ 0 60000 65536"/>
                      <a:gd name="T6" fmla="*/ 0 w 108"/>
                      <a:gd name="T7" fmla="*/ 0 h 1"/>
                      <a:gd name="T8" fmla="*/ 108 w 10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8" h="1">
                        <a:moveTo>
                          <a:pt x="10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53" name="Line 88">
                    <a:extLst>
                      <a:ext uri="{FF2B5EF4-FFF2-40B4-BE49-F238E27FC236}">
                        <a16:creationId xmlns:a16="http://schemas.microsoft.com/office/drawing/2014/main" id="{1C0AD211-BA3F-4F0C-9EDD-BEB1B39C4E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209" y="2696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54" name="Line 89">
                    <a:extLst>
                      <a:ext uri="{FF2B5EF4-FFF2-40B4-BE49-F238E27FC236}">
                        <a16:creationId xmlns:a16="http://schemas.microsoft.com/office/drawing/2014/main" id="{251EB574-76D0-45C4-976A-8664EC1111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192" y="2694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55" name="Freeform 90">
                    <a:extLst>
                      <a:ext uri="{FF2B5EF4-FFF2-40B4-BE49-F238E27FC236}">
                        <a16:creationId xmlns:a16="http://schemas.microsoft.com/office/drawing/2014/main" id="{BD7243C6-8A50-4940-93DA-F9F6897369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44" y="269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56" name="Line 91">
                    <a:extLst>
                      <a:ext uri="{FF2B5EF4-FFF2-40B4-BE49-F238E27FC236}">
                        <a16:creationId xmlns:a16="http://schemas.microsoft.com/office/drawing/2014/main" id="{A8A88724-A6A4-4B32-8E82-E66A469016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17" y="2696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57" name="Line 92">
                    <a:extLst>
                      <a:ext uri="{FF2B5EF4-FFF2-40B4-BE49-F238E27FC236}">
                        <a16:creationId xmlns:a16="http://schemas.microsoft.com/office/drawing/2014/main" id="{39CCC006-8F98-4B5A-B08A-6F17DEC487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96" y="2698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58" name="Freeform 93">
                    <a:extLst>
                      <a:ext uri="{FF2B5EF4-FFF2-40B4-BE49-F238E27FC236}">
                        <a16:creationId xmlns:a16="http://schemas.microsoft.com/office/drawing/2014/main" id="{084F72EA-7F36-4908-8755-3A50C94ED9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340" y="2349"/>
                    <a:ext cx="90" cy="2"/>
                  </a:xfrm>
                  <a:custGeom>
                    <a:avLst/>
                    <a:gdLst>
                      <a:gd name="T0" fmla="*/ 0 w 90"/>
                      <a:gd name="T1" fmla="*/ 0 h 2"/>
                      <a:gd name="T2" fmla="*/ 90 w 90"/>
                      <a:gd name="T3" fmla="*/ 2 h 2"/>
                      <a:gd name="T4" fmla="*/ 0 60000 65536"/>
                      <a:gd name="T5" fmla="*/ 0 60000 65536"/>
                      <a:gd name="T6" fmla="*/ 0 w 90"/>
                      <a:gd name="T7" fmla="*/ 0 h 2"/>
                      <a:gd name="T8" fmla="*/ 90 w 90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2">
                        <a:moveTo>
                          <a:pt x="0" y="0"/>
                        </a:moveTo>
                        <a:lnTo>
                          <a:pt x="90" y="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59" name="Freeform 94">
                    <a:extLst>
                      <a:ext uri="{FF2B5EF4-FFF2-40B4-BE49-F238E27FC236}">
                        <a16:creationId xmlns:a16="http://schemas.microsoft.com/office/drawing/2014/main" id="{5A3DAE12-E928-4BFC-AC17-DEC638B036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9" y="2351"/>
                    <a:ext cx="104" cy="1"/>
                  </a:xfrm>
                  <a:custGeom>
                    <a:avLst/>
                    <a:gdLst>
                      <a:gd name="T0" fmla="*/ 104 w 104"/>
                      <a:gd name="T1" fmla="*/ 0 h 1"/>
                      <a:gd name="T2" fmla="*/ 0 w 104"/>
                      <a:gd name="T3" fmla="*/ 0 h 1"/>
                      <a:gd name="T4" fmla="*/ 0 60000 65536"/>
                      <a:gd name="T5" fmla="*/ 0 60000 65536"/>
                      <a:gd name="T6" fmla="*/ 0 w 104"/>
                      <a:gd name="T7" fmla="*/ 0 h 1"/>
                      <a:gd name="T8" fmla="*/ 104 w 104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4" h="1">
                        <a:moveTo>
                          <a:pt x="104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3260" name="Group 95">
                    <a:extLst>
                      <a:ext uri="{FF2B5EF4-FFF2-40B4-BE49-F238E27FC236}">
                        <a16:creationId xmlns:a16="http://schemas.microsoft.com/office/drawing/2014/main" id="{AD3C5E4F-621B-46D2-AFB6-1C67BF70A4D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672" y="2632"/>
                    <a:ext cx="192" cy="158"/>
                    <a:chOff x="4692" y="2634"/>
                    <a:chExt cx="192" cy="158"/>
                  </a:xfrm>
                </p:grpSpPr>
                <p:grpSp>
                  <p:nvGrpSpPr>
                    <p:cNvPr id="43403" name="Group 96">
                      <a:extLst>
                        <a:ext uri="{FF2B5EF4-FFF2-40B4-BE49-F238E27FC236}">
                          <a16:creationId xmlns:a16="http://schemas.microsoft.com/office/drawing/2014/main" id="{FEEF680B-0BB4-4473-B61E-E148BB3B6BC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836" y="2634"/>
                      <a:ext cx="48" cy="158"/>
                      <a:chOff x="4836" y="2634"/>
                      <a:chExt cx="48" cy="158"/>
                    </a:xfrm>
                  </p:grpSpPr>
                  <p:sp>
                    <p:nvSpPr>
                      <p:cNvPr id="43408" name="Line 97">
                        <a:extLst>
                          <a:ext uri="{FF2B5EF4-FFF2-40B4-BE49-F238E27FC236}">
                            <a16:creationId xmlns:a16="http://schemas.microsoft.com/office/drawing/2014/main" id="{C2618166-821A-4519-B71A-A3F6762C819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805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3409" name="Line 98">
                        <a:extLst>
                          <a:ext uri="{FF2B5EF4-FFF2-40B4-BE49-F238E27FC236}">
                            <a16:creationId xmlns:a16="http://schemas.microsoft.com/office/drawing/2014/main" id="{0444BFB2-0AE0-46FA-9E2A-A977FECD7FB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788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43404" name="Freeform 99">
                      <a:extLst>
                        <a:ext uri="{FF2B5EF4-FFF2-40B4-BE49-F238E27FC236}">
                          <a16:creationId xmlns:a16="http://schemas.microsoft.com/office/drawing/2014/main" id="{B3E7E7F4-BCD3-4E42-8CBB-0180972BC27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740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43405" name="Group 100">
                      <a:extLst>
                        <a:ext uri="{FF2B5EF4-FFF2-40B4-BE49-F238E27FC236}">
                          <a16:creationId xmlns:a16="http://schemas.microsoft.com/office/drawing/2014/main" id="{354C9C50-5720-4988-8EDB-96F1575320A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2" y="2634"/>
                      <a:ext cx="48" cy="158"/>
                      <a:chOff x="4692" y="2634"/>
                      <a:chExt cx="48" cy="158"/>
                    </a:xfrm>
                  </p:grpSpPr>
                  <p:sp>
                    <p:nvSpPr>
                      <p:cNvPr id="43406" name="Line 101">
                        <a:extLst>
                          <a:ext uri="{FF2B5EF4-FFF2-40B4-BE49-F238E27FC236}">
                            <a16:creationId xmlns:a16="http://schemas.microsoft.com/office/drawing/2014/main" id="{68902D1B-64A4-4449-B13B-6B1E6A0C133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13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3407" name="Line 102">
                        <a:extLst>
                          <a:ext uri="{FF2B5EF4-FFF2-40B4-BE49-F238E27FC236}">
                            <a16:creationId xmlns:a16="http://schemas.microsoft.com/office/drawing/2014/main" id="{C819044E-EE9A-4EFD-96CD-00BFFADD28C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92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43261" name="Freeform 103">
                    <a:extLst>
                      <a:ext uri="{FF2B5EF4-FFF2-40B4-BE49-F238E27FC236}">
                        <a16:creationId xmlns:a16="http://schemas.microsoft.com/office/drawing/2014/main" id="{835D1DFA-5A5E-4021-B02E-1D44911C53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894" y="2351"/>
                    <a:ext cx="107" cy="1"/>
                  </a:xfrm>
                  <a:custGeom>
                    <a:avLst/>
                    <a:gdLst>
                      <a:gd name="T0" fmla="*/ 0 w 107"/>
                      <a:gd name="T1" fmla="*/ 0 h 1"/>
                      <a:gd name="T2" fmla="*/ 107 w 107"/>
                      <a:gd name="T3" fmla="*/ 0 h 1"/>
                      <a:gd name="T4" fmla="*/ 0 60000 65536"/>
                      <a:gd name="T5" fmla="*/ 0 60000 65536"/>
                      <a:gd name="T6" fmla="*/ 0 w 107"/>
                      <a:gd name="T7" fmla="*/ 0 h 1"/>
                      <a:gd name="T8" fmla="*/ 107 w 10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7" h="1">
                        <a:moveTo>
                          <a:pt x="0" y="0"/>
                        </a:moveTo>
                        <a:lnTo>
                          <a:pt x="10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62" name="Freeform 104">
                    <a:extLst>
                      <a:ext uri="{FF2B5EF4-FFF2-40B4-BE49-F238E27FC236}">
                        <a16:creationId xmlns:a16="http://schemas.microsoft.com/office/drawing/2014/main" id="{F60CEA68-D5F6-4CF1-A696-45070F8196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5" y="2351"/>
                    <a:ext cx="96" cy="1"/>
                  </a:xfrm>
                  <a:custGeom>
                    <a:avLst/>
                    <a:gdLst>
                      <a:gd name="T0" fmla="*/ 96 w 96"/>
                      <a:gd name="T1" fmla="*/ 0 h 1"/>
                      <a:gd name="T2" fmla="*/ 0 w 96"/>
                      <a:gd name="T3" fmla="*/ 0 h 1"/>
                      <a:gd name="T4" fmla="*/ 0 60000 65536"/>
                      <a:gd name="T5" fmla="*/ 0 60000 65536"/>
                      <a:gd name="T6" fmla="*/ 0 w 96"/>
                      <a:gd name="T7" fmla="*/ 0 h 1"/>
                      <a:gd name="T8" fmla="*/ 96 w 96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1">
                        <a:moveTo>
                          <a:pt x="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3263" name="Group 105">
                    <a:extLst>
                      <a:ext uri="{FF2B5EF4-FFF2-40B4-BE49-F238E27FC236}">
                        <a16:creationId xmlns:a16="http://schemas.microsoft.com/office/drawing/2014/main" id="{33BF6C77-73A2-434D-9B54-44596AFD61F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39" y="2632"/>
                    <a:ext cx="192" cy="158"/>
                    <a:chOff x="5259" y="2634"/>
                    <a:chExt cx="192" cy="158"/>
                  </a:xfrm>
                </p:grpSpPr>
                <p:grpSp>
                  <p:nvGrpSpPr>
                    <p:cNvPr id="43396" name="Group 106">
                      <a:extLst>
                        <a:ext uri="{FF2B5EF4-FFF2-40B4-BE49-F238E27FC236}">
                          <a16:creationId xmlns:a16="http://schemas.microsoft.com/office/drawing/2014/main" id="{4003D770-7B9F-4F74-8551-73A22B58C6D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403" y="2634"/>
                      <a:ext cx="48" cy="158"/>
                      <a:chOff x="5403" y="2634"/>
                      <a:chExt cx="48" cy="158"/>
                    </a:xfrm>
                  </p:grpSpPr>
                  <p:sp>
                    <p:nvSpPr>
                      <p:cNvPr id="43401" name="Line 107">
                        <a:extLst>
                          <a:ext uri="{FF2B5EF4-FFF2-40B4-BE49-F238E27FC236}">
                            <a16:creationId xmlns:a16="http://schemas.microsoft.com/office/drawing/2014/main" id="{CE994D12-1162-49B1-82AE-AD739D96A49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72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3402" name="Line 108">
                        <a:extLst>
                          <a:ext uri="{FF2B5EF4-FFF2-40B4-BE49-F238E27FC236}">
                            <a16:creationId xmlns:a16="http://schemas.microsoft.com/office/drawing/2014/main" id="{1DFCC30C-57FC-4BBB-8F2A-1A7713A22D4B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55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43397" name="Freeform 109">
                      <a:extLst>
                        <a:ext uri="{FF2B5EF4-FFF2-40B4-BE49-F238E27FC236}">
                          <a16:creationId xmlns:a16="http://schemas.microsoft.com/office/drawing/2014/main" id="{536C1CFE-D0AA-47C6-AD7A-5907CD6902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307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43398" name="Group 110">
                      <a:extLst>
                        <a:ext uri="{FF2B5EF4-FFF2-40B4-BE49-F238E27FC236}">
                          <a16:creationId xmlns:a16="http://schemas.microsoft.com/office/drawing/2014/main" id="{909633E4-BD7F-45E4-AF21-A9DC9ACD49B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259" y="2634"/>
                      <a:ext cx="48" cy="158"/>
                      <a:chOff x="5259" y="2634"/>
                      <a:chExt cx="48" cy="158"/>
                    </a:xfrm>
                  </p:grpSpPr>
                  <p:sp>
                    <p:nvSpPr>
                      <p:cNvPr id="43399" name="Line 111">
                        <a:extLst>
                          <a:ext uri="{FF2B5EF4-FFF2-40B4-BE49-F238E27FC236}">
                            <a16:creationId xmlns:a16="http://schemas.microsoft.com/office/drawing/2014/main" id="{F116855C-394B-4F66-AE9B-AC612CF7A33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180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43400" name="Line 112">
                        <a:extLst>
                          <a:ext uri="{FF2B5EF4-FFF2-40B4-BE49-F238E27FC236}">
                            <a16:creationId xmlns:a16="http://schemas.microsoft.com/office/drawing/2014/main" id="{EE43A1D0-F920-4396-B211-36F31A0DD6D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259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43264" name="Freeform 113">
                    <a:extLst>
                      <a:ext uri="{FF2B5EF4-FFF2-40B4-BE49-F238E27FC236}">
                        <a16:creationId xmlns:a16="http://schemas.microsoft.com/office/drawing/2014/main" id="{74878530-4CEF-4923-8F7A-D38E5E41EA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71" y="2349"/>
                    <a:ext cx="96" cy="2"/>
                  </a:xfrm>
                  <a:custGeom>
                    <a:avLst/>
                    <a:gdLst>
                      <a:gd name="T0" fmla="*/ 0 w 96"/>
                      <a:gd name="T1" fmla="*/ 0 h 2"/>
                      <a:gd name="T2" fmla="*/ 96 w 96"/>
                      <a:gd name="T3" fmla="*/ 2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0"/>
                        </a:moveTo>
                        <a:lnTo>
                          <a:pt x="96" y="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65" name="Freeform 114">
                    <a:extLst>
                      <a:ext uri="{FF2B5EF4-FFF2-40B4-BE49-F238E27FC236}">
                        <a16:creationId xmlns:a16="http://schemas.microsoft.com/office/drawing/2014/main" id="{DB82A818-5DA4-47A7-A1B7-F1026F52FE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2" y="2351"/>
                    <a:ext cx="101" cy="1"/>
                  </a:xfrm>
                  <a:custGeom>
                    <a:avLst/>
                    <a:gdLst>
                      <a:gd name="T0" fmla="*/ 101 w 101"/>
                      <a:gd name="T1" fmla="*/ 0 h 1"/>
                      <a:gd name="T2" fmla="*/ 0 w 101"/>
                      <a:gd name="T3" fmla="*/ 0 h 1"/>
                      <a:gd name="T4" fmla="*/ 0 60000 65536"/>
                      <a:gd name="T5" fmla="*/ 0 60000 65536"/>
                      <a:gd name="T6" fmla="*/ 0 w 101"/>
                      <a:gd name="T7" fmla="*/ 0 h 1"/>
                      <a:gd name="T8" fmla="*/ 101 w 101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1" h="1">
                        <a:moveTo>
                          <a:pt x="10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66" name="Freeform 115">
                    <a:extLst>
                      <a:ext uri="{FF2B5EF4-FFF2-40B4-BE49-F238E27FC236}">
                        <a16:creationId xmlns:a16="http://schemas.microsoft.com/office/drawing/2014/main" id="{B124E8E7-7D5C-4FC4-B66C-BF09A31DD5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2" y="854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67" name="Line 116">
                    <a:extLst>
                      <a:ext uri="{FF2B5EF4-FFF2-40B4-BE49-F238E27FC236}">
                        <a16:creationId xmlns:a16="http://schemas.microsoft.com/office/drawing/2014/main" id="{4A52F715-32B2-4A4A-867A-1EAB39B298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96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68" name="Line 117">
                    <a:extLst>
                      <a:ext uri="{FF2B5EF4-FFF2-40B4-BE49-F238E27FC236}">
                        <a16:creationId xmlns:a16="http://schemas.microsoft.com/office/drawing/2014/main" id="{2E9BA832-B8AC-48B3-929D-B8992A28FA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72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69" name="Line 118">
                    <a:extLst>
                      <a:ext uri="{FF2B5EF4-FFF2-40B4-BE49-F238E27FC236}">
                        <a16:creationId xmlns:a16="http://schemas.microsoft.com/office/drawing/2014/main" id="{A65DA6B5-3B11-44D3-8A13-E311A7F1B9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48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70" name="Line 119">
                    <a:extLst>
                      <a:ext uri="{FF2B5EF4-FFF2-40B4-BE49-F238E27FC236}">
                        <a16:creationId xmlns:a16="http://schemas.microsoft.com/office/drawing/2014/main" id="{8719CA10-8A6C-467D-A264-DD28EF39E8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24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71" name="Line 120">
                    <a:extLst>
                      <a:ext uri="{FF2B5EF4-FFF2-40B4-BE49-F238E27FC236}">
                        <a16:creationId xmlns:a16="http://schemas.microsoft.com/office/drawing/2014/main" id="{F8D875E8-F28E-417B-8DF8-831CF5BE44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600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72" name="Line 121">
                    <a:extLst>
                      <a:ext uri="{FF2B5EF4-FFF2-40B4-BE49-F238E27FC236}">
                        <a16:creationId xmlns:a16="http://schemas.microsoft.com/office/drawing/2014/main" id="{C45C2B44-0080-48B8-9F59-FBB6849D94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76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73" name="Line 122">
                    <a:extLst>
                      <a:ext uri="{FF2B5EF4-FFF2-40B4-BE49-F238E27FC236}">
                        <a16:creationId xmlns:a16="http://schemas.microsoft.com/office/drawing/2014/main" id="{65CA6B0A-D810-4FB9-AF1C-57478ED0BF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52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74" name="Line 123">
                    <a:extLst>
                      <a:ext uri="{FF2B5EF4-FFF2-40B4-BE49-F238E27FC236}">
                        <a16:creationId xmlns:a16="http://schemas.microsoft.com/office/drawing/2014/main" id="{38CEA1D6-BA0D-4D2F-AABD-B0C4C595D6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28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75" name="Freeform 124">
                    <a:extLst>
                      <a:ext uri="{FF2B5EF4-FFF2-40B4-BE49-F238E27FC236}">
                        <a16:creationId xmlns:a16="http://schemas.microsoft.com/office/drawing/2014/main" id="{C97DDE77-B172-4719-9EFD-C674C18045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9" y="2706"/>
                    <a:ext cx="1" cy="166"/>
                  </a:xfrm>
                  <a:custGeom>
                    <a:avLst/>
                    <a:gdLst>
                      <a:gd name="T0" fmla="*/ 1 w 1"/>
                      <a:gd name="T1" fmla="*/ 0 h 166"/>
                      <a:gd name="T2" fmla="*/ 0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1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76" name="Freeform 125">
                    <a:extLst>
                      <a:ext uri="{FF2B5EF4-FFF2-40B4-BE49-F238E27FC236}">
                        <a16:creationId xmlns:a16="http://schemas.microsoft.com/office/drawing/2014/main" id="{494846FF-EAD7-4E68-8AB3-A959B1D12D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84" y="2706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2695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77" name="Freeform 126">
                    <a:extLst>
                      <a:ext uri="{FF2B5EF4-FFF2-40B4-BE49-F238E27FC236}">
                        <a16:creationId xmlns:a16="http://schemas.microsoft.com/office/drawing/2014/main" id="{B5BF54FA-4508-4886-BC83-DFD4BD22D8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58" y="2706"/>
                    <a:ext cx="4" cy="166"/>
                  </a:xfrm>
                  <a:custGeom>
                    <a:avLst/>
                    <a:gdLst>
                      <a:gd name="T0" fmla="*/ 4 w 4"/>
                      <a:gd name="T1" fmla="*/ 0 h 166"/>
                      <a:gd name="T2" fmla="*/ 0 w 4"/>
                      <a:gd name="T3" fmla="*/ 166 h 166"/>
                      <a:gd name="T4" fmla="*/ 0 60000 65536"/>
                      <a:gd name="T5" fmla="*/ 0 60000 65536"/>
                      <a:gd name="T6" fmla="*/ 0 w 4"/>
                      <a:gd name="T7" fmla="*/ 0 h 166"/>
                      <a:gd name="T8" fmla="*/ 4 w 4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166">
                        <a:moveTo>
                          <a:pt x="4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78" name="Freeform 127">
                    <a:extLst>
                      <a:ext uri="{FF2B5EF4-FFF2-40B4-BE49-F238E27FC236}">
                        <a16:creationId xmlns:a16="http://schemas.microsoft.com/office/drawing/2014/main" id="{F226940A-78FF-434B-AD1A-35EAB01E79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10" y="2706"/>
                    <a:ext cx="2" cy="175"/>
                  </a:xfrm>
                  <a:custGeom>
                    <a:avLst/>
                    <a:gdLst>
                      <a:gd name="T0" fmla="*/ 2 w 2"/>
                      <a:gd name="T1" fmla="*/ 0 h 175"/>
                      <a:gd name="T2" fmla="*/ 0 w 2"/>
                      <a:gd name="T3" fmla="*/ 175 h 175"/>
                      <a:gd name="T4" fmla="*/ 0 60000 65536"/>
                      <a:gd name="T5" fmla="*/ 0 60000 65536"/>
                      <a:gd name="T6" fmla="*/ 0 w 2"/>
                      <a:gd name="T7" fmla="*/ 0 h 175"/>
                      <a:gd name="T8" fmla="*/ 2 w 2"/>
                      <a:gd name="T9" fmla="*/ 175 h 17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" h="175">
                        <a:moveTo>
                          <a:pt x="2" y="0"/>
                        </a:moveTo>
                        <a:lnTo>
                          <a:pt x="0" y="17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79" name="Freeform 128">
                    <a:extLst>
                      <a:ext uri="{FF2B5EF4-FFF2-40B4-BE49-F238E27FC236}">
                        <a16:creationId xmlns:a16="http://schemas.microsoft.com/office/drawing/2014/main" id="{A7E65DB5-1DCD-4419-AB30-2F906374D7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64" y="2695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80" name="Freeform 129">
                    <a:extLst>
                      <a:ext uri="{FF2B5EF4-FFF2-40B4-BE49-F238E27FC236}">
                        <a16:creationId xmlns:a16="http://schemas.microsoft.com/office/drawing/2014/main" id="{1D0729AF-F7D3-4432-ADA4-8C81834471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2" y="1478"/>
                    <a:ext cx="4422" cy="1"/>
                  </a:xfrm>
                  <a:custGeom>
                    <a:avLst/>
                    <a:gdLst>
                      <a:gd name="T0" fmla="*/ 0 w 4422"/>
                      <a:gd name="T1" fmla="*/ 1 h 1"/>
                      <a:gd name="T2" fmla="*/ 4422 w 4422"/>
                      <a:gd name="T3" fmla="*/ 0 h 1"/>
                      <a:gd name="T4" fmla="*/ 0 60000 65536"/>
                      <a:gd name="T5" fmla="*/ 0 60000 65536"/>
                      <a:gd name="T6" fmla="*/ 0 w 4422"/>
                      <a:gd name="T7" fmla="*/ 0 h 1"/>
                      <a:gd name="T8" fmla="*/ 4422 w 442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22" h="1">
                        <a:moveTo>
                          <a:pt x="0" y="1"/>
                        </a:moveTo>
                        <a:lnTo>
                          <a:pt x="442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81" name="Line 130">
                    <a:extLst>
                      <a:ext uri="{FF2B5EF4-FFF2-40B4-BE49-F238E27FC236}">
                        <a16:creationId xmlns:a16="http://schemas.microsoft.com/office/drawing/2014/main" id="{68972856-554E-49EF-871C-3753164B56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96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82" name="Line 131">
                    <a:extLst>
                      <a:ext uri="{FF2B5EF4-FFF2-40B4-BE49-F238E27FC236}">
                        <a16:creationId xmlns:a16="http://schemas.microsoft.com/office/drawing/2014/main" id="{8A703F67-5034-4E76-A8EE-FAFC241292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72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83" name="Line 132">
                    <a:extLst>
                      <a:ext uri="{FF2B5EF4-FFF2-40B4-BE49-F238E27FC236}">
                        <a16:creationId xmlns:a16="http://schemas.microsoft.com/office/drawing/2014/main" id="{9453A886-1F8D-4655-9DB1-A810711823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48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84" name="Line 133">
                    <a:extLst>
                      <a:ext uri="{FF2B5EF4-FFF2-40B4-BE49-F238E27FC236}">
                        <a16:creationId xmlns:a16="http://schemas.microsoft.com/office/drawing/2014/main" id="{D8B4FD64-A8FD-4D3A-89FC-4BB014E1AF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24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85" name="Line 134">
                    <a:extLst>
                      <a:ext uri="{FF2B5EF4-FFF2-40B4-BE49-F238E27FC236}">
                        <a16:creationId xmlns:a16="http://schemas.microsoft.com/office/drawing/2014/main" id="{B117D222-9CF8-41B4-A263-195715AF50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600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86" name="Line 135">
                    <a:extLst>
                      <a:ext uri="{FF2B5EF4-FFF2-40B4-BE49-F238E27FC236}">
                        <a16:creationId xmlns:a16="http://schemas.microsoft.com/office/drawing/2014/main" id="{0C630972-ECC8-418C-B412-A29426A7A8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76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87" name="Line 136">
                    <a:extLst>
                      <a:ext uri="{FF2B5EF4-FFF2-40B4-BE49-F238E27FC236}">
                        <a16:creationId xmlns:a16="http://schemas.microsoft.com/office/drawing/2014/main" id="{4BDE71C9-A82C-4DA4-8BE6-5E83BBB0A4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52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88" name="Line 137">
                    <a:extLst>
                      <a:ext uri="{FF2B5EF4-FFF2-40B4-BE49-F238E27FC236}">
                        <a16:creationId xmlns:a16="http://schemas.microsoft.com/office/drawing/2014/main" id="{0E6F1BD5-9776-4AA5-BBD8-F743698626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28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89" name="Freeform 138">
                    <a:extLst>
                      <a:ext uri="{FF2B5EF4-FFF2-40B4-BE49-F238E27FC236}">
                        <a16:creationId xmlns:a16="http://schemas.microsoft.com/office/drawing/2014/main" id="{38D39A4C-C76A-46C0-90A6-F4E80B8807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2" y="2054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90" name="Line 139">
                    <a:extLst>
                      <a:ext uri="{FF2B5EF4-FFF2-40B4-BE49-F238E27FC236}">
                        <a16:creationId xmlns:a16="http://schemas.microsoft.com/office/drawing/2014/main" id="{2CD364A1-0243-46BB-A742-46D68A6F3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96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91" name="Line 140">
                    <a:extLst>
                      <a:ext uri="{FF2B5EF4-FFF2-40B4-BE49-F238E27FC236}">
                        <a16:creationId xmlns:a16="http://schemas.microsoft.com/office/drawing/2014/main" id="{0B8F7613-70FA-43B3-9068-4631D9A0F2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72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92" name="Line 141">
                    <a:extLst>
                      <a:ext uri="{FF2B5EF4-FFF2-40B4-BE49-F238E27FC236}">
                        <a16:creationId xmlns:a16="http://schemas.microsoft.com/office/drawing/2014/main" id="{D5FAF573-3CF7-4F5C-94DB-18FA859C0D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48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93" name="Line 142">
                    <a:extLst>
                      <a:ext uri="{FF2B5EF4-FFF2-40B4-BE49-F238E27FC236}">
                        <a16:creationId xmlns:a16="http://schemas.microsoft.com/office/drawing/2014/main" id="{4BF94521-17FC-477E-B8AE-54D9D831D4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24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94" name="Line 143">
                    <a:extLst>
                      <a:ext uri="{FF2B5EF4-FFF2-40B4-BE49-F238E27FC236}">
                        <a16:creationId xmlns:a16="http://schemas.microsoft.com/office/drawing/2014/main" id="{EAE4E58E-D4E8-4429-BBB0-315ED36445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600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95" name="Line 144">
                    <a:extLst>
                      <a:ext uri="{FF2B5EF4-FFF2-40B4-BE49-F238E27FC236}">
                        <a16:creationId xmlns:a16="http://schemas.microsoft.com/office/drawing/2014/main" id="{52BD75CC-B3C3-4932-8F85-AB6A420EFE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76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96" name="Line 145">
                    <a:extLst>
                      <a:ext uri="{FF2B5EF4-FFF2-40B4-BE49-F238E27FC236}">
                        <a16:creationId xmlns:a16="http://schemas.microsoft.com/office/drawing/2014/main" id="{31B71287-2844-413C-88F3-7BC1F6EF75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52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97" name="Line 146">
                    <a:extLst>
                      <a:ext uri="{FF2B5EF4-FFF2-40B4-BE49-F238E27FC236}">
                        <a16:creationId xmlns:a16="http://schemas.microsoft.com/office/drawing/2014/main" id="{3B635223-5242-4875-979E-980B9DDD4E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28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98" name="Freeform 147">
                    <a:extLst>
                      <a:ext uri="{FF2B5EF4-FFF2-40B4-BE49-F238E27FC236}">
                        <a16:creationId xmlns:a16="http://schemas.microsoft.com/office/drawing/2014/main" id="{1B03F03E-EBBE-4911-8AAE-7A537D4555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3" y="2877"/>
                    <a:ext cx="3860" cy="1"/>
                  </a:xfrm>
                  <a:custGeom>
                    <a:avLst/>
                    <a:gdLst>
                      <a:gd name="T0" fmla="*/ 0 w 3860"/>
                      <a:gd name="T1" fmla="*/ 1 h 1"/>
                      <a:gd name="T2" fmla="*/ 3860 w 3860"/>
                      <a:gd name="T3" fmla="*/ 0 h 1"/>
                      <a:gd name="T4" fmla="*/ 0 60000 65536"/>
                      <a:gd name="T5" fmla="*/ 0 60000 65536"/>
                      <a:gd name="T6" fmla="*/ 0 w 3860"/>
                      <a:gd name="T7" fmla="*/ 0 h 1"/>
                      <a:gd name="T8" fmla="*/ 3860 w 386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60" h="1">
                        <a:moveTo>
                          <a:pt x="0" y="1"/>
                        </a:moveTo>
                        <a:lnTo>
                          <a:pt x="38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299" name="Freeform 148">
                    <a:extLst>
                      <a:ext uri="{FF2B5EF4-FFF2-40B4-BE49-F238E27FC236}">
                        <a16:creationId xmlns:a16="http://schemas.microsoft.com/office/drawing/2014/main" id="{4DC25DE2-DF2A-4F2A-BF00-DB55DF6C30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6" y="3207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00" name="Rectangle 149">
                    <a:extLst>
                      <a:ext uri="{FF2B5EF4-FFF2-40B4-BE49-F238E27FC236}">
                        <a16:creationId xmlns:a16="http://schemas.microsoft.com/office/drawing/2014/main" id="{21E85FC5-ACFA-4CE5-B58A-512B60BBEF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45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01" name="Text Box 150">
                    <a:extLst>
                      <a:ext uri="{FF2B5EF4-FFF2-40B4-BE49-F238E27FC236}">
                        <a16:creationId xmlns:a16="http://schemas.microsoft.com/office/drawing/2014/main" id="{1E33684A-4026-4DC0-81FF-5CCF871501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76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3302" name="Freeform 151">
                    <a:extLst>
                      <a:ext uri="{FF2B5EF4-FFF2-40B4-BE49-F238E27FC236}">
                        <a16:creationId xmlns:a16="http://schemas.microsoft.com/office/drawing/2014/main" id="{BD31F6F9-4CC3-450D-BDDE-B872774B56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06" y="1209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03" name="Freeform 152">
                    <a:extLst>
                      <a:ext uri="{FF2B5EF4-FFF2-40B4-BE49-F238E27FC236}">
                        <a16:creationId xmlns:a16="http://schemas.microsoft.com/office/drawing/2014/main" id="{AA70C2A1-224D-4BD3-A8D4-1B04CDEDE6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17" y="1209"/>
                    <a:ext cx="169" cy="1469"/>
                  </a:xfrm>
                  <a:custGeom>
                    <a:avLst/>
                    <a:gdLst>
                      <a:gd name="T0" fmla="*/ 169 w 169"/>
                      <a:gd name="T1" fmla="*/ 1468 h 1469"/>
                      <a:gd name="T2" fmla="*/ 0 w 169"/>
                      <a:gd name="T3" fmla="*/ 1469 h 1469"/>
                      <a:gd name="T4" fmla="*/ 1 w 169"/>
                      <a:gd name="T5" fmla="*/ 0 h 1469"/>
                      <a:gd name="T6" fmla="*/ 105 w 16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9"/>
                      <a:gd name="T13" fmla="*/ 0 h 1469"/>
                      <a:gd name="T14" fmla="*/ 169 w 16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9" h="1469">
                        <a:moveTo>
                          <a:pt x="169" y="1468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04" name="Freeform 153">
                    <a:extLst>
                      <a:ext uri="{FF2B5EF4-FFF2-40B4-BE49-F238E27FC236}">
                        <a16:creationId xmlns:a16="http://schemas.microsoft.com/office/drawing/2014/main" id="{8FE4229B-6EAE-4F88-ABD5-FCEABB2E54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71" y="1209"/>
                    <a:ext cx="141" cy="1466"/>
                  </a:xfrm>
                  <a:custGeom>
                    <a:avLst/>
                    <a:gdLst>
                      <a:gd name="T0" fmla="*/ 38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38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05" name="Freeform 154">
                    <a:extLst>
                      <a:ext uri="{FF2B5EF4-FFF2-40B4-BE49-F238E27FC236}">
                        <a16:creationId xmlns:a16="http://schemas.microsoft.com/office/drawing/2014/main" id="{019FDF8D-442B-4271-BF1F-E0FF10D4E8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" y="1209"/>
                    <a:ext cx="155" cy="1467"/>
                  </a:xfrm>
                  <a:custGeom>
                    <a:avLst/>
                    <a:gdLst>
                      <a:gd name="T0" fmla="*/ 155 w 155"/>
                      <a:gd name="T1" fmla="*/ 1467 h 1467"/>
                      <a:gd name="T2" fmla="*/ 3 w 155"/>
                      <a:gd name="T3" fmla="*/ 1467 h 1467"/>
                      <a:gd name="T4" fmla="*/ 0 w 155"/>
                      <a:gd name="T5" fmla="*/ 1 h 1467"/>
                      <a:gd name="T6" fmla="*/ 89 w 155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7"/>
                      <a:gd name="T14" fmla="*/ 155 w 155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7">
                        <a:moveTo>
                          <a:pt x="155" y="1467"/>
                        </a:moveTo>
                        <a:lnTo>
                          <a:pt x="3" y="1467"/>
                        </a:lnTo>
                        <a:lnTo>
                          <a:pt x="0" y="1"/>
                        </a:lnTo>
                        <a:lnTo>
                          <a:pt x="8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06" name="Freeform 155">
                    <a:extLst>
                      <a:ext uri="{FF2B5EF4-FFF2-40B4-BE49-F238E27FC236}">
                        <a16:creationId xmlns:a16="http://schemas.microsoft.com/office/drawing/2014/main" id="{0057115E-7FBD-4946-B54B-3480A3A971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61" y="1209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4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4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07" name="Freeform 156">
                    <a:extLst>
                      <a:ext uri="{FF2B5EF4-FFF2-40B4-BE49-F238E27FC236}">
                        <a16:creationId xmlns:a16="http://schemas.microsoft.com/office/drawing/2014/main" id="{8F94C5F9-E73C-4A6B-9DBD-01735B0AC1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91" y="1209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77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08" name="Freeform 157">
                    <a:extLst>
                      <a:ext uri="{FF2B5EF4-FFF2-40B4-BE49-F238E27FC236}">
                        <a16:creationId xmlns:a16="http://schemas.microsoft.com/office/drawing/2014/main" id="{5F05F977-8E3C-4C59-BB07-67A6FECC4C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4" y="1209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09" name="Freeform 158">
                    <a:extLst>
                      <a:ext uri="{FF2B5EF4-FFF2-40B4-BE49-F238E27FC236}">
                        <a16:creationId xmlns:a16="http://schemas.microsoft.com/office/drawing/2014/main" id="{041977BF-8532-44CD-B8DB-CA6F2C5468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4" y="1207"/>
                    <a:ext cx="155" cy="1469"/>
                  </a:xfrm>
                  <a:custGeom>
                    <a:avLst/>
                    <a:gdLst>
                      <a:gd name="T0" fmla="*/ 155 w 155"/>
                      <a:gd name="T1" fmla="*/ 1469 h 1469"/>
                      <a:gd name="T2" fmla="*/ 3 w 155"/>
                      <a:gd name="T3" fmla="*/ 1469 h 1469"/>
                      <a:gd name="T4" fmla="*/ 0 w 155"/>
                      <a:gd name="T5" fmla="*/ 0 h 1469"/>
                      <a:gd name="T6" fmla="*/ 103 w 155"/>
                      <a:gd name="T7" fmla="*/ 2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9"/>
                      <a:gd name="T14" fmla="*/ 155 w 155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9">
                        <a:moveTo>
                          <a:pt x="155" y="1469"/>
                        </a:moveTo>
                        <a:lnTo>
                          <a:pt x="3" y="1469"/>
                        </a:lnTo>
                        <a:lnTo>
                          <a:pt x="0" y="0"/>
                        </a:lnTo>
                        <a:lnTo>
                          <a:pt x="103" y="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10" name="Freeform 159">
                    <a:extLst>
                      <a:ext uri="{FF2B5EF4-FFF2-40B4-BE49-F238E27FC236}">
                        <a16:creationId xmlns:a16="http://schemas.microsoft.com/office/drawing/2014/main" id="{D0D8214C-C4F2-40A2-84E7-D2485A1663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14" y="1209"/>
                    <a:ext cx="141" cy="1466"/>
                  </a:xfrm>
                  <a:custGeom>
                    <a:avLst/>
                    <a:gdLst>
                      <a:gd name="T0" fmla="*/ 42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42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11" name="Freeform 160">
                    <a:extLst>
                      <a:ext uri="{FF2B5EF4-FFF2-40B4-BE49-F238E27FC236}">
                        <a16:creationId xmlns:a16="http://schemas.microsoft.com/office/drawing/2014/main" id="{1875578D-63D0-402C-809C-D66B0BAD82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43" y="1209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103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103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12" name="Freeform 161">
                    <a:extLst>
                      <a:ext uri="{FF2B5EF4-FFF2-40B4-BE49-F238E27FC236}">
                        <a16:creationId xmlns:a16="http://schemas.microsoft.com/office/drawing/2014/main" id="{C42966AF-486D-4FC4-BFF5-A211D95F77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4" y="1209"/>
                    <a:ext cx="147" cy="1466"/>
                  </a:xfrm>
                  <a:custGeom>
                    <a:avLst/>
                    <a:gdLst>
                      <a:gd name="T0" fmla="*/ 51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51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13" name="Freeform 162">
                    <a:extLst>
                      <a:ext uri="{FF2B5EF4-FFF2-40B4-BE49-F238E27FC236}">
                        <a16:creationId xmlns:a16="http://schemas.microsoft.com/office/drawing/2014/main" id="{8440481B-756A-48A9-8D1C-B6CB66D9B4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3" y="1209"/>
                    <a:ext cx="158" cy="1467"/>
                  </a:xfrm>
                  <a:custGeom>
                    <a:avLst/>
                    <a:gdLst>
                      <a:gd name="T0" fmla="*/ 158 w 158"/>
                      <a:gd name="T1" fmla="*/ 1467 h 1467"/>
                      <a:gd name="T2" fmla="*/ 0 w 158"/>
                      <a:gd name="T3" fmla="*/ 1467 h 1467"/>
                      <a:gd name="T4" fmla="*/ 0 w 158"/>
                      <a:gd name="T5" fmla="*/ 0 h 1467"/>
                      <a:gd name="T6" fmla="*/ 95 w 158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8"/>
                      <a:gd name="T13" fmla="*/ 0 h 1467"/>
                      <a:gd name="T14" fmla="*/ 158 w 158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8" h="1467">
                        <a:moveTo>
                          <a:pt x="158" y="1467"/>
                        </a:moveTo>
                        <a:lnTo>
                          <a:pt x="0" y="1467"/>
                        </a:lnTo>
                        <a:lnTo>
                          <a:pt x="0" y="0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14" name="Freeform 163">
                    <a:extLst>
                      <a:ext uri="{FF2B5EF4-FFF2-40B4-BE49-F238E27FC236}">
                        <a16:creationId xmlns:a16="http://schemas.microsoft.com/office/drawing/2014/main" id="{2E8EA6DB-8953-4A22-8E88-3DB8E1CE75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865" y="1209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15" name="Freeform 164">
                    <a:extLst>
                      <a:ext uri="{FF2B5EF4-FFF2-40B4-BE49-F238E27FC236}">
                        <a16:creationId xmlns:a16="http://schemas.microsoft.com/office/drawing/2014/main" id="{F55ABF91-5C3E-4B08-9673-5040B1B343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3" y="1209"/>
                    <a:ext cx="159" cy="1469"/>
                  </a:xfrm>
                  <a:custGeom>
                    <a:avLst/>
                    <a:gdLst>
                      <a:gd name="T0" fmla="*/ 159 w 159"/>
                      <a:gd name="T1" fmla="*/ 1467 h 1469"/>
                      <a:gd name="T2" fmla="*/ 0 w 159"/>
                      <a:gd name="T3" fmla="*/ 1469 h 1469"/>
                      <a:gd name="T4" fmla="*/ 1 w 159"/>
                      <a:gd name="T5" fmla="*/ 0 h 1469"/>
                      <a:gd name="T6" fmla="*/ 104 w 15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9"/>
                      <a:gd name="T13" fmla="*/ 0 h 1469"/>
                      <a:gd name="T14" fmla="*/ 159 w 15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9" h="1469">
                        <a:moveTo>
                          <a:pt x="159" y="1467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4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16" name="Freeform 165">
                    <a:extLst>
                      <a:ext uri="{FF2B5EF4-FFF2-40B4-BE49-F238E27FC236}">
                        <a16:creationId xmlns:a16="http://schemas.microsoft.com/office/drawing/2014/main" id="{466E90BF-DA03-43A1-A1F0-CA323F723F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21" y="1209"/>
                    <a:ext cx="147" cy="1466"/>
                  </a:xfrm>
                  <a:custGeom>
                    <a:avLst/>
                    <a:gdLst>
                      <a:gd name="T0" fmla="*/ 47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47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17" name="Freeform 166">
                    <a:extLst>
                      <a:ext uri="{FF2B5EF4-FFF2-40B4-BE49-F238E27FC236}">
                        <a16:creationId xmlns:a16="http://schemas.microsoft.com/office/drawing/2014/main" id="{5FFACC5F-F2C9-419F-AD16-02BAE112CF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9" y="2736"/>
                    <a:ext cx="730" cy="660"/>
                  </a:xfrm>
                  <a:custGeom>
                    <a:avLst/>
                    <a:gdLst>
                      <a:gd name="T0" fmla="*/ 160 w 730"/>
                      <a:gd name="T1" fmla="*/ 4 h 660"/>
                      <a:gd name="T2" fmla="*/ 0 w 730"/>
                      <a:gd name="T3" fmla="*/ 3 h 660"/>
                      <a:gd name="T4" fmla="*/ 0 w 730"/>
                      <a:gd name="T5" fmla="*/ 660 h 660"/>
                      <a:gd name="T6" fmla="*/ 558 w 730"/>
                      <a:gd name="T7" fmla="*/ 657 h 660"/>
                      <a:gd name="T8" fmla="*/ 558 w 730"/>
                      <a:gd name="T9" fmla="*/ 0 h 660"/>
                      <a:gd name="T10" fmla="*/ 730 w 730"/>
                      <a:gd name="T11" fmla="*/ 1 h 66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30"/>
                      <a:gd name="T19" fmla="*/ 0 h 660"/>
                      <a:gd name="T20" fmla="*/ 730 w 730"/>
                      <a:gd name="T21" fmla="*/ 660 h 660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30" h="660">
                        <a:moveTo>
                          <a:pt x="160" y="4"/>
                        </a:moveTo>
                        <a:lnTo>
                          <a:pt x="0" y="3"/>
                        </a:lnTo>
                        <a:lnTo>
                          <a:pt x="0" y="660"/>
                        </a:lnTo>
                        <a:lnTo>
                          <a:pt x="558" y="657"/>
                        </a:lnTo>
                        <a:lnTo>
                          <a:pt x="558" y="0"/>
                        </a:lnTo>
                        <a:lnTo>
                          <a:pt x="730" y="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18" name="Freeform 167">
                    <a:extLst>
                      <a:ext uri="{FF2B5EF4-FFF2-40B4-BE49-F238E27FC236}">
                        <a16:creationId xmlns:a16="http://schemas.microsoft.com/office/drawing/2014/main" id="{4A9CDE15-26E8-48A2-A047-9790892267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1" y="2742"/>
                    <a:ext cx="729" cy="658"/>
                  </a:xfrm>
                  <a:custGeom>
                    <a:avLst/>
                    <a:gdLst>
                      <a:gd name="T0" fmla="*/ 153 w 729"/>
                      <a:gd name="T1" fmla="*/ 0 h 658"/>
                      <a:gd name="T2" fmla="*/ 0 w 729"/>
                      <a:gd name="T3" fmla="*/ 0 h 658"/>
                      <a:gd name="T4" fmla="*/ 0 w 729"/>
                      <a:gd name="T5" fmla="*/ 657 h 658"/>
                      <a:gd name="T6" fmla="*/ 583 w 729"/>
                      <a:gd name="T7" fmla="*/ 658 h 658"/>
                      <a:gd name="T8" fmla="*/ 582 w 729"/>
                      <a:gd name="T9" fmla="*/ 3 h 658"/>
                      <a:gd name="T10" fmla="*/ 729 w 729"/>
                      <a:gd name="T11" fmla="*/ 3 h 65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8"/>
                      <a:gd name="T20" fmla="*/ 729 w 729"/>
                      <a:gd name="T21" fmla="*/ 658 h 65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8">
                        <a:moveTo>
                          <a:pt x="153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83" y="658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19" name="Freeform 168">
                    <a:extLst>
                      <a:ext uri="{FF2B5EF4-FFF2-40B4-BE49-F238E27FC236}">
                        <a16:creationId xmlns:a16="http://schemas.microsoft.com/office/drawing/2014/main" id="{38C21972-B775-4BE6-9659-5555EC20C4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742"/>
                    <a:ext cx="729" cy="657"/>
                  </a:xfrm>
                  <a:custGeom>
                    <a:avLst/>
                    <a:gdLst>
                      <a:gd name="T0" fmla="*/ 158 w 729"/>
                      <a:gd name="T1" fmla="*/ 0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58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20" name="Freeform 169">
                    <a:extLst>
                      <a:ext uri="{FF2B5EF4-FFF2-40B4-BE49-F238E27FC236}">
                        <a16:creationId xmlns:a16="http://schemas.microsoft.com/office/drawing/2014/main" id="{F280E80A-291C-4DEF-B475-F56E57B2BE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2" y="2742"/>
                    <a:ext cx="729" cy="657"/>
                  </a:xfrm>
                  <a:custGeom>
                    <a:avLst/>
                    <a:gdLst>
                      <a:gd name="T0" fmla="*/ 161 w 729"/>
                      <a:gd name="T1" fmla="*/ 2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61" y="2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21" name="Freeform 170">
                    <a:extLst>
                      <a:ext uri="{FF2B5EF4-FFF2-40B4-BE49-F238E27FC236}">
                        <a16:creationId xmlns:a16="http://schemas.microsoft.com/office/drawing/2014/main" id="{7D0552AC-78E2-46F0-9746-125D132D31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04" y="2733"/>
                    <a:ext cx="708" cy="571"/>
                  </a:xfrm>
                  <a:custGeom>
                    <a:avLst/>
                    <a:gdLst>
                      <a:gd name="T0" fmla="*/ 0 w 708"/>
                      <a:gd name="T1" fmla="*/ 0 h 571"/>
                      <a:gd name="T2" fmla="*/ 132 w 708"/>
                      <a:gd name="T3" fmla="*/ 0 h 571"/>
                      <a:gd name="T4" fmla="*/ 133 w 708"/>
                      <a:gd name="T5" fmla="*/ 571 h 571"/>
                      <a:gd name="T6" fmla="*/ 708 w 708"/>
                      <a:gd name="T7" fmla="*/ 570 h 571"/>
                      <a:gd name="T8" fmla="*/ 708 w 708"/>
                      <a:gd name="T9" fmla="*/ 9 h 571"/>
                      <a:gd name="T10" fmla="*/ 573 w 708"/>
                      <a:gd name="T11" fmla="*/ 9 h 57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08"/>
                      <a:gd name="T19" fmla="*/ 0 h 571"/>
                      <a:gd name="T20" fmla="*/ 708 w 708"/>
                      <a:gd name="T21" fmla="*/ 571 h 57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08" h="571">
                        <a:moveTo>
                          <a:pt x="0" y="0"/>
                        </a:moveTo>
                        <a:lnTo>
                          <a:pt x="132" y="0"/>
                        </a:lnTo>
                        <a:lnTo>
                          <a:pt x="133" y="571"/>
                        </a:lnTo>
                        <a:lnTo>
                          <a:pt x="708" y="570"/>
                        </a:lnTo>
                        <a:lnTo>
                          <a:pt x="708" y="9"/>
                        </a:lnTo>
                        <a:lnTo>
                          <a:pt x="573" y="9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22" name="Freeform 171">
                    <a:extLst>
                      <a:ext uri="{FF2B5EF4-FFF2-40B4-BE49-F238E27FC236}">
                        <a16:creationId xmlns:a16="http://schemas.microsoft.com/office/drawing/2014/main" id="{66BE1DC1-ED2C-4F2D-A33E-30EFA67B82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56" y="2733"/>
                    <a:ext cx="726" cy="567"/>
                  </a:xfrm>
                  <a:custGeom>
                    <a:avLst/>
                    <a:gdLst>
                      <a:gd name="T0" fmla="*/ 0 w 726"/>
                      <a:gd name="T1" fmla="*/ 0 h 567"/>
                      <a:gd name="T2" fmla="*/ 148 w 726"/>
                      <a:gd name="T3" fmla="*/ 1 h 567"/>
                      <a:gd name="T4" fmla="*/ 147 w 726"/>
                      <a:gd name="T5" fmla="*/ 567 h 567"/>
                      <a:gd name="T6" fmla="*/ 726 w 726"/>
                      <a:gd name="T7" fmla="*/ 567 h 567"/>
                      <a:gd name="T8" fmla="*/ 726 w 726"/>
                      <a:gd name="T9" fmla="*/ 6 h 567"/>
                      <a:gd name="T10" fmla="*/ 579 w 726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6"/>
                      <a:gd name="T19" fmla="*/ 0 h 567"/>
                      <a:gd name="T20" fmla="*/ 726 w 726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6" h="567">
                        <a:moveTo>
                          <a:pt x="0" y="0"/>
                        </a:moveTo>
                        <a:lnTo>
                          <a:pt x="148" y="1"/>
                        </a:lnTo>
                        <a:lnTo>
                          <a:pt x="147" y="567"/>
                        </a:lnTo>
                        <a:lnTo>
                          <a:pt x="726" y="567"/>
                        </a:lnTo>
                        <a:lnTo>
                          <a:pt x="726" y="6"/>
                        </a:lnTo>
                        <a:lnTo>
                          <a:pt x="579" y="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23" name="Freeform 172">
                    <a:extLst>
                      <a:ext uri="{FF2B5EF4-FFF2-40B4-BE49-F238E27FC236}">
                        <a16:creationId xmlns:a16="http://schemas.microsoft.com/office/drawing/2014/main" id="{7979EEA3-6788-4AC0-83E2-5325C3B490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08" y="2736"/>
                    <a:ext cx="714" cy="567"/>
                  </a:xfrm>
                  <a:custGeom>
                    <a:avLst/>
                    <a:gdLst>
                      <a:gd name="T0" fmla="*/ 0 w 714"/>
                      <a:gd name="T1" fmla="*/ 0 h 567"/>
                      <a:gd name="T2" fmla="*/ 136 w 714"/>
                      <a:gd name="T3" fmla="*/ 1 h 567"/>
                      <a:gd name="T4" fmla="*/ 135 w 714"/>
                      <a:gd name="T5" fmla="*/ 567 h 567"/>
                      <a:gd name="T6" fmla="*/ 714 w 714"/>
                      <a:gd name="T7" fmla="*/ 567 h 567"/>
                      <a:gd name="T8" fmla="*/ 714 w 714"/>
                      <a:gd name="T9" fmla="*/ 6 h 567"/>
                      <a:gd name="T10" fmla="*/ 576 w 714"/>
                      <a:gd name="T11" fmla="*/ 5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4"/>
                      <a:gd name="T19" fmla="*/ 0 h 567"/>
                      <a:gd name="T20" fmla="*/ 714 w 714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4" h="567">
                        <a:moveTo>
                          <a:pt x="0" y="0"/>
                        </a:moveTo>
                        <a:lnTo>
                          <a:pt x="136" y="1"/>
                        </a:lnTo>
                        <a:lnTo>
                          <a:pt x="135" y="567"/>
                        </a:lnTo>
                        <a:lnTo>
                          <a:pt x="714" y="567"/>
                        </a:lnTo>
                        <a:lnTo>
                          <a:pt x="714" y="6"/>
                        </a:lnTo>
                        <a:lnTo>
                          <a:pt x="576" y="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24" name="Freeform 173">
                    <a:extLst>
                      <a:ext uri="{FF2B5EF4-FFF2-40B4-BE49-F238E27FC236}">
                        <a16:creationId xmlns:a16="http://schemas.microsoft.com/office/drawing/2014/main" id="{3CDEFDB6-F542-4849-8752-0F2BC4805C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863" y="2736"/>
                    <a:ext cx="711" cy="567"/>
                  </a:xfrm>
                  <a:custGeom>
                    <a:avLst/>
                    <a:gdLst>
                      <a:gd name="T0" fmla="*/ 0 w 711"/>
                      <a:gd name="T1" fmla="*/ 0 h 567"/>
                      <a:gd name="T2" fmla="*/ 130 w 711"/>
                      <a:gd name="T3" fmla="*/ 1 h 567"/>
                      <a:gd name="T4" fmla="*/ 132 w 711"/>
                      <a:gd name="T5" fmla="*/ 567 h 567"/>
                      <a:gd name="T6" fmla="*/ 711 w 711"/>
                      <a:gd name="T7" fmla="*/ 567 h 567"/>
                      <a:gd name="T8" fmla="*/ 711 w 711"/>
                      <a:gd name="T9" fmla="*/ 6 h 567"/>
                      <a:gd name="T10" fmla="*/ 564 w 711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1"/>
                      <a:gd name="T19" fmla="*/ 0 h 567"/>
                      <a:gd name="T20" fmla="*/ 711 w 711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1" h="567">
                        <a:moveTo>
                          <a:pt x="0" y="0"/>
                        </a:moveTo>
                        <a:lnTo>
                          <a:pt x="130" y="1"/>
                        </a:lnTo>
                        <a:lnTo>
                          <a:pt x="132" y="567"/>
                        </a:lnTo>
                        <a:lnTo>
                          <a:pt x="711" y="567"/>
                        </a:lnTo>
                        <a:lnTo>
                          <a:pt x="711" y="6"/>
                        </a:lnTo>
                        <a:lnTo>
                          <a:pt x="564" y="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25" name="Freeform 174">
                    <a:extLst>
                      <a:ext uri="{FF2B5EF4-FFF2-40B4-BE49-F238E27FC236}">
                        <a16:creationId xmlns:a16="http://schemas.microsoft.com/office/drawing/2014/main" id="{51BDB767-4399-48B5-BF9F-C9A536DF6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26" y="3396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26" name="Freeform 175">
                    <a:extLst>
                      <a:ext uri="{FF2B5EF4-FFF2-40B4-BE49-F238E27FC236}">
                        <a16:creationId xmlns:a16="http://schemas.microsoft.com/office/drawing/2014/main" id="{DE9198E7-EBB7-4713-9978-D40896D0B5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5" y="3399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27" name="Freeform 176">
                    <a:extLst>
                      <a:ext uri="{FF2B5EF4-FFF2-40B4-BE49-F238E27FC236}">
                        <a16:creationId xmlns:a16="http://schemas.microsoft.com/office/drawing/2014/main" id="{1C005926-BF7C-4834-A23F-2016BE0088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7" y="3399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28" name="Freeform 177">
                    <a:extLst>
                      <a:ext uri="{FF2B5EF4-FFF2-40B4-BE49-F238E27FC236}">
                        <a16:creationId xmlns:a16="http://schemas.microsoft.com/office/drawing/2014/main" id="{7A82367A-2981-40EE-A779-CA12981F54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99" y="3399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29" name="Freeform 178">
                    <a:extLst>
                      <a:ext uri="{FF2B5EF4-FFF2-40B4-BE49-F238E27FC236}">
                        <a16:creationId xmlns:a16="http://schemas.microsoft.com/office/drawing/2014/main" id="{E1BFD86F-1B83-40CD-9883-CA003BEE71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0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30" name="Freeform 179">
                    <a:extLst>
                      <a:ext uri="{FF2B5EF4-FFF2-40B4-BE49-F238E27FC236}">
                        <a16:creationId xmlns:a16="http://schemas.microsoft.com/office/drawing/2014/main" id="{39EC7FE3-EE7B-43EE-AE62-B4EDD87A8C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8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31" name="Freeform 180">
                    <a:extLst>
                      <a:ext uri="{FF2B5EF4-FFF2-40B4-BE49-F238E27FC236}">
                        <a16:creationId xmlns:a16="http://schemas.microsoft.com/office/drawing/2014/main" id="{2F747FA7-DA32-4178-B233-45D7434AF9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32" name="Freeform 181">
                    <a:extLst>
                      <a:ext uri="{FF2B5EF4-FFF2-40B4-BE49-F238E27FC236}">
                        <a16:creationId xmlns:a16="http://schemas.microsoft.com/office/drawing/2014/main" id="{A64A0FFF-2FF1-41C2-B868-F7510C7473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3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33" name="Freeform 182">
                    <a:extLst>
                      <a:ext uri="{FF2B5EF4-FFF2-40B4-BE49-F238E27FC236}">
                        <a16:creationId xmlns:a16="http://schemas.microsoft.com/office/drawing/2014/main" id="{18E637B3-3501-44C7-B384-4A6F9936AF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60" y="4023"/>
                    <a:ext cx="4317" cy="1"/>
                  </a:xfrm>
                  <a:custGeom>
                    <a:avLst/>
                    <a:gdLst>
                      <a:gd name="T0" fmla="*/ 0 w 4317"/>
                      <a:gd name="T1" fmla="*/ 0 h 1"/>
                      <a:gd name="T2" fmla="*/ 4317 w 4317"/>
                      <a:gd name="T3" fmla="*/ 0 h 1"/>
                      <a:gd name="T4" fmla="*/ 0 60000 65536"/>
                      <a:gd name="T5" fmla="*/ 0 60000 65536"/>
                      <a:gd name="T6" fmla="*/ 0 w 4317"/>
                      <a:gd name="T7" fmla="*/ 0 h 1"/>
                      <a:gd name="T8" fmla="*/ 4317 w 431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317" h="1">
                        <a:moveTo>
                          <a:pt x="0" y="0"/>
                        </a:moveTo>
                        <a:lnTo>
                          <a:pt x="431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34" name="Freeform 183">
                    <a:extLst>
                      <a:ext uri="{FF2B5EF4-FFF2-40B4-BE49-F238E27FC236}">
                        <a16:creationId xmlns:a16="http://schemas.microsoft.com/office/drawing/2014/main" id="{25AB008D-7551-481B-A1C8-B7CF52021A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60" y="4119"/>
                    <a:ext cx="3837" cy="1"/>
                  </a:xfrm>
                  <a:custGeom>
                    <a:avLst/>
                    <a:gdLst>
                      <a:gd name="T0" fmla="*/ 0 w 3837"/>
                      <a:gd name="T1" fmla="*/ 0 h 1"/>
                      <a:gd name="T2" fmla="*/ 3837 w 3837"/>
                      <a:gd name="T3" fmla="*/ 0 h 1"/>
                      <a:gd name="T4" fmla="*/ 0 60000 65536"/>
                      <a:gd name="T5" fmla="*/ 0 60000 65536"/>
                      <a:gd name="T6" fmla="*/ 0 w 3837"/>
                      <a:gd name="T7" fmla="*/ 0 h 1"/>
                      <a:gd name="T8" fmla="*/ 3837 w 383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37" h="1">
                        <a:moveTo>
                          <a:pt x="0" y="0"/>
                        </a:moveTo>
                        <a:lnTo>
                          <a:pt x="383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35" name="Freeform 184">
                    <a:extLst>
                      <a:ext uri="{FF2B5EF4-FFF2-40B4-BE49-F238E27FC236}">
                        <a16:creationId xmlns:a16="http://schemas.microsoft.com/office/drawing/2014/main" id="{88490A05-D343-426C-8F72-A7B20836B5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26" y="3879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36" name="Freeform 185">
                    <a:extLst>
                      <a:ext uri="{FF2B5EF4-FFF2-40B4-BE49-F238E27FC236}">
                        <a16:creationId xmlns:a16="http://schemas.microsoft.com/office/drawing/2014/main" id="{135DAD62-B724-4E9D-9394-B877B9E3BB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5" y="3879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37" name="Freeform 186">
                    <a:extLst>
                      <a:ext uri="{FF2B5EF4-FFF2-40B4-BE49-F238E27FC236}">
                        <a16:creationId xmlns:a16="http://schemas.microsoft.com/office/drawing/2014/main" id="{7906C47A-AF72-4C3A-9E7B-B568DECCA4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7" y="3879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38" name="Freeform 187">
                    <a:extLst>
                      <a:ext uri="{FF2B5EF4-FFF2-40B4-BE49-F238E27FC236}">
                        <a16:creationId xmlns:a16="http://schemas.microsoft.com/office/drawing/2014/main" id="{9F50E33A-BAE8-48EE-924E-9147EC1837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95" y="3879"/>
                    <a:ext cx="4" cy="247"/>
                  </a:xfrm>
                  <a:custGeom>
                    <a:avLst/>
                    <a:gdLst>
                      <a:gd name="T0" fmla="*/ 4 w 4"/>
                      <a:gd name="T1" fmla="*/ 0 h 247"/>
                      <a:gd name="T2" fmla="*/ 0 w 4"/>
                      <a:gd name="T3" fmla="*/ 247 h 247"/>
                      <a:gd name="T4" fmla="*/ 0 60000 65536"/>
                      <a:gd name="T5" fmla="*/ 0 60000 65536"/>
                      <a:gd name="T6" fmla="*/ 0 w 4"/>
                      <a:gd name="T7" fmla="*/ 0 h 247"/>
                      <a:gd name="T8" fmla="*/ 4 w 4"/>
                      <a:gd name="T9" fmla="*/ 247 h 247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247">
                        <a:moveTo>
                          <a:pt x="4" y="0"/>
                        </a:moveTo>
                        <a:lnTo>
                          <a:pt x="0" y="247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39" name="Freeform 188">
                    <a:extLst>
                      <a:ext uri="{FF2B5EF4-FFF2-40B4-BE49-F238E27FC236}">
                        <a16:creationId xmlns:a16="http://schemas.microsoft.com/office/drawing/2014/main" id="{7519773E-F6E9-4259-955A-37426F48A3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1" y="3879"/>
                    <a:ext cx="1" cy="151"/>
                  </a:xfrm>
                  <a:custGeom>
                    <a:avLst/>
                    <a:gdLst>
                      <a:gd name="T0" fmla="*/ 0 w 1"/>
                      <a:gd name="T1" fmla="*/ 0 h 151"/>
                      <a:gd name="T2" fmla="*/ 0 w 1"/>
                      <a:gd name="T3" fmla="*/ 151 h 151"/>
                      <a:gd name="T4" fmla="*/ 0 60000 65536"/>
                      <a:gd name="T5" fmla="*/ 0 60000 65536"/>
                      <a:gd name="T6" fmla="*/ 0 w 1"/>
                      <a:gd name="T7" fmla="*/ 0 h 151"/>
                      <a:gd name="T8" fmla="*/ 1 w 1"/>
                      <a:gd name="T9" fmla="*/ 151 h 15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1">
                        <a:moveTo>
                          <a:pt x="0" y="0"/>
                        </a:moveTo>
                        <a:lnTo>
                          <a:pt x="0" y="1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40" name="Line 189">
                    <a:extLst>
                      <a:ext uri="{FF2B5EF4-FFF2-40B4-BE49-F238E27FC236}">
                        <a16:creationId xmlns:a16="http://schemas.microsoft.com/office/drawing/2014/main" id="{492F0E36-7484-4971-B91A-3929EFD71F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28" y="38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41" name="Line 190">
                    <a:extLst>
                      <a:ext uri="{FF2B5EF4-FFF2-40B4-BE49-F238E27FC236}">
                        <a16:creationId xmlns:a16="http://schemas.microsoft.com/office/drawing/2014/main" id="{A44F2F16-6D44-446F-8A04-2677D91237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977" y="38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42" name="Line 191">
                    <a:extLst>
                      <a:ext uri="{FF2B5EF4-FFF2-40B4-BE49-F238E27FC236}">
                        <a16:creationId xmlns:a16="http://schemas.microsoft.com/office/drawing/2014/main" id="{5A3311D9-041E-428C-B717-424C4649B5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24" y="38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43" name="Rectangle 192">
                    <a:extLst>
                      <a:ext uri="{FF2B5EF4-FFF2-40B4-BE49-F238E27FC236}">
                        <a16:creationId xmlns:a16="http://schemas.microsoft.com/office/drawing/2014/main" id="{E73B8F29-D014-4B2D-AAB8-E55D17B205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21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44" name="Text Box 193">
                    <a:extLst>
                      <a:ext uri="{FF2B5EF4-FFF2-40B4-BE49-F238E27FC236}">
                        <a16:creationId xmlns:a16="http://schemas.microsoft.com/office/drawing/2014/main" id="{2D08B709-62C5-4CDB-95B9-A85315DE5B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52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3345" name="Rectangle 194">
                    <a:extLst>
                      <a:ext uri="{FF2B5EF4-FFF2-40B4-BE49-F238E27FC236}">
                        <a16:creationId xmlns:a16="http://schemas.microsoft.com/office/drawing/2014/main" id="{CBD3F275-DDE0-42B0-88FB-F29423223C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73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46" name="Text Box 195">
                    <a:extLst>
                      <a:ext uri="{FF2B5EF4-FFF2-40B4-BE49-F238E27FC236}">
                        <a16:creationId xmlns:a16="http://schemas.microsoft.com/office/drawing/2014/main" id="{73E81447-6C46-4DC0-AF11-00D48245D25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4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3347" name="Rectangle 196">
                    <a:extLst>
                      <a:ext uri="{FF2B5EF4-FFF2-40B4-BE49-F238E27FC236}">
                        <a16:creationId xmlns:a16="http://schemas.microsoft.com/office/drawing/2014/main" id="{859D5FE4-432A-476B-B18D-43BC479C9A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25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48" name="Text Box 197">
                    <a:extLst>
                      <a:ext uri="{FF2B5EF4-FFF2-40B4-BE49-F238E27FC236}">
                        <a16:creationId xmlns:a16="http://schemas.microsoft.com/office/drawing/2014/main" id="{EE26D681-48D7-44AE-9907-7060AD034E9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6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  <p:sp>
                <p:nvSpPr>
                  <p:cNvPr id="43349" name="Line 198">
                    <a:extLst>
                      <a:ext uri="{FF2B5EF4-FFF2-40B4-BE49-F238E27FC236}">
                        <a16:creationId xmlns:a16="http://schemas.microsoft.com/office/drawing/2014/main" id="{37761CB4-F098-4F7E-8B27-E41CCA9939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968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50" name="Line 199">
                    <a:extLst>
                      <a:ext uri="{FF2B5EF4-FFF2-40B4-BE49-F238E27FC236}">
                        <a16:creationId xmlns:a16="http://schemas.microsoft.com/office/drawing/2014/main" id="{6745C14A-A323-4467-AB34-F8201246F1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48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51" name="Line 200">
                    <a:extLst>
                      <a:ext uri="{FF2B5EF4-FFF2-40B4-BE49-F238E27FC236}">
                        <a16:creationId xmlns:a16="http://schemas.microsoft.com/office/drawing/2014/main" id="{B3756A57-88D6-4F0B-B148-8CBE756FB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297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52" name="Line 201">
                    <a:extLst>
                      <a:ext uri="{FF2B5EF4-FFF2-40B4-BE49-F238E27FC236}">
                        <a16:creationId xmlns:a16="http://schemas.microsoft.com/office/drawing/2014/main" id="{2F1E48DD-E787-4D08-ADE8-87542B7F8F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424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53" name="Freeform 202">
                    <a:extLst>
                      <a:ext uri="{FF2B5EF4-FFF2-40B4-BE49-F238E27FC236}">
                        <a16:creationId xmlns:a16="http://schemas.microsoft.com/office/drawing/2014/main" id="{CD44589D-9BE5-4248-9CE9-A67C6AAC36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7" y="2706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2695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54" name="Freeform 203">
                    <a:extLst>
                      <a:ext uri="{FF2B5EF4-FFF2-40B4-BE49-F238E27FC236}">
                        <a16:creationId xmlns:a16="http://schemas.microsoft.com/office/drawing/2014/main" id="{BA3379B0-9CD4-42F0-A6E1-0336BF2D70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9" y="2689"/>
                    <a:ext cx="1" cy="525"/>
                  </a:xfrm>
                  <a:custGeom>
                    <a:avLst/>
                    <a:gdLst>
                      <a:gd name="T0" fmla="*/ 0 w 1"/>
                      <a:gd name="T1" fmla="*/ 0 h 525"/>
                      <a:gd name="T2" fmla="*/ 0 w 1"/>
                      <a:gd name="T3" fmla="*/ 525 h 525"/>
                      <a:gd name="T4" fmla="*/ 0 60000 65536"/>
                      <a:gd name="T5" fmla="*/ 0 60000 65536"/>
                      <a:gd name="T6" fmla="*/ 0 w 1"/>
                      <a:gd name="T7" fmla="*/ 0 h 525"/>
                      <a:gd name="T8" fmla="*/ 1 w 1"/>
                      <a:gd name="T9" fmla="*/ 525 h 52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525">
                        <a:moveTo>
                          <a:pt x="0" y="0"/>
                        </a:moveTo>
                        <a:lnTo>
                          <a:pt x="0" y="52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55" name="Freeform 204">
                    <a:extLst>
                      <a:ext uri="{FF2B5EF4-FFF2-40B4-BE49-F238E27FC236}">
                        <a16:creationId xmlns:a16="http://schemas.microsoft.com/office/drawing/2014/main" id="{EA73C4F8-CC72-412F-B318-E98D6EEEF7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9" y="2706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2695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56" name="Text Box 205">
                    <a:extLst>
                      <a:ext uri="{FF2B5EF4-FFF2-40B4-BE49-F238E27FC236}">
                        <a16:creationId xmlns:a16="http://schemas.microsoft.com/office/drawing/2014/main" id="{6F3CD8AC-6D24-4327-99D3-7D71BDC329B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197" y="163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357" name="Text Box 206">
                    <a:extLst>
                      <a:ext uri="{FF2B5EF4-FFF2-40B4-BE49-F238E27FC236}">
                        <a16:creationId xmlns:a16="http://schemas.microsoft.com/office/drawing/2014/main" id="{20CA5B7D-1716-4E8A-8C98-314AAE5DA94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773" y="163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358" name="Text Box 207">
                    <a:extLst>
                      <a:ext uri="{FF2B5EF4-FFF2-40B4-BE49-F238E27FC236}">
                        <a16:creationId xmlns:a16="http://schemas.microsoft.com/office/drawing/2014/main" id="{5A1DB68E-C60E-4A70-A437-A1B0020F841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349" y="163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359" name="Text Box 208">
                    <a:extLst>
                      <a:ext uri="{FF2B5EF4-FFF2-40B4-BE49-F238E27FC236}">
                        <a16:creationId xmlns:a16="http://schemas.microsoft.com/office/drawing/2014/main" id="{A8D40B17-2956-4DE2-AF20-C67EE920231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925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360" name="Text Box 209">
                    <a:extLst>
                      <a:ext uri="{FF2B5EF4-FFF2-40B4-BE49-F238E27FC236}">
                        <a16:creationId xmlns:a16="http://schemas.microsoft.com/office/drawing/2014/main" id="{778D6FF2-7147-4895-A487-8F64B79810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3500" y="1625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361" name="Text Box 210">
                    <a:extLst>
                      <a:ext uri="{FF2B5EF4-FFF2-40B4-BE49-F238E27FC236}">
                        <a16:creationId xmlns:a16="http://schemas.microsoft.com/office/drawing/2014/main" id="{7AF8875D-FDC9-46EB-AC9D-63BE62E478B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077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362" name="Text Box 211">
                    <a:extLst>
                      <a:ext uri="{FF2B5EF4-FFF2-40B4-BE49-F238E27FC236}">
                        <a16:creationId xmlns:a16="http://schemas.microsoft.com/office/drawing/2014/main" id="{09092FC4-FC09-4545-8EDD-1F7C969CCF2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653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363" name="Text Box 212">
                    <a:extLst>
                      <a:ext uri="{FF2B5EF4-FFF2-40B4-BE49-F238E27FC236}">
                        <a16:creationId xmlns:a16="http://schemas.microsoft.com/office/drawing/2014/main" id="{4EF30427-0C7D-45FF-A1BC-CFA1479F019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5248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364" name="Text Box 213">
                    <a:extLst>
                      <a:ext uri="{FF2B5EF4-FFF2-40B4-BE49-F238E27FC236}">
                        <a16:creationId xmlns:a16="http://schemas.microsoft.com/office/drawing/2014/main" id="{F6BE4135-0A64-412D-B7DC-1178B8DAA29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4" y="789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365" name="Text Box 214">
                    <a:extLst>
                      <a:ext uri="{FF2B5EF4-FFF2-40B4-BE49-F238E27FC236}">
                        <a16:creationId xmlns:a16="http://schemas.microsoft.com/office/drawing/2014/main" id="{5690880D-94F0-441F-9C5A-B4B7FD49A2B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4" y="1381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43366" name="Text Box 215">
                    <a:extLst>
                      <a:ext uri="{FF2B5EF4-FFF2-40B4-BE49-F238E27FC236}">
                        <a16:creationId xmlns:a16="http://schemas.microsoft.com/office/drawing/2014/main" id="{4671B948-8BC8-4551-A222-2DE2960FCD3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8" y="1957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3367" name="Line 216">
                    <a:extLst>
                      <a:ext uri="{FF2B5EF4-FFF2-40B4-BE49-F238E27FC236}">
                        <a16:creationId xmlns:a16="http://schemas.microsoft.com/office/drawing/2014/main" id="{D49B2B88-0EEC-4039-B8B8-223A4819F8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6" y="2535"/>
                    <a:ext cx="5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68" name="Text Box 217">
                    <a:extLst>
                      <a:ext uri="{FF2B5EF4-FFF2-40B4-BE49-F238E27FC236}">
                        <a16:creationId xmlns:a16="http://schemas.microsoft.com/office/drawing/2014/main" id="{40B43711-D80D-45D1-B07B-80B74BFA890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4" y="2725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369" name="Text Box 218">
                    <a:extLst>
                      <a:ext uri="{FF2B5EF4-FFF2-40B4-BE49-F238E27FC236}">
                        <a16:creationId xmlns:a16="http://schemas.microsoft.com/office/drawing/2014/main" id="{49B0D169-29C9-4548-8DE8-D0E82400D15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8" y="3157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3370" name="Text Box 219">
                    <a:extLst>
                      <a:ext uri="{FF2B5EF4-FFF2-40B4-BE49-F238E27FC236}">
                        <a16:creationId xmlns:a16="http://schemas.microsoft.com/office/drawing/2014/main" id="{660953D0-CD41-4731-9431-C983A913D12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9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371" name="Text Box 220">
                    <a:extLst>
                      <a:ext uri="{FF2B5EF4-FFF2-40B4-BE49-F238E27FC236}">
                        <a16:creationId xmlns:a16="http://schemas.microsoft.com/office/drawing/2014/main" id="{86B6C28E-1DD7-4C1A-BF44-5921F5BD75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9" y="2874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3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…</a:t>
                    </a:r>
                  </a:p>
                </p:txBody>
              </p:sp>
              <p:sp>
                <p:nvSpPr>
                  <p:cNvPr id="43372" name="Text Box 221">
                    <a:extLst>
                      <a:ext uri="{FF2B5EF4-FFF2-40B4-BE49-F238E27FC236}">
                        <a16:creationId xmlns:a16="http://schemas.microsoft.com/office/drawing/2014/main" id="{C7BA84E7-5242-473C-8348-8F5B8515FCC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01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行</a:t>
                    </a:r>
                  </a:p>
                </p:txBody>
              </p:sp>
              <p:sp>
                <p:nvSpPr>
                  <p:cNvPr id="43373" name="Text Box 222">
                    <a:extLst>
                      <a:ext uri="{FF2B5EF4-FFF2-40B4-BE49-F238E27FC236}">
                        <a16:creationId xmlns:a16="http://schemas.microsoft.com/office/drawing/2014/main" id="{67B9A3AA-411A-49A1-98B0-6B57EE6090F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26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地</a:t>
                    </a:r>
                  </a:p>
                </p:txBody>
              </p:sp>
              <p:sp>
                <p:nvSpPr>
                  <p:cNvPr id="43374" name="Text Box 223">
                    <a:extLst>
                      <a:ext uri="{FF2B5EF4-FFF2-40B4-BE49-F238E27FC236}">
                        <a16:creationId xmlns:a16="http://schemas.microsoft.com/office/drawing/2014/main" id="{BB2B4917-046D-40B1-A169-82C0724B1E4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509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址</a:t>
                    </a:r>
                  </a:p>
                </p:txBody>
              </p:sp>
              <p:sp>
                <p:nvSpPr>
                  <p:cNvPr id="43375" name="Text Box 224">
                    <a:extLst>
                      <a:ext uri="{FF2B5EF4-FFF2-40B4-BE49-F238E27FC236}">
                        <a16:creationId xmlns:a16="http://schemas.microsoft.com/office/drawing/2014/main" id="{A8106D79-AFBB-43AE-8A63-E93B9DCF74F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75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译</a:t>
                    </a:r>
                  </a:p>
                </p:txBody>
              </p:sp>
              <p:sp>
                <p:nvSpPr>
                  <p:cNvPr id="43376" name="Text Box 225">
                    <a:extLst>
                      <a:ext uri="{FF2B5EF4-FFF2-40B4-BE49-F238E27FC236}">
                        <a16:creationId xmlns:a16="http://schemas.microsoft.com/office/drawing/2014/main" id="{D9BFC9F4-77AA-41A4-9815-11BAFE5C78E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2004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码</a:t>
                    </a:r>
                  </a:p>
                </p:txBody>
              </p:sp>
              <p:sp>
                <p:nvSpPr>
                  <p:cNvPr id="43377" name="Text Box 226">
                    <a:extLst>
                      <a:ext uri="{FF2B5EF4-FFF2-40B4-BE49-F238E27FC236}">
                        <a16:creationId xmlns:a16="http://schemas.microsoft.com/office/drawing/2014/main" id="{6B82F534-314A-4809-8C15-CB2CDC7C890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263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列</a:t>
                    </a:r>
                  </a:p>
                </p:txBody>
              </p:sp>
              <p:sp>
                <p:nvSpPr>
                  <p:cNvPr id="43378" name="Text Box 227">
                    <a:extLst>
                      <a:ext uri="{FF2B5EF4-FFF2-40B4-BE49-F238E27FC236}">
                        <a16:creationId xmlns:a16="http://schemas.microsoft.com/office/drawing/2014/main" id="{53DA483D-E965-4CAF-83BF-FA355211D91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288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地</a:t>
                    </a:r>
                  </a:p>
                </p:txBody>
              </p:sp>
              <p:sp>
                <p:nvSpPr>
                  <p:cNvPr id="43379" name="Text Box 228">
                    <a:extLst>
                      <a:ext uri="{FF2B5EF4-FFF2-40B4-BE49-F238E27FC236}">
                        <a16:creationId xmlns:a16="http://schemas.microsoft.com/office/drawing/2014/main" id="{C7626D4E-696B-4044-95B5-946EEC99823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3129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址</a:t>
                    </a:r>
                  </a:p>
                </p:txBody>
              </p:sp>
              <p:sp>
                <p:nvSpPr>
                  <p:cNvPr id="43380" name="Text Box 229">
                    <a:extLst>
                      <a:ext uri="{FF2B5EF4-FFF2-40B4-BE49-F238E27FC236}">
                        <a16:creationId xmlns:a16="http://schemas.microsoft.com/office/drawing/2014/main" id="{100588C2-4ABB-4D71-89F1-0BB94152F6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337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译</a:t>
                    </a:r>
                  </a:p>
                </p:txBody>
              </p:sp>
              <p:sp>
                <p:nvSpPr>
                  <p:cNvPr id="43381" name="Text Box 230">
                    <a:extLst>
                      <a:ext uri="{FF2B5EF4-FFF2-40B4-BE49-F238E27FC236}">
                        <a16:creationId xmlns:a16="http://schemas.microsoft.com/office/drawing/2014/main" id="{B14E0906-802A-4919-870C-D13A98B965D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3624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码</a:t>
                    </a:r>
                  </a:p>
                </p:txBody>
              </p:sp>
              <p:sp>
                <p:nvSpPr>
                  <p:cNvPr id="43382" name="Line 231">
                    <a:extLst>
                      <a:ext uri="{FF2B5EF4-FFF2-40B4-BE49-F238E27FC236}">
                        <a16:creationId xmlns:a16="http://schemas.microsoft.com/office/drawing/2014/main" id="{426991E0-1721-4F96-860C-5302664717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4" y="903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83" name="Line 232">
                    <a:extLst>
                      <a:ext uri="{FF2B5EF4-FFF2-40B4-BE49-F238E27FC236}">
                        <a16:creationId xmlns:a16="http://schemas.microsoft.com/office/drawing/2014/main" id="{D663D79A-F085-4682-B046-7C6796B021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4" y="116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84" name="Line 233">
                    <a:extLst>
                      <a:ext uri="{FF2B5EF4-FFF2-40B4-BE49-F238E27FC236}">
                        <a16:creationId xmlns:a16="http://schemas.microsoft.com/office/drawing/2014/main" id="{CFAEA8D8-9B87-4D99-9568-3ABCAA1C26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4" y="142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85" name="Line 234">
                    <a:extLst>
                      <a:ext uri="{FF2B5EF4-FFF2-40B4-BE49-F238E27FC236}">
                        <a16:creationId xmlns:a16="http://schemas.microsoft.com/office/drawing/2014/main" id="{BF8FD9C1-17A8-41E2-BCF1-D183F528B6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4" y="168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86" name="Line 235">
                    <a:extLst>
                      <a:ext uri="{FF2B5EF4-FFF2-40B4-BE49-F238E27FC236}">
                        <a16:creationId xmlns:a16="http://schemas.microsoft.com/office/drawing/2014/main" id="{9EADB05A-389E-4A46-9409-7A19FF9640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4" y="1939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87" name="Line 236">
                    <a:extLst>
                      <a:ext uri="{FF2B5EF4-FFF2-40B4-BE49-F238E27FC236}">
                        <a16:creationId xmlns:a16="http://schemas.microsoft.com/office/drawing/2014/main" id="{B9A48CD3-9A6B-4209-BA22-40089AE88E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4" y="2199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88" name="Line 237">
                    <a:extLst>
                      <a:ext uri="{FF2B5EF4-FFF2-40B4-BE49-F238E27FC236}">
                        <a16:creationId xmlns:a16="http://schemas.microsoft.com/office/drawing/2014/main" id="{B785CCE9-8940-4D47-A0D6-7FCC1BE435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4" y="287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89" name="Line 238">
                    <a:extLst>
                      <a:ext uri="{FF2B5EF4-FFF2-40B4-BE49-F238E27FC236}">
                        <a16:creationId xmlns:a16="http://schemas.microsoft.com/office/drawing/2014/main" id="{8109FAB1-7643-49C6-92A8-0F8DE7A44D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4" y="3129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90" name="Line 239">
                    <a:extLst>
                      <a:ext uri="{FF2B5EF4-FFF2-40B4-BE49-F238E27FC236}">
                        <a16:creationId xmlns:a16="http://schemas.microsoft.com/office/drawing/2014/main" id="{E4CF51EC-1BCD-45AE-B657-D58F671EC6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4" y="3388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91" name="Line 240">
                    <a:extLst>
                      <a:ext uri="{FF2B5EF4-FFF2-40B4-BE49-F238E27FC236}">
                        <a16:creationId xmlns:a16="http://schemas.microsoft.com/office/drawing/2014/main" id="{238AD089-BDDF-4812-A1D1-B7BF8E2189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4" y="3648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92" name="Text Box 241">
                    <a:extLst>
                      <a:ext uri="{FF2B5EF4-FFF2-40B4-BE49-F238E27FC236}">
                        <a16:creationId xmlns:a16="http://schemas.microsoft.com/office/drawing/2014/main" id="{35993575-D906-4E3D-9E90-4D05D144ED7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52" y="3888"/>
                    <a:ext cx="356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WE</a:t>
                    </a:r>
                  </a:p>
                </p:txBody>
              </p:sp>
              <p:sp>
                <p:nvSpPr>
                  <p:cNvPr id="43393" name="Line 242">
                    <a:extLst>
                      <a:ext uri="{FF2B5EF4-FFF2-40B4-BE49-F238E27FC236}">
                        <a16:creationId xmlns:a16="http://schemas.microsoft.com/office/drawing/2014/main" id="{852704FD-9D9C-4B4E-AA32-1449BF208E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86" y="3921"/>
                    <a:ext cx="288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394" name="Text Box 243">
                    <a:extLst>
                      <a:ext uri="{FF2B5EF4-FFF2-40B4-BE49-F238E27FC236}">
                        <a16:creationId xmlns:a16="http://schemas.microsoft.com/office/drawing/2014/main" id="{008EADF4-9DC7-47B6-BCE6-D7A7B2CCEDA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72" y="4023"/>
                    <a:ext cx="321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CS</a:t>
                    </a:r>
                  </a:p>
                </p:txBody>
              </p:sp>
              <p:sp>
                <p:nvSpPr>
                  <p:cNvPr id="43395" name="Line 244">
                    <a:extLst>
                      <a:ext uri="{FF2B5EF4-FFF2-40B4-BE49-F238E27FC236}">
                        <a16:creationId xmlns:a16="http://schemas.microsoft.com/office/drawing/2014/main" id="{D746F573-562E-42D1-9549-8479BBBEB8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730" y="4077"/>
                    <a:ext cx="192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43185" name="Group 245">
                  <a:extLst>
                    <a:ext uri="{FF2B5EF4-FFF2-40B4-BE49-F238E27FC236}">
                      <a16:creationId xmlns:a16="http://schemas.microsoft.com/office/drawing/2014/main" id="{45D1926B-D2E4-4849-BC0C-39FF681B50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4" y="672"/>
                  <a:ext cx="196" cy="3010"/>
                  <a:chOff x="140" y="674"/>
                  <a:chExt cx="196" cy="3010"/>
                </a:xfrm>
              </p:grpSpPr>
              <p:sp>
                <p:nvSpPr>
                  <p:cNvPr id="43186" name="Text Box 246">
                    <a:extLst>
                      <a:ext uri="{FF2B5EF4-FFF2-40B4-BE49-F238E27FC236}">
                        <a16:creationId xmlns:a16="http://schemas.microsoft.com/office/drawing/2014/main" id="{DDA9157A-9DFC-481F-BE08-2418F4D2715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67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187" name="Text Box 247">
                    <a:extLst>
                      <a:ext uri="{FF2B5EF4-FFF2-40B4-BE49-F238E27FC236}">
                        <a16:creationId xmlns:a16="http://schemas.microsoft.com/office/drawing/2014/main" id="{018786EB-5858-48AA-81C5-3E0A5A3204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933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188" name="Text Box 248">
                    <a:extLst>
                      <a:ext uri="{FF2B5EF4-FFF2-40B4-BE49-F238E27FC236}">
                        <a16:creationId xmlns:a16="http://schemas.microsoft.com/office/drawing/2014/main" id="{81B9245A-45A8-44A0-AC5B-8100A8DFFF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192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189" name="Text Box 249">
                    <a:extLst>
                      <a:ext uri="{FF2B5EF4-FFF2-40B4-BE49-F238E27FC236}">
                        <a16:creationId xmlns:a16="http://schemas.microsoft.com/office/drawing/2014/main" id="{E0AD45DD-D893-4307-9650-DC3BEBE8564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451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190" name="Text Box 250">
                    <a:extLst>
                      <a:ext uri="{FF2B5EF4-FFF2-40B4-BE49-F238E27FC236}">
                        <a16:creationId xmlns:a16="http://schemas.microsoft.com/office/drawing/2014/main" id="{0C5CC2D7-D01B-4F93-AC59-8C747215A10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71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191" name="Text Box 251">
                    <a:extLst>
                      <a:ext uri="{FF2B5EF4-FFF2-40B4-BE49-F238E27FC236}">
                        <a16:creationId xmlns:a16="http://schemas.microsoft.com/office/drawing/2014/main" id="{95792367-5C51-442F-97F6-4724970841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97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192" name="Text Box 252">
                    <a:extLst>
                      <a:ext uri="{FF2B5EF4-FFF2-40B4-BE49-F238E27FC236}">
                        <a16:creationId xmlns:a16="http://schemas.microsoft.com/office/drawing/2014/main" id="{B23C5DA1-8740-4D57-8FC8-05B73FA6E1B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657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193" name="Text Box 253">
                    <a:extLst>
                      <a:ext uri="{FF2B5EF4-FFF2-40B4-BE49-F238E27FC236}">
                        <a16:creationId xmlns:a16="http://schemas.microsoft.com/office/drawing/2014/main" id="{0E951273-50DE-4150-B936-76E4C39017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916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194" name="Text Box 254">
                    <a:extLst>
                      <a:ext uri="{FF2B5EF4-FFF2-40B4-BE49-F238E27FC236}">
                        <a16:creationId xmlns:a16="http://schemas.microsoft.com/office/drawing/2014/main" id="{DD148649-ED36-4D46-9717-1CB7222D5BA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175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3195" name="Text Box 255">
                    <a:extLst>
                      <a:ext uri="{FF2B5EF4-FFF2-40B4-BE49-F238E27FC236}">
                        <a16:creationId xmlns:a16="http://schemas.microsoft.com/office/drawing/2014/main" id="{FAEFFA96-1ACC-446E-BD95-5C7CA47ABEC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43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966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</p:grpSp>
          </p:grpSp>
          <p:grpSp>
            <p:nvGrpSpPr>
              <p:cNvPr id="43096" name="Group 256">
                <a:extLst>
                  <a:ext uri="{FF2B5EF4-FFF2-40B4-BE49-F238E27FC236}">
                    <a16:creationId xmlns:a16="http://schemas.microsoft.com/office/drawing/2014/main" id="{89D62F8D-3CEF-41B7-99CA-78033485BC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" y="855"/>
                <a:ext cx="4567" cy="430"/>
                <a:chOff x="906" y="855"/>
                <a:chExt cx="4567" cy="430"/>
              </a:xfrm>
            </p:grpSpPr>
            <p:grpSp>
              <p:nvGrpSpPr>
                <p:cNvPr id="43160" name="Group 257">
                  <a:extLst>
                    <a:ext uri="{FF2B5EF4-FFF2-40B4-BE49-F238E27FC236}">
                      <a16:creationId xmlns:a16="http://schemas.microsoft.com/office/drawing/2014/main" id="{EB3F9069-A973-4C9F-8538-4C7DD3CE76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06" y="855"/>
                  <a:ext cx="4567" cy="430"/>
                  <a:chOff x="902" y="857"/>
                  <a:chExt cx="4567" cy="430"/>
                </a:xfrm>
              </p:grpSpPr>
              <p:grpSp>
                <p:nvGrpSpPr>
                  <p:cNvPr id="43165" name="Group 258">
                    <a:extLst>
                      <a:ext uri="{FF2B5EF4-FFF2-40B4-BE49-F238E27FC236}">
                        <a16:creationId xmlns:a16="http://schemas.microsoft.com/office/drawing/2014/main" id="{F6AB222F-3FC7-4E01-9489-0A3DD7C2A98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152" y="1013"/>
                    <a:ext cx="4317" cy="274"/>
                    <a:chOff x="1176" y="1068"/>
                    <a:chExt cx="4317" cy="274"/>
                  </a:xfrm>
                </p:grpSpPr>
                <p:sp>
                  <p:nvSpPr>
                    <p:cNvPr id="43176" name="Rectangle 259">
                      <a:extLst>
                        <a:ext uri="{FF2B5EF4-FFF2-40B4-BE49-F238E27FC236}">
                          <a16:creationId xmlns:a16="http://schemas.microsoft.com/office/drawing/2014/main" id="{7018C299-4D63-4AD1-A132-1EFF4231DB9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5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15</a:t>
                      </a:r>
                    </a:p>
                  </p:txBody>
                </p:sp>
                <p:sp>
                  <p:nvSpPr>
                    <p:cNvPr id="43177" name="Rectangle 260">
                      <a:extLst>
                        <a:ext uri="{FF2B5EF4-FFF2-40B4-BE49-F238E27FC236}">
                          <a16:creationId xmlns:a16="http://schemas.microsoft.com/office/drawing/2014/main" id="{F5D06EB9-835E-4973-BE1F-3049714F7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43178" name="Rectangle 261">
                      <a:extLst>
                        <a:ext uri="{FF2B5EF4-FFF2-40B4-BE49-F238E27FC236}">
                          <a16:creationId xmlns:a16="http://schemas.microsoft.com/office/drawing/2014/main" id="{F4C6140F-F76D-4E80-9084-444198905C5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9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31</a:t>
                      </a:r>
                    </a:p>
                  </p:txBody>
                </p:sp>
                <p:sp>
                  <p:nvSpPr>
                    <p:cNvPr id="43179" name="Rectangle 262">
                      <a:extLst>
                        <a:ext uri="{FF2B5EF4-FFF2-40B4-BE49-F238E27FC236}">
                          <a16:creationId xmlns:a16="http://schemas.microsoft.com/office/drawing/2014/main" id="{C1A19DDF-5B7E-4C5B-B8A7-ADF5F13A79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1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16</a:t>
                      </a:r>
                    </a:p>
                  </p:txBody>
                </p:sp>
                <p:sp>
                  <p:nvSpPr>
                    <p:cNvPr id="43180" name="Rectangle 263">
                      <a:extLst>
                        <a:ext uri="{FF2B5EF4-FFF2-40B4-BE49-F238E27FC236}">
                          <a16:creationId xmlns:a16="http://schemas.microsoft.com/office/drawing/2014/main" id="{30B0FA5A-03C1-459A-A8C9-29568623667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67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47</a:t>
                      </a:r>
                    </a:p>
                  </p:txBody>
                </p:sp>
                <p:sp>
                  <p:nvSpPr>
                    <p:cNvPr id="43181" name="Rectangle 264">
                      <a:extLst>
                        <a:ext uri="{FF2B5EF4-FFF2-40B4-BE49-F238E27FC236}">
                          <a16:creationId xmlns:a16="http://schemas.microsoft.com/office/drawing/2014/main" id="{D7D0070A-3DBC-4E4C-AD45-CC829FFAA5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91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32</a:t>
                      </a:r>
                    </a:p>
                  </p:txBody>
                </p:sp>
                <p:sp>
                  <p:nvSpPr>
                    <p:cNvPr id="43182" name="Rectangle 265">
                      <a:extLst>
                        <a:ext uri="{FF2B5EF4-FFF2-40B4-BE49-F238E27FC236}">
                          <a16:creationId xmlns:a16="http://schemas.microsoft.com/office/drawing/2014/main" id="{48BBDBF5-DAE0-4E2E-8529-09008AD924E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05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63</a:t>
                      </a:r>
                    </a:p>
                  </p:txBody>
                </p:sp>
                <p:sp>
                  <p:nvSpPr>
                    <p:cNvPr id="43183" name="Rectangle 266">
                      <a:extLst>
                        <a:ext uri="{FF2B5EF4-FFF2-40B4-BE49-F238E27FC236}">
                          <a16:creationId xmlns:a16="http://schemas.microsoft.com/office/drawing/2014/main" id="{306A9DD1-CAE0-4019-9EC3-E2D717F4293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2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  <a:headEnd/>
                      <a:tailEnd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48</a:t>
                      </a:r>
                    </a:p>
                  </p:txBody>
                </p:sp>
              </p:grpSp>
              <p:grpSp>
                <p:nvGrpSpPr>
                  <p:cNvPr id="43166" name="Group 267">
                    <a:extLst>
                      <a:ext uri="{FF2B5EF4-FFF2-40B4-BE49-F238E27FC236}">
                        <a16:creationId xmlns:a16="http://schemas.microsoft.com/office/drawing/2014/main" id="{DDC0AAEF-241C-4F7F-B119-996383022CF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02" y="857"/>
                    <a:ext cx="4419" cy="145"/>
                    <a:chOff x="902" y="857"/>
                    <a:chExt cx="4419" cy="145"/>
                  </a:xfrm>
                </p:grpSpPr>
                <p:sp>
                  <p:nvSpPr>
                    <p:cNvPr id="43167" name="Freeform 268">
                      <a:extLst>
                        <a:ext uri="{FF2B5EF4-FFF2-40B4-BE49-F238E27FC236}">
                          <a16:creationId xmlns:a16="http://schemas.microsoft.com/office/drawing/2014/main" id="{208FAED7-75E2-4F1A-A21E-D9E95517C0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02" y="857"/>
                      <a:ext cx="4419" cy="1"/>
                    </a:xfrm>
                    <a:custGeom>
                      <a:avLst/>
                      <a:gdLst>
                        <a:gd name="T0" fmla="*/ 0 w 4419"/>
                        <a:gd name="T1" fmla="*/ 1 h 1"/>
                        <a:gd name="T2" fmla="*/ 4419 w 4419"/>
                        <a:gd name="T3" fmla="*/ 0 h 1"/>
                        <a:gd name="T4" fmla="*/ 0 60000 65536"/>
                        <a:gd name="T5" fmla="*/ 0 60000 65536"/>
                        <a:gd name="T6" fmla="*/ 0 w 4419"/>
                        <a:gd name="T7" fmla="*/ 0 h 1"/>
                        <a:gd name="T8" fmla="*/ 4419 w 4419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19" h="1">
                          <a:moveTo>
                            <a:pt x="0" y="1"/>
                          </a:moveTo>
                          <a:lnTo>
                            <a:pt x="4419" y="0"/>
                          </a:lnTo>
                        </a:path>
                      </a:pathLst>
                    </a:custGeom>
                    <a:noFill/>
                    <a:ln w="762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68" name="Line 269">
                      <a:extLst>
                        <a:ext uri="{FF2B5EF4-FFF2-40B4-BE49-F238E27FC236}">
                          <a16:creationId xmlns:a16="http://schemas.microsoft.com/office/drawing/2014/main" id="{B0F32D3D-A57B-49B6-8FC0-D77C48AE07F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69" name="Line 270">
                      <a:extLst>
                        <a:ext uri="{FF2B5EF4-FFF2-40B4-BE49-F238E27FC236}">
                          <a16:creationId xmlns:a16="http://schemas.microsoft.com/office/drawing/2014/main" id="{0E21C540-9E3A-474A-B196-91053557E1A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70" name="Line 271">
                      <a:extLst>
                        <a:ext uri="{FF2B5EF4-FFF2-40B4-BE49-F238E27FC236}">
                          <a16:creationId xmlns:a16="http://schemas.microsoft.com/office/drawing/2014/main" id="{5EAB1307-1944-483C-9904-A08D574ECBC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2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71" name="Line 272">
                      <a:extLst>
                        <a:ext uri="{FF2B5EF4-FFF2-40B4-BE49-F238E27FC236}">
                          <a16:creationId xmlns:a16="http://schemas.microsoft.com/office/drawing/2014/main" id="{E4243444-166C-4149-A0B2-A81D7A14E33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00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72" name="Line 273">
                      <a:extLst>
                        <a:ext uri="{FF2B5EF4-FFF2-40B4-BE49-F238E27FC236}">
                          <a16:creationId xmlns:a16="http://schemas.microsoft.com/office/drawing/2014/main" id="{2821AC55-76BE-4CD2-9E1D-6429EC9FC5F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76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73" name="Line 274">
                      <a:extLst>
                        <a:ext uri="{FF2B5EF4-FFF2-40B4-BE49-F238E27FC236}">
                          <a16:creationId xmlns:a16="http://schemas.microsoft.com/office/drawing/2014/main" id="{4B7ACFA8-E449-4D3A-AB60-D78552A4622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5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74" name="Line 275">
                      <a:extLst>
                        <a:ext uri="{FF2B5EF4-FFF2-40B4-BE49-F238E27FC236}">
                          <a16:creationId xmlns:a16="http://schemas.microsoft.com/office/drawing/2014/main" id="{92CD22F3-E2D9-4255-A957-44AF8667CC0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2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75" name="Line 276">
                      <a:extLst>
                        <a:ext uri="{FF2B5EF4-FFF2-40B4-BE49-F238E27FC236}">
                          <a16:creationId xmlns:a16="http://schemas.microsoft.com/office/drawing/2014/main" id="{FA246028-AD22-40AA-BAF0-9B5F14124A2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0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43161" name="Text Box 277">
                  <a:extLst>
                    <a:ext uri="{FF2B5EF4-FFF2-40B4-BE49-F238E27FC236}">
                      <a16:creationId xmlns:a16="http://schemas.microsoft.com/office/drawing/2014/main" id="{C5B9DC5E-A869-4F1C-8120-A0E7271A17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04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3162" name="Text Box 278">
                  <a:extLst>
                    <a:ext uri="{FF2B5EF4-FFF2-40B4-BE49-F238E27FC236}">
                      <a16:creationId xmlns:a16="http://schemas.microsoft.com/office/drawing/2014/main" id="{060250C7-B3FB-48DE-8F9C-8BD42685D2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544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3163" name="Text Box 279">
                  <a:extLst>
                    <a:ext uri="{FF2B5EF4-FFF2-40B4-BE49-F238E27FC236}">
                      <a16:creationId xmlns:a16="http://schemas.microsoft.com/office/drawing/2014/main" id="{27931E7F-FA95-473E-A2AD-5CBC9D554F7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22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  <p:sp>
              <p:nvSpPr>
                <p:cNvPr id="43164" name="Text Box 280">
                  <a:extLst>
                    <a:ext uri="{FF2B5EF4-FFF2-40B4-BE49-F238E27FC236}">
                      <a16:creationId xmlns:a16="http://schemas.microsoft.com/office/drawing/2014/main" id="{E0D38CB6-229A-4339-A1EF-966655FE610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64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…</a:t>
                  </a:r>
                </a:p>
              </p:txBody>
            </p:sp>
          </p:grpSp>
          <p:grpSp>
            <p:nvGrpSpPr>
              <p:cNvPr id="43097" name="Group 281">
                <a:extLst>
                  <a:ext uri="{FF2B5EF4-FFF2-40B4-BE49-F238E27FC236}">
                    <a16:creationId xmlns:a16="http://schemas.microsoft.com/office/drawing/2014/main" id="{A9B97608-8088-4CCE-9F5D-41A851F436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46" y="3544"/>
                <a:ext cx="4304" cy="336"/>
                <a:chOff x="1146" y="3544"/>
                <a:chExt cx="4304" cy="336"/>
              </a:xfrm>
            </p:grpSpPr>
            <p:grpSp>
              <p:nvGrpSpPr>
                <p:cNvPr id="43148" name="Group 282">
                  <a:extLst>
                    <a:ext uri="{FF2B5EF4-FFF2-40B4-BE49-F238E27FC236}">
                      <a16:creationId xmlns:a16="http://schemas.microsoft.com/office/drawing/2014/main" id="{7CAA020A-6831-43D8-8920-D463A79314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46" y="3544"/>
                  <a:ext cx="823" cy="336"/>
                  <a:chOff x="1142" y="3546"/>
                  <a:chExt cx="823" cy="336"/>
                </a:xfrm>
              </p:grpSpPr>
              <p:sp>
                <p:nvSpPr>
                  <p:cNvPr id="43158" name="Rectangle 283">
                    <a:extLst>
                      <a:ext uri="{FF2B5EF4-FFF2-40B4-BE49-F238E27FC236}">
                        <a16:creationId xmlns:a16="http://schemas.microsoft.com/office/drawing/2014/main" id="{05B0D4A3-D9EC-49D0-A450-467B13DDC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42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59" name="Text Box 284">
                    <a:extLst>
                      <a:ext uri="{FF2B5EF4-FFF2-40B4-BE49-F238E27FC236}">
                        <a16:creationId xmlns:a16="http://schemas.microsoft.com/office/drawing/2014/main" id="{61538D69-860E-42BE-AD08-446ADB28CB4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200" y="359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</p:grpSp>
            <p:grpSp>
              <p:nvGrpSpPr>
                <p:cNvPr id="43149" name="Group 285">
                  <a:extLst>
                    <a:ext uri="{FF2B5EF4-FFF2-40B4-BE49-F238E27FC236}">
                      <a16:creationId xmlns:a16="http://schemas.microsoft.com/office/drawing/2014/main" id="{BBDE1AD9-F925-424B-BEEE-75FA93E85A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22" y="3544"/>
                  <a:ext cx="823" cy="336"/>
                  <a:chOff x="2318" y="3546"/>
                  <a:chExt cx="823" cy="336"/>
                </a:xfrm>
              </p:grpSpPr>
              <p:sp>
                <p:nvSpPr>
                  <p:cNvPr id="43156" name="Rectangle 286">
                    <a:extLst>
                      <a:ext uri="{FF2B5EF4-FFF2-40B4-BE49-F238E27FC236}">
                        <a16:creationId xmlns:a16="http://schemas.microsoft.com/office/drawing/2014/main" id="{91E33D66-6A9E-4F55-B53F-D03B299968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8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57" name="Text Box 287">
                    <a:extLst>
                      <a:ext uri="{FF2B5EF4-FFF2-40B4-BE49-F238E27FC236}">
                        <a16:creationId xmlns:a16="http://schemas.microsoft.com/office/drawing/2014/main" id="{51D91684-7491-47AD-9CCC-E81418BDA7F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52" y="360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</p:grpSp>
            <p:grpSp>
              <p:nvGrpSpPr>
                <p:cNvPr id="43150" name="Group 288">
                  <a:extLst>
                    <a:ext uri="{FF2B5EF4-FFF2-40B4-BE49-F238E27FC236}">
                      <a16:creationId xmlns:a16="http://schemas.microsoft.com/office/drawing/2014/main" id="{46020A10-4340-46BF-90A9-293BE023BE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474" y="3544"/>
                  <a:ext cx="823" cy="336"/>
                  <a:chOff x="3470" y="3546"/>
                  <a:chExt cx="823" cy="336"/>
                </a:xfrm>
              </p:grpSpPr>
              <p:sp>
                <p:nvSpPr>
                  <p:cNvPr id="43154" name="Rectangle 289">
                    <a:extLst>
                      <a:ext uri="{FF2B5EF4-FFF2-40B4-BE49-F238E27FC236}">
                        <a16:creationId xmlns:a16="http://schemas.microsoft.com/office/drawing/2014/main" id="{0BDBEC53-7BCF-4FB2-A0A0-C7776A963D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70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55" name="Text Box 290">
                    <a:extLst>
                      <a:ext uri="{FF2B5EF4-FFF2-40B4-BE49-F238E27FC236}">
                        <a16:creationId xmlns:a16="http://schemas.microsoft.com/office/drawing/2014/main" id="{534C7CB9-5805-4308-8F47-BA4A898EBA6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4" y="360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</p:grpSp>
            <p:grpSp>
              <p:nvGrpSpPr>
                <p:cNvPr id="43151" name="Group 291">
                  <a:extLst>
                    <a:ext uri="{FF2B5EF4-FFF2-40B4-BE49-F238E27FC236}">
                      <a16:creationId xmlns:a16="http://schemas.microsoft.com/office/drawing/2014/main" id="{04ED7B4B-C47C-4DD1-93E2-6713459CFF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27" y="3544"/>
                  <a:ext cx="823" cy="336"/>
                  <a:chOff x="4623" y="3546"/>
                  <a:chExt cx="823" cy="336"/>
                </a:xfrm>
              </p:grpSpPr>
              <p:sp>
                <p:nvSpPr>
                  <p:cNvPr id="43152" name="Rectangle 292">
                    <a:extLst>
                      <a:ext uri="{FF2B5EF4-FFF2-40B4-BE49-F238E27FC236}">
                        <a16:creationId xmlns:a16="http://schemas.microsoft.com/office/drawing/2014/main" id="{B27F288B-5907-4E74-9CD2-AA8D026FD8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23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53" name="Text Box 293">
                    <a:extLst>
                      <a:ext uri="{FF2B5EF4-FFF2-40B4-BE49-F238E27FC236}">
                        <a16:creationId xmlns:a16="http://schemas.microsoft.com/office/drawing/2014/main" id="{3FB060C3-3636-4A1F-8448-0740D8D2446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6" y="360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读写电路</a:t>
                    </a:r>
                  </a:p>
                </p:txBody>
              </p:sp>
            </p:grpSp>
          </p:grpSp>
          <p:grpSp>
            <p:nvGrpSpPr>
              <p:cNvPr id="43098" name="Group 294">
                <a:extLst>
                  <a:ext uri="{FF2B5EF4-FFF2-40B4-BE49-F238E27FC236}">
                    <a16:creationId xmlns:a16="http://schemas.microsoft.com/office/drawing/2014/main" id="{82DB3EA5-F61E-4D08-AE53-4E99DD2C83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9" y="2630"/>
                <a:ext cx="3944" cy="254"/>
                <a:chOff x="919" y="2630"/>
                <a:chExt cx="3944" cy="254"/>
              </a:xfrm>
            </p:grpSpPr>
            <p:grpSp>
              <p:nvGrpSpPr>
                <p:cNvPr id="43110" name="Group 295">
                  <a:extLst>
                    <a:ext uri="{FF2B5EF4-FFF2-40B4-BE49-F238E27FC236}">
                      <a16:creationId xmlns:a16="http://schemas.microsoft.com/office/drawing/2014/main" id="{1C5CFBFE-C5AA-4E5F-9BBE-687AE6F815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" y="2694"/>
                  <a:ext cx="3858" cy="190"/>
                  <a:chOff x="915" y="2696"/>
                  <a:chExt cx="3858" cy="190"/>
                </a:xfrm>
              </p:grpSpPr>
              <p:sp>
                <p:nvSpPr>
                  <p:cNvPr id="43143" name="Freeform 296">
                    <a:extLst>
                      <a:ext uri="{FF2B5EF4-FFF2-40B4-BE49-F238E27FC236}">
                        <a16:creationId xmlns:a16="http://schemas.microsoft.com/office/drawing/2014/main" id="{6C7FB483-1400-41B5-B44D-D706645097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44" name="Freeform 297">
                    <a:extLst>
                      <a:ext uri="{FF2B5EF4-FFF2-40B4-BE49-F238E27FC236}">
                        <a16:creationId xmlns:a16="http://schemas.microsoft.com/office/drawing/2014/main" id="{18FB343C-ACE3-4C2B-9980-8C5EA4351F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45" name="Freeform 298">
                    <a:extLst>
                      <a:ext uri="{FF2B5EF4-FFF2-40B4-BE49-F238E27FC236}">
                        <a16:creationId xmlns:a16="http://schemas.microsoft.com/office/drawing/2014/main" id="{496455F3-E013-4224-98A5-F10D50CE81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46" name="Freeform 299">
                    <a:extLst>
                      <a:ext uri="{FF2B5EF4-FFF2-40B4-BE49-F238E27FC236}">
                        <a16:creationId xmlns:a16="http://schemas.microsoft.com/office/drawing/2014/main" id="{3AC28F0A-30AC-446F-9977-5A0C9B554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  <a:gd name="T6" fmla="*/ 0 w 1"/>
                      <a:gd name="T7" fmla="*/ 0 h 178"/>
                      <a:gd name="T8" fmla="*/ 1 w 1"/>
                      <a:gd name="T9" fmla="*/ 178 h 178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47" name="Freeform 300">
                    <a:extLst>
                      <a:ext uri="{FF2B5EF4-FFF2-40B4-BE49-F238E27FC236}">
                        <a16:creationId xmlns:a16="http://schemas.microsoft.com/office/drawing/2014/main" id="{96F06547-836C-486D-BB52-0A5B4ABC37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  <a:gd name="T6" fmla="*/ 0 w 3858"/>
                      <a:gd name="T7" fmla="*/ 0 h 2"/>
                      <a:gd name="T8" fmla="*/ 3858 w 3858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43111" name="Group 301">
                  <a:extLst>
                    <a:ext uri="{FF2B5EF4-FFF2-40B4-BE49-F238E27FC236}">
                      <a16:creationId xmlns:a16="http://schemas.microsoft.com/office/drawing/2014/main" id="{19BEE8B1-682E-4831-BB13-A91C6B6E2D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16" y="2630"/>
                  <a:ext cx="192" cy="158"/>
                  <a:chOff x="1212" y="2632"/>
                  <a:chExt cx="192" cy="158"/>
                </a:xfrm>
              </p:grpSpPr>
              <p:grpSp>
                <p:nvGrpSpPr>
                  <p:cNvPr id="43136" name="Group 302">
                    <a:extLst>
                      <a:ext uri="{FF2B5EF4-FFF2-40B4-BE49-F238E27FC236}">
                        <a16:creationId xmlns:a16="http://schemas.microsoft.com/office/drawing/2014/main" id="{2358E6E7-191F-416C-B350-972377347B9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56" y="2632"/>
                    <a:ext cx="48" cy="158"/>
                    <a:chOff x="1356" y="2632"/>
                    <a:chExt cx="48" cy="158"/>
                  </a:xfrm>
                </p:grpSpPr>
                <p:sp>
                  <p:nvSpPr>
                    <p:cNvPr id="43141" name="Line 303">
                      <a:extLst>
                        <a:ext uri="{FF2B5EF4-FFF2-40B4-BE49-F238E27FC236}">
                          <a16:creationId xmlns:a16="http://schemas.microsoft.com/office/drawing/2014/main" id="{59A60D51-97FD-48FB-AB80-24B0B93A0CA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42" name="Line 304">
                      <a:extLst>
                        <a:ext uri="{FF2B5EF4-FFF2-40B4-BE49-F238E27FC236}">
                          <a16:creationId xmlns:a16="http://schemas.microsoft.com/office/drawing/2014/main" id="{482E915F-DC08-4E06-B39A-E575057BDF0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09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3137" name="Freeform 305">
                    <a:extLst>
                      <a:ext uri="{FF2B5EF4-FFF2-40B4-BE49-F238E27FC236}">
                        <a16:creationId xmlns:a16="http://schemas.microsoft.com/office/drawing/2014/main" id="{3D3FA905-186C-482D-8FC1-34C5275115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60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3138" name="Group 306">
                    <a:extLst>
                      <a:ext uri="{FF2B5EF4-FFF2-40B4-BE49-F238E27FC236}">
                        <a16:creationId xmlns:a16="http://schemas.microsoft.com/office/drawing/2014/main" id="{1C3579B7-4DB9-4442-BEB1-55683698032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12" y="2632"/>
                    <a:ext cx="48" cy="158"/>
                    <a:chOff x="1212" y="2632"/>
                    <a:chExt cx="48" cy="158"/>
                  </a:xfrm>
                </p:grpSpPr>
                <p:sp>
                  <p:nvSpPr>
                    <p:cNvPr id="43139" name="Line 307">
                      <a:extLst>
                        <a:ext uri="{FF2B5EF4-FFF2-40B4-BE49-F238E27FC236}">
                          <a16:creationId xmlns:a16="http://schemas.microsoft.com/office/drawing/2014/main" id="{250DA061-78FE-4D71-8873-908B351FD7D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40" name="Line 308">
                      <a:extLst>
                        <a:ext uri="{FF2B5EF4-FFF2-40B4-BE49-F238E27FC236}">
                          <a16:creationId xmlns:a16="http://schemas.microsoft.com/office/drawing/2014/main" id="{EB1099A7-5AA7-4257-92D2-4C3748CC60F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3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3112" name="Group 309">
                  <a:extLst>
                    <a:ext uri="{FF2B5EF4-FFF2-40B4-BE49-F238E27FC236}">
                      <a16:creationId xmlns:a16="http://schemas.microsoft.com/office/drawing/2014/main" id="{C6D78AD4-CE11-42D9-808D-AE99B0DCB1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68" y="2632"/>
                  <a:ext cx="192" cy="158"/>
                  <a:chOff x="2364" y="2634"/>
                  <a:chExt cx="192" cy="158"/>
                </a:xfrm>
              </p:grpSpPr>
              <p:grpSp>
                <p:nvGrpSpPr>
                  <p:cNvPr id="43129" name="Group 310">
                    <a:extLst>
                      <a:ext uri="{FF2B5EF4-FFF2-40B4-BE49-F238E27FC236}">
                        <a16:creationId xmlns:a16="http://schemas.microsoft.com/office/drawing/2014/main" id="{2E047D08-2600-4718-A0ED-5245260292C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08" y="2634"/>
                    <a:ext cx="48" cy="158"/>
                    <a:chOff x="2508" y="2634"/>
                    <a:chExt cx="48" cy="158"/>
                  </a:xfrm>
                </p:grpSpPr>
                <p:sp>
                  <p:nvSpPr>
                    <p:cNvPr id="43134" name="Line 311">
                      <a:extLst>
                        <a:ext uri="{FF2B5EF4-FFF2-40B4-BE49-F238E27FC236}">
                          <a16:creationId xmlns:a16="http://schemas.microsoft.com/office/drawing/2014/main" id="{CB0EFD7E-F054-44F4-A84B-2BCFC574265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35" name="Line 312">
                      <a:extLst>
                        <a:ext uri="{FF2B5EF4-FFF2-40B4-BE49-F238E27FC236}">
                          <a16:creationId xmlns:a16="http://schemas.microsoft.com/office/drawing/2014/main" id="{A88E8ADB-2D2B-4577-BFB2-297DB941C10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3130" name="Freeform 313">
                    <a:extLst>
                      <a:ext uri="{FF2B5EF4-FFF2-40B4-BE49-F238E27FC236}">
                        <a16:creationId xmlns:a16="http://schemas.microsoft.com/office/drawing/2014/main" id="{55718D84-D936-4E8E-9912-640AB0C136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3131" name="Group 314">
                    <a:extLst>
                      <a:ext uri="{FF2B5EF4-FFF2-40B4-BE49-F238E27FC236}">
                        <a16:creationId xmlns:a16="http://schemas.microsoft.com/office/drawing/2014/main" id="{0CF1BF08-9D7E-4A16-AB23-D7096E91B9F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64" y="2634"/>
                    <a:ext cx="48" cy="158"/>
                    <a:chOff x="2364" y="2634"/>
                    <a:chExt cx="48" cy="158"/>
                  </a:xfrm>
                </p:grpSpPr>
                <p:sp>
                  <p:nvSpPr>
                    <p:cNvPr id="43132" name="Line 315">
                      <a:extLst>
                        <a:ext uri="{FF2B5EF4-FFF2-40B4-BE49-F238E27FC236}">
                          <a16:creationId xmlns:a16="http://schemas.microsoft.com/office/drawing/2014/main" id="{7DB7E2EE-F53D-430B-B03B-8A300CF3A8A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33" name="Line 316">
                      <a:extLst>
                        <a:ext uri="{FF2B5EF4-FFF2-40B4-BE49-F238E27FC236}">
                          <a16:creationId xmlns:a16="http://schemas.microsoft.com/office/drawing/2014/main" id="{1BE2D35C-B534-4AA2-A08C-26EFEA659A9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3113" name="Group 317">
                  <a:extLst>
                    <a:ext uri="{FF2B5EF4-FFF2-40B4-BE49-F238E27FC236}">
                      <a16:creationId xmlns:a16="http://schemas.microsoft.com/office/drawing/2014/main" id="{0141138A-E572-423B-A1F3-C53437748E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20" y="2632"/>
                  <a:ext cx="192" cy="158"/>
                  <a:chOff x="3516" y="2634"/>
                  <a:chExt cx="192" cy="158"/>
                </a:xfrm>
              </p:grpSpPr>
              <p:grpSp>
                <p:nvGrpSpPr>
                  <p:cNvPr id="43122" name="Group 318">
                    <a:extLst>
                      <a:ext uri="{FF2B5EF4-FFF2-40B4-BE49-F238E27FC236}">
                        <a16:creationId xmlns:a16="http://schemas.microsoft.com/office/drawing/2014/main" id="{B185443E-6DC6-4786-9EC2-A6EE4764BE9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660" y="2634"/>
                    <a:ext cx="48" cy="158"/>
                    <a:chOff x="3660" y="2634"/>
                    <a:chExt cx="48" cy="158"/>
                  </a:xfrm>
                </p:grpSpPr>
                <p:sp>
                  <p:nvSpPr>
                    <p:cNvPr id="43127" name="Line 319">
                      <a:extLst>
                        <a:ext uri="{FF2B5EF4-FFF2-40B4-BE49-F238E27FC236}">
                          <a16:creationId xmlns:a16="http://schemas.microsoft.com/office/drawing/2014/main" id="{430BE428-2177-4E1C-9DF2-3E20AAC3BC5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28" name="Line 320">
                      <a:extLst>
                        <a:ext uri="{FF2B5EF4-FFF2-40B4-BE49-F238E27FC236}">
                          <a16:creationId xmlns:a16="http://schemas.microsoft.com/office/drawing/2014/main" id="{47B0F569-A184-45D5-BB43-0EBDDE4F21F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3123" name="Freeform 321">
                    <a:extLst>
                      <a:ext uri="{FF2B5EF4-FFF2-40B4-BE49-F238E27FC236}">
                        <a16:creationId xmlns:a16="http://schemas.microsoft.com/office/drawing/2014/main" id="{E0FAD5EE-E3B8-4647-9614-BDD1EAEFBF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3124" name="Group 322">
                    <a:extLst>
                      <a:ext uri="{FF2B5EF4-FFF2-40B4-BE49-F238E27FC236}">
                        <a16:creationId xmlns:a16="http://schemas.microsoft.com/office/drawing/2014/main" id="{C57F19E4-3A91-4E53-AB29-DC7DAA6EB1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516" y="2634"/>
                    <a:ext cx="48" cy="158"/>
                    <a:chOff x="3516" y="2634"/>
                    <a:chExt cx="48" cy="158"/>
                  </a:xfrm>
                </p:grpSpPr>
                <p:sp>
                  <p:nvSpPr>
                    <p:cNvPr id="43125" name="Line 323">
                      <a:extLst>
                        <a:ext uri="{FF2B5EF4-FFF2-40B4-BE49-F238E27FC236}">
                          <a16:creationId xmlns:a16="http://schemas.microsoft.com/office/drawing/2014/main" id="{CBEF5446-40BF-4D5B-A076-94763B1D4A9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26" name="Line 324">
                      <a:extLst>
                        <a:ext uri="{FF2B5EF4-FFF2-40B4-BE49-F238E27FC236}">
                          <a16:creationId xmlns:a16="http://schemas.microsoft.com/office/drawing/2014/main" id="{1827E032-F113-427F-9E83-03CAE50662F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3114" name="Group 325">
                  <a:extLst>
                    <a:ext uri="{FF2B5EF4-FFF2-40B4-BE49-F238E27FC236}">
                      <a16:creationId xmlns:a16="http://schemas.microsoft.com/office/drawing/2014/main" id="{C265F7FD-D419-49D6-853C-8F4B465DCF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71" y="2632"/>
                  <a:ext cx="192" cy="158"/>
                  <a:chOff x="4667" y="2634"/>
                  <a:chExt cx="192" cy="158"/>
                </a:xfrm>
              </p:grpSpPr>
              <p:grpSp>
                <p:nvGrpSpPr>
                  <p:cNvPr id="43115" name="Group 326">
                    <a:extLst>
                      <a:ext uri="{FF2B5EF4-FFF2-40B4-BE49-F238E27FC236}">
                        <a16:creationId xmlns:a16="http://schemas.microsoft.com/office/drawing/2014/main" id="{89AB1B50-17AB-4A1C-9E13-6ED9C2332CC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811" y="2634"/>
                    <a:ext cx="48" cy="158"/>
                    <a:chOff x="4811" y="2634"/>
                    <a:chExt cx="48" cy="158"/>
                  </a:xfrm>
                </p:grpSpPr>
                <p:sp>
                  <p:nvSpPr>
                    <p:cNvPr id="43120" name="Line 327">
                      <a:extLst>
                        <a:ext uri="{FF2B5EF4-FFF2-40B4-BE49-F238E27FC236}">
                          <a16:creationId xmlns:a16="http://schemas.microsoft.com/office/drawing/2014/main" id="{2E64464B-7C81-4B3D-B840-EB986674EEE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21" name="Line 328">
                      <a:extLst>
                        <a:ext uri="{FF2B5EF4-FFF2-40B4-BE49-F238E27FC236}">
                          <a16:creationId xmlns:a16="http://schemas.microsoft.com/office/drawing/2014/main" id="{96089848-F597-4751-841C-D02D6469464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63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43116" name="Freeform 329">
                    <a:extLst>
                      <a:ext uri="{FF2B5EF4-FFF2-40B4-BE49-F238E27FC236}">
                        <a16:creationId xmlns:a16="http://schemas.microsoft.com/office/drawing/2014/main" id="{E7C734D7-6BE3-4BD0-A91F-76E889E6DC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715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3117" name="Group 330">
                    <a:extLst>
                      <a:ext uri="{FF2B5EF4-FFF2-40B4-BE49-F238E27FC236}">
                        <a16:creationId xmlns:a16="http://schemas.microsoft.com/office/drawing/2014/main" id="{DFEBAAE5-2B8A-47DF-81D8-B0A5CB004E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667" y="2634"/>
                    <a:ext cx="48" cy="158"/>
                    <a:chOff x="4667" y="2634"/>
                    <a:chExt cx="48" cy="158"/>
                  </a:xfrm>
                </p:grpSpPr>
                <p:sp>
                  <p:nvSpPr>
                    <p:cNvPr id="43118" name="Line 331">
                      <a:extLst>
                        <a:ext uri="{FF2B5EF4-FFF2-40B4-BE49-F238E27FC236}">
                          <a16:creationId xmlns:a16="http://schemas.microsoft.com/office/drawing/2014/main" id="{AB9147B1-80A0-407E-B62C-623C6F431A0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588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3119" name="Line 332">
                      <a:extLst>
                        <a:ext uri="{FF2B5EF4-FFF2-40B4-BE49-F238E27FC236}">
                          <a16:creationId xmlns:a16="http://schemas.microsoft.com/office/drawing/2014/main" id="{EA7E733B-B80B-4F1B-AFCB-0F3926B1005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67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43099" name="Group 333">
                <a:extLst>
                  <a:ext uri="{FF2B5EF4-FFF2-40B4-BE49-F238E27FC236}">
                    <a16:creationId xmlns:a16="http://schemas.microsoft.com/office/drawing/2014/main" id="{77FD817E-6046-4464-BF6D-01D23B088A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59" y="2734"/>
                <a:ext cx="4225" cy="816"/>
                <a:chOff x="1059" y="2734"/>
                <a:chExt cx="4225" cy="816"/>
              </a:xfrm>
            </p:grpSpPr>
            <p:grpSp>
              <p:nvGrpSpPr>
                <p:cNvPr id="43100" name="Group 334">
                  <a:extLst>
                    <a:ext uri="{FF2B5EF4-FFF2-40B4-BE49-F238E27FC236}">
                      <a16:creationId xmlns:a16="http://schemas.microsoft.com/office/drawing/2014/main" id="{DA04E1E1-0E5B-4030-9F7B-3AB8A4F8D6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5" y="2734"/>
                  <a:ext cx="3889" cy="816"/>
                  <a:chOff x="1395" y="2734"/>
                  <a:chExt cx="3889" cy="816"/>
                </a:xfrm>
              </p:grpSpPr>
              <p:sp>
                <p:nvSpPr>
                  <p:cNvPr id="43106" name="Freeform 335">
                    <a:extLst>
                      <a:ext uri="{FF2B5EF4-FFF2-40B4-BE49-F238E27FC236}">
                        <a16:creationId xmlns:a16="http://schemas.microsoft.com/office/drawing/2014/main" id="{279155D7-6FA5-4F06-A822-6138B3449B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95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32"/>
                      <a:gd name="T16" fmla="*/ 0 h 816"/>
                      <a:gd name="T17" fmla="*/ 432 w 432"/>
                      <a:gd name="T18" fmla="*/ 816 h 81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07" name="Freeform 336">
                    <a:extLst>
                      <a:ext uri="{FF2B5EF4-FFF2-40B4-BE49-F238E27FC236}">
                        <a16:creationId xmlns:a16="http://schemas.microsoft.com/office/drawing/2014/main" id="{FC25B2D7-D7B5-414D-B5C2-A4B5804BD8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852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32"/>
                      <a:gd name="T16" fmla="*/ 0 h 816"/>
                      <a:gd name="T17" fmla="*/ 432 w 432"/>
                      <a:gd name="T18" fmla="*/ 816 h 81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08" name="Freeform 337">
                    <a:extLst>
                      <a:ext uri="{FF2B5EF4-FFF2-40B4-BE49-F238E27FC236}">
                        <a16:creationId xmlns:a16="http://schemas.microsoft.com/office/drawing/2014/main" id="{17381088-2A92-4281-853B-14488D32C2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00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32"/>
                      <a:gd name="T16" fmla="*/ 0 h 816"/>
                      <a:gd name="T17" fmla="*/ 432 w 432"/>
                      <a:gd name="T18" fmla="*/ 816 h 81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09" name="Freeform 338">
                    <a:extLst>
                      <a:ext uri="{FF2B5EF4-FFF2-40B4-BE49-F238E27FC236}">
                        <a16:creationId xmlns:a16="http://schemas.microsoft.com/office/drawing/2014/main" id="{145B6401-418A-4B6D-A39D-5D62BE5D8A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6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32"/>
                      <a:gd name="T16" fmla="*/ 0 h 816"/>
                      <a:gd name="T17" fmla="*/ 432 w 432"/>
                      <a:gd name="T18" fmla="*/ 816 h 81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43101" name="Group 339">
                  <a:extLst>
                    <a:ext uri="{FF2B5EF4-FFF2-40B4-BE49-F238E27FC236}">
                      <a16:creationId xmlns:a16="http://schemas.microsoft.com/office/drawing/2014/main" id="{6A79FE14-70BA-44DF-A2FD-1FF190630E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59" y="2746"/>
                  <a:ext cx="3750" cy="804"/>
                  <a:chOff x="1059" y="2746"/>
                  <a:chExt cx="3750" cy="804"/>
                </a:xfrm>
              </p:grpSpPr>
              <p:sp>
                <p:nvSpPr>
                  <p:cNvPr id="43102" name="Freeform 340">
                    <a:extLst>
                      <a:ext uri="{FF2B5EF4-FFF2-40B4-BE49-F238E27FC236}">
                        <a16:creationId xmlns:a16="http://schemas.microsoft.com/office/drawing/2014/main" id="{57DF88DF-0FF1-486B-836A-7B7112E542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9" y="2746"/>
                    <a:ext cx="280" cy="795"/>
                  </a:xfrm>
                  <a:custGeom>
                    <a:avLst/>
                    <a:gdLst>
                      <a:gd name="T0" fmla="*/ 276 w 280"/>
                      <a:gd name="T1" fmla="*/ 795 h 795"/>
                      <a:gd name="T2" fmla="*/ 280 w 280"/>
                      <a:gd name="T3" fmla="*/ 657 h 795"/>
                      <a:gd name="T4" fmla="*/ 0 w 280"/>
                      <a:gd name="T5" fmla="*/ 660 h 795"/>
                      <a:gd name="T6" fmla="*/ 3 w 280"/>
                      <a:gd name="T7" fmla="*/ 0 h 795"/>
                      <a:gd name="T8" fmla="*/ 144 w 280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80"/>
                      <a:gd name="T16" fmla="*/ 0 h 795"/>
                      <a:gd name="T17" fmla="*/ 280 w 280"/>
                      <a:gd name="T18" fmla="*/ 795 h 79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80" h="795">
                        <a:moveTo>
                          <a:pt x="276" y="795"/>
                        </a:moveTo>
                        <a:lnTo>
                          <a:pt x="280" y="657"/>
                        </a:lnTo>
                        <a:lnTo>
                          <a:pt x="0" y="660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03" name="Freeform 341">
                    <a:extLst>
                      <a:ext uri="{FF2B5EF4-FFF2-40B4-BE49-F238E27FC236}">
                        <a16:creationId xmlns:a16="http://schemas.microsoft.com/office/drawing/2014/main" id="{6F2B0098-8CBD-41C2-8D89-EA5F84D507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1" y="2755"/>
                    <a:ext cx="294" cy="795"/>
                  </a:xfrm>
                  <a:custGeom>
                    <a:avLst/>
                    <a:gdLst>
                      <a:gd name="T0" fmla="*/ 294 w 294"/>
                      <a:gd name="T1" fmla="*/ 795 h 795"/>
                      <a:gd name="T2" fmla="*/ 294 w 294"/>
                      <a:gd name="T3" fmla="*/ 657 h 795"/>
                      <a:gd name="T4" fmla="*/ 0 w 294"/>
                      <a:gd name="T5" fmla="*/ 657 h 795"/>
                      <a:gd name="T6" fmla="*/ 3 w 294"/>
                      <a:gd name="T7" fmla="*/ 0 h 795"/>
                      <a:gd name="T8" fmla="*/ 144 w 294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4"/>
                      <a:gd name="T16" fmla="*/ 0 h 795"/>
                      <a:gd name="T17" fmla="*/ 294 w 294"/>
                      <a:gd name="T18" fmla="*/ 795 h 79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4" h="795">
                        <a:moveTo>
                          <a:pt x="294" y="795"/>
                        </a:moveTo>
                        <a:lnTo>
                          <a:pt x="294" y="657"/>
                        </a:lnTo>
                        <a:lnTo>
                          <a:pt x="0" y="657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04" name="Freeform 342">
                    <a:extLst>
                      <a:ext uri="{FF2B5EF4-FFF2-40B4-BE49-F238E27FC236}">
                        <a16:creationId xmlns:a16="http://schemas.microsoft.com/office/drawing/2014/main" id="{FEF352F2-CF51-44B7-B4AC-214840E3C8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3" y="2755"/>
                    <a:ext cx="294" cy="795"/>
                  </a:xfrm>
                  <a:custGeom>
                    <a:avLst/>
                    <a:gdLst>
                      <a:gd name="T0" fmla="*/ 294 w 294"/>
                      <a:gd name="T1" fmla="*/ 795 h 795"/>
                      <a:gd name="T2" fmla="*/ 294 w 294"/>
                      <a:gd name="T3" fmla="*/ 657 h 795"/>
                      <a:gd name="T4" fmla="*/ 0 w 294"/>
                      <a:gd name="T5" fmla="*/ 657 h 795"/>
                      <a:gd name="T6" fmla="*/ 3 w 294"/>
                      <a:gd name="T7" fmla="*/ 0 h 795"/>
                      <a:gd name="T8" fmla="*/ 144 w 294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4"/>
                      <a:gd name="T16" fmla="*/ 0 h 795"/>
                      <a:gd name="T17" fmla="*/ 294 w 294"/>
                      <a:gd name="T18" fmla="*/ 795 h 79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4" h="795">
                        <a:moveTo>
                          <a:pt x="294" y="795"/>
                        </a:moveTo>
                        <a:lnTo>
                          <a:pt x="294" y="657"/>
                        </a:lnTo>
                        <a:lnTo>
                          <a:pt x="0" y="657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105" name="Freeform 343">
                    <a:extLst>
                      <a:ext uri="{FF2B5EF4-FFF2-40B4-BE49-F238E27FC236}">
                        <a16:creationId xmlns:a16="http://schemas.microsoft.com/office/drawing/2014/main" id="{8C94ECFC-8E92-4321-9AC2-554AF74282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5" y="2755"/>
                    <a:ext cx="294" cy="795"/>
                  </a:xfrm>
                  <a:custGeom>
                    <a:avLst/>
                    <a:gdLst>
                      <a:gd name="T0" fmla="*/ 294 w 294"/>
                      <a:gd name="T1" fmla="*/ 795 h 795"/>
                      <a:gd name="T2" fmla="*/ 294 w 294"/>
                      <a:gd name="T3" fmla="*/ 657 h 795"/>
                      <a:gd name="T4" fmla="*/ 0 w 294"/>
                      <a:gd name="T5" fmla="*/ 657 h 795"/>
                      <a:gd name="T6" fmla="*/ 3 w 294"/>
                      <a:gd name="T7" fmla="*/ 0 h 795"/>
                      <a:gd name="T8" fmla="*/ 144 w 294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4"/>
                      <a:gd name="T16" fmla="*/ 0 h 795"/>
                      <a:gd name="T17" fmla="*/ 294 w 294"/>
                      <a:gd name="T18" fmla="*/ 795 h 79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4" h="795">
                        <a:moveTo>
                          <a:pt x="294" y="795"/>
                        </a:moveTo>
                        <a:lnTo>
                          <a:pt x="294" y="657"/>
                        </a:lnTo>
                        <a:lnTo>
                          <a:pt x="0" y="657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43084" name="Group 344">
              <a:extLst>
                <a:ext uri="{FF2B5EF4-FFF2-40B4-BE49-F238E27FC236}">
                  <a16:creationId xmlns:a16="http://schemas.microsoft.com/office/drawing/2014/main" id="{1FBE9993-A7C5-4FBC-98C9-D1A02AD1A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grpSp>
            <p:nvGrpSpPr>
              <p:cNvPr id="43085" name="Group 345">
                <a:extLst>
                  <a:ext uri="{FF2B5EF4-FFF2-40B4-BE49-F238E27FC236}">
                    <a16:creationId xmlns:a16="http://schemas.microsoft.com/office/drawing/2014/main" id="{B5AC20C7-57B8-4060-B32D-B45EF27381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64" y="3737"/>
                <a:ext cx="3637" cy="0"/>
                <a:chOff x="1964" y="3737"/>
                <a:chExt cx="3637" cy="0"/>
              </a:xfrm>
            </p:grpSpPr>
            <p:sp>
              <p:nvSpPr>
                <p:cNvPr id="43091" name="Line 346">
                  <a:extLst>
                    <a:ext uri="{FF2B5EF4-FFF2-40B4-BE49-F238E27FC236}">
                      <a16:creationId xmlns:a16="http://schemas.microsoft.com/office/drawing/2014/main" id="{0AB6B6EF-3650-437A-A149-5E93C89246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3092" name="Line 347">
                  <a:extLst>
                    <a:ext uri="{FF2B5EF4-FFF2-40B4-BE49-F238E27FC236}">
                      <a16:creationId xmlns:a16="http://schemas.microsoft.com/office/drawing/2014/main" id="{E855A6DA-C35D-4AD8-99D3-AA175EE57C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3093" name="Line 348">
                  <a:extLst>
                    <a:ext uri="{FF2B5EF4-FFF2-40B4-BE49-F238E27FC236}">
                      <a16:creationId xmlns:a16="http://schemas.microsoft.com/office/drawing/2014/main" id="{BB5BF623-5712-4EFF-8CC0-AA9A524A29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3094" name="Line 349">
                  <a:extLst>
                    <a:ext uri="{FF2B5EF4-FFF2-40B4-BE49-F238E27FC236}">
                      <a16:creationId xmlns:a16="http://schemas.microsoft.com/office/drawing/2014/main" id="{2F4637E3-2913-4AC8-93F4-34DCECA53E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3086" name="Group 350">
                <a:extLst>
                  <a:ext uri="{FF2B5EF4-FFF2-40B4-BE49-F238E27FC236}">
                    <a16:creationId xmlns:a16="http://schemas.microsoft.com/office/drawing/2014/main" id="{4001DCF7-AA0A-4BC7-AD64-07D1FAA5DD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44" y="3527"/>
                <a:ext cx="3816" cy="212"/>
                <a:chOff x="1944" y="3527"/>
                <a:chExt cx="3816" cy="212"/>
              </a:xfrm>
            </p:grpSpPr>
            <p:sp>
              <p:nvSpPr>
                <p:cNvPr id="43087" name="Text Box 351">
                  <a:extLst>
                    <a:ext uri="{FF2B5EF4-FFF2-40B4-BE49-F238E27FC236}">
                      <a16:creationId xmlns:a16="http://schemas.microsoft.com/office/drawing/2014/main" id="{9B4985FF-0D48-4684-A9ED-721265B217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4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43088" name="Text Box 352">
                  <a:extLst>
                    <a:ext uri="{FF2B5EF4-FFF2-40B4-BE49-F238E27FC236}">
                      <a16:creationId xmlns:a16="http://schemas.microsoft.com/office/drawing/2014/main" id="{05D2B5B5-B808-463A-9DD6-E45D087A2A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0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43089" name="Text Box 353">
                  <a:extLst>
                    <a:ext uri="{FF2B5EF4-FFF2-40B4-BE49-F238E27FC236}">
                      <a16:creationId xmlns:a16="http://schemas.microsoft.com/office/drawing/2014/main" id="{36AAE1B3-BD62-4C3E-8561-06B1C02B4E7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56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43090" name="Text Box 354">
                  <a:extLst>
                    <a:ext uri="{FF2B5EF4-FFF2-40B4-BE49-F238E27FC236}">
                      <a16:creationId xmlns:a16="http://schemas.microsoft.com/office/drawing/2014/main" id="{18A3FCFF-BE8F-4152-B44E-4C0973CD90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41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</a:p>
              </p:txBody>
            </p:sp>
          </p:grpSp>
        </p:grpSp>
      </p:grpSp>
      <p:grpSp>
        <p:nvGrpSpPr>
          <p:cNvPr id="45078" name="Group 355">
            <a:extLst>
              <a:ext uri="{FF2B5EF4-FFF2-40B4-BE49-F238E27FC236}">
                <a16:creationId xmlns:a16="http://schemas.microsoft.com/office/drawing/2014/main" id="{83CB6057-BACE-4FB2-9F1F-01696EEC00DC}"/>
              </a:ext>
            </a:extLst>
          </p:cNvPr>
          <p:cNvGrpSpPr>
            <a:grpSpLocks/>
          </p:cNvGrpSpPr>
          <p:nvPr/>
        </p:nvGrpSpPr>
        <p:grpSpPr bwMode="auto">
          <a:xfrm>
            <a:off x="1668463" y="1903413"/>
            <a:ext cx="6275387" cy="2357437"/>
            <a:chOff x="1051" y="1199"/>
            <a:chExt cx="3953" cy="1485"/>
          </a:xfrm>
        </p:grpSpPr>
        <p:grpSp>
          <p:nvGrpSpPr>
            <p:cNvPr id="43065" name="Group 356">
              <a:extLst>
                <a:ext uri="{FF2B5EF4-FFF2-40B4-BE49-F238E27FC236}">
                  <a16:creationId xmlns:a16="http://schemas.microsoft.com/office/drawing/2014/main" id="{9E9F8657-1154-4479-A31C-90CABF8B29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1" y="2355"/>
              <a:ext cx="3942" cy="5"/>
              <a:chOff x="1058" y="2355"/>
              <a:chExt cx="3942" cy="5"/>
            </a:xfrm>
          </p:grpSpPr>
          <p:sp>
            <p:nvSpPr>
              <p:cNvPr id="43075" name="Freeform 357">
                <a:extLst>
                  <a:ext uri="{FF2B5EF4-FFF2-40B4-BE49-F238E27FC236}">
                    <a16:creationId xmlns:a16="http://schemas.microsoft.com/office/drawing/2014/main" id="{B0AE581C-B67E-48B7-B576-94A3B8885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359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76" name="Freeform 358">
                <a:extLst>
                  <a:ext uri="{FF2B5EF4-FFF2-40B4-BE49-F238E27FC236}">
                    <a16:creationId xmlns:a16="http://schemas.microsoft.com/office/drawing/2014/main" id="{066D53C4-1C43-4201-993D-B91BBE36B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359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77" name="Freeform 359">
                <a:extLst>
                  <a:ext uri="{FF2B5EF4-FFF2-40B4-BE49-F238E27FC236}">
                    <a16:creationId xmlns:a16="http://schemas.microsoft.com/office/drawing/2014/main" id="{9FE57B13-DCC4-4372-A2E7-84F5FC57D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359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78" name="Freeform 360">
                <a:extLst>
                  <a:ext uri="{FF2B5EF4-FFF2-40B4-BE49-F238E27FC236}">
                    <a16:creationId xmlns:a16="http://schemas.microsoft.com/office/drawing/2014/main" id="{F21CC8B9-F27E-4B04-B322-5CBE914C4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359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79" name="Freeform 361">
                <a:extLst>
                  <a:ext uri="{FF2B5EF4-FFF2-40B4-BE49-F238E27FC236}">
                    <a16:creationId xmlns:a16="http://schemas.microsoft.com/office/drawing/2014/main" id="{AE9C3881-9050-4528-AEBB-7F5C279FF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355"/>
                <a:ext cx="99" cy="3"/>
              </a:xfrm>
              <a:custGeom>
                <a:avLst/>
                <a:gdLst>
                  <a:gd name="T0" fmla="*/ 0 w 99"/>
                  <a:gd name="T1" fmla="*/ 3 h 3"/>
                  <a:gd name="T2" fmla="*/ 99 w 99"/>
                  <a:gd name="T3" fmla="*/ 0 h 3"/>
                  <a:gd name="T4" fmla="*/ 0 60000 65536"/>
                  <a:gd name="T5" fmla="*/ 0 60000 65536"/>
                  <a:gd name="T6" fmla="*/ 0 w 99"/>
                  <a:gd name="T7" fmla="*/ 0 h 3"/>
                  <a:gd name="T8" fmla="*/ 99 w 9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9" h="3">
                    <a:moveTo>
                      <a:pt x="0" y="3"/>
                    </a:moveTo>
                    <a:lnTo>
                      <a:pt x="99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80" name="Freeform 362">
                <a:extLst>
                  <a:ext uri="{FF2B5EF4-FFF2-40B4-BE49-F238E27FC236}">
                    <a16:creationId xmlns:a16="http://schemas.microsoft.com/office/drawing/2014/main" id="{E989F239-38D4-4D44-BF25-5D79687F0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359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81" name="Freeform 363">
                <a:extLst>
                  <a:ext uri="{FF2B5EF4-FFF2-40B4-BE49-F238E27FC236}">
                    <a16:creationId xmlns:a16="http://schemas.microsoft.com/office/drawing/2014/main" id="{8F0B56F0-4CEB-45B0-A43F-7A022DBE2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2359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82" name="Freeform 364">
                <a:extLst>
                  <a:ext uri="{FF2B5EF4-FFF2-40B4-BE49-F238E27FC236}">
                    <a16:creationId xmlns:a16="http://schemas.microsoft.com/office/drawing/2014/main" id="{59173F75-F98E-4CE9-B4AF-99E030FF5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59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43066" name="Group 365">
              <a:extLst>
                <a:ext uri="{FF2B5EF4-FFF2-40B4-BE49-F238E27FC236}">
                  <a16:creationId xmlns:a16="http://schemas.microsoft.com/office/drawing/2014/main" id="{3C1EC9C5-6FAA-4585-B851-910924A122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5" y="1215"/>
              <a:ext cx="3608" cy="1469"/>
              <a:chOff x="1055" y="1215"/>
              <a:chExt cx="3608" cy="1469"/>
            </a:xfrm>
          </p:grpSpPr>
          <p:sp>
            <p:nvSpPr>
              <p:cNvPr id="43071" name="Freeform 366">
                <a:extLst>
                  <a:ext uri="{FF2B5EF4-FFF2-40B4-BE49-F238E27FC236}">
                    <a16:creationId xmlns:a16="http://schemas.microsoft.com/office/drawing/2014/main" id="{15ECCBBB-EFC7-4321-B439-3ADC1E7C7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215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4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9"/>
                  <a:gd name="T14" fmla="*/ 152 w 152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4" y="0"/>
                    </a:lnTo>
                    <a:lnTo>
                      <a:pt x="95" y="1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72" name="Freeform 367">
                <a:extLst>
                  <a:ext uri="{FF2B5EF4-FFF2-40B4-BE49-F238E27FC236}">
                    <a16:creationId xmlns:a16="http://schemas.microsoft.com/office/drawing/2014/main" id="{23DE8330-533F-4BE6-B11E-8F7588147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217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1 w 152"/>
                  <a:gd name="T5" fmla="*/ 1 h 1467"/>
                  <a:gd name="T6" fmla="*/ 86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1" y="1"/>
                    </a:lnTo>
                    <a:lnTo>
                      <a:pt x="86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73" name="Freeform 368">
                <a:extLst>
                  <a:ext uri="{FF2B5EF4-FFF2-40B4-BE49-F238E27FC236}">
                    <a16:creationId xmlns:a16="http://schemas.microsoft.com/office/drawing/2014/main" id="{C5D090CF-1B89-4E62-9774-07F13FED0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218"/>
                <a:ext cx="152" cy="1466"/>
              </a:xfrm>
              <a:custGeom>
                <a:avLst/>
                <a:gdLst>
                  <a:gd name="T0" fmla="*/ 152 w 152"/>
                  <a:gd name="T1" fmla="*/ 1466 h 1466"/>
                  <a:gd name="T2" fmla="*/ 0 w 152"/>
                  <a:gd name="T3" fmla="*/ 1466 h 1466"/>
                  <a:gd name="T4" fmla="*/ 1 w 152"/>
                  <a:gd name="T5" fmla="*/ 0 h 1466"/>
                  <a:gd name="T6" fmla="*/ 109 w 152"/>
                  <a:gd name="T7" fmla="*/ 0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6"/>
                  <a:gd name="T14" fmla="*/ 152 w 15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6">
                    <a:moveTo>
                      <a:pt x="152" y="1466"/>
                    </a:moveTo>
                    <a:lnTo>
                      <a:pt x="0" y="1466"/>
                    </a:lnTo>
                    <a:lnTo>
                      <a:pt x="1" y="0"/>
                    </a:lnTo>
                    <a:lnTo>
                      <a:pt x="109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74" name="Freeform 369">
                <a:extLst>
                  <a:ext uri="{FF2B5EF4-FFF2-40B4-BE49-F238E27FC236}">
                    <a16:creationId xmlns:a16="http://schemas.microsoft.com/office/drawing/2014/main" id="{CAF61C70-A916-40ED-A7BE-59E88921B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217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3067" name="Freeform 370">
              <a:extLst>
                <a:ext uri="{FF2B5EF4-FFF2-40B4-BE49-F238E27FC236}">
                  <a16:creationId xmlns:a16="http://schemas.microsoft.com/office/drawing/2014/main" id="{241AA833-A771-4E58-9869-E90FA717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202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068" name="Freeform 371">
              <a:extLst>
                <a:ext uri="{FF2B5EF4-FFF2-40B4-BE49-F238E27FC236}">
                  <a16:creationId xmlns:a16="http://schemas.microsoft.com/office/drawing/2014/main" id="{34BF0CB5-D75C-4BB4-A398-AB1AD88E8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199"/>
              <a:ext cx="150" cy="1474"/>
            </a:xfrm>
            <a:custGeom>
              <a:avLst/>
              <a:gdLst>
                <a:gd name="T0" fmla="*/ 42 w 150"/>
                <a:gd name="T1" fmla="*/ 0 h 1474"/>
                <a:gd name="T2" fmla="*/ 150 w 150"/>
                <a:gd name="T3" fmla="*/ 0 h 1474"/>
                <a:gd name="T4" fmla="*/ 147 w 150"/>
                <a:gd name="T5" fmla="*/ 1474 h 1474"/>
                <a:gd name="T6" fmla="*/ 0 w 150"/>
                <a:gd name="T7" fmla="*/ 1474 h 147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0"/>
                <a:gd name="T13" fmla="*/ 0 h 1474"/>
                <a:gd name="T14" fmla="*/ 150 w 150"/>
                <a:gd name="T15" fmla="*/ 1474 h 147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0" h="1474">
                  <a:moveTo>
                    <a:pt x="42" y="0"/>
                  </a:moveTo>
                  <a:lnTo>
                    <a:pt x="150" y="0"/>
                  </a:lnTo>
                  <a:lnTo>
                    <a:pt x="147" y="1474"/>
                  </a:lnTo>
                  <a:lnTo>
                    <a:pt x="0" y="1474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069" name="Freeform 372">
              <a:extLst>
                <a:ext uri="{FF2B5EF4-FFF2-40B4-BE49-F238E27FC236}">
                  <a16:creationId xmlns:a16="http://schemas.microsoft.com/office/drawing/2014/main" id="{99100ACD-A62F-4C24-831B-260E9094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99"/>
              <a:ext cx="141" cy="1471"/>
            </a:xfrm>
            <a:custGeom>
              <a:avLst/>
              <a:gdLst>
                <a:gd name="T0" fmla="*/ 33 w 141"/>
                <a:gd name="T1" fmla="*/ 0 h 1471"/>
                <a:gd name="T2" fmla="*/ 141 w 141"/>
                <a:gd name="T3" fmla="*/ 0 h 1471"/>
                <a:gd name="T4" fmla="*/ 141 w 141"/>
                <a:gd name="T5" fmla="*/ 1471 h 1471"/>
                <a:gd name="T6" fmla="*/ 0 w 141"/>
                <a:gd name="T7" fmla="*/ 1471 h 14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71"/>
                <a:gd name="T14" fmla="*/ 141 w 141"/>
                <a:gd name="T15" fmla="*/ 1471 h 14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71">
                  <a:moveTo>
                    <a:pt x="33" y="0"/>
                  </a:moveTo>
                  <a:lnTo>
                    <a:pt x="141" y="0"/>
                  </a:lnTo>
                  <a:lnTo>
                    <a:pt x="141" y="1471"/>
                  </a:lnTo>
                  <a:lnTo>
                    <a:pt x="0" y="1471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070" name="Freeform 373">
              <a:extLst>
                <a:ext uri="{FF2B5EF4-FFF2-40B4-BE49-F238E27FC236}">
                  <a16:creationId xmlns:a16="http://schemas.microsoft.com/office/drawing/2014/main" id="{B8C72C68-1623-4E9F-8135-2D30988D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199"/>
              <a:ext cx="150" cy="1480"/>
            </a:xfrm>
            <a:custGeom>
              <a:avLst/>
              <a:gdLst>
                <a:gd name="T0" fmla="*/ 42 w 150"/>
                <a:gd name="T1" fmla="*/ 0 h 1480"/>
                <a:gd name="T2" fmla="*/ 150 w 150"/>
                <a:gd name="T3" fmla="*/ 0 h 1480"/>
                <a:gd name="T4" fmla="*/ 147 w 150"/>
                <a:gd name="T5" fmla="*/ 1480 h 1480"/>
                <a:gd name="T6" fmla="*/ 0 w 150"/>
                <a:gd name="T7" fmla="*/ 1477 h 14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0"/>
                <a:gd name="T13" fmla="*/ 0 h 1480"/>
                <a:gd name="T14" fmla="*/ 150 w 150"/>
                <a:gd name="T15" fmla="*/ 1480 h 14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0" h="1480">
                  <a:moveTo>
                    <a:pt x="42" y="0"/>
                  </a:moveTo>
                  <a:lnTo>
                    <a:pt x="150" y="0"/>
                  </a:lnTo>
                  <a:lnTo>
                    <a:pt x="147" y="1480"/>
                  </a:lnTo>
                  <a:lnTo>
                    <a:pt x="0" y="1477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3016" name="Group 374">
            <a:extLst>
              <a:ext uri="{FF2B5EF4-FFF2-40B4-BE49-F238E27FC236}">
                <a16:creationId xmlns:a16="http://schemas.microsoft.com/office/drawing/2014/main" id="{D01EE272-5C66-4A14-8750-BFFBD7F065C1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43018" name="Group 375">
              <a:extLst>
                <a:ext uri="{FF2B5EF4-FFF2-40B4-BE49-F238E27FC236}">
                  <a16:creationId xmlns:a16="http://schemas.microsoft.com/office/drawing/2014/main" id="{C39EFA3C-8293-4FB0-85E7-138F47F539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43027" name="Group 376">
                <a:extLst>
                  <a:ext uri="{FF2B5EF4-FFF2-40B4-BE49-F238E27FC236}">
                    <a16:creationId xmlns:a16="http://schemas.microsoft.com/office/drawing/2014/main" id="{53C398ED-10DE-4663-B443-BE8A28511C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43060" name="Freeform 377">
                  <a:extLst>
                    <a:ext uri="{FF2B5EF4-FFF2-40B4-BE49-F238E27FC236}">
                      <a16:creationId xmlns:a16="http://schemas.microsoft.com/office/drawing/2014/main" id="{CA29748E-5E30-4068-9484-1E16E9D80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3061" name="Freeform 378">
                  <a:extLst>
                    <a:ext uri="{FF2B5EF4-FFF2-40B4-BE49-F238E27FC236}">
                      <a16:creationId xmlns:a16="http://schemas.microsoft.com/office/drawing/2014/main" id="{AA0117B5-AA85-4F91-9D28-D250FC0837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3062" name="Freeform 379">
                  <a:extLst>
                    <a:ext uri="{FF2B5EF4-FFF2-40B4-BE49-F238E27FC236}">
                      <a16:creationId xmlns:a16="http://schemas.microsoft.com/office/drawing/2014/main" id="{C7ECC512-E2C5-440B-BA55-20C5569EC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3063" name="Freeform 380">
                  <a:extLst>
                    <a:ext uri="{FF2B5EF4-FFF2-40B4-BE49-F238E27FC236}">
                      <a16:creationId xmlns:a16="http://schemas.microsoft.com/office/drawing/2014/main" id="{D9A4D1D0-BA83-41D5-A4C7-AF120AD06F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3064" name="Freeform 381">
                  <a:extLst>
                    <a:ext uri="{FF2B5EF4-FFF2-40B4-BE49-F238E27FC236}">
                      <a16:creationId xmlns:a16="http://schemas.microsoft.com/office/drawing/2014/main" id="{4EDC24DE-AD65-4B06-A175-7D6A0FE4D1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3028" name="Group 382">
                <a:extLst>
                  <a:ext uri="{FF2B5EF4-FFF2-40B4-BE49-F238E27FC236}">
                    <a16:creationId xmlns:a16="http://schemas.microsoft.com/office/drawing/2014/main" id="{4730C617-D1B3-4FFF-A26E-6ACF3A8272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43053" name="Group 383">
                  <a:extLst>
                    <a:ext uri="{FF2B5EF4-FFF2-40B4-BE49-F238E27FC236}">
                      <a16:creationId xmlns:a16="http://schemas.microsoft.com/office/drawing/2014/main" id="{1101C4CD-94C0-4F76-9D05-9027CA2D8C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3058" name="Line 384">
                    <a:extLst>
                      <a:ext uri="{FF2B5EF4-FFF2-40B4-BE49-F238E27FC236}">
                        <a16:creationId xmlns:a16="http://schemas.microsoft.com/office/drawing/2014/main" id="{55EC1511-D261-44DC-A1FB-3ABA7113D2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059" name="Line 385">
                    <a:extLst>
                      <a:ext uri="{FF2B5EF4-FFF2-40B4-BE49-F238E27FC236}">
                        <a16:creationId xmlns:a16="http://schemas.microsoft.com/office/drawing/2014/main" id="{23D720D6-9351-4FE1-8C85-51BC6EBA46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3054" name="Freeform 386">
                  <a:extLst>
                    <a:ext uri="{FF2B5EF4-FFF2-40B4-BE49-F238E27FC236}">
                      <a16:creationId xmlns:a16="http://schemas.microsoft.com/office/drawing/2014/main" id="{D715B2CD-4CF1-45D6-B066-6C4524BCA1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3055" name="Group 387">
                  <a:extLst>
                    <a:ext uri="{FF2B5EF4-FFF2-40B4-BE49-F238E27FC236}">
                      <a16:creationId xmlns:a16="http://schemas.microsoft.com/office/drawing/2014/main" id="{4668FD7D-D2EA-4D65-A3E5-F8248123DC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3056" name="Line 388">
                    <a:extLst>
                      <a:ext uri="{FF2B5EF4-FFF2-40B4-BE49-F238E27FC236}">
                        <a16:creationId xmlns:a16="http://schemas.microsoft.com/office/drawing/2014/main" id="{BE1C662E-031D-4373-9ADD-C56051DB3E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057" name="Line 389">
                    <a:extLst>
                      <a:ext uri="{FF2B5EF4-FFF2-40B4-BE49-F238E27FC236}">
                        <a16:creationId xmlns:a16="http://schemas.microsoft.com/office/drawing/2014/main" id="{EAF33E25-115E-4125-9959-5C2C751C3C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3029" name="Group 390">
                <a:extLst>
                  <a:ext uri="{FF2B5EF4-FFF2-40B4-BE49-F238E27FC236}">
                    <a16:creationId xmlns:a16="http://schemas.microsoft.com/office/drawing/2014/main" id="{CBA49293-6F43-45B7-86EE-05C1374E08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43046" name="Group 391">
                  <a:extLst>
                    <a:ext uri="{FF2B5EF4-FFF2-40B4-BE49-F238E27FC236}">
                      <a16:creationId xmlns:a16="http://schemas.microsoft.com/office/drawing/2014/main" id="{DA774C28-B64E-41DA-A644-5CA6D81DC5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3051" name="Line 392">
                    <a:extLst>
                      <a:ext uri="{FF2B5EF4-FFF2-40B4-BE49-F238E27FC236}">
                        <a16:creationId xmlns:a16="http://schemas.microsoft.com/office/drawing/2014/main" id="{EF3161C4-5311-4F0D-8E06-80FF2D203F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052" name="Line 393">
                    <a:extLst>
                      <a:ext uri="{FF2B5EF4-FFF2-40B4-BE49-F238E27FC236}">
                        <a16:creationId xmlns:a16="http://schemas.microsoft.com/office/drawing/2014/main" id="{0084ED42-1B3F-4ADD-8C6B-7596B31B0A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3047" name="Freeform 394">
                  <a:extLst>
                    <a:ext uri="{FF2B5EF4-FFF2-40B4-BE49-F238E27FC236}">
                      <a16:creationId xmlns:a16="http://schemas.microsoft.com/office/drawing/2014/main" id="{ADBDAB9F-E039-4947-92A1-26D826FBD5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3048" name="Group 395">
                  <a:extLst>
                    <a:ext uri="{FF2B5EF4-FFF2-40B4-BE49-F238E27FC236}">
                      <a16:creationId xmlns:a16="http://schemas.microsoft.com/office/drawing/2014/main" id="{05922EDA-B3BE-44B7-B234-2B3B5584F3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3049" name="Line 396">
                    <a:extLst>
                      <a:ext uri="{FF2B5EF4-FFF2-40B4-BE49-F238E27FC236}">
                        <a16:creationId xmlns:a16="http://schemas.microsoft.com/office/drawing/2014/main" id="{1B2D00CF-4C24-4FBC-8A8B-661A13CAF9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050" name="Line 397">
                    <a:extLst>
                      <a:ext uri="{FF2B5EF4-FFF2-40B4-BE49-F238E27FC236}">
                        <a16:creationId xmlns:a16="http://schemas.microsoft.com/office/drawing/2014/main" id="{2B6EA30A-3C80-4D29-B43A-1984D35D63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3030" name="Group 398">
                <a:extLst>
                  <a:ext uri="{FF2B5EF4-FFF2-40B4-BE49-F238E27FC236}">
                    <a16:creationId xmlns:a16="http://schemas.microsoft.com/office/drawing/2014/main" id="{3F886517-634A-41B9-B3DA-274D5B8EF0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43039" name="Group 399">
                  <a:extLst>
                    <a:ext uri="{FF2B5EF4-FFF2-40B4-BE49-F238E27FC236}">
                      <a16:creationId xmlns:a16="http://schemas.microsoft.com/office/drawing/2014/main" id="{750FDFE4-EB92-44C6-82BD-6578927BD8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3044" name="Line 400">
                    <a:extLst>
                      <a:ext uri="{FF2B5EF4-FFF2-40B4-BE49-F238E27FC236}">
                        <a16:creationId xmlns:a16="http://schemas.microsoft.com/office/drawing/2014/main" id="{99E4F9D4-545A-442F-867E-089B6C9647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045" name="Line 401">
                    <a:extLst>
                      <a:ext uri="{FF2B5EF4-FFF2-40B4-BE49-F238E27FC236}">
                        <a16:creationId xmlns:a16="http://schemas.microsoft.com/office/drawing/2014/main" id="{3AE2C4FA-CF05-4462-9250-244F77C4AA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3040" name="Freeform 402">
                  <a:extLst>
                    <a:ext uri="{FF2B5EF4-FFF2-40B4-BE49-F238E27FC236}">
                      <a16:creationId xmlns:a16="http://schemas.microsoft.com/office/drawing/2014/main" id="{7266596E-6435-4249-8250-9FC93FA748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3041" name="Group 403">
                  <a:extLst>
                    <a:ext uri="{FF2B5EF4-FFF2-40B4-BE49-F238E27FC236}">
                      <a16:creationId xmlns:a16="http://schemas.microsoft.com/office/drawing/2014/main" id="{6650E2D5-1236-4E37-839A-219C0D6D32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3042" name="Line 404">
                    <a:extLst>
                      <a:ext uri="{FF2B5EF4-FFF2-40B4-BE49-F238E27FC236}">
                        <a16:creationId xmlns:a16="http://schemas.microsoft.com/office/drawing/2014/main" id="{CDC61767-086C-4788-AEE8-D7FD02CF5D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043" name="Line 405">
                    <a:extLst>
                      <a:ext uri="{FF2B5EF4-FFF2-40B4-BE49-F238E27FC236}">
                        <a16:creationId xmlns:a16="http://schemas.microsoft.com/office/drawing/2014/main" id="{9C71D6B1-5862-44A9-AC32-A1472E616D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3031" name="Group 406">
                <a:extLst>
                  <a:ext uri="{FF2B5EF4-FFF2-40B4-BE49-F238E27FC236}">
                    <a16:creationId xmlns:a16="http://schemas.microsoft.com/office/drawing/2014/main" id="{6CAA0FC8-255B-42EE-BE1E-5875BAF65A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43032" name="Group 407">
                  <a:extLst>
                    <a:ext uri="{FF2B5EF4-FFF2-40B4-BE49-F238E27FC236}">
                      <a16:creationId xmlns:a16="http://schemas.microsoft.com/office/drawing/2014/main" id="{A6997053-05C5-4922-9C25-ED5DDA4ACD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3037" name="Line 408">
                    <a:extLst>
                      <a:ext uri="{FF2B5EF4-FFF2-40B4-BE49-F238E27FC236}">
                        <a16:creationId xmlns:a16="http://schemas.microsoft.com/office/drawing/2014/main" id="{45D9CC55-EDE3-42A1-B173-0D09118296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038" name="Line 409">
                    <a:extLst>
                      <a:ext uri="{FF2B5EF4-FFF2-40B4-BE49-F238E27FC236}">
                        <a16:creationId xmlns:a16="http://schemas.microsoft.com/office/drawing/2014/main" id="{6689D01B-9BC6-40EF-974C-C25F6ACCD1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3033" name="Freeform 410">
                  <a:extLst>
                    <a:ext uri="{FF2B5EF4-FFF2-40B4-BE49-F238E27FC236}">
                      <a16:creationId xmlns:a16="http://schemas.microsoft.com/office/drawing/2014/main" id="{603DEB8B-1E2A-4D4F-8903-B3FC49BFF0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3034" name="Group 411">
                  <a:extLst>
                    <a:ext uri="{FF2B5EF4-FFF2-40B4-BE49-F238E27FC236}">
                      <a16:creationId xmlns:a16="http://schemas.microsoft.com/office/drawing/2014/main" id="{4B0EEB9C-4114-4D36-A2F5-B1047B33F05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3035" name="Line 412">
                    <a:extLst>
                      <a:ext uri="{FF2B5EF4-FFF2-40B4-BE49-F238E27FC236}">
                        <a16:creationId xmlns:a16="http://schemas.microsoft.com/office/drawing/2014/main" id="{6F50055D-CC84-4A2F-9770-4AB677061A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3036" name="Line 413">
                    <a:extLst>
                      <a:ext uri="{FF2B5EF4-FFF2-40B4-BE49-F238E27FC236}">
                        <a16:creationId xmlns:a16="http://schemas.microsoft.com/office/drawing/2014/main" id="{151257F6-7877-4CE6-A486-B7F5F56C56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43019" name="Rectangle 414">
              <a:extLst>
                <a:ext uri="{FF2B5EF4-FFF2-40B4-BE49-F238E27FC236}">
                  <a16:creationId xmlns:a16="http://schemas.microsoft.com/office/drawing/2014/main" id="{14A0DAF3-DEED-44BC-BCDC-A3C034A01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43020" name="Text Box 415">
              <a:extLst>
                <a:ext uri="{FF2B5EF4-FFF2-40B4-BE49-F238E27FC236}">
                  <a16:creationId xmlns:a16="http://schemas.microsoft.com/office/drawing/2014/main" id="{5DD528BD-4F70-4472-A5FC-8865DE5DF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3021" name="Rectangle 416">
              <a:extLst>
                <a:ext uri="{FF2B5EF4-FFF2-40B4-BE49-F238E27FC236}">
                  <a16:creationId xmlns:a16="http://schemas.microsoft.com/office/drawing/2014/main" id="{7D3003E4-3D3C-47A7-B255-163CE183B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43022" name="Rectangle 417">
              <a:extLst>
                <a:ext uri="{FF2B5EF4-FFF2-40B4-BE49-F238E27FC236}">
                  <a16:creationId xmlns:a16="http://schemas.microsoft.com/office/drawing/2014/main" id="{2BC3E5FF-B129-4F7F-9863-C57C57FC5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43023" name="Rectangle 418">
              <a:extLst>
                <a:ext uri="{FF2B5EF4-FFF2-40B4-BE49-F238E27FC236}">
                  <a16:creationId xmlns:a16="http://schemas.microsoft.com/office/drawing/2014/main" id="{5FC9D461-6DE9-4A96-A654-315B1BBAA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43024" name="Text Box 419">
              <a:extLst>
                <a:ext uri="{FF2B5EF4-FFF2-40B4-BE49-F238E27FC236}">
                  <a16:creationId xmlns:a16="http://schemas.microsoft.com/office/drawing/2014/main" id="{91A4AE0E-1CE1-4552-B5D4-206B0D7BC4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3025" name="Text Box 420">
              <a:extLst>
                <a:ext uri="{FF2B5EF4-FFF2-40B4-BE49-F238E27FC236}">
                  <a16:creationId xmlns:a16="http://schemas.microsoft.com/office/drawing/2014/main" id="{6C047334-783D-4E52-A784-CF82B7153E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3026" name="Text Box 421">
              <a:extLst>
                <a:ext uri="{FF2B5EF4-FFF2-40B4-BE49-F238E27FC236}">
                  <a16:creationId xmlns:a16="http://schemas.microsoft.com/office/drawing/2014/main" id="{A7492495-50E2-49D0-81C6-3B1C773904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45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34" name="Group 2">
            <a:extLst>
              <a:ext uri="{FF2B5EF4-FFF2-40B4-BE49-F238E27FC236}">
                <a16:creationId xmlns:a16="http://schemas.microsoft.com/office/drawing/2014/main" id="{44798F58-C6D4-4CE7-896A-D0656AB22538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44443" name="Line 3">
              <a:extLst>
                <a:ext uri="{FF2B5EF4-FFF2-40B4-BE49-F238E27FC236}">
                  <a16:creationId xmlns:a16="http://schemas.microsoft.com/office/drawing/2014/main" id="{F0DD3AAC-4A55-4B0F-9F4E-7F340F3156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44" name="Freeform 4">
              <a:extLst>
                <a:ext uri="{FF2B5EF4-FFF2-40B4-BE49-F238E27FC236}">
                  <a16:creationId xmlns:a16="http://schemas.microsoft.com/office/drawing/2014/main" id="{2D9AA518-C27C-4916-A671-10DAF6C37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45" name="Line 5">
              <a:extLst>
                <a:ext uri="{FF2B5EF4-FFF2-40B4-BE49-F238E27FC236}">
                  <a16:creationId xmlns:a16="http://schemas.microsoft.com/office/drawing/2014/main" id="{E1F7DF24-7434-40B0-8179-24E253A98A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46" name="Freeform 6">
              <a:extLst>
                <a:ext uri="{FF2B5EF4-FFF2-40B4-BE49-F238E27FC236}">
                  <a16:creationId xmlns:a16="http://schemas.microsoft.com/office/drawing/2014/main" id="{17A94312-DE7C-4097-A718-97DF9182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47" name="Line 7">
              <a:extLst>
                <a:ext uri="{FF2B5EF4-FFF2-40B4-BE49-F238E27FC236}">
                  <a16:creationId xmlns:a16="http://schemas.microsoft.com/office/drawing/2014/main" id="{E7065CFA-E068-471C-AFFA-2DB65D3DF8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48" name="Text Box 8">
              <a:extLst>
                <a:ext uri="{FF2B5EF4-FFF2-40B4-BE49-F238E27FC236}">
                  <a16:creationId xmlns:a16="http://schemas.microsoft.com/office/drawing/2014/main" id="{87FCE5FF-1FCC-4716-BE63-25F3795763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第一组</a:t>
              </a:r>
            </a:p>
          </p:txBody>
        </p:sp>
        <p:sp>
          <p:nvSpPr>
            <p:cNvPr id="44449" name="Text Box 9">
              <a:extLst>
                <a:ext uri="{FF2B5EF4-FFF2-40B4-BE49-F238E27FC236}">
                  <a16:creationId xmlns:a16="http://schemas.microsoft.com/office/drawing/2014/main" id="{F2F4C8C9-3561-49C9-8F85-27E655A6E3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第二组</a:t>
              </a:r>
            </a:p>
          </p:txBody>
        </p:sp>
        <p:sp>
          <p:nvSpPr>
            <p:cNvPr id="44450" name="Text Box 10">
              <a:extLst>
                <a:ext uri="{FF2B5EF4-FFF2-40B4-BE49-F238E27FC236}">
                  <a16:creationId xmlns:a16="http://schemas.microsoft.com/office/drawing/2014/main" id="{17E7419A-EE03-4581-B895-022C40FC3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第三组</a:t>
              </a:r>
            </a:p>
          </p:txBody>
        </p:sp>
        <p:sp>
          <p:nvSpPr>
            <p:cNvPr id="44451" name="Text Box 11">
              <a:extLst>
                <a:ext uri="{FF2B5EF4-FFF2-40B4-BE49-F238E27FC236}">
                  <a16:creationId xmlns:a16="http://schemas.microsoft.com/office/drawing/2014/main" id="{A3AA32E7-5178-417B-B6F0-8DD8E4F7D0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第四组</a:t>
              </a:r>
            </a:p>
          </p:txBody>
        </p:sp>
        <p:sp>
          <p:nvSpPr>
            <p:cNvPr id="44452" name="Line 12">
              <a:extLst>
                <a:ext uri="{FF2B5EF4-FFF2-40B4-BE49-F238E27FC236}">
                  <a16:creationId xmlns:a16="http://schemas.microsoft.com/office/drawing/2014/main" id="{55C95B3A-91C1-49F4-8105-B84DCA842B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53" name="Line 13">
              <a:extLst>
                <a:ext uri="{FF2B5EF4-FFF2-40B4-BE49-F238E27FC236}">
                  <a16:creationId xmlns:a16="http://schemas.microsoft.com/office/drawing/2014/main" id="{E56FF72A-2917-4963-93EF-0D186CF857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54" name="Line 14">
              <a:extLst>
                <a:ext uri="{FF2B5EF4-FFF2-40B4-BE49-F238E27FC236}">
                  <a16:creationId xmlns:a16="http://schemas.microsoft.com/office/drawing/2014/main" id="{33ABC1A0-3B1B-46E7-81FF-4BCA62D3BC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55" name="Line 15">
              <a:extLst>
                <a:ext uri="{FF2B5EF4-FFF2-40B4-BE49-F238E27FC236}">
                  <a16:creationId xmlns:a16="http://schemas.microsoft.com/office/drawing/2014/main" id="{6BBEC767-148B-4786-9F54-9487E7AA0A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56" name="Line 16">
              <a:extLst>
                <a:ext uri="{FF2B5EF4-FFF2-40B4-BE49-F238E27FC236}">
                  <a16:creationId xmlns:a16="http://schemas.microsoft.com/office/drawing/2014/main" id="{C8D30130-E173-4981-A536-4E85245C067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57" name="Line 17">
              <a:extLst>
                <a:ext uri="{FF2B5EF4-FFF2-40B4-BE49-F238E27FC236}">
                  <a16:creationId xmlns:a16="http://schemas.microsoft.com/office/drawing/2014/main" id="{A57FA9DD-808C-435E-B49D-733373B4A15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58" name="Line 18">
              <a:extLst>
                <a:ext uri="{FF2B5EF4-FFF2-40B4-BE49-F238E27FC236}">
                  <a16:creationId xmlns:a16="http://schemas.microsoft.com/office/drawing/2014/main" id="{6F01C37E-6685-4523-ACC5-E879F0E745D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459" name="Line 19">
              <a:extLst>
                <a:ext uri="{FF2B5EF4-FFF2-40B4-BE49-F238E27FC236}">
                  <a16:creationId xmlns:a16="http://schemas.microsoft.com/office/drawing/2014/main" id="{BEE501A5-C7C4-4E2D-BCD6-D6DDA3805C0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4036" name="Text Box 21">
            <a:extLst>
              <a:ext uri="{FF2B5EF4-FFF2-40B4-BE49-F238E27FC236}">
                <a16:creationId xmlns:a16="http://schemas.microsoft.com/office/drawing/2014/main" id="{448D081E-BE5A-4187-84BF-2B0F0B3C05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③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Intel 2114 RAM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矩阵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(64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64)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</a:t>
            </a:r>
          </a:p>
        </p:txBody>
      </p:sp>
      <p:grpSp>
        <p:nvGrpSpPr>
          <p:cNvPr id="44037" name="Group 22">
            <a:extLst>
              <a:ext uri="{FF2B5EF4-FFF2-40B4-BE49-F238E27FC236}">
                <a16:creationId xmlns:a16="http://schemas.microsoft.com/office/drawing/2014/main" id="{2B64FB94-038F-45A5-83CC-1CCC4DEEFB0C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sp>
          <p:nvSpPr>
            <p:cNvPr id="44439" name="Text Box 23">
              <a:extLst>
                <a:ext uri="{FF2B5EF4-FFF2-40B4-BE49-F238E27FC236}">
                  <a16:creationId xmlns:a16="http://schemas.microsoft.com/office/drawing/2014/main" id="{A53C4B68-7F2E-46A3-991F-D10058A4DA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4440" name="Text Box 24">
              <a:extLst>
                <a:ext uri="{FF2B5EF4-FFF2-40B4-BE49-F238E27FC236}">
                  <a16:creationId xmlns:a16="http://schemas.microsoft.com/office/drawing/2014/main" id="{724039D8-B54F-4B59-B005-25FD776A00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44441" name="Text Box 25">
              <a:extLst>
                <a:ext uri="{FF2B5EF4-FFF2-40B4-BE49-F238E27FC236}">
                  <a16:creationId xmlns:a16="http://schemas.microsoft.com/office/drawing/2014/main" id="{B33A9290-6D6F-462F-852B-4F6757C9F0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44442" name="Text Box 26">
              <a:extLst>
                <a:ext uri="{FF2B5EF4-FFF2-40B4-BE49-F238E27FC236}">
                  <a16:creationId xmlns:a16="http://schemas.microsoft.com/office/drawing/2014/main" id="{A76B9998-BFAA-4B69-8569-44296403C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I/O</a:t>
              </a:r>
              <a:r>
                <a:rPr kumimoji="1" lang="en-US" altLang="zh-CN" sz="16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</p:grpSp>
      <p:grpSp>
        <p:nvGrpSpPr>
          <p:cNvPr id="44038" name="Group 27">
            <a:extLst>
              <a:ext uri="{FF2B5EF4-FFF2-40B4-BE49-F238E27FC236}">
                <a16:creationId xmlns:a16="http://schemas.microsoft.com/office/drawing/2014/main" id="{E4F4BA4C-A7AA-43E4-9EAC-E33327016248}"/>
              </a:ext>
            </a:extLst>
          </p:cNvPr>
          <p:cNvGrpSpPr>
            <a:grpSpLocks/>
          </p:cNvGrpSpPr>
          <p:nvPr/>
        </p:nvGrpSpPr>
        <p:grpSpPr bwMode="auto">
          <a:xfrm>
            <a:off x="222250" y="1069975"/>
            <a:ext cx="8686800" cy="5716588"/>
            <a:chOff x="140" y="674"/>
            <a:chExt cx="5472" cy="3601"/>
          </a:xfrm>
        </p:grpSpPr>
        <p:grpSp>
          <p:nvGrpSpPr>
            <p:cNvPr id="44213" name="Group 28">
              <a:extLst>
                <a:ext uri="{FF2B5EF4-FFF2-40B4-BE49-F238E27FC236}">
                  <a16:creationId xmlns:a16="http://schemas.microsoft.com/office/drawing/2014/main" id="{2CDC3937-B2BA-428D-9CBC-1F60A932E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713"/>
              <a:ext cx="5472" cy="3562"/>
              <a:chOff x="140" y="713"/>
              <a:chExt cx="5472" cy="3562"/>
            </a:xfrm>
          </p:grpSpPr>
          <p:sp>
            <p:nvSpPr>
              <p:cNvPr id="44225" name="Rectangle 29">
                <a:extLst>
                  <a:ext uri="{FF2B5EF4-FFF2-40B4-BE49-F238E27FC236}">
                    <a16:creationId xmlns:a16="http://schemas.microsoft.com/office/drawing/2014/main" id="{800B53BD-CF4F-498D-BE24-BEAB81492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26" name="Rectangle 30">
                <a:extLst>
                  <a:ext uri="{FF2B5EF4-FFF2-40B4-BE49-F238E27FC236}">
                    <a16:creationId xmlns:a16="http://schemas.microsoft.com/office/drawing/2014/main" id="{FEFDB08D-E845-4A11-8322-C57B8B276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44227" name="Text Box 31">
                <a:extLst>
                  <a:ext uri="{FF2B5EF4-FFF2-40B4-BE49-F238E27FC236}">
                    <a16:creationId xmlns:a16="http://schemas.microsoft.com/office/drawing/2014/main" id="{C5F925FC-591E-4514-B501-51CB0A41FE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228" name="Rectangle 32">
                <a:extLst>
                  <a:ext uri="{FF2B5EF4-FFF2-40B4-BE49-F238E27FC236}">
                    <a16:creationId xmlns:a16="http://schemas.microsoft.com/office/drawing/2014/main" id="{3DB4247A-E21E-4F80-8E18-866325079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29" name="Rectangle 33">
                <a:extLst>
                  <a:ext uri="{FF2B5EF4-FFF2-40B4-BE49-F238E27FC236}">
                    <a16:creationId xmlns:a16="http://schemas.microsoft.com/office/drawing/2014/main" id="{A64A7B23-074E-4BC4-8EAB-3B53E8D69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44230" name="Text Box 34">
                <a:extLst>
                  <a:ext uri="{FF2B5EF4-FFF2-40B4-BE49-F238E27FC236}">
                    <a16:creationId xmlns:a16="http://schemas.microsoft.com/office/drawing/2014/main" id="{C47B35FC-D044-4E18-A9A9-60952CF8CF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231" name="Rectangle 35">
                <a:extLst>
                  <a:ext uri="{FF2B5EF4-FFF2-40B4-BE49-F238E27FC236}">
                    <a16:creationId xmlns:a16="http://schemas.microsoft.com/office/drawing/2014/main" id="{8F84DEDC-732C-45C7-8522-078EEE751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44232" name="Rectangle 36">
                <a:extLst>
                  <a:ext uri="{FF2B5EF4-FFF2-40B4-BE49-F238E27FC236}">
                    <a16:creationId xmlns:a16="http://schemas.microsoft.com/office/drawing/2014/main" id="{6DCD7A80-2997-48F0-BD6A-5EEE0938D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44233" name="Text Box 37">
                <a:extLst>
                  <a:ext uri="{FF2B5EF4-FFF2-40B4-BE49-F238E27FC236}">
                    <a16:creationId xmlns:a16="http://schemas.microsoft.com/office/drawing/2014/main" id="{88F7F244-1BAA-4093-9A2D-7CD75FECBD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234" name="Rectangle 38">
                <a:extLst>
                  <a:ext uri="{FF2B5EF4-FFF2-40B4-BE49-F238E27FC236}">
                    <a16:creationId xmlns:a16="http://schemas.microsoft.com/office/drawing/2014/main" id="{0A565DAF-1B6E-4337-AEA8-3E6E9CE98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44235" name="Rectangle 39">
                <a:extLst>
                  <a:ext uri="{FF2B5EF4-FFF2-40B4-BE49-F238E27FC236}">
                    <a16:creationId xmlns:a16="http://schemas.microsoft.com/office/drawing/2014/main" id="{C9FD2201-3D71-4B29-A6DC-8397D8A69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44236" name="Text Box 40">
                <a:extLst>
                  <a:ext uri="{FF2B5EF4-FFF2-40B4-BE49-F238E27FC236}">
                    <a16:creationId xmlns:a16="http://schemas.microsoft.com/office/drawing/2014/main" id="{DE33B3A6-9158-4401-A93B-BE001DA21A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237" name="Rectangle 41">
                <a:extLst>
                  <a:ext uri="{FF2B5EF4-FFF2-40B4-BE49-F238E27FC236}">
                    <a16:creationId xmlns:a16="http://schemas.microsoft.com/office/drawing/2014/main" id="{B59470D2-FD7F-41BE-91D1-F43424003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44238" name="Rectangle 42">
                <a:extLst>
                  <a:ext uri="{FF2B5EF4-FFF2-40B4-BE49-F238E27FC236}">
                    <a16:creationId xmlns:a16="http://schemas.microsoft.com/office/drawing/2014/main" id="{1C177D03-A6F1-4203-9E15-07C69AABD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44239" name="Rectangle 43">
                <a:extLst>
                  <a:ext uri="{FF2B5EF4-FFF2-40B4-BE49-F238E27FC236}">
                    <a16:creationId xmlns:a16="http://schemas.microsoft.com/office/drawing/2014/main" id="{1883322F-0F6B-45CD-ADE0-0C1E2510C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40" name="Rectangle 44">
                <a:extLst>
                  <a:ext uri="{FF2B5EF4-FFF2-40B4-BE49-F238E27FC236}">
                    <a16:creationId xmlns:a16="http://schemas.microsoft.com/office/drawing/2014/main" id="{CC256D12-C15F-43B5-9D25-70E5E2756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31</a:t>
                </a:r>
              </a:p>
            </p:txBody>
          </p:sp>
          <p:sp>
            <p:nvSpPr>
              <p:cNvPr id="44241" name="Rectangle 45">
                <a:extLst>
                  <a:ext uri="{FF2B5EF4-FFF2-40B4-BE49-F238E27FC236}">
                    <a16:creationId xmlns:a16="http://schemas.microsoft.com/office/drawing/2014/main" id="{973C080E-B1B6-48DC-AAE6-4BC2942B2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44242" name="Rectangle 46">
                <a:extLst>
                  <a:ext uri="{FF2B5EF4-FFF2-40B4-BE49-F238E27FC236}">
                    <a16:creationId xmlns:a16="http://schemas.microsoft.com/office/drawing/2014/main" id="{11DA47AD-08EA-49AA-A3C3-944A9BBE2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47</a:t>
                </a:r>
              </a:p>
            </p:txBody>
          </p:sp>
          <p:sp>
            <p:nvSpPr>
              <p:cNvPr id="44243" name="Rectangle 47">
                <a:extLst>
                  <a:ext uri="{FF2B5EF4-FFF2-40B4-BE49-F238E27FC236}">
                    <a16:creationId xmlns:a16="http://schemas.microsoft.com/office/drawing/2014/main" id="{24AD2FDE-D5E5-4374-A86D-26012CEC9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32</a:t>
                </a:r>
              </a:p>
            </p:txBody>
          </p:sp>
          <p:sp>
            <p:nvSpPr>
              <p:cNvPr id="44244" name="Rectangle 48">
                <a:extLst>
                  <a:ext uri="{FF2B5EF4-FFF2-40B4-BE49-F238E27FC236}">
                    <a16:creationId xmlns:a16="http://schemas.microsoft.com/office/drawing/2014/main" id="{CADA9AAC-4261-4B89-B470-867696726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44245" name="Rectangle 49">
                <a:extLst>
                  <a:ext uri="{FF2B5EF4-FFF2-40B4-BE49-F238E27FC236}">
                    <a16:creationId xmlns:a16="http://schemas.microsoft.com/office/drawing/2014/main" id="{28248AAA-8B84-4B30-BAA9-DBE6DC78F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48</a:t>
                </a:r>
              </a:p>
            </p:txBody>
          </p:sp>
          <p:sp>
            <p:nvSpPr>
              <p:cNvPr id="44246" name="Line 50">
                <a:extLst>
                  <a:ext uri="{FF2B5EF4-FFF2-40B4-BE49-F238E27FC236}">
                    <a16:creationId xmlns:a16="http://schemas.microsoft.com/office/drawing/2014/main" id="{BB7B760B-7B08-4D88-BA9B-5EFD7AA2D6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47" name="Line 51">
                <a:extLst>
                  <a:ext uri="{FF2B5EF4-FFF2-40B4-BE49-F238E27FC236}">
                    <a16:creationId xmlns:a16="http://schemas.microsoft.com/office/drawing/2014/main" id="{B078BBE5-7F26-49B8-91CC-D8E51DC0A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48" name="Freeform 52">
                <a:extLst>
                  <a:ext uri="{FF2B5EF4-FFF2-40B4-BE49-F238E27FC236}">
                    <a16:creationId xmlns:a16="http://schemas.microsoft.com/office/drawing/2014/main" id="{8EA5B53F-CC43-43A3-BFE1-09FC0812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49" name="Line 53">
                <a:extLst>
                  <a:ext uri="{FF2B5EF4-FFF2-40B4-BE49-F238E27FC236}">
                    <a16:creationId xmlns:a16="http://schemas.microsoft.com/office/drawing/2014/main" id="{65CC9520-DD6F-4C77-8E46-D3377E036D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50" name="Line 54">
                <a:extLst>
                  <a:ext uri="{FF2B5EF4-FFF2-40B4-BE49-F238E27FC236}">
                    <a16:creationId xmlns:a16="http://schemas.microsoft.com/office/drawing/2014/main" id="{EA6EBB70-1186-46AE-8F94-A7263B8907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51" name="Freeform 55">
                <a:extLst>
                  <a:ext uri="{FF2B5EF4-FFF2-40B4-BE49-F238E27FC236}">
                    <a16:creationId xmlns:a16="http://schemas.microsoft.com/office/drawing/2014/main" id="{06265A38-39EB-4BD8-9CDB-C0514B8F5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52" name="Freeform 56">
                <a:extLst>
                  <a:ext uri="{FF2B5EF4-FFF2-40B4-BE49-F238E27FC236}">
                    <a16:creationId xmlns:a16="http://schemas.microsoft.com/office/drawing/2014/main" id="{8B67E7F1-F1FC-45DF-99A9-FFD787041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9"/>
                  <a:gd name="T14" fmla="*/ 152 w 152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53" name="Freeform 57">
                <a:extLst>
                  <a:ext uri="{FF2B5EF4-FFF2-40B4-BE49-F238E27FC236}">
                    <a16:creationId xmlns:a16="http://schemas.microsoft.com/office/drawing/2014/main" id="{AC75A1C2-48E5-4E7E-A321-6276538FB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54" name="Line 58">
                <a:extLst>
                  <a:ext uri="{FF2B5EF4-FFF2-40B4-BE49-F238E27FC236}">
                    <a16:creationId xmlns:a16="http://schemas.microsoft.com/office/drawing/2014/main" id="{E850324A-D7A6-49F5-95C7-907717FF3C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55" name="Line 59">
                <a:extLst>
                  <a:ext uri="{FF2B5EF4-FFF2-40B4-BE49-F238E27FC236}">
                    <a16:creationId xmlns:a16="http://schemas.microsoft.com/office/drawing/2014/main" id="{AF947393-752C-476A-B785-DCA6F0B7E2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56" name="Freeform 60">
                <a:extLst>
                  <a:ext uri="{FF2B5EF4-FFF2-40B4-BE49-F238E27FC236}">
                    <a16:creationId xmlns:a16="http://schemas.microsoft.com/office/drawing/2014/main" id="{C26B7DD2-B56C-486C-A9A8-6939441F0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57" name="Line 61">
                <a:extLst>
                  <a:ext uri="{FF2B5EF4-FFF2-40B4-BE49-F238E27FC236}">
                    <a16:creationId xmlns:a16="http://schemas.microsoft.com/office/drawing/2014/main" id="{526ED503-831C-4488-B68D-F0FA4DFCD8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58" name="Line 62">
                <a:extLst>
                  <a:ext uri="{FF2B5EF4-FFF2-40B4-BE49-F238E27FC236}">
                    <a16:creationId xmlns:a16="http://schemas.microsoft.com/office/drawing/2014/main" id="{AC4AF252-0379-40B1-96D3-B84D2D0E62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59" name="Freeform 63">
                <a:extLst>
                  <a:ext uri="{FF2B5EF4-FFF2-40B4-BE49-F238E27FC236}">
                    <a16:creationId xmlns:a16="http://schemas.microsoft.com/office/drawing/2014/main" id="{4804A962-7C31-465E-B489-9E04E6554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60" name="Freeform 64">
                <a:extLst>
                  <a:ext uri="{FF2B5EF4-FFF2-40B4-BE49-F238E27FC236}">
                    <a16:creationId xmlns:a16="http://schemas.microsoft.com/office/drawing/2014/main" id="{0BD37D40-FAAF-4155-BB99-D3A615CED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61" name="Line 65">
                <a:extLst>
                  <a:ext uri="{FF2B5EF4-FFF2-40B4-BE49-F238E27FC236}">
                    <a16:creationId xmlns:a16="http://schemas.microsoft.com/office/drawing/2014/main" id="{68725FFD-A307-4619-9815-B59ACF0660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62" name="Line 66">
                <a:extLst>
                  <a:ext uri="{FF2B5EF4-FFF2-40B4-BE49-F238E27FC236}">
                    <a16:creationId xmlns:a16="http://schemas.microsoft.com/office/drawing/2014/main" id="{702A9ED0-BF3C-4BAC-A8A1-648A418D3F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63" name="Freeform 67">
                <a:extLst>
                  <a:ext uri="{FF2B5EF4-FFF2-40B4-BE49-F238E27FC236}">
                    <a16:creationId xmlns:a16="http://schemas.microsoft.com/office/drawing/2014/main" id="{E574D7B9-1E3A-4D02-BAA4-DC1EABD73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64" name="Line 68">
                <a:extLst>
                  <a:ext uri="{FF2B5EF4-FFF2-40B4-BE49-F238E27FC236}">
                    <a16:creationId xmlns:a16="http://schemas.microsoft.com/office/drawing/2014/main" id="{E2F024F2-6B97-46F9-8B7E-31BE100F55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65" name="Line 69">
                <a:extLst>
                  <a:ext uri="{FF2B5EF4-FFF2-40B4-BE49-F238E27FC236}">
                    <a16:creationId xmlns:a16="http://schemas.microsoft.com/office/drawing/2014/main" id="{ACE3CE9D-0C48-4B08-9306-B343B5ECDD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66" name="Freeform 70">
                <a:extLst>
                  <a:ext uri="{FF2B5EF4-FFF2-40B4-BE49-F238E27FC236}">
                    <a16:creationId xmlns:a16="http://schemas.microsoft.com/office/drawing/2014/main" id="{2967D9D9-7BE2-4E74-A578-B46912BBC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67" name="Freeform 71">
                <a:extLst>
                  <a:ext uri="{FF2B5EF4-FFF2-40B4-BE49-F238E27FC236}">
                    <a16:creationId xmlns:a16="http://schemas.microsoft.com/office/drawing/2014/main" id="{CDDC6DBA-9D3D-4129-AF3C-840F731B7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68" name="Line 72">
                <a:extLst>
                  <a:ext uri="{FF2B5EF4-FFF2-40B4-BE49-F238E27FC236}">
                    <a16:creationId xmlns:a16="http://schemas.microsoft.com/office/drawing/2014/main" id="{11BE819B-2655-4DE7-9C32-7F2E9318B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69" name="Line 73">
                <a:extLst>
                  <a:ext uri="{FF2B5EF4-FFF2-40B4-BE49-F238E27FC236}">
                    <a16:creationId xmlns:a16="http://schemas.microsoft.com/office/drawing/2014/main" id="{8D43D4DD-90FB-4146-B072-9DC7CF0DC1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70" name="Freeform 74">
                <a:extLst>
                  <a:ext uri="{FF2B5EF4-FFF2-40B4-BE49-F238E27FC236}">
                    <a16:creationId xmlns:a16="http://schemas.microsoft.com/office/drawing/2014/main" id="{D88EBF08-D83B-4B10-AF87-A2610A79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71" name="Line 75">
                <a:extLst>
                  <a:ext uri="{FF2B5EF4-FFF2-40B4-BE49-F238E27FC236}">
                    <a16:creationId xmlns:a16="http://schemas.microsoft.com/office/drawing/2014/main" id="{6698AD48-F961-4FCC-BEAE-071E88962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72" name="Line 76">
                <a:extLst>
                  <a:ext uri="{FF2B5EF4-FFF2-40B4-BE49-F238E27FC236}">
                    <a16:creationId xmlns:a16="http://schemas.microsoft.com/office/drawing/2014/main" id="{5ADBEAF7-F9C5-491F-AECF-7E40DE6D88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73" name="Freeform 77">
                <a:extLst>
                  <a:ext uri="{FF2B5EF4-FFF2-40B4-BE49-F238E27FC236}">
                    <a16:creationId xmlns:a16="http://schemas.microsoft.com/office/drawing/2014/main" id="{1B2A7A03-D12C-4361-BE4D-2A04CC092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74" name="Freeform 78">
                <a:extLst>
                  <a:ext uri="{FF2B5EF4-FFF2-40B4-BE49-F238E27FC236}">
                    <a16:creationId xmlns:a16="http://schemas.microsoft.com/office/drawing/2014/main" id="{0B2A50BE-2D0B-420A-89B2-90B40094D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75" name="Line 79">
                <a:extLst>
                  <a:ext uri="{FF2B5EF4-FFF2-40B4-BE49-F238E27FC236}">
                    <a16:creationId xmlns:a16="http://schemas.microsoft.com/office/drawing/2014/main" id="{19AD1039-45D2-4575-84CC-3AA7225C6F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76" name="Line 80">
                <a:extLst>
                  <a:ext uri="{FF2B5EF4-FFF2-40B4-BE49-F238E27FC236}">
                    <a16:creationId xmlns:a16="http://schemas.microsoft.com/office/drawing/2014/main" id="{18298FE4-9134-41E2-AC9D-257A72A0E3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77" name="Freeform 81">
                <a:extLst>
                  <a:ext uri="{FF2B5EF4-FFF2-40B4-BE49-F238E27FC236}">
                    <a16:creationId xmlns:a16="http://schemas.microsoft.com/office/drawing/2014/main" id="{95C28120-E474-40BE-87C1-95AB2D037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78" name="Line 82">
                <a:extLst>
                  <a:ext uri="{FF2B5EF4-FFF2-40B4-BE49-F238E27FC236}">
                    <a16:creationId xmlns:a16="http://schemas.microsoft.com/office/drawing/2014/main" id="{CA1E3596-81AB-487F-8459-2F4B719344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79" name="Line 83">
                <a:extLst>
                  <a:ext uri="{FF2B5EF4-FFF2-40B4-BE49-F238E27FC236}">
                    <a16:creationId xmlns:a16="http://schemas.microsoft.com/office/drawing/2014/main" id="{6039B1DC-AD32-421C-B135-51A9D3942C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80" name="Freeform 84">
                <a:extLst>
                  <a:ext uri="{FF2B5EF4-FFF2-40B4-BE49-F238E27FC236}">
                    <a16:creationId xmlns:a16="http://schemas.microsoft.com/office/drawing/2014/main" id="{DD024795-2341-4E69-AC20-92029ED67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81" name="Freeform 85">
                <a:extLst>
                  <a:ext uri="{FF2B5EF4-FFF2-40B4-BE49-F238E27FC236}">
                    <a16:creationId xmlns:a16="http://schemas.microsoft.com/office/drawing/2014/main" id="{E56CEC9D-C8DB-413F-B8B5-0FC09932E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82" name="Line 86">
                <a:extLst>
                  <a:ext uri="{FF2B5EF4-FFF2-40B4-BE49-F238E27FC236}">
                    <a16:creationId xmlns:a16="http://schemas.microsoft.com/office/drawing/2014/main" id="{EAC03FC9-2084-41FA-8F0C-4F1037200A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83" name="Line 87">
                <a:extLst>
                  <a:ext uri="{FF2B5EF4-FFF2-40B4-BE49-F238E27FC236}">
                    <a16:creationId xmlns:a16="http://schemas.microsoft.com/office/drawing/2014/main" id="{DCCCE07A-EA5E-4194-943A-5118131689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84" name="Freeform 88">
                <a:extLst>
                  <a:ext uri="{FF2B5EF4-FFF2-40B4-BE49-F238E27FC236}">
                    <a16:creationId xmlns:a16="http://schemas.microsoft.com/office/drawing/2014/main" id="{F20C22E0-E16A-4B4F-A514-8636DD84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85" name="Line 89">
                <a:extLst>
                  <a:ext uri="{FF2B5EF4-FFF2-40B4-BE49-F238E27FC236}">
                    <a16:creationId xmlns:a16="http://schemas.microsoft.com/office/drawing/2014/main" id="{D8E16620-0FE3-4DCF-B202-8EBB1E43A5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86" name="Line 90">
                <a:extLst>
                  <a:ext uri="{FF2B5EF4-FFF2-40B4-BE49-F238E27FC236}">
                    <a16:creationId xmlns:a16="http://schemas.microsoft.com/office/drawing/2014/main" id="{BA4E09B2-7F82-4D01-A116-1E9680F02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87" name="Freeform 91">
                <a:extLst>
                  <a:ext uri="{FF2B5EF4-FFF2-40B4-BE49-F238E27FC236}">
                    <a16:creationId xmlns:a16="http://schemas.microsoft.com/office/drawing/2014/main" id="{36DFFD79-508C-4F7F-92D4-868080FED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88" name="Freeform 92">
                <a:extLst>
                  <a:ext uri="{FF2B5EF4-FFF2-40B4-BE49-F238E27FC236}">
                    <a16:creationId xmlns:a16="http://schemas.microsoft.com/office/drawing/2014/main" id="{65508A2D-DB39-4DF8-A052-BA88BFB4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4289" name="Group 93">
                <a:extLst>
                  <a:ext uri="{FF2B5EF4-FFF2-40B4-BE49-F238E27FC236}">
                    <a16:creationId xmlns:a16="http://schemas.microsoft.com/office/drawing/2014/main" id="{4499BE31-84EB-440A-B3E8-7DBD4CF261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44432" name="Group 94">
                  <a:extLst>
                    <a:ext uri="{FF2B5EF4-FFF2-40B4-BE49-F238E27FC236}">
                      <a16:creationId xmlns:a16="http://schemas.microsoft.com/office/drawing/2014/main" id="{B89ECA6E-12B4-43B7-9D1B-0648EB1545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44437" name="Line 95">
                    <a:extLst>
                      <a:ext uri="{FF2B5EF4-FFF2-40B4-BE49-F238E27FC236}">
                        <a16:creationId xmlns:a16="http://schemas.microsoft.com/office/drawing/2014/main" id="{6AF7A929-E48A-4C8B-B592-5D3CBCCD64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438" name="Line 96">
                    <a:extLst>
                      <a:ext uri="{FF2B5EF4-FFF2-40B4-BE49-F238E27FC236}">
                        <a16:creationId xmlns:a16="http://schemas.microsoft.com/office/drawing/2014/main" id="{CEC74914-908B-47DB-8E5A-B1B762B6A1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4433" name="Freeform 97">
                  <a:extLst>
                    <a:ext uri="{FF2B5EF4-FFF2-40B4-BE49-F238E27FC236}">
                      <a16:creationId xmlns:a16="http://schemas.microsoft.com/office/drawing/2014/main" id="{8FB88B40-AB41-4CC4-8E20-07ED313B4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4434" name="Group 98">
                  <a:extLst>
                    <a:ext uri="{FF2B5EF4-FFF2-40B4-BE49-F238E27FC236}">
                      <a16:creationId xmlns:a16="http://schemas.microsoft.com/office/drawing/2014/main" id="{6ED2E9BA-E9EA-4A20-9999-140BBB3EEC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44435" name="Line 99">
                    <a:extLst>
                      <a:ext uri="{FF2B5EF4-FFF2-40B4-BE49-F238E27FC236}">
                        <a16:creationId xmlns:a16="http://schemas.microsoft.com/office/drawing/2014/main" id="{7D4EF031-A3AD-4420-89F3-8A8C4857B3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436" name="Line 100">
                    <a:extLst>
                      <a:ext uri="{FF2B5EF4-FFF2-40B4-BE49-F238E27FC236}">
                        <a16:creationId xmlns:a16="http://schemas.microsoft.com/office/drawing/2014/main" id="{91BAD408-E999-4A96-B8FE-ACAD47918A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44290" name="Freeform 101">
                <a:extLst>
                  <a:ext uri="{FF2B5EF4-FFF2-40B4-BE49-F238E27FC236}">
                    <a16:creationId xmlns:a16="http://schemas.microsoft.com/office/drawing/2014/main" id="{6F90B5C9-2EBD-422E-BA96-1F982389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91" name="Freeform 102">
                <a:extLst>
                  <a:ext uri="{FF2B5EF4-FFF2-40B4-BE49-F238E27FC236}">
                    <a16:creationId xmlns:a16="http://schemas.microsoft.com/office/drawing/2014/main" id="{4CA48783-3D22-4E18-8E88-ADE5D760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4292" name="Group 103">
                <a:extLst>
                  <a:ext uri="{FF2B5EF4-FFF2-40B4-BE49-F238E27FC236}">
                    <a16:creationId xmlns:a16="http://schemas.microsoft.com/office/drawing/2014/main" id="{6BD05A88-17CC-40EC-A4E8-8A1A70C477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44425" name="Group 104">
                  <a:extLst>
                    <a:ext uri="{FF2B5EF4-FFF2-40B4-BE49-F238E27FC236}">
                      <a16:creationId xmlns:a16="http://schemas.microsoft.com/office/drawing/2014/main" id="{B1D3C050-28C6-4083-8040-E5B2CAC383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44430" name="Line 105">
                    <a:extLst>
                      <a:ext uri="{FF2B5EF4-FFF2-40B4-BE49-F238E27FC236}">
                        <a16:creationId xmlns:a16="http://schemas.microsoft.com/office/drawing/2014/main" id="{993DF708-197F-4054-B076-F8C772DA52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431" name="Line 106">
                    <a:extLst>
                      <a:ext uri="{FF2B5EF4-FFF2-40B4-BE49-F238E27FC236}">
                        <a16:creationId xmlns:a16="http://schemas.microsoft.com/office/drawing/2014/main" id="{F778A857-9ED5-42E8-9E5D-123FCB5BBD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4426" name="Freeform 107">
                  <a:extLst>
                    <a:ext uri="{FF2B5EF4-FFF2-40B4-BE49-F238E27FC236}">
                      <a16:creationId xmlns:a16="http://schemas.microsoft.com/office/drawing/2014/main" id="{BA27B41B-35C9-4B89-A452-52528D8D66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4427" name="Group 108">
                  <a:extLst>
                    <a:ext uri="{FF2B5EF4-FFF2-40B4-BE49-F238E27FC236}">
                      <a16:creationId xmlns:a16="http://schemas.microsoft.com/office/drawing/2014/main" id="{041A9067-1450-44A6-B510-0FCFEABDB5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44428" name="Line 109">
                    <a:extLst>
                      <a:ext uri="{FF2B5EF4-FFF2-40B4-BE49-F238E27FC236}">
                        <a16:creationId xmlns:a16="http://schemas.microsoft.com/office/drawing/2014/main" id="{96AB5DAC-2889-49A5-BB11-5C01762743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429" name="Line 110">
                    <a:extLst>
                      <a:ext uri="{FF2B5EF4-FFF2-40B4-BE49-F238E27FC236}">
                        <a16:creationId xmlns:a16="http://schemas.microsoft.com/office/drawing/2014/main" id="{2E0BE880-58A4-4B46-BD73-115220D3E1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44293" name="Freeform 111">
                <a:extLst>
                  <a:ext uri="{FF2B5EF4-FFF2-40B4-BE49-F238E27FC236}">
                    <a16:creationId xmlns:a16="http://schemas.microsoft.com/office/drawing/2014/main" id="{F658F5B7-34CE-491D-91D5-44911EE1B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94" name="Freeform 112">
                <a:extLst>
                  <a:ext uri="{FF2B5EF4-FFF2-40B4-BE49-F238E27FC236}">
                    <a16:creationId xmlns:a16="http://schemas.microsoft.com/office/drawing/2014/main" id="{AE67A604-1CD7-4275-8037-25B8C441E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95" name="Freeform 113">
                <a:extLst>
                  <a:ext uri="{FF2B5EF4-FFF2-40B4-BE49-F238E27FC236}">
                    <a16:creationId xmlns:a16="http://schemas.microsoft.com/office/drawing/2014/main" id="{7056DFCD-AF17-49F4-8117-581B0186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96" name="Line 114">
                <a:extLst>
                  <a:ext uri="{FF2B5EF4-FFF2-40B4-BE49-F238E27FC236}">
                    <a16:creationId xmlns:a16="http://schemas.microsoft.com/office/drawing/2014/main" id="{B1AF402A-6D49-44BA-BFA1-0FCBF06DC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97" name="Line 115">
                <a:extLst>
                  <a:ext uri="{FF2B5EF4-FFF2-40B4-BE49-F238E27FC236}">
                    <a16:creationId xmlns:a16="http://schemas.microsoft.com/office/drawing/2014/main" id="{347E2DCB-0CE0-43B9-ADDE-B70E86782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98" name="Line 116">
                <a:extLst>
                  <a:ext uri="{FF2B5EF4-FFF2-40B4-BE49-F238E27FC236}">
                    <a16:creationId xmlns:a16="http://schemas.microsoft.com/office/drawing/2014/main" id="{42A0BECA-E5B3-480F-BAA6-D33E161E15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299" name="Line 117">
                <a:extLst>
                  <a:ext uri="{FF2B5EF4-FFF2-40B4-BE49-F238E27FC236}">
                    <a16:creationId xmlns:a16="http://schemas.microsoft.com/office/drawing/2014/main" id="{75759D2C-2946-4F71-B6A6-A3C24D15CA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00" name="Line 118">
                <a:extLst>
                  <a:ext uri="{FF2B5EF4-FFF2-40B4-BE49-F238E27FC236}">
                    <a16:creationId xmlns:a16="http://schemas.microsoft.com/office/drawing/2014/main" id="{BDE67510-475F-40E7-AF05-BF90E9C023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01" name="Line 119">
                <a:extLst>
                  <a:ext uri="{FF2B5EF4-FFF2-40B4-BE49-F238E27FC236}">
                    <a16:creationId xmlns:a16="http://schemas.microsoft.com/office/drawing/2014/main" id="{E565DCC2-E9EA-4D9E-80A1-7A3328F0B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02" name="Line 120">
                <a:extLst>
                  <a:ext uri="{FF2B5EF4-FFF2-40B4-BE49-F238E27FC236}">
                    <a16:creationId xmlns:a16="http://schemas.microsoft.com/office/drawing/2014/main" id="{8E0D3B9F-DF9D-4A0C-A26C-9F56910E8E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03" name="Line 121">
                <a:extLst>
                  <a:ext uri="{FF2B5EF4-FFF2-40B4-BE49-F238E27FC236}">
                    <a16:creationId xmlns:a16="http://schemas.microsoft.com/office/drawing/2014/main" id="{7D415184-8ABC-4970-9437-81F876768D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04" name="Freeform 122">
                <a:extLst>
                  <a:ext uri="{FF2B5EF4-FFF2-40B4-BE49-F238E27FC236}">
                    <a16:creationId xmlns:a16="http://schemas.microsoft.com/office/drawing/2014/main" id="{92FBE5AA-9F2A-4650-B022-6DEB82C72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05" name="Freeform 123">
                <a:extLst>
                  <a:ext uri="{FF2B5EF4-FFF2-40B4-BE49-F238E27FC236}">
                    <a16:creationId xmlns:a16="http://schemas.microsoft.com/office/drawing/2014/main" id="{930C9338-BB60-4692-90DA-E7C7FA717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06" name="Freeform 124">
                <a:extLst>
                  <a:ext uri="{FF2B5EF4-FFF2-40B4-BE49-F238E27FC236}">
                    <a16:creationId xmlns:a16="http://schemas.microsoft.com/office/drawing/2014/main" id="{1AE58ECF-6C9A-463A-93B4-29BD98B9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  <a:gd name="T6" fmla="*/ 0 w 4"/>
                  <a:gd name="T7" fmla="*/ 0 h 166"/>
                  <a:gd name="T8" fmla="*/ 4 w 4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07" name="Freeform 125">
                <a:extLst>
                  <a:ext uri="{FF2B5EF4-FFF2-40B4-BE49-F238E27FC236}">
                    <a16:creationId xmlns:a16="http://schemas.microsoft.com/office/drawing/2014/main" id="{A1B345B9-F1DF-458C-B273-73BDD874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08" name="Freeform 126">
                <a:extLst>
                  <a:ext uri="{FF2B5EF4-FFF2-40B4-BE49-F238E27FC236}">
                    <a16:creationId xmlns:a16="http://schemas.microsoft.com/office/drawing/2014/main" id="{505B1335-8090-496C-9314-1A38F1878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09" name="Freeform 127">
                <a:extLst>
                  <a:ext uri="{FF2B5EF4-FFF2-40B4-BE49-F238E27FC236}">
                    <a16:creationId xmlns:a16="http://schemas.microsoft.com/office/drawing/2014/main" id="{32937987-3227-4AA1-A455-463F185DD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10" name="Line 128">
                <a:extLst>
                  <a:ext uri="{FF2B5EF4-FFF2-40B4-BE49-F238E27FC236}">
                    <a16:creationId xmlns:a16="http://schemas.microsoft.com/office/drawing/2014/main" id="{20FF32F1-81BA-4C71-95A6-84293C6895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11" name="Line 129">
                <a:extLst>
                  <a:ext uri="{FF2B5EF4-FFF2-40B4-BE49-F238E27FC236}">
                    <a16:creationId xmlns:a16="http://schemas.microsoft.com/office/drawing/2014/main" id="{FCB6305E-9996-491B-B0C6-17230D7B8D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12" name="Line 130">
                <a:extLst>
                  <a:ext uri="{FF2B5EF4-FFF2-40B4-BE49-F238E27FC236}">
                    <a16:creationId xmlns:a16="http://schemas.microsoft.com/office/drawing/2014/main" id="{EE673608-EC0E-4320-AE5F-3BCE6309A1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13" name="Line 131">
                <a:extLst>
                  <a:ext uri="{FF2B5EF4-FFF2-40B4-BE49-F238E27FC236}">
                    <a16:creationId xmlns:a16="http://schemas.microsoft.com/office/drawing/2014/main" id="{5201A31A-6D02-4233-8D0A-8C5146314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14" name="Line 132">
                <a:extLst>
                  <a:ext uri="{FF2B5EF4-FFF2-40B4-BE49-F238E27FC236}">
                    <a16:creationId xmlns:a16="http://schemas.microsoft.com/office/drawing/2014/main" id="{E86CC184-0620-4CAE-9A41-FF9F3AE11D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15" name="Line 133">
                <a:extLst>
                  <a:ext uri="{FF2B5EF4-FFF2-40B4-BE49-F238E27FC236}">
                    <a16:creationId xmlns:a16="http://schemas.microsoft.com/office/drawing/2014/main" id="{19388FFF-C187-4C04-8EF2-658FC7092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16" name="Line 134">
                <a:extLst>
                  <a:ext uri="{FF2B5EF4-FFF2-40B4-BE49-F238E27FC236}">
                    <a16:creationId xmlns:a16="http://schemas.microsoft.com/office/drawing/2014/main" id="{F7011AFB-AA5B-41A5-8CB7-9ABEA6425C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17" name="Line 135">
                <a:extLst>
                  <a:ext uri="{FF2B5EF4-FFF2-40B4-BE49-F238E27FC236}">
                    <a16:creationId xmlns:a16="http://schemas.microsoft.com/office/drawing/2014/main" id="{92C6B919-66ED-4457-A879-7425442A5F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18" name="Freeform 136">
                <a:extLst>
                  <a:ext uri="{FF2B5EF4-FFF2-40B4-BE49-F238E27FC236}">
                    <a16:creationId xmlns:a16="http://schemas.microsoft.com/office/drawing/2014/main" id="{37D32D84-3F43-4D04-AB69-E76B93465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19" name="Line 137">
                <a:extLst>
                  <a:ext uri="{FF2B5EF4-FFF2-40B4-BE49-F238E27FC236}">
                    <a16:creationId xmlns:a16="http://schemas.microsoft.com/office/drawing/2014/main" id="{BBFD8029-CB82-40CD-A498-18D53D2F8E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20" name="Line 138">
                <a:extLst>
                  <a:ext uri="{FF2B5EF4-FFF2-40B4-BE49-F238E27FC236}">
                    <a16:creationId xmlns:a16="http://schemas.microsoft.com/office/drawing/2014/main" id="{4A451195-94DD-41E0-A7BA-D33AF0C428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21" name="Line 139">
                <a:extLst>
                  <a:ext uri="{FF2B5EF4-FFF2-40B4-BE49-F238E27FC236}">
                    <a16:creationId xmlns:a16="http://schemas.microsoft.com/office/drawing/2014/main" id="{BD100229-B168-4420-8908-5B062C1888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22" name="Line 140">
                <a:extLst>
                  <a:ext uri="{FF2B5EF4-FFF2-40B4-BE49-F238E27FC236}">
                    <a16:creationId xmlns:a16="http://schemas.microsoft.com/office/drawing/2014/main" id="{068CE248-645E-45C6-85BC-8E77075BC9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23" name="Line 141">
                <a:extLst>
                  <a:ext uri="{FF2B5EF4-FFF2-40B4-BE49-F238E27FC236}">
                    <a16:creationId xmlns:a16="http://schemas.microsoft.com/office/drawing/2014/main" id="{1BB3015C-7562-42B2-B707-2DB2DC50B0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24" name="Line 142">
                <a:extLst>
                  <a:ext uri="{FF2B5EF4-FFF2-40B4-BE49-F238E27FC236}">
                    <a16:creationId xmlns:a16="http://schemas.microsoft.com/office/drawing/2014/main" id="{4C643CBB-EF9C-4551-9EFA-C9EC19F64E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25" name="Line 143">
                <a:extLst>
                  <a:ext uri="{FF2B5EF4-FFF2-40B4-BE49-F238E27FC236}">
                    <a16:creationId xmlns:a16="http://schemas.microsoft.com/office/drawing/2014/main" id="{9E197B26-D11E-4329-9024-8BFF423CC5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26" name="Line 144">
                <a:extLst>
                  <a:ext uri="{FF2B5EF4-FFF2-40B4-BE49-F238E27FC236}">
                    <a16:creationId xmlns:a16="http://schemas.microsoft.com/office/drawing/2014/main" id="{FE00E1F2-8C18-4364-AC51-D830127840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27" name="Freeform 145">
                <a:extLst>
                  <a:ext uri="{FF2B5EF4-FFF2-40B4-BE49-F238E27FC236}">
                    <a16:creationId xmlns:a16="http://schemas.microsoft.com/office/drawing/2014/main" id="{6CE3B5ED-1788-4C63-90E2-C1C11612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28" name="Freeform 146">
                <a:extLst>
                  <a:ext uri="{FF2B5EF4-FFF2-40B4-BE49-F238E27FC236}">
                    <a16:creationId xmlns:a16="http://schemas.microsoft.com/office/drawing/2014/main" id="{6331407D-3FE1-4A76-9EBA-5BCBF6878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29" name="Rectangle 147">
                <a:extLst>
                  <a:ext uri="{FF2B5EF4-FFF2-40B4-BE49-F238E27FC236}">
                    <a16:creationId xmlns:a16="http://schemas.microsoft.com/office/drawing/2014/main" id="{804EE37A-B42C-4886-ADC2-38C32C907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30" name="Text Box 148">
                <a:extLst>
                  <a:ext uri="{FF2B5EF4-FFF2-40B4-BE49-F238E27FC236}">
                    <a16:creationId xmlns:a16="http://schemas.microsoft.com/office/drawing/2014/main" id="{3174CA16-2419-486A-BD24-A774B8FB7D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44331" name="Freeform 149">
                <a:extLst>
                  <a:ext uri="{FF2B5EF4-FFF2-40B4-BE49-F238E27FC236}">
                    <a16:creationId xmlns:a16="http://schemas.microsoft.com/office/drawing/2014/main" id="{A69ACBA6-4DE5-4FC8-94BA-4E50B01B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32" name="Freeform 150">
                <a:extLst>
                  <a:ext uri="{FF2B5EF4-FFF2-40B4-BE49-F238E27FC236}">
                    <a16:creationId xmlns:a16="http://schemas.microsoft.com/office/drawing/2014/main" id="{5786EB8E-A78C-4A9F-AC6F-44031283E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33" name="Freeform 151">
                <a:extLst>
                  <a:ext uri="{FF2B5EF4-FFF2-40B4-BE49-F238E27FC236}">
                    <a16:creationId xmlns:a16="http://schemas.microsoft.com/office/drawing/2014/main" id="{9923EE41-A505-43E1-A775-CFC2D033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34" name="Freeform 152">
                <a:extLst>
                  <a:ext uri="{FF2B5EF4-FFF2-40B4-BE49-F238E27FC236}">
                    <a16:creationId xmlns:a16="http://schemas.microsoft.com/office/drawing/2014/main" id="{BF933A71-C09C-4CD5-A78D-07CC0DBFF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7"/>
                  <a:gd name="T14" fmla="*/ 155 w 155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35" name="Freeform 153">
                <a:extLst>
                  <a:ext uri="{FF2B5EF4-FFF2-40B4-BE49-F238E27FC236}">
                    <a16:creationId xmlns:a16="http://schemas.microsoft.com/office/drawing/2014/main" id="{791FB909-9392-4CFE-95F5-6A45632C0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36" name="Freeform 154">
                <a:extLst>
                  <a:ext uri="{FF2B5EF4-FFF2-40B4-BE49-F238E27FC236}">
                    <a16:creationId xmlns:a16="http://schemas.microsoft.com/office/drawing/2014/main" id="{A0F81D51-5277-4706-828A-837D5C663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37" name="Freeform 155">
                <a:extLst>
                  <a:ext uri="{FF2B5EF4-FFF2-40B4-BE49-F238E27FC236}">
                    <a16:creationId xmlns:a16="http://schemas.microsoft.com/office/drawing/2014/main" id="{71D4AB72-D9C5-4953-970F-55299CA2E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38" name="Freeform 156">
                <a:extLst>
                  <a:ext uri="{FF2B5EF4-FFF2-40B4-BE49-F238E27FC236}">
                    <a16:creationId xmlns:a16="http://schemas.microsoft.com/office/drawing/2014/main" id="{B89DD7A3-7447-4E32-8B71-1099093E0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9"/>
                  <a:gd name="T14" fmla="*/ 155 w 155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39" name="Freeform 157">
                <a:extLst>
                  <a:ext uri="{FF2B5EF4-FFF2-40B4-BE49-F238E27FC236}">
                    <a16:creationId xmlns:a16="http://schemas.microsoft.com/office/drawing/2014/main" id="{2F31EEF8-6419-475C-8532-66A39EE37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40" name="Freeform 158">
                <a:extLst>
                  <a:ext uri="{FF2B5EF4-FFF2-40B4-BE49-F238E27FC236}">
                    <a16:creationId xmlns:a16="http://schemas.microsoft.com/office/drawing/2014/main" id="{A99A64D3-3C80-4FE1-A8FB-922025800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41" name="Freeform 159">
                <a:extLst>
                  <a:ext uri="{FF2B5EF4-FFF2-40B4-BE49-F238E27FC236}">
                    <a16:creationId xmlns:a16="http://schemas.microsoft.com/office/drawing/2014/main" id="{8C2CA5FB-016D-4BB1-845B-CB364255F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42" name="Freeform 160">
                <a:extLst>
                  <a:ext uri="{FF2B5EF4-FFF2-40B4-BE49-F238E27FC236}">
                    <a16:creationId xmlns:a16="http://schemas.microsoft.com/office/drawing/2014/main" id="{BE3A24F8-C779-4A98-98A2-2F641977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43" name="Freeform 161">
                <a:extLst>
                  <a:ext uri="{FF2B5EF4-FFF2-40B4-BE49-F238E27FC236}">
                    <a16:creationId xmlns:a16="http://schemas.microsoft.com/office/drawing/2014/main" id="{3D273B05-4218-44A4-B969-71FD8CE3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44" name="Freeform 162">
                <a:extLst>
                  <a:ext uri="{FF2B5EF4-FFF2-40B4-BE49-F238E27FC236}">
                    <a16:creationId xmlns:a16="http://schemas.microsoft.com/office/drawing/2014/main" id="{AB1817F7-A756-4B1D-A62A-227535690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45" name="Freeform 163">
                <a:extLst>
                  <a:ext uri="{FF2B5EF4-FFF2-40B4-BE49-F238E27FC236}">
                    <a16:creationId xmlns:a16="http://schemas.microsoft.com/office/drawing/2014/main" id="{16590F27-B42D-4268-9719-1CA4F4999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46" name="Freeform 164">
                <a:extLst>
                  <a:ext uri="{FF2B5EF4-FFF2-40B4-BE49-F238E27FC236}">
                    <a16:creationId xmlns:a16="http://schemas.microsoft.com/office/drawing/2014/main" id="{5B569D99-705E-4097-8355-F7A394A07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47" name="Freeform 165">
                <a:extLst>
                  <a:ext uri="{FF2B5EF4-FFF2-40B4-BE49-F238E27FC236}">
                    <a16:creationId xmlns:a16="http://schemas.microsoft.com/office/drawing/2014/main" id="{7993E157-9FB1-48CB-A4C6-349EFD803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8"/>
                  <a:gd name="T20" fmla="*/ 729 w 729"/>
                  <a:gd name="T21" fmla="*/ 658 h 6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48" name="Freeform 166">
                <a:extLst>
                  <a:ext uri="{FF2B5EF4-FFF2-40B4-BE49-F238E27FC236}">
                    <a16:creationId xmlns:a16="http://schemas.microsoft.com/office/drawing/2014/main" id="{CE3F6450-277E-47AD-A803-74819B09A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49" name="Freeform 167">
                <a:extLst>
                  <a:ext uri="{FF2B5EF4-FFF2-40B4-BE49-F238E27FC236}">
                    <a16:creationId xmlns:a16="http://schemas.microsoft.com/office/drawing/2014/main" id="{2B1688FE-C35F-43B6-B33D-E5F581C6C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50" name="Freeform 168">
                <a:extLst>
                  <a:ext uri="{FF2B5EF4-FFF2-40B4-BE49-F238E27FC236}">
                    <a16:creationId xmlns:a16="http://schemas.microsoft.com/office/drawing/2014/main" id="{B0F59803-3917-4ACF-A044-4190A5DC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1"/>
                  <a:gd name="T20" fmla="*/ 708 w 708"/>
                  <a:gd name="T21" fmla="*/ 571 h 5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51" name="Freeform 169">
                <a:extLst>
                  <a:ext uri="{FF2B5EF4-FFF2-40B4-BE49-F238E27FC236}">
                    <a16:creationId xmlns:a16="http://schemas.microsoft.com/office/drawing/2014/main" id="{00BB45EF-6BBA-4436-A151-B1D2B4CBB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52" name="Freeform 170">
                <a:extLst>
                  <a:ext uri="{FF2B5EF4-FFF2-40B4-BE49-F238E27FC236}">
                    <a16:creationId xmlns:a16="http://schemas.microsoft.com/office/drawing/2014/main" id="{2F85E94C-C34A-493A-8A82-D9AE83E1B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53" name="Freeform 171">
                <a:extLst>
                  <a:ext uri="{FF2B5EF4-FFF2-40B4-BE49-F238E27FC236}">
                    <a16:creationId xmlns:a16="http://schemas.microsoft.com/office/drawing/2014/main" id="{E7D37D0E-F087-4360-916B-9A8C8CD94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54" name="Freeform 172">
                <a:extLst>
                  <a:ext uri="{FF2B5EF4-FFF2-40B4-BE49-F238E27FC236}">
                    <a16:creationId xmlns:a16="http://schemas.microsoft.com/office/drawing/2014/main" id="{05A4C86D-105C-4E90-9DE9-158BC60E4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55" name="Freeform 173">
                <a:extLst>
                  <a:ext uri="{FF2B5EF4-FFF2-40B4-BE49-F238E27FC236}">
                    <a16:creationId xmlns:a16="http://schemas.microsoft.com/office/drawing/2014/main" id="{6BAD08F6-BEBE-4CD9-B82E-3705C70AE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56" name="Freeform 174">
                <a:extLst>
                  <a:ext uri="{FF2B5EF4-FFF2-40B4-BE49-F238E27FC236}">
                    <a16:creationId xmlns:a16="http://schemas.microsoft.com/office/drawing/2014/main" id="{A8BACB53-9CD1-4D87-96CB-05F79E90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57" name="Freeform 175">
                <a:extLst>
                  <a:ext uri="{FF2B5EF4-FFF2-40B4-BE49-F238E27FC236}">
                    <a16:creationId xmlns:a16="http://schemas.microsoft.com/office/drawing/2014/main" id="{BAF1BFA1-6E4E-4D3C-AF36-E6233183E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58" name="Freeform 176">
                <a:extLst>
                  <a:ext uri="{FF2B5EF4-FFF2-40B4-BE49-F238E27FC236}">
                    <a16:creationId xmlns:a16="http://schemas.microsoft.com/office/drawing/2014/main" id="{F77585A9-8B61-4150-9BC4-71DE1E507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59" name="Freeform 177">
                <a:extLst>
                  <a:ext uri="{FF2B5EF4-FFF2-40B4-BE49-F238E27FC236}">
                    <a16:creationId xmlns:a16="http://schemas.microsoft.com/office/drawing/2014/main" id="{679F3977-2D7F-43E0-8E61-939D0809B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60" name="Freeform 178">
                <a:extLst>
                  <a:ext uri="{FF2B5EF4-FFF2-40B4-BE49-F238E27FC236}">
                    <a16:creationId xmlns:a16="http://schemas.microsoft.com/office/drawing/2014/main" id="{9CDC29E5-4DA1-4129-9F66-DF229A16D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61" name="Freeform 179">
                <a:extLst>
                  <a:ext uri="{FF2B5EF4-FFF2-40B4-BE49-F238E27FC236}">
                    <a16:creationId xmlns:a16="http://schemas.microsoft.com/office/drawing/2014/main" id="{A71FD9EF-416F-4011-BADD-A19DC16A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62" name="Freeform 180">
                <a:extLst>
                  <a:ext uri="{FF2B5EF4-FFF2-40B4-BE49-F238E27FC236}">
                    <a16:creationId xmlns:a16="http://schemas.microsoft.com/office/drawing/2014/main" id="{68F04D39-F9A5-4687-99C3-BBE413BC6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63" name="Freeform 181">
                <a:extLst>
                  <a:ext uri="{FF2B5EF4-FFF2-40B4-BE49-F238E27FC236}">
                    <a16:creationId xmlns:a16="http://schemas.microsoft.com/office/drawing/2014/main" id="{967F9B9A-64E9-4A2F-AAAD-38718B9D0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64" name="Freeform 182">
                <a:extLst>
                  <a:ext uri="{FF2B5EF4-FFF2-40B4-BE49-F238E27FC236}">
                    <a16:creationId xmlns:a16="http://schemas.microsoft.com/office/drawing/2014/main" id="{3AD98E6C-D12F-49AB-AE24-0EE390130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65" name="Freeform 183">
                <a:extLst>
                  <a:ext uri="{FF2B5EF4-FFF2-40B4-BE49-F238E27FC236}">
                    <a16:creationId xmlns:a16="http://schemas.microsoft.com/office/drawing/2014/main" id="{C6025DF9-CC95-416B-9685-2217ADD71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66" name="Freeform 184">
                <a:extLst>
                  <a:ext uri="{FF2B5EF4-FFF2-40B4-BE49-F238E27FC236}">
                    <a16:creationId xmlns:a16="http://schemas.microsoft.com/office/drawing/2014/main" id="{92F32F62-0A0A-4EE5-B3E0-E2E1A769A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67" name="Freeform 185">
                <a:extLst>
                  <a:ext uri="{FF2B5EF4-FFF2-40B4-BE49-F238E27FC236}">
                    <a16:creationId xmlns:a16="http://schemas.microsoft.com/office/drawing/2014/main" id="{2CAD73E4-55DF-47E6-BD5A-7806E2B7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68" name="Freeform 186">
                <a:extLst>
                  <a:ext uri="{FF2B5EF4-FFF2-40B4-BE49-F238E27FC236}">
                    <a16:creationId xmlns:a16="http://schemas.microsoft.com/office/drawing/2014/main" id="{ED289D2E-AC62-4902-9BE2-C17F48DD3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69" name="Line 187">
                <a:extLst>
                  <a:ext uri="{FF2B5EF4-FFF2-40B4-BE49-F238E27FC236}">
                    <a16:creationId xmlns:a16="http://schemas.microsoft.com/office/drawing/2014/main" id="{B5A84398-9AAC-4608-BD54-5B57F2624C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70" name="Line 188">
                <a:extLst>
                  <a:ext uri="{FF2B5EF4-FFF2-40B4-BE49-F238E27FC236}">
                    <a16:creationId xmlns:a16="http://schemas.microsoft.com/office/drawing/2014/main" id="{4EA1BD9B-A1AC-4827-BAF8-8945A7A49E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71" name="Line 189">
                <a:extLst>
                  <a:ext uri="{FF2B5EF4-FFF2-40B4-BE49-F238E27FC236}">
                    <a16:creationId xmlns:a16="http://schemas.microsoft.com/office/drawing/2014/main" id="{1235FAC1-0E9C-40DE-8514-0E955C4640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72" name="Rectangle 190">
                <a:extLst>
                  <a:ext uri="{FF2B5EF4-FFF2-40B4-BE49-F238E27FC236}">
                    <a16:creationId xmlns:a16="http://schemas.microsoft.com/office/drawing/2014/main" id="{5790473B-9318-467C-AE22-620A257E6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73" name="Text Box 191">
                <a:extLst>
                  <a:ext uri="{FF2B5EF4-FFF2-40B4-BE49-F238E27FC236}">
                    <a16:creationId xmlns:a16="http://schemas.microsoft.com/office/drawing/2014/main" id="{9F82BD5D-369A-4164-885D-38A1A0B652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44374" name="Rectangle 192">
                <a:extLst>
                  <a:ext uri="{FF2B5EF4-FFF2-40B4-BE49-F238E27FC236}">
                    <a16:creationId xmlns:a16="http://schemas.microsoft.com/office/drawing/2014/main" id="{4B9FE569-6744-4A7A-9748-6770AEBCC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75" name="Text Box 193">
                <a:extLst>
                  <a:ext uri="{FF2B5EF4-FFF2-40B4-BE49-F238E27FC236}">
                    <a16:creationId xmlns:a16="http://schemas.microsoft.com/office/drawing/2014/main" id="{6F1B4026-51BB-42B8-9D45-0B6AE09883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44376" name="Rectangle 194">
                <a:extLst>
                  <a:ext uri="{FF2B5EF4-FFF2-40B4-BE49-F238E27FC236}">
                    <a16:creationId xmlns:a16="http://schemas.microsoft.com/office/drawing/2014/main" id="{1CC4B4CE-486C-4984-A5E9-72A6FA014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77" name="Text Box 195">
                <a:extLst>
                  <a:ext uri="{FF2B5EF4-FFF2-40B4-BE49-F238E27FC236}">
                    <a16:creationId xmlns:a16="http://schemas.microsoft.com/office/drawing/2014/main" id="{5784BFEE-D076-4B7A-B3CF-8EB871894F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读写电路</a:t>
                </a:r>
              </a:p>
            </p:txBody>
          </p:sp>
          <p:sp>
            <p:nvSpPr>
              <p:cNvPr id="44378" name="Line 196">
                <a:extLst>
                  <a:ext uri="{FF2B5EF4-FFF2-40B4-BE49-F238E27FC236}">
                    <a16:creationId xmlns:a16="http://schemas.microsoft.com/office/drawing/2014/main" id="{975515CB-0515-4C01-9E9F-85BEF37EDD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79" name="Line 197">
                <a:extLst>
                  <a:ext uri="{FF2B5EF4-FFF2-40B4-BE49-F238E27FC236}">
                    <a16:creationId xmlns:a16="http://schemas.microsoft.com/office/drawing/2014/main" id="{E26891A9-C850-4A65-89E8-96A70488E1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80" name="Line 198">
                <a:extLst>
                  <a:ext uri="{FF2B5EF4-FFF2-40B4-BE49-F238E27FC236}">
                    <a16:creationId xmlns:a16="http://schemas.microsoft.com/office/drawing/2014/main" id="{EB5A1A25-D458-40FF-ABF3-9E0A7E8C82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81" name="Line 199">
                <a:extLst>
                  <a:ext uri="{FF2B5EF4-FFF2-40B4-BE49-F238E27FC236}">
                    <a16:creationId xmlns:a16="http://schemas.microsoft.com/office/drawing/2014/main" id="{9EDA5FCB-8AE1-4773-B9F4-79D22DC80C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82" name="Freeform 200">
                <a:extLst>
                  <a:ext uri="{FF2B5EF4-FFF2-40B4-BE49-F238E27FC236}">
                    <a16:creationId xmlns:a16="http://schemas.microsoft.com/office/drawing/2014/main" id="{AF2049DC-625B-455D-895D-CE814C10D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83" name="Freeform 201">
                <a:extLst>
                  <a:ext uri="{FF2B5EF4-FFF2-40B4-BE49-F238E27FC236}">
                    <a16:creationId xmlns:a16="http://schemas.microsoft.com/office/drawing/2014/main" id="{90E6F5A5-1D2A-4B6B-BCF6-C0AAE1948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  <a:gd name="T6" fmla="*/ 0 w 1"/>
                  <a:gd name="T7" fmla="*/ 0 h 525"/>
                  <a:gd name="T8" fmla="*/ 1 w 1"/>
                  <a:gd name="T9" fmla="*/ 525 h 52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84" name="Freeform 202">
                <a:extLst>
                  <a:ext uri="{FF2B5EF4-FFF2-40B4-BE49-F238E27FC236}">
                    <a16:creationId xmlns:a16="http://schemas.microsoft.com/office/drawing/2014/main" id="{D069C79B-FC58-47E7-B645-6B7D68F97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2695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85" name="Text Box 203">
                <a:extLst>
                  <a:ext uri="{FF2B5EF4-FFF2-40B4-BE49-F238E27FC236}">
                    <a16:creationId xmlns:a16="http://schemas.microsoft.com/office/drawing/2014/main" id="{9FE677AC-6895-4144-B114-D8FE7516A9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386" name="Text Box 204">
                <a:extLst>
                  <a:ext uri="{FF2B5EF4-FFF2-40B4-BE49-F238E27FC236}">
                    <a16:creationId xmlns:a16="http://schemas.microsoft.com/office/drawing/2014/main" id="{031462D2-2E06-4CCB-8B67-094C5A245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387" name="Text Box 205">
                <a:extLst>
                  <a:ext uri="{FF2B5EF4-FFF2-40B4-BE49-F238E27FC236}">
                    <a16:creationId xmlns:a16="http://schemas.microsoft.com/office/drawing/2014/main" id="{357439B8-C3B3-453F-8919-AF5B47EDDC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388" name="Text Box 206">
                <a:extLst>
                  <a:ext uri="{FF2B5EF4-FFF2-40B4-BE49-F238E27FC236}">
                    <a16:creationId xmlns:a16="http://schemas.microsoft.com/office/drawing/2014/main" id="{323B4663-19AC-469B-8A22-446ADDB0E4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389" name="Text Box 207">
                <a:extLst>
                  <a:ext uri="{FF2B5EF4-FFF2-40B4-BE49-F238E27FC236}">
                    <a16:creationId xmlns:a16="http://schemas.microsoft.com/office/drawing/2014/main" id="{ADB5D899-7FAE-4101-9D6B-3C2D658E9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390" name="Text Box 208">
                <a:extLst>
                  <a:ext uri="{FF2B5EF4-FFF2-40B4-BE49-F238E27FC236}">
                    <a16:creationId xmlns:a16="http://schemas.microsoft.com/office/drawing/2014/main" id="{A534ED97-69C4-49C3-A8F5-214A73057B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391" name="Text Box 209">
                <a:extLst>
                  <a:ext uri="{FF2B5EF4-FFF2-40B4-BE49-F238E27FC236}">
                    <a16:creationId xmlns:a16="http://schemas.microsoft.com/office/drawing/2014/main" id="{13571F6B-F298-4C78-B231-7B66C8F3D5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392" name="Text Box 210">
                <a:extLst>
                  <a:ext uri="{FF2B5EF4-FFF2-40B4-BE49-F238E27FC236}">
                    <a16:creationId xmlns:a16="http://schemas.microsoft.com/office/drawing/2014/main" id="{09D572D2-A339-4676-ABCC-ECE7F5F43E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393" name="Text Box 211">
                <a:extLst>
                  <a:ext uri="{FF2B5EF4-FFF2-40B4-BE49-F238E27FC236}">
                    <a16:creationId xmlns:a16="http://schemas.microsoft.com/office/drawing/2014/main" id="{78BBA312-9B09-4338-A3CD-D2967A5588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394" name="Text Box 212">
                <a:extLst>
                  <a:ext uri="{FF2B5EF4-FFF2-40B4-BE49-F238E27FC236}">
                    <a16:creationId xmlns:a16="http://schemas.microsoft.com/office/drawing/2014/main" id="{BC2531F5-09BC-4310-A284-86D38387C8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44395" name="Text Box 213">
                <a:extLst>
                  <a:ext uri="{FF2B5EF4-FFF2-40B4-BE49-F238E27FC236}">
                    <a16:creationId xmlns:a16="http://schemas.microsoft.com/office/drawing/2014/main" id="{2163CC02-ED7E-4FDE-A08D-46C3312478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63</a:t>
                </a:r>
              </a:p>
            </p:txBody>
          </p:sp>
          <p:sp>
            <p:nvSpPr>
              <p:cNvPr id="44396" name="Line 214">
                <a:extLst>
                  <a:ext uri="{FF2B5EF4-FFF2-40B4-BE49-F238E27FC236}">
                    <a16:creationId xmlns:a16="http://schemas.microsoft.com/office/drawing/2014/main" id="{DEC5C771-51E3-475A-9190-17EEDC9D15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397" name="Text Box 215">
                <a:extLst>
                  <a:ext uri="{FF2B5EF4-FFF2-40B4-BE49-F238E27FC236}">
                    <a16:creationId xmlns:a16="http://schemas.microsoft.com/office/drawing/2014/main" id="{7E897AFF-97FB-4C30-87AB-FD35273D37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398" name="Text Box 216">
                <a:extLst>
                  <a:ext uri="{FF2B5EF4-FFF2-40B4-BE49-F238E27FC236}">
                    <a16:creationId xmlns:a16="http://schemas.microsoft.com/office/drawing/2014/main" id="{C5787FCE-F494-451A-A7BA-7DF5EF4A9A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44399" name="Text Box 217">
                <a:extLst>
                  <a:ext uri="{FF2B5EF4-FFF2-40B4-BE49-F238E27FC236}">
                    <a16:creationId xmlns:a16="http://schemas.microsoft.com/office/drawing/2014/main" id="{81CE5B81-9F33-4C79-9310-072E4399D9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400" name="Text Box 218">
                <a:extLst>
                  <a:ext uri="{FF2B5EF4-FFF2-40B4-BE49-F238E27FC236}">
                    <a16:creationId xmlns:a16="http://schemas.microsoft.com/office/drawing/2014/main" id="{4FF35A8B-70E1-48F3-9E37-3160502EF1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401" name="Text Box 219">
                <a:extLst>
                  <a:ext uri="{FF2B5EF4-FFF2-40B4-BE49-F238E27FC236}">
                    <a16:creationId xmlns:a16="http://schemas.microsoft.com/office/drawing/2014/main" id="{A664675A-D5C8-4538-B14D-4EBC32A400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行</a:t>
                </a:r>
              </a:p>
            </p:txBody>
          </p:sp>
          <p:sp>
            <p:nvSpPr>
              <p:cNvPr id="44402" name="Text Box 220">
                <a:extLst>
                  <a:ext uri="{FF2B5EF4-FFF2-40B4-BE49-F238E27FC236}">
                    <a16:creationId xmlns:a16="http://schemas.microsoft.com/office/drawing/2014/main" id="{305355D2-57FA-485C-A4CF-439E9979CA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44403" name="Text Box 221">
                <a:extLst>
                  <a:ext uri="{FF2B5EF4-FFF2-40B4-BE49-F238E27FC236}">
                    <a16:creationId xmlns:a16="http://schemas.microsoft.com/office/drawing/2014/main" id="{91FA5E85-1C8F-4075-AC96-9035DE911D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44404" name="Text Box 222">
                <a:extLst>
                  <a:ext uri="{FF2B5EF4-FFF2-40B4-BE49-F238E27FC236}">
                    <a16:creationId xmlns:a16="http://schemas.microsoft.com/office/drawing/2014/main" id="{F55C0D9F-45D3-4947-AE8A-BF3632F551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44405" name="Text Box 223">
                <a:extLst>
                  <a:ext uri="{FF2B5EF4-FFF2-40B4-BE49-F238E27FC236}">
                    <a16:creationId xmlns:a16="http://schemas.microsoft.com/office/drawing/2014/main" id="{107AF234-B15E-4C59-A52F-17A5E51CAE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44406" name="Text Box 224">
                <a:extLst>
                  <a:ext uri="{FF2B5EF4-FFF2-40B4-BE49-F238E27FC236}">
                    <a16:creationId xmlns:a16="http://schemas.microsoft.com/office/drawing/2014/main" id="{87271FE9-AC47-47EE-A527-62F384ACE5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列</a:t>
                </a:r>
              </a:p>
            </p:txBody>
          </p:sp>
          <p:sp>
            <p:nvSpPr>
              <p:cNvPr id="44407" name="Text Box 225">
                <a:extLst>
                  <a:ext uri="{FF2B5EF4-FFF2-40B4-BE49-F238E27FC236}">
                    <a16:creationId xmlns:a16="http://schemas.microsoft.com/office/drawing/2014/main" id="{7196972D-2116-4FAB-A514-A0763890EC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</a:t>
                </a:r>
              </a:p>
            </p:txBody>
          </p:sp>
          <p:sp>
            <p:nvSpPr>
              <p:cNvPr id="44408" name="Text Box 226">
                <a:extLst>
                  <a:ext uri="{FF2B5EF4-FFF2-40B4-BE49-F238E27FC236}">
                    <a16:creationId xmlns:a16="http://schemas.microsoft.com/office/drawing/2014/main" id="{8944399E-5F6B-4B98-A8B2-FE892AF896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址</a:t>
                </a:r>
              </a:p>
            </p:txBody>
          </p:sp>
          <p:sp>
            <p:nvSpPr>
              <p:cNvPr id="44409" name="Text Box 227">
                <a:extLst>
                  <a:ext uri="{FF2B5EF4-FFF2-40B4-BE49-F238E27FC236}">
                    <a16:creationId xmlns:a16="http://schemas.microsoft.com/office/drawing/2014/main" id="{252C2BB4-BBE8-4237-AA0B-00DA770850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译</a:t>
                </a:r>
              </a:p>
            </p:txBody>
          </p:sp>
          <p:sp>
            <p:nvSpPr>
              <p:cNvPr id="44410" name="Text Box 228">
                <a:extLst>
                  <a:ext uri="{FF2B5EF4-FFF2-40B4-BE49-F238E27FC236}">
                    <a16:creationId xmlns:a16="http://schemas.microsoft.com/office/drawing/2014/main" id="{AE6BD198-48E2-4B75-9886-F927F511E1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44411" name="Line 229">
                <a:extLst>
                  <a:ext uri="{FF2B5EF4-FFF2-40B4-BE49-F238E27FC236}">
                    <a16:creationId xmlns:a16="http://schemas.microsoft.com/office/drawing/2014/main" id="{CFFCF897-8028-4919-911E-E1C52DB337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12" name="Line 230">
                <a:extLst>
                  <a:ext uri="{FF2B5EF4-FFF2-40B4-BE49-F238E27FC236}">
                    <a16:creationId xmlns:a16="http://schemas.microsoft.com/office/drawing/2014/main" id="{42CC3708-68C0-400C-8E10-40FC1411D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13" name="Line 231">
                <a:extLst>
                  <a:ext uri="{FF2B5EF4-FFF2-40B4-BE49-F238E27FC236}">
                    <a16:creationId xmlns:a16="http://schemas.microsoft.com/office/drawing/2014/main" id="{08842C9F-8D7E-4140-9092-5904FCB896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14" name="Line 232">
                <a:extLst>
                  <a:ext uri="{FF2B5EF4-FFF2-40B4-BE49-F238E27FC236}">
                    <a16:creationId xmlns:a16="http://schemas.microsoft.com/office/drawing/2014/main" id="{274F9FFE-E6B1-4C8B-8A95-92AF1E4191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15" name="Line 233">
                <a:extLst>
                  <a:ext uri="{FF2B5EF4-FFF2-40B4-BE49-F238E27FC236}">
                    <a16:creationId xmlns:a16="http://schemas.microsoft.com/office/drawing/2014/main" id="{6488E22C-C58A-418A-9E11-45234A5A5C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16" name="Line 234">
                <a:extLst>
                  <a:ext uri="{FF2B5EF4-FFF2-40B4-BE49-F238E27FC236}">
                    <a16:creationId xmlns:a16="http://schemas.microsoft.com/office/drawing/2014/main" id="{4ABB6C54-A9DF-4D83-8066-935041DE0E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17" name="Line 235">
                <a:extLst>
                  <a:ext uri="{FF2B5EF4-FFF2-40B4-BE49-F238E27FC236}">
                    <a16:creationId xmlns:a16="http://schemas.microsoft.com/office/drawing/2014/main" id="{7FE6F57E-9E72-4E6C-BEE0-47171305E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18" name="Line 236">
                <a:extLst>
                  <a:ext uri="{FF2B5EF4-FFF2-40B4-BE49-F238E27FC236}">
                    <a16:creationId xmlns:a16="http://schemas.microsoft.com/office/drawing/2014/main" id="{A2B95F3D-63A5-483E-BC6B-E608287687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19" name="Line 237">
                <a:extLst>
                  <a:ext uri="{FF2B5EF4-FFF2-40B4-BE49-F238E27FC236}">
                    <a16:creationId xmlns:a16="http://schemas.microsoft.com/office/drawing/2014/main" id="{EA624522-683A-45E6-9DDA-388489F140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20" name="Line 238">
                <a:extLst>
                  <a:ext uri="{FF2B5EF4-FFF2-40B4-BE49-F238E27FC236}">
                    <a16:creationId xmlns:a16="http://schemas.microsoft.com/office/drawing/2014/main" id="{E87CFD51-A127-4FE4-8746-C5CC03EDF9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21" name="Text Box 239">
                <a:extLst>
                  <a:ext uri="{FF2B5EF4-FFF2-40B4-BE49-F238E27FC236}">
                    <a16:creationId xmlns:a16="http://schemas.microsoft.com/office/drawing/2014/main" id="{A1EDCF5B-49EB-47BB-8695-016B4F0D87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WE</a:t>
                </a:r>
              </a:p>
            </p:txBody>
          </p:sp>
          <p:sp>
            <p:nvSpPr>
              <p:cNvPr id="44422" name="Line 240">
                <a:extLst>
                  <a:ext uri="{FF2B5EF4-FFF2-40B4-BE49-F238E27FC236}">
                    <a16:creationId xmlns:a16="http://schemas.microsoft.com/office/drawing/2014/main" id="{1B841C33-277A-4C09-95E6-F4DF19EE1A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423" name="Text Box 241">
                <a:extLst>
                  <a:ext uri="{FF2B5EF4-FFF2-40B4-BE49-F238E27FC236}">
                    <a16:creationId xmlns:a16="http://schemas.microsoft.com/office/drawing/2014/main" id="{ACB3B26C-0D66-43D3-92DD-11153D41FA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CS</a:t>
                </a:r>
              </a:p>
            </p:txBody>
          </p:sp>
          <p:sp>
            <p:nvSpPr>
              <p:cNvPr id="44424" name="Line 242">
                <a:extLst>
                  <a:ext uri="{FF2B5EF4-FFF2-40B4-BE49-F238E27FC236}">
                    <a16:creationId xmlns:a16="http://schemas.microsoft.com/office/drawing/2014/main" id="{C12444B8-6092-4BD5-A764-6E02722B0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44214" name="Group 243">
              <a:extLst>
                <a:ext uri="{FF2B5EF4-FFF2-40B4-BE49-F238E27FC236}">
                  <a16:creationId xmlns:a16="http://schemas.microsoft.com/office/drawing/2014/main" id="{AF8FB13B-CFCE-4371-B36E-8EEFA51D8C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44215" name="Text Box 244">
                <a:extLst>
                  <a:ext uri="{FF2B5EF4-FFF2-40B4-BE49-F238E27FC236}">
                    <a16:creationId xmlns:a16="http://schemas.microsoft.com/office/drawing/2014/main" id="{B2537FC6-7D63-452B-932B-EC057C0D08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16" name="Text Box 245">
                <a:extLst>
                  <a:ext uri="{FF2B5EF4-FFF2-40B4-BE49-F238E27FC236}">
                    <a16:creationId xmlns:a16="http://schemas.microsoft.com/office/drawing/2014/main" id="{F5F915A6-6500-4055-9F17-8066044948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17" name="Text Box 246">
                <a:extLst>
                  <a:ext uri="{FF2B5EF4-FFF2-40B4-BE49-F238E27FC236}">
                    <a16:creationId xmlns:a16="http://schemas.microsoft.com/office/drawing/2014/main" id="{CBBA9561-08EF-4AC6-BBA0-445D460FCA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18" name="Text Box 247">
                <a:extLst>
                  <a:ext uri="{FF2B5EF4-FFF2-40B4-BE49-F238E27FC236}">
                    <a16:creationId xmlns:a16="http://schemas.microsoft.com/office/drawing/2014/main" id="{E15B8353-0B15-4545-89D3-734686B1F6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19" name="Text Box 248">
                <a:extLst>
                  <a:ext uri="{FF2B5EF4-FFF2-40B4-BE49-F238E27FC236}">
                    <a16:creationId xmlns:a16="http://schemas.microsoft.com/office/drawing/2014/main" id="{7A5B194E-BB7B-444C-AE7B-F6A2514E5B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20" name="Text Box 249">
                <a:extLst>
                  <a:ext uri="{FF2B5EF4-FFF2-40B4-BE49-F238E27FC236}">
                    <a16:creationId xmlns:a16="http://schemas.microsoft.com/office/drawing/2014/main" id="{776502A3-F399-4865-936B-4511C4B490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21" name="Text Box 250">
                <a:extLst>
                  <a:ext uri="{FF2B5EF4-FFF2-40B4-BE49-F238E27FC236}">
                    <a16:creationId xmlns:a16="http://schemas.microsoft.com/office/drawing/2014/main" id="{2FC9AB84-683D-48F7-963D-7F01CF6B02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22" name="Text Box 251">
                <a:extLst>
                  <a:ext uri="{FF2B5EF4-FFF2-40B4-BE49-F238E27FC236}">
                    <a16:creationId xmlns:a16="http://schemas.microsoft.com/office/drawing/2014/main" id="{BE82D039-47F1-42C2-AA29-B942FA644B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23" name="Text Box 252">
                <a:extLst>
                  <a:ext uri="{FF2B5EF4-FFF2-40B4-BE49-F238E27FC236}">
                    <a16:creationId xmlns:a16="http://schemas.microsoft.com/office/drawing/2014/main" id="{4090C38F-6815-47E6-97A2-28548D735C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224" name="Text Box 253">
                <a:extLst>
                  <a:ext uri="{FF2B5EF4-FFF2-40B4-BE49-F238E27FC236}">
                    <a16:creationId xmlns:a16="http://schemas.microsoft.com/office/drawing/2014/main" id="{74624B75-B69B-4EA9-AE5D-A40B124469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</p:grpSp>
      </p:grpSp>
      <p:grpSp>
        <p:nvGrpSpPr>
          <p:cNvPr id="44039" name="Group 254">
            <a:extLst>
              <a:ext uri="{FF2B5EF4-FFF2-40B4-BE49-F238E27FC236}">
                <a16:creationId xmlns:a16="http://schemas.microsoft.com/office/drawing/2014/main" id="{92A64168-3F50-424D-B9EA-2E270EBA6547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1360488"/>
            <a:ext cx="7712075" cy="4575175"/>
            <a:chOff x="902" y="857"/>
            <a:chExt cx="4858" cy="2882"/>
          </a:xfrm>
        </p:grpSpPr>
        <p:grpSp>
          <p:nvGrpSpPr>
            <p:cNvPr id="44177" name="Group 255">
              <a:extLst>
                <a:ext uri="{FF2B5EF4-FFF2-40B4-BE49-F238E27FC236}">
                  <a16:creationId xmlns:a16="http://schemas.microsoft.com/office/drawing/2014/main" id="{92B69B19-3FF0-4B3F-BF38-479626640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44189" name="Group 256">
                <a:extLst>
                  <a:ext uri="{FF2B5EF4-FFF2-40B4-BE49-F238E27FC236}">
                    <a16:creationId xmlns:a16="http://schemas.microsoft.com/office/drawing/2014/main" id="{98A939DC-6E94-4D43-9D37-2771278AFF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44194" name="Group 257">
                  <a:extLst>
                    <a:ext uri="{FF2B5EF4-FFF2-40B4-BE49-F238E27FC236}">
                      <a16:creationId xmlns:a16="http://schemas.microsoft.com/office/drawing/2014/main" id="{F1226306-8D76-4205-924F-859B2349EAF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44205" name="Rectangle 258">
                    <a:extLst>
                      <a:ext uri="{FF2B5EF4-FFF2-40B4-BE49-F238E27FC236}">
                        <a16:creationId xmlns:a16="http://schemas.microsoft.com/office/drawing/2014/main" id="{F3F26A04-F25F-45B4-88B5-BA35515345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15</a:t>
                    </a:r>
                  </a:p>
                </p:txBody>
              </p:sp>
              <p:sp>
                <p:nvSpPr>
                  <p:cNvPr id="44206" name="Rectangle 259">
                    <a:extLst>
                      <a:ext uri="{FF2B5EF4-FFF2-40B4-BE49-F238E27FC236}">
                        <a16:creationId xmlns:a16="http://schemas.microsoft.com/office/drawing/2014/main" id="{3C313139-2866-4129-BD54-C01035C4DF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44207" name="Rectangle 260">
                    <a:extLst>
                      <a:ext uri="{FF2B5EF4-FFF2-40B4-BE49-F238E27FC236}">
                        <a16:creationId xmlns:a16="http://schemas.microsoft.com/office/drawing/2014/main" id="{31271B88-9539-4A4E-8E7C-82D34F3B8E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31</a:t>
                    </a:r>
                  </a:p>
                </p:txBody>
              </p:sp>
              <p:sp>
                <p:nvSpPr>
                  <p:cNvPr id="44208" name="Rectangle 261">
                    <a:extLst>
                      <a:ext uri="{FF2B5EF4-FFF2-40B4-BE49-F238E27FC236}">
                        <a16:creationId xmlns:a16="http://schemas.microsoft.com/office/drawing/2014/main" id="{DB81CA69-FB06-4FC5-B73A-D9CCD1027D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16</a:t>
                    </a:r>
                  </a:p>
                </p:txBody>
              </p:sp>
              <p:sp>
                <p:nvSpPr>
                  <p:cNvPr id="44209" name="Rectangle 262">
                    <a:extLst>
                      <a:ext uri="{FF2B5EF4-FFF2-40B4-BE49-F238E27FC236}">
                        <a16:creationId xmlns:a16="http://schemas.microsoft.com/office/drawing/2014/main" id="{A7276104-F8B0-4A7F-B7EC-EE72F54B03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47</a:t>
                    </a:r>
                  </a:p>
                </p:txBody>
              </p:sp>
              <p:sp>
                <p:nvSpPr>
                  <p:cNvPr id="44210" name="Rectangle 263">
                    <a:extLst>
                      <a:ext uri="{FF2B5EF4-FFF2-40B4-BE49-F238E27FC236}">
                        <a16:creationId xmlns:a16="http://schemas.microsoft.com/office/drawing/2014/main" id="{1B64AE2E-D2D6-4A2F-A159-89DBEE94DE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32</a:t>
                    </a:r>
                  </a:p>
                </p:txBody>
              </p:sp>
              <p:sp>
                <p:nvSpPr>
                  <p:cNvPr id="44211" name="Rectangle 264">
                    <a:extLst>
                      <a:ext uri="{FF2B5EF4-FFF2-40B4-BE49-F238E27FC236}">
                        <a16:creationId xmlns:a16="http://schemas.microsoft.com/office/drawing/2014/main" id="{D84A4F9A-4304-489D-A669-5BC25CF4BC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63</a:t>
                    </a:r>
                  </a:p>
                </p:txBody>
              </p:sp>
              <p:sp>
                <p:nvSpPr>
                  <p:cNvPr id="44212" name="Rectangle 265">
                    <a:extLst>
                      <a:ext uri="{FF2B5EF4-FFF2-40B4-BE49-F238E27FC236}">
                        <a16:creationId xmlns:a16="http://schemas.microsoft.com/office/drawing/2014/main" id="{9A4209FE-353F-43D5-95E9-FC52DF537D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</p:spPr>
                <p:txBody>
                  <a:bodyPr lIns="0" r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969696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48</a:t>
                    </a:r>
                  </a:p>
                </p:txBody>
              </p:sp>
            </p:grpSp>
            <p:grpSp>
              <p:nvGrpSpPr>
                <p:cNvPr id="44195" name="Group 266">
                  <a:extLst>
                    <a:ext uri="{FF2B5EF4-FFF2-40B4-BE49-F238E27FC236}">
                      <a16:creationId xmlns:a16="http://schemas.microsoft.com/office/drawing/2014/main" id="{E7753293-CBE3-468C-8F04-FE3277F53E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44196" name="Freeform 267">
                    <a:extLst>
                      <a:ext uri="{FF2B5EF4-FFF2-40B4-BE49-F238E27FC236}">
                        <a16:creationId xmlns:a16="http://schemas.microsoft.com/office/drawing/2014/main" id="{2B40F3B0-6C59-4F6F-AE70-3248A6A7A4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197" name="Line 268">
                    <a:extLst>
                      <a:ext uri="{FF2B5EF4-FFF2-40B4-BE49-F238E27FC236}">
                        <a16:creationId xmlns:a16="http://schemas.microsoft.com/office/drawing/2014/main" id="{D7942414-7F2F-449F-A3EA-A4D695790C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198" name="Line 269">
                    <a:extLst>
                      <a:ext uri="{FF2B5EF4-FFF2-40B4-BE49-F238E27FC236}">
                        <a16:creationId xmlns:a16="http://schemas.microsoft.com/office/drawing/2014/main" id="{3BD42F07-F66F-47E6-857D-DB8A92F8D9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199" name="Line 270">
                    <a:extLst>
                      <a:ext uri="{FF2B5EF4-FFF2-40B4-BE49-F238E27FC236}">
                        <a16:creationId xmlns:a16="http://schemas.microsoft.com/office/drawing/2014/main" id="{48EA4CF4-D766-401A-8856-10AD76C7B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200" name="Line 271">
                    <a:extLst>
                      <a:ext uri="{FF2B5EF4-FFF2-40B4-BE49-F238E27FC236}">
                        <a16:creationId xmlns:a16="http://schemas.microsoft.com/office/drawing/2014/main" id="{929B58F5-5247-4FB0-9656-FA8380E2C8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201" name="Line 272">
                    <a:extLst>
                      <a:ext uri="{FF2B5EF4-FFF2-40B4-BE49-F238E27FC236}">
                        <a16:creationId xmlns:a16="http://schemas.microsoft.com/office/drawing/2014/main" id="{7296492A-1315-4E3C-92C0-BCE06A9804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202" name="Line 273">
                    <a:extLst>
                      <a:ext uri="{FF2B5EF4-FFF2-40B4-BE49-F238E27FC236}">
                        <a16:creationId xmlns:a16="http://schemas.microsoft.com/office/drawing/2014/main" id="{66C70A4F-1B15-4155-B96E-E41D6454CE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203" name="Line 274">
                    <a:extLst>
                      <a:ext uri="{FF2B5EF4-FFF2-40B4-BE49-F238E27FC236}">
                        <a16:creationId xmlns:a16="http://schemas.microsoft.com/office/drawing/2014/main" id="{896F847E-C869-4EA4-B722-C26EED01C2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204" name="Line 275">
                    <a:extLst>
                      <a:ext uri="{FF2B5EF4-FFF2-40B4-BE49-F238E27FC236}">
                        <a16:creationId xmlns:a16="http://schemas.microsoft.com/office/drawing/2014/main" id="{BF7EEA1B-C88C-4767-86C9-E87A433849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44190" name="Text Box 276">
                <a:extLst>
                  <a:ext uri="{FF2B5EF4-FFF2-40B4-BE49-F238E27FC236}">
                    <a16:creationId xmlns:a16="http://schemas.microsoft.com/office/drawing/2014/main" id="{AFE67BCE-70C6-4FD7-AE77-764EE8F899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191" name="Text Box 277">
                <a:extLst>
                  <a:ext uri="{FF2B5EF4-FFF2-40B4-BE49-F238E27FC236}">
                    <a16:creationId xmlns:a16="http://schemas.microsoft.com/office/drawing/2014/main" id="{949F239A-C704-4A23-8573-B1056C8632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192" name="Text Box 278">
                <a:extLst>
                  <a:ext uri="{FF2B5EF4-FFF2-40B4-BE49-F238E27FC236}">
                    <a16:creationId xmlns:a16="http://schemas.microsoft.com/office/drawing/2014/main" id="{156B9045-027C-481C-A24D-5BBA47222F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44193" name="Text Box 279">
                <a:extLst>
                  <a:ext uri="{FF2B5EF4-FFF2-40B4-BE49-F238E27FC236}">
                    <a16:creationId xmlns:a16="http://schemas.microsoft.com/office/drawing/2014/main" id="{193B59CE-F7A5-4FDE-881C-65B2D4BCC8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grpSp>
          <p:nvGrpSpPr>
            <p:cNvPr id="44178" name="Group 280">
              <a:extLst>
                <a:ext uri="{FF2B5EF4-FFF2-40B4-BE49-F238E27FC236}">
                  <a16:creationId xmlns:a16="http://schemas.microsoft.com/office/drawing/2014/main" id="{51D40BDF-1CAA-4293-8536-93F43B703F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grpSp>
            <p:nvGrpSpPr>
              <p:cNvPr id="44179" name="Group 281">
                <a:extLst>
                  <a:ext uri="{FF2B5EF4-FFF2-40B4-BE49-F238E27FC236}">
                    <a16:creationId xmlns:a16="http://schemas.microsoft.com/office/drawing/2014/main" id="{C73B7192-C94B-477B-8E97-CDD96CC6D3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64" y="3737"/>
                <a:ext cx="3637" cy="0"/>
                <a:chOff x="1964" y="3737"/>
                <a:chExt cx="3637" cy="0"/>
              </a:xfrm>
            </p:grpSpPr>
            <p:sp>
              <p:nvSpPr>
                <p:cNvPr id="44185" name="Line 282">
                  <a:extLst>
                    <a:ext uri="{FF2B5EF4-FFF2-40B4-BE49-F238E27FC236}">
                      <a16:creationId xmlns:a16="http://schemas.microsoft.com/office/drawing/2014/main" id="{68CB16CE-B890-40D1-83D0-4A8DA1E8DA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86" name="Line 283">
                  <a:extLst>
                    <a:ext uri="{FF2B5EF4-FFF2-40B4-BE49-F238E27FC236}">
                      <a16:creationId xmlns:a16="http://schemas.microsoft.com/office/drawing/2014/main" id="{A4823C53-5CF5-4977-8C0D-C4FC7AA9D4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87" name="Line 284">
                  <a:extLst>
                    <a:ext uri="{FF2B5EF4-FFF2-40B4-BE49-F238E27FC236}">
                      <a16:creationId xmlns:a16="http://schemas.microsoft.com/office/drawing/2014/main" id="{7AD61315-A1A1-4BA1-B641-F089C6F10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88" name="Line 285">
                  <a:extLst>
                    <a:ext uri="{FF2B5EF4-FFF2-40B4-BE49-F238E27FC236}">
                      <a16:creationId xmlns:a16="http://schemas.microsoft.com/office/drawing/2014/main" id="{3478BDDD-1362-42D4-B570-F125110D99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4180" name="Group 286">
                <a:extLst>
                  <a:ext uri="{FF2B5EF4-FFF2-40B4-BE49-F238E27FC236}">
                    <a16:creationId xmlns:a16="http://schemas.microsoft.com/office/drawing/2014/main" id="{BC8D1D27-1C6D-408B-9104-28B30D6B6C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44" y="3527"/>
                <a:ext cx="3816" cy="212"/>
                <a:chOff x="1944" y="3527"/>
                <a:chExt cx="3816" cy="212"/>
              </a:xfrm>
            </p:grpSpPr>
            <p:sp>
              <p:nvSpPr>
                <p:cNvPr id="44181" name="Text Box 287">
                  <a:extLst>
                    <a:ext uri="{FF2B5EF4-FFF2-40B4-BE49-F238E27FC236}">
                      <a16:creationId xmlns:a16="http://schemas.microsoft.com/office/drawing/2014/main" id="{9EFFF935-2678-4834-AE10-7A6710A9EFF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4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44182" name="Text Box 288">
                  <a:extLst>
                    <a:ext uri="{FF2B5EF4-FFF2-40B4-BE49-F238E27FC236}">
                      <a16:creationId xmlns:a16="http://schemas.microsoft.com/office/drawing/2014/main" id="{B00C550C-DB1D-4139-AB1D-29C622D9B01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0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44183" name="Text Box 289">
                  <a:extLst>
                    <a:ext uri="{FF2B5EF4-FFF2-40B4-BE49-F238E27FC236}">
                      <a16:creationId xmlns:a16="http://schemas.microsoft.com/office/drawing/2014/main" id="{879098CB-924C-45CD-BC29-DF5A175578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56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44184" name="Text Box 290">
                  <a:extLst>
                    <a:ext uri="{FF2B5EF4-FFF2-40B4-BE49-F238E27FC236}">
                      <a16:creationId xmlns:a16="http://schemas.microsoft.com/office/drawing/2014/main" id="{138BA983-36FE-4397-A574-1504E19C76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41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I/O</a:t>
                  </a:r>
                  <a:r>
                    <a:rPr kumimoji="1" lang="en-US" altLang="zh-CN" sz="16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9966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</a:p>
              </p:txBody>
            </p:sp>
          </p:grpSp>
        </p:grpSp>
      </p:grpSp>
      <p:grpSp>
        <p:nvGrpSpPr>
          <p:cNvPr id="44040" name="Group 291">
            <a:extLst>
              <a:ext uri="{FF2B5EF4-FFF2-40B4-BE49-F238E27FC236}">
                <a16:creationId xmlns:a16="http://schemas.microsoft.com/office/drawing/2014/main" id="{F305BCEB-B43C-4F12-B8E6-47E45C34EED2}"/>
              </a:ext>
            </a:extLst>
          </p:cNvPr>
          <p:cNvGrpSpPr>
            <a:grpSpLocks/>
          </p:cNvGrpSpPr>
          <p:nvPr/>
        </p:nvGrpSpPr>
        <p:grpSpPr bwMode="auto">
          <a:xfrm>
            <a:off x="1668463" y="1903413"/>
            <a:ext cx="6977062" cy="4259262"/>
            <a:chOff x="1051" y="1199"/>
            <a:chExt cx="4395" cy="2683"/>
          </a:xfrm>
        </p:grpSpPr>
        <p:grpSp>
          <p:nvGrpSpPr>
            <p:cNvPr id="44134" name="Group 292">
              <a:extLst>
                <a:ext uri="{FF2B5EF4-FFF2-40B4-BE49-F238E27FC236}">
                  <a16:creationId xmlns:a16="http://schemas.microsoft.com/office/drawing/2014/main" id="{D61C3A7B-5964-41E9-A7CE-1E4B1CADFD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2" y="3546"/>
              <a:ext cx="4304" cy="336"/>
              <a:chOff x="1142" y="3546"/>
              <a:chExt cx="4304" cy="336"/>
            </a:xfrm>
          </p:grpSpPr>
          <p:grpSp>
            <p:nvGrpSpPr>
              <p:cNvPr id="44165" name="Group 293">
                <a:extLst>
                  <a:ext uri="{FF2B5EF4-FFF2-40B4-BE49-F238E27FC236}">
                    <a16:creationId xmlns:a16="http://schemas.microsoft.com/office/drawing/2014/main" id="{7EA458A2-CAA6-4C90-8BB8-615CCF065E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42" y="3546"/>
                <a:ext cx="823" cy="336"/>
                <a:chOff x="1142" y="3546"/>
                <a:chExt cx="823" cy="336"/>
              </a:xfrm>
            </p:grpSpPr>
            <p:sp>
              <p:nvSpPr>
                <p:cNvPr id="44175" name="Rectangle 294">
                  <a:extLst>
                    <a:ext uri="{FF2B5EF4-FFF2-40B4-BE49-F238E27FC236}">
                      <a16:creationId xmlns:a16="http://schemas.microsoft.com/office/drawing/2014/main" id="{180D467C-3328-4F4F-AAEE-59B2BE9CC0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2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76" name="Text Box 295">
                  <a:extLst>
                    <a:ext uri="{FF2B5EF4-FFF2-40B4-BE49-F238E27FC236}">
                      <a16:creationId xmlns:a16="http://schemas.microsoft.com/office/drawing/2014/main" id="{07A2E556-1967-468F-84FC-866943BEF5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00" y="359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</p:grpSp>
          <p:grpSp>
            <p:nvGrpSpPr>
              <p:cNvPr id="44166" name="Group 296">
                <a:extLst>
                  <a:ext uri="{FF2B5EF4-FFF2-40B4-BE49-F238E27FC236}">
                    <a16:creationId xmlns:a16="http://schemas.microsoft.com/office/drawing/2014/main" id="{0F43B7F8-C3E8-47AD-80B2-3A12F2A966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18" y="3546"/>
                <a:ext cx="823" cy="336"/>
                <a:chOff x="2318" y="3546"/>
                <a:chExt cx="823" cy="336"/>
              </a:xfrm>
            </p:grpSpPr>
            <p:sp>
              <p:nvSpPr>
                <p:cNvPr id="44173" name="Rectangle 297">
                  <a:extLst>
                    <a:ext uri="{FF2B5EF4-FFF2-40B4-BE49-F238E27FC236}">
                      <a16:creationId xmlns:a16="http://schemas.microsoft.com/office/drawing/2014/main" id="{EAB16B8D-1C75-4CDA-B1E0-51711C634D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8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74" name="Text Box 298">
                  <a:extLst>
                    <a:ext uri="{FF2B5EF4-FFF2-40B4-BE49-F238E27FC236}">
                      <a16:creationId xmlns:a16="http://schemas.microsoft.com/office/drawing/2014/main" id="{3CA43246-8AB7-4BC6-AC72-6B871C2492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52" y="360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</p:grpSp>
          <p:grpSp>
            <p:nvGrpSpPr>
              <p:cNvPr id="44167" name="Group 299">
                <a:extLst>
                  <a:ext uri="{FF2B5EF4-FFF2-40B4-BE49-F238E27FC236}">
                    <a16:creationId xmlns:a16="http://schemas.microsoft.com/office/drawing/2014/main" id="{73AD489D-D8D0-41B7-8848-1B0BE81374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70" y="3546"/>
                <a:ext cx="823" cy="336"/>
                <a:chOff x="3470" y="3546"/>
                <a:chExt cx="823" cy="336"/>
              </a:xfrm>
            </p:grpSpPr>
            <p:sp>
              <p:nvSpPr>
                <p:cNvPr id="44171" name="Rectangle 300">
                  <a:extLst>
                    <a:ext uri="{FF2B5EF4-FFF2-40B4-BE49-F238E27FC236}">
                      <a16:creationId xmlns:a16="http://schemas.microsoft.com/office/drawing/2014/main" id="{CFAAD30C-5104-428C-BD7E-E56C80821D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70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72" name="Text Box 301">
                  <a:extLst>
                    <a:ext uri="{FF2B5EF4-FFF2-40B4-BE49-F238E27FC236}">
                      <a16:creationId xmlns:a16="http://schemas.microsoft.com/office/drawing/2014/main" id="{9616682C-3FF2-4BBD-A610-E8CB9F0C7E3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04" y="360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</p:grpSp>
          <p:grpSp>
            <p:nvGrpSpPr>
              <p:cNvPr id="44168" name="Group 302">
                <a:extLst>
                  <a:ext uri="{FF2B5EF4-FFF2-40B4-BE49-F238E27FC236}">
                    <a16:creationId xmlns:a16="http://schemas.microsoft.com/office/drawing/2014/main" id="{A26FB679-D340-4C25-806C-68F51E00B4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23" y="3546"/>
                <a:ext cx="823" cy="336"/>
                <a:chOff x="4623" y="3546"/>
                <a:chExt cx="823" cy="336"/>
              </a:xfrm>
            </p:grpSpPr>
            <p:sp>
              <p:nvSpPr>
                <p:cNvPr id="44169" name="Rectangle 303">
                  <a:extLst>
                    <a:ext uri="{FF2B5EF4-FFF2-40B4-BE49-F238E27FC236}">
                      <a16:creationId xmlns:a16="http://schemas.microsoft.com/office/drawing/2014/main" id="{0819097A-B4E3-4BAD-A278-B82DE3DE5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3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  <a:headEnd/>
                  <a:tailEnd/>
                </a:ln>
              </p:spPr>
              <p:txBody>
                <a:bodyPr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70" name="Text Box 304">
                  <a:extLst>
                    <a:ext uri="{FF2B5EF4-FFF2-40B4-BE49-F238E27FC236}">
                      <a16:creationId xmlns:a16="http://schemas.microsoft.com/office/drawing/2014/main" id="{9FA455D6-FD9B-4940-ABC7-14A51332AD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656" y="360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969696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读写电路</a:t>
                  </a:r>
                </a:p>
              </p:txBody>
            </p:sp>
          </p:grpSp>
        </p:grpSp>
        <p:grpSp>
          <p:nvGrpSpPr>
            <p:cNvPr id="44135" name="Group 305">
              <a:extLst>
                <a:ext uri="{FF2B5EF4-FFF2-40B4-BE49-F238E27FC236}">
                  <a16:creationId xmlns:a16="http://schemas.microsoft.com/office/drawing/2014/main" id="{98A50000-1471-409D-A1EA-FD0FF1B446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5" y="2736"/>
              <a:ext cx="4225" cy="816"/>
              <a:chOff x="1055" y="2736"/>
              <a:chExt cx="4225" cy="816"/>
            </a:xfrm>
          </p:grpSpPr>
          <p:grpSp>
            <p:nvGrpSpPr>
              <p:cNvPr id="44155" name="Group 306">
                <a:extLst>
                  <a:ext uri="{FF2B5EF4-FFF2-40B4-BE49-F238E27FC236}">
                    <a16:creationId xmlns:a16="http://schemas.microsoft.com/office/drawing/2014/main" id="{D47187EA-4BBD-44D6-9366-9B9EE1655C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91" y="2736"/>
                <a:ext cx="3889" cy="816"/>
                <a:chOff x="1391" y="2736"/>
                <a:chExt cx="3889" cy="816"/>
              </a:xfrm>
            </p:grpSpPr>
            <p:sp>
              <p:nvSpPr>
                <p:cNvPr id="44161" name="Freeform 307">
                  <a:extLst>
                    <a:ext uri="{FF2B5EF4-FFF2-40B4-BE49-F238E27FC236}">
                      <a16:creationId xmlns:a16="http://schemas.microsoft.com/office/drawing/2014/main" id="{9DDFC8AE-BD2E-4879-B0BC-F08F199859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1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2"/>
                    <a:gd name="T16" fmla="*/ 0 h 816"/>
                    <a:gd name="T17" fmla="*/ 432 w 432"/>
                    <a:gd name="T18" fmla="*/ 816 h 8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62" name="Freeform 308">
                  <a:extLst>
                    <a:ext uri="{FF2B5EF4-FFF2-40B4-BE49-F238E27FC236}">
                      <a16:creationId xmlns:a16="http://schemas.microsoft.com/office/drawing/2014/main" id="{46348BA4-DFAF-4AEE-BB7D-838345470E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48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2"/>
                    <a:gd name="T16" fmla="*/ 0 h 816"/>
                    <a:gd name="T17" fmla="*/ 432 w 432"/>
                    <a:gd name="T18" fmla="*/ 816 h 8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63" name="Freeform 309">
                  <a:extLst>
                    <a:ext uri="{FF2B5EF4-FFF2-40B4-BE49-F238E27FC236}">
                      <a16:creationId xmlns:a16="http://schemas.microsoft.com/office/drawing/2014/main" id="{97B5F9B4-5454-48A0-98B5-439A06BA4A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2"/>
                    <a:gd name="T16" fmla="*/ 0 h 816"/>
                    <a:gd name="T17" fmla="*/ 432 w 432"/>
                    <a:gd name="T18" fmla="*/ 816 h 8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64" name="Freeform 310">
                  <a:extLst>
                    <a:ext uri="{FF2B5EF4-FFF2-40B4-BE49-F238E27FC236}">
                      <a16:creationId xmlns:a16="http://schemas.microsoft.com/office/drawing/2014/main" id="{C6B741B6-93D2-4841-8827-36A0831FB3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2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2"/>
                    <a:gd name="T16" fmla="*/ 0 h 816"/>
                    <a:gd name="T17" fmla="*/ 432 w 432"/>
                    <a:gd name="T18" fmla="*/ 816 h 8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4156" name="Group 311">
                <a:extLst>
                  <a:ext uri="{FF2B5EF4-FFF2-40B4-BE49-F238E27FC236}">
                    <a16:creationId xmlns:a16="http://schemas.microsoft.com/office/drawing/2014/main" id="{099E5AF0-E671-4BDD-A083-AFDC0E614E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55" y="2748"/>
                <a:ext cx="3750" cy="804"/>
                <a:chOff x="1055" y="2748"/>
                <a:chExt cx="3750" cy="804"/>
              </a:xfrm>
            </p:grpSpPr>
            <p:sp>
              <p:nvSpPr>
                <p:cNvPr id="44157" name="Freeform 312">
                  <a:extLst>
                    <a:ext uri="{FF2B5EF4-FFF2-40B4-BE49-F238E27FC236}">
                      <a16:creationId xmlns:a16="http://schemas.microsoft.com/office/drawing/2014/main" id="{6622B4E6-13FE-472F-9E6F-2CFA8B3C1E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5" y="2748"/>
                  <a:ext cx="280" cy="795"/>
                </a:xfrm>
                <a:custGeom>
                  <a:avLst/>
                  <a:gdLst>
                    <a:gd name="T0" fmla="*/ 276 w 280"/>
                    <a:gd name="T1" fmla="*/ 795 h 795"/>
                    <a:gd name="T2" fmla="*/ 280 w 280"/>
                    <a:gd name="T3" fmla="*/ 657 h 795"/>
                    <a:gd name="T4" fmla="*/ 0 w 280"/>
                    <a:gd name="T5" fmla="*/ 660 h 795"/>
                    <a:gd name="T6" fmla="*/ 3 w 280"/>
                    <a:gd name="T7" fmla="*/ 0 h 795"/>
                    <a:gd name="T8" fmla="*/ 144 w 280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0"/>
                    <a:gd name="T16" fmla="*/ 0 h 795"/>
                    <a:gd name="T17" fmla="*/ 280 w 280"/>
                    <a:gd name="T18" fmla="*/ 795 h 79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0" h="795">
                      <a:moveTo>
                        <a:pt x="276" y="795"/>
                      </a:moveTo>
                      <a:lnTo>
                        <a:pt x="280" y="657"/>
                      </a:lnTo>
                      <a:lnTo>
                        <a:pt x="0" y="660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58" name="Freeform 313">
                  <a:extLst>
                    <a:ext uri="{FF2B5EF4-FFF2-40B4-BE49-F238E27FC236}">
                      <a16:creationId xmlns:a16="http://schemas.microsoft.com/office/drawing/2014/main" id="{C644710F-665D-4964-A287-89EF0C7E7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7" y="2757"/>
                  <a:ext cx="294" cy="795"/>
                </a:xfrm>
                <a:custGeom>
                  <a:avLst/>
                  <a:gdLst>
                    <a:gd name="T0" fmla="*/ 294 w 294"/>
                    <a:gd name="T1" fmla="*/ 795 h 795"/>
                    <a:gd name="T2" fmla="*/ 294 w 294"/>
                    <a:gd name="T3" fmla="*/ 657 h 795"/>
                    <a:gd name="T4" fmla="*/ 0 w 294"/>
                    <a:gd name="T5" fmla="*/ 657 h 795"/>
                    <a:gd name="T6" fmla="*/ 3 w 294"/>
                    <a:gd name="T7" fmla="*/ 0 h 795"/>
                    <a:gd name="T8" fmla="*/ 144 w 294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4"/>
                    <a:gd name="T16" fmla="*/ 0 h 795"/>
                    <a:gd name="T17" fmla="*/ 294 w 294"/>
                    <a:gd name="T18" fmla="*/ 795 h 79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4" h="795">
                      <a:moveTo>
                        <a:pt x="294" y="795"/>
                      </a:moveTo>
                      <a:lnTo>
                        <a:pt x="294" y="657"/>
                      </a:lnTo>
                      <a:lnTo>
                        <a:pt x="0" y="657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59" name="Freeform 314">
                  <a:extLst>
                    <a:ext uri="{FF2B5EF4-FFF2-40B4-BE49-F238E27FC236}">
                      <a16:creationId xmlns:a16="http://schemas.microsoft.com/office/drawing/2014/main" id="{50EE1B7F-6309-4224-969B-CF9D7FE99F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9" y="2757"/>
                  <a:ext cx="294" cy="795"/>
                </a:xfrm>
                <a:custGeom>
                  <a:avLst/>
                  <a:gdLst>
                    <a:gd name="T0" fmla="*/ 294 w 294"/>
                    <a:gd name="T1" fmla="*/ 795 h 795"/>
                    <a:gd name="T2" fmla="*/ 294 w 294"/>
                    <a:gd name="T3" fmla="*/ 657 h 795"/>
                    <a:gd name="T4" fmla="*/ 0 w 294"/>
                    <a:gd name="T5" fmla="*/ 657 h 795"/>
                    <a:gd name="T6" fmla="*/ 3 w 294"/>
                    <a:gd name="T7" fmla="*/ 0 h 795"/>
                    <a:gd name="T8" fmla="*/ 144 w 294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4"/>
                    <a:gd name="T16" fmla="*/ 0 h 795"/>
                    <a:gd name="T17" fmla="*/ 294 w 294"/>
                    <a:gd name="T18" fmla="*/ 795 h 79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4" h="795">
                      <a:moveTo>
                        <a:pt x="294" y="795"/>
                      </a:moveTo>
                      <a:lnTo>
                        <a:pt x="294" y="657"/>
                      </a:lnTo>
                      <a:lnTo>
                        <a:pt x="0" y="657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60" name="Freeform 315">
                  <a:extLst>
                    <a:ext uri="{FF2B5EF4-FFF2-40B4-BE49-F238E27FC236}">
                      <a16:creationId xmlns:a16="http://schemas.microsoft.com/office/drawing/2014/main" id="{15007E12-9828-4201-84F0-3F551E24B2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1" y="2757"/>
                  <a:ext cx="294" cy="795"/>
                </a:xfrm>
                <a:custGeom>
                  <a:avLst/>
                  <a:gdLst>
                    <a:gd name="T0" fmla="*/ 294 w 294"/>
                    <a:gd name="T1" fmla="*/ 795 h 795"/>
                    <a:gd name="T2" fmla="*/ 294 w 294"/>
                    <a:gd name="T3" fmla="*/ 657 h 795"/>
                    <a:gd name="T4" fmla="*/ 0 w 294"/>
                    <a:gd name="T5" fmla="*/ 657 h 795"/>
                    <a:gd name="T6" fmla="*/ 3 w 294"/>
                    <a:gd name="T7" fmla="*/ 0 h 795"/>
                    <a:gd name="T8" fmla="*/ 144 w 294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4"/>
                    <a:gd name="T16" fmla="*/ 0 h 795"/>
                    <a:gd name="T17" fmla="*/ 294 w 294"/>
                    <a:gd name="T18" fmla="*/ 795 h 79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4" h="795">
                      <a:moveTo>
                        <a:pt x="294" y="795"/>
                      </a:moveTo>
                      <a:lnTo>
                        <a:pt x="294" y="657"/>
                      </a:lnTo>
                      <a:lnTo>
                        <a:pt x="0" y="657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44136" name="Group 316">
              <a:extLst>
                <a:ext uri="{FF2B5EF4-FFF2-40B4-BE49-F238E27FC236}">
                  <a16:creationId xmlns:a16="http://schemas.microsoft.com/office/drawing/2014/main" id="{6FAA6D89-3C1B-4935-9A7D-6B390B290A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1" y="1199"/>
              <a:ext cx="3953" cy="1485"/>
              <a:chOff x="1051" y="1199"/>
              <a:chExt cx="3953" cy="1485"/>
            </a:xfrm>
          </p:grpSpPr>
          <p:grpSp>
            <p:nvGrpSpPr>
              <p:cNvPr id="44137" name="Group 317">
                <a:extLst>
                  <a:ext uri="{FF2B5EF4-FFF2-40B4-BE49-F238E27FC236}">
                    <a16:creationId xmlns:a16="http://schemas.microsoft.com/office/drawing/2014/main" id="{B5550D6E-8A1E-4D88-BD7A-2F59F72F53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51" y="2355"/>
                <a:ext cx="3942" cy="5"/>
                <a:chOff x="1051" y="2355"/>
                <a:chExt cx="3942" cy="5"/>
              </a:xfrm>
            </p:grpSpPr>
            <p:sp>
              <p:nvSpPr>
                <p:cNvPr id="44147" name="Freeform 318">
                  <a:extLst>
                    <a:ext uri="{FF2B5EF4-FFF2-40B4-BE49-F238E27FC236}">
                      <a16:creationId xmlns:a16="http://schemas.microsoft.com/office/drawing/2014/main" id="{190CEDAF-200D-41BC-94C1-C4ED371A9C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0" y="2359"/>
                  <a:ext cx="112" cy="1"/>
                </a:xfrm>
                <a:custGeom>
                  <a:avLst/>
                  <a:gdLst>
                    <a:gd name="T0" fmla="*/ 0 w 112"/>
                    <a:gd name="T1" fmla="*/ 0 h 1"/>
                    <a:gd name="T2" fmla="*/ 112 w 112"/>
                    <a:gd name="T3" fmla="*/ 0 h 1"/>
                    <a:gd name="T4" fmla="*/ 0 60000 65536"/>
                    <a:gd name="T5" fmla="*/ 0 60000 65536"/>
                    <a:gd name="T6" fmla="*/ 0 w 112"/>
                    <a:gd name="T7" fmla="*/ 0 h 1"/>
                    <a:gd name="T8" fmla="*/ 112 w 11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2" h="1">
                      <a:moveTo>
                        <a:pt x="0" y="0"/>
                      </a:moveTo>
                      <a:lnTo>
                        <a:pt x="112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48" name="Freeform 319">
                  <a:extLst>
                    <a:ext uri="{FF2B5EF4-FFF2-40B4-BE49-F238E27FC236}">
                      <a16:creationId xmlns:a16="http://schemas.microsoft.com/office/drawing/2014/main" id="{83EEB63C-4EBC-4037-AB92-7A5B3A97B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1" y="2359"/>
                  <a:ext cx="102" cy="1"/>
                </a:xfrm>
                <a:custGeom>
                  <a:avLst/>
                  <a:gdLst>
                    <a:gd name="T0" fmla="*/ 102 w 102"/>
                    <a:gd name="T1" fmla="*/ 0 h 1"/>
                    <a:gd name="T2" fmla="*/ 0 w 102"/>
                    <a:gd name="T3" fmla="*/ 0 h 1"/>
                    <a:gd name="T4" fmla="*/ 0 60000 65536"/>
                    <a:gd name="T5" fmla="*/ 0 60000 65536"/>
                    <a:gd name="T6" fmla="*/ 0 w 102"/>
                    <a:gd name="T7" fmla="*/ 0 h 1"/>
                    <a:gd name="T8" fmla="*/ 102 w 1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2" h="1">
                      <a:moveTo>
                        <a:pt x="10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49" name="Freeform 320">
                  <a:extLst>
                    <a:ext uri="{FF2B5EF4-FFF2-40B4-BE49-F238E27FC236}">
                      <a16:creationId xmlns:a16="http://schemas.microsoft.com/office/drawing/2014/main" id="{69863E3C-DAE3-42CC-8476-B8327E0F3C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2359"/>
                  <a:ext cx="109" cy="1"/>
                </a:xfrm>
                <a:custGeom>
                  <a:avLst/>
                  <a:gdLst>
                    <a:gd name="T0" fmla="*/ 0 w 109"/>
                    <a:gd name="T1" fmla="*/ 0 h 1"/>
                    <a:gd name="T2" fmla="*/ 109 w 109"/>
                    <a:gd name="T3" fmla="*/ 0 h 1"/>
                    <a:gd name="T4" fmla="*/ 0 60000 65536"/>
                    <a:gd name="T5" fmla="*/ 0 60000 65536"/>
                    <a:gd name="T6" fmla="*/ 0 w 109"/>
                    <a:gd name="T7" fmla="*/ 0 h 1"/>
                    <a:gd name="T8" fmla="*/ 109 w 10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9" h="1">
                      <a:moveTo>
                        <a:pt x="0" y="0"/>
                      </a:moveTo>
                      <a:lnTo>
                        <a:pt x="109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50" name="Freeform 321">
                  <a:extLst>
                    <a:ext uri="{FF2B5EF4-FFF2-40B4-BE49-F238E27FC236}">
                      <a16:creationId xmlns:a16="http://schemas.microsoft.com/office/drawing/2014/main" id="{9D61223F-4BBB-4C49-90BC-E56D1F7B42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3" y="2359"/>
                  <a:ext cx="89" cy="1"/>
                </a:xfrm>
                <a:custGeom>
                  <a:avLst/>
                  <a:gdLst>
                    <a:gd name="T0" fmla="*/ 89 w 89"/>
                    <a:gd name="T1" fmla="*/ 0 h 1"/>
                    <a:gd name="T2" fmla="*/ 0 w 89"/>
                    <a:gd name="T3" fmla="*/ 0 h 1"/>
                    <a:gd name="T4" fmla="*/ 0 60000 65536"/>
                    <a:gd name="T5" fmla="*/ 0 60000 65536"/>
                    <a:gd name="T6" fmla="*/ 0 w 89"/>
                    <a:gd name="T7" fmla="*/ 0 h 1"/>
                    <a:gd name="T8" fmla="*/ 89 w 8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89" h="1">
                      <a:moveTo>
                        <a:pt x="89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51" name="Freeform 322">
                  <a:extLst>
                    <a:ext uri="{FF2B5EF4-FFF2-40B4-BE49-F238E27FC236}">
                      <a16:creationId xmlns:a16="http://schemas.microsoft.com/office/drawing/2014/main" id="{450848CE-F652-46B0-AAEF-509A333128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9" y="2355"/>
                  <a:ext cx="99" cy="3"/>
                </a:xfrm>
                <a:custGeom>
                  <a:avLst/>
                  <a:gdLst>
                    <a:gd name="T0" fmla="*/ 0 w 99"/>
                    <a:gd name="T1" fmla="*/ 3 h 3"/>
                    <a:gd name="T2" fmla="*/ 99 w 99"/>
                    <a:gd name="T3" fmla="*/ 0 h 3"/>
                    <a:gd name="T4" fmla="*/ 0 60000 65536"/>
                    <a:gd name="T5" fmla="*/ 0 60000 65536"/>
                    <a:gd name="T6" fmla="*/ 0 w 99"/>
                    <a:gd name="T7" fmla="*/ 0 h 3"/>
                    <a:gd name="T8" fmla="*/ 99 w 99"/>
                    <a:gd name="T9" fmla="*/ 3 h 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9" h="3">
                      <a:moveTo>
                        <a:pt x="0" y="3"/>
                      </a:moveTo>
                      <a:lnTo>
                        <a:pt x="99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52" name="Freeform 323">
                  <a:extLst>
                    <a:ext uri="{FF2B5EF4-FFF2-40B4-BE49-F238E27FC236}">
                      <a16:creationId xmlns:a16="http://schemas.microsoft.com/office/drawing/2014/main" id="{95D97F8C-E23C-4E56-84DB-2BD6CECEC7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5" y="2359"/>
                  <a:ext cx="108" cy="1"/>
                </a:xfrm>
                <a:custGeom>
                  <a:avLst/>
                  <a:gdLst>
                    <a:gd name="T0" fmla="*/ 108 w 108"/>
                    <a:gd name="T1" fmla="*/ 0 h 1"/>
                    <a:gd name="T2" fmla="*/ 0 w 108"/>
                    <a:gd name="T3" fmla="*/ 0 h 1"/>
                    <a:gd name="T4" fmla="*/ 0 60000 65536"/>
                    <a:gd name="T5" fmla="*/ 0 60000 65536"/>
                    <a:gd name="T6" fmla="*/ 0 w 108"/>
                    <a:gd name="T7" fmla="*/ 0 h 1"/>
                    <a:gd name="T8" fmla="*/ 108 w 10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8" h="1">
                      <a:moveTo>
                        <a:pt x="108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53" name="Freeform 324">
                  <a:extLst>
                    <a:ext uri="{FF2B5EF4-FFF2-40B4-BE49-F238E27FC236}">
                      <a16:creationId xmlns:a16="http://schemas.microsoft.com/office/drawing/2014/main" id="{3C590E0F-C9C9-4FA9-8843-1413AB5E80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86" y="2359"/>
                  <a:ext cx="107" cy="1"/>
                </a:xfrm>
                <a:custGeom>
                  <a:avLst/>
                  <a:gdLst>
                    <a:gd name="T0" fmla="*/ 0 w 107"/>
                    <a:gd name="T1" fmla="*/ 0 h 1"/>
                    <a:gd name="T2" fmla="*/ 107 w 107"/>
                    <a:gd name="T3" fmla="*/ 0 h 1"/>
                    <a:gd name="T4" fmla="*/ 0 60000 65536"/>
                    <a:gd name="T5" fmla="*/ 0 60000 65536"/>
                    <a:gd name="T6" fmla="*/ 0 w 107"/>
                    <a:gd name="T7" fmla="*/ 0 h 1"/>
                    <a:gd name="T8" fmla="*/ 107 w 10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7" h="1">
                      <a:moveTo>
                        <a:pt x="0" y="0"/>
                      </a:moveTo>
                      <a:lnTo>
                        <a:pt x="107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54" name="Freeform 325">
                  <a:extLst>
                    <a:ext uri="{FF2B5EF4-FFF2-40B4-BE49-F238E27FC236}">
                      <a16:creationId xmlns:a16="http://schemas.microsoft.com/office/drawing/2014/main" id="{147975B7-7E12-4265-B12F-D66A0E17C0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7" y="2359"/>
                  <a:ext cx="96" cy="1"/>
                </a:xfrm>
                <a:custGeom>
                  <a:avLst/>
                  <a:gdLst>
                    <a:gd name="T0" fmla="*/ 96 w 96"/>
                    <a:gd name="T1" fmla="*/ 0 h 1"/>
                    <a:gd name="T2" fmla="*/ 0 w 96"/>
                    <a:gd name="T3" fmla="*/ 0 h 1"/>
                    <a:gd name="T4" fmla="*/ 0 60000 65536"/>
                    <a:gd name="T5" fmla="*/ 0 60000 65536"/>
                    <a:gd name="T6" fmla="*/ 0 w 96"/>
                    <a:gd name="T7" fmla="*/ 0 h 1"/>
                    <a:gd name="T8" fmla="*/ 96 w 96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1">
                      <a:moveTo>
                        <a:pt x="96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4138" name="Group 326">
                <a:extLst>
                  <a:ext uri="{FF2B5EF4-FFF2-40B4-BE49-F238E27FC236}">
                    <a16:creationId xmlns:a16="http://schemas.microsoft.com/office/drawing/2014/main" id="{8D013BB2-86F5-409B-8020-F20B63BB50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55" y="1215"/>
                <a:ext cx="3608" cy="1469"/>
                <a:chOff x="1055" y="1215"/>
                <a:chExt cx="3608" cy="1469"/>
              </a:xfrm>
            </p:grpSpPr>
            <p:sp>
              <p:nvSpPr>
                <p:cNvPr id="44143" name="Freeform 327">
                  <a:extLst>
                    <a:ext uri="{FF2B5EF4-FFF2-40B4-BE49-F238E27FC236}">
                      <a16:creationId xmlns:a16="http://schemas.microsoft.com/office/drawing/2014/main" id="{B7AD5316-735D-44D0-8D19-CF116614BA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5" y="1215"/>
                  <a:ext cx="152" cy="1469"/>
                </a:xfrm>
                <a:custGeom>
                  <a:avLst/>
                  <a:gdLst>
                    <a:gd name="T0" fmla="*/ 152 w 152"/>
                    <a:gd name="T1" fmla="*/ 1469 h 1469"/>
                    <a:gd name="T2" fmla="*/ 0 w 152"/>
                    <a:gd name="T3" fmla="*/ 1469 h 1469"/>
                    <a:gd name="T4" fmla="*/ 4 w 152"/>
                    <a:gd name="T5" fmla="*/ 0 h 1469"/>
                    <a:gd name="T6" fmla="*/ 95 w 152"/>
                    <a:gd name="T7" fmla="*/ 1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9"/>
                    <a:gd name="T14" fmla="*/ 152 w 152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9">
                      <a:moveTo>
                        <a:pt x="152" y="1469"/>
                      </a:moveTo>
                      <a:lnTo>
                        <a:pt x="0" y="1469"/>
                      </a:lnTo>
                      <a:lnTo>
                        <a:pt x="4" y="0"/>
                      </a:lnTo>
                      <a:lnTo>
                        <a:pt x="95" y="1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44" name="Freeform 328">
                  <a:extLst>
                    <a:ext uri="{FF2B5EF4-FFF2-40B4-BE49-F238E27FC236}">
                      <a16:creationId xmlns:a16="http://schemas.microsoft.com/office/drawing/2014/main" id="{9F6E415D-C13D-4743-A53D-E083676BEE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7" y="1217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1 w 152"/>
                    <a:gd name="T5" fmla="*/ 1 h 1467"/>
                    <a:gd name="T6" fmla="*/ 86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7"/>
                    <a:gd name="T14" fmla="*/ 152 w 152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1" y="1"/>
                      </a:lnTo>
                      <a:lnTo>
                        <a:pt x="86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45" name="Freeform 329">
                  <a:extLst>
                    <a:ext uri="{FF2B5EF4-FFF2-40B4-BE49-F238E27FC236}">
                      <a16:creationId xmlns:a16="http://schemas.microsoft.com/office/drawing/2014/main" id="{A1EF4E81-3A8E-4685-86E1-1AB4333DE5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9" y="1218"/>
                  <a:ext cx="152" cy="1466"/>
                </a:xfrm>
                <a:custGeom>
                  <a:avLst/>
                  <a:gdLst>
                    <a:gd name="T0" fmla="*/ 152 w 152"/>
                    <a:gd name="T1" fmla="*/ 1466 h 1466"/>
                    <a:gd name="T2" fmla="*/ 0 w 152"/>
                    <a:gd name="T3" fmla="*/ 1466 h 1466"/>
                    <a:gd name="T4" fmla="*/ 1 w 152"/>
                    <a:gd name="T5" fmla="*/ 0 h 1466"/>
                    <a:gd name="T6" fmla="*/ 109 w 152"/>
                    <a:gd name="T7" fmla="*/ 0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6"/>
                    <a:gd name="T14" fmla="*/ 152 w 152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6">
                      <a:moveTo>
                        <a:pt x="152" y="1466"/>
                      </a:moveTo>
                      <a:lnTo>
                        <a:pt x="0" y="1466"/>
                      </a:lnTo>
                      <a:lnTo>
                        <a:pt x="1" y="0"/>
                      </a:lnTo>
                      <a:lnTo>
                        <a:pt x="109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46" name="Freeform 330">
                  <a:extLst>
                    <a:ext uri="{FF2B5EF4-FFF2-40B4-BE49-F238E27FC236}">
                      <a16:creationId xmlns:a16="http://schemas.microsoft.com/office/drawing/2014/main" id="{302BE6CC-F81C-4603-84F4-E85FA56E25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5" y="1217"/>
                  <a:ext cx="158" cy="1467"/>
                </a:xfrm>
                <a:custGeom>
                  <a:avLst/>
                  <a:gdLst>
                    <a:gd name="T0" fmla="*/ 158 w 158"/>
                    <a:gd name="T1" fmla="*/ 1467 h 1467"/>
                    <a:gd name="T2" fmla="*/ 0 w 158"/>
                    <a:gd name="T3" fmla="*/ 1467 h 1467"/>
                    <a:gd name="T4" fmla="*/ 0 w 158"/>
                    <a:gd name="T5" fmla="*/ 0 h 1467"/>
                    <a:gd name="T6" fmla="*/ 95 w 158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8"/>
                    <a:gd name="T13" fmla="*/ 0 h 1467"/>
                    <a:gd name="T14" fmla="*/ 158 w 158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8" h="1467">
                      <a:moveTo>
                        <a:pt x="158" y="1467"/>
                      </a:moveTo>
                      <a:lnTo>
                        <a:pt x="0" y="1467"/>
                      </a:lnTo>
                      <a:lnTo>
                        <a:pt x="0" y="0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4139" name="Freeform 331">
                <a:extLst>
                  <a:ext uri="{FF2B5EF4-FFF2-40B4-BE49-F238E27FC236}">
                    <a16:creationId xmlns:a16="http://schemas.microsoft.com/office/drawing/2014/main" id="{0E9541C9-277E-43A3-8F03-292C0502D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202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140" name="Freeform 332">
                <a:extLst>
                  <a:ext uri="{FF2B5EF4-FFF2-40B4-BE49-F238E27FC236}">
                    <a16:creationId xmlns:a16="http://schemas.microsoft.com/office/drawing/2014/main" id="{3E30D4E0-9C63-4C33-AEAA-26844A7BF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199"/>
                <a:ext cx="150" cy="1474"/>
              </a:xfrm>
              <a:custGeom>
                <a:avLst/>
                <a:gdLst>
                  <a:gd name="T0" fmla="*/ 42 w 150"/>
                  <a:gd name="T1" fmla="*/ 0 h 1474"/>
                  <a:gd name="T2" fmla="*/ 150 w 150"/>
                  <a:gd name="T3" fmla="*/ 0 h 1474"/>
                  <a:gd name="T4" fmla="*/ 147 w 150"/>
                  <a:gd name="T5" fmla="*/ 1474 h 1474"/>
                  <a:gd name="T6" fmla="*/ 0 w 150"/>
                  <a:gd name="T7" fmla="*/ 1474 h 147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0"/>
                  <a:gd name="T13" fmla="*/ 0 h 1474"/>
                  <a:gd name="T14" fmla="*/ 150 w 150"/>
                  <a:gd name="T15" fmla="*/ 1474 h 147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0" h="1474">
                    <a:moveTo>
                      <a:pt x="42" y="0"/>
                    </a:moveTo>
                    <a:lnTo>
                      <a:pt x="150" y="0"/>
                    </a:lnTo>
                    <a:lnTo>
                      <a:pt x="147" y="1474"/>
                    </a:lnTo>
                    <a:lnTo>
                      <a:pt x="0" y="1474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141" name="Freeform 333">
                <a:extLst>
                  <a:ext uri="{FF2B5EF4-FFF2-40B4-BE49-F238E27FC236}">
                    <a16:creationId xmlns:a16="http://schemas.microsoft.com/office/drawing/2014/main" id="{2D4AFCF0-64C3-471D-BC3A-0DF5975E9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199"/>
                <a:ext cx="141" cy="1471"/>
              </a:xfrm>
              <a:custGeom>
                <a:avLst/>
                <a:gdLst>
                  <a:gd name="T0" fmla="*/ 33 w 141"/>
                  <a:gd name="T1" fmla="*/ 0 h 1471"/>
                  <a:gd name="T2" fmla="*/ 141 w 141"/>
                  <a:gd name="T3" fmla="*/ 0 h 1471"/>
                  <a:gd name="T4" fmla="*/ 141 w 141"/>
                  <a:gd name="T5" fmla="*/ 1471 h 1471"/>
                  <a:gd name="T6" fmla="*/ 0 w 141"/>
                  <a:gd name="T7" fmla="*/ 1471 h 147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71"/>
                  <a:gd name="T14" fmla="*/ 141 w 141"/>
                  <a:gd name="T15" fmla="*/ 1471 h 147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71">
                    <a:moveTo>
                      <a:pt x="33" y="0"/>
                    </a:moveTo>
                    <a:lnTo>
                      <a:pt x="141" y="0"/>
                    </a:lnTo>
                    <a:lnTo>
                      <a:pt x="141" y="1471"/>
                    </a:lnTo>
                    <a:lnTo>
                      <a:pt x="0" y="1471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142" name="Freeform 334">
                <a:extLst>
                  <a:ext uri="{FF2B5EF4-FFF2-40B4-BE49-F238E27FC236}">
                    <a16:creationId xmlns:a16="http://schemas.microsoft.com/office/drawing/2014/main" id="{09B25DFB-1697-4122-8EF1-C2525CF43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199"/>
                <a:ext cx="150" cy="1480"/>
              </a:xfrm>
              <a:custGeom>
                <a:avLst/>
                <a:gdLst>
                  <a:gd name="T0" fmla="*/ 42 w 150"/>
                  <a:gd name="T1" fmla="*/ 0 h 1480"/>
                  <a:gd name="T2" fmla="*/ 150 w 150"/>
                  <a:gd name="T3" fmla="*/ 0 h 1480"/>
                  <a:gd name="T4" fmla="*/ 147 w 150"/>
                  <a:gd name="T5" fmla="*/ 1480 h 1480"/>
                  <a:gd name="T6" fmla="*/ 0 w 150"/>
                  <a:gd name="T7" fmla="*/ 1477 h 14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0"/>
                  <a:gd name="T13" fmla="*/ 0 h 1480"/>
                  <a:gd name="T14" fmla="*/ 150 w 150"/>
                  <a:gd name="T15" fmla="*/ 1480 h 14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0" h="1480">
                    <a:moveTo>
                      <a:pt x="42" y="0"/>
                    </a:moveTo>
                    <a:lnTo>
                      <a:pt x="150" y="0"/>
                    </a:lnTo>
                    <a:lnTo>
                      <a:pt x="147" y="1480"/>
                    </a:lnTo>
                    <a:lnTo>
                      <a:pt x="0" y="1477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44041" name="Group 335">
            <a:extLst>
              <a:ext uri="{FF2B5EF4-FFF2-40B4-BE49-F238E27FC236}">
                <a16:creationId xmlns:a16="http://schemas.microsoft.com/office/drawing/2014/main" id="{47910DD7-6E46-4670-9602-CE83C0C11716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4178300"/>
            <a:ext cx="6261100" cy="403225"/>
            <a:chOff x="915" y="2632"/>
            <a:chExt cx="3944" cy="254"/>
          </a:xfrm>
        </p:grpSpPr>
        <p:grpSp>
          <p:nvGrpSpPr>
            <p:cNvPr id="44096" name="Group 336">
              <a:extLst>
                <a:ext uri="{FF2B5EF4-FFF2-40B4-BE49-F238E27FC236}">
                  <a16:creationId xmlns:a16="http://schemas.microsoft.com/office/drawing/2014/main" id="{91FB0943-044B-4908-9F82-A1FA54CFE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44129" name="Freeform 337">
                <a:extLst>
                  <a:ext uri="{FF2B5EF4-FFF2-40B4-BE49-F238E27FC236}">
                    <a16:creationId xmlns:a16="http://schemas.microsoft.com/office/drawing/2014/main" id="{5C803E47-A880-4556-8973-14B947703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130" name="Freeform 338">
                <a:extLst>
                  <a:ext uri="{FF2B5EF4-FFF2-40B4-BE49-F238E27FC236}">
                    <a16:creationId xmlns:a16="http://schemas.microsoft.com/office/drawing/2014/main" id="{3769BC15-8887-46E9-ADBC-71F25B16F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131" name="Freeform 339">
                <a:extLst>
                  <a:ext uri="{FF2B5EF4-FFF2-40B4-BE49-F238E27FC236}">
                    <a16:creationId xmlns:a16="http://schemas.microsoft.com/office/drawing/2014/main" id="{8A6179C1-6514-43D3-8F12-C8CEA5BCE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132" name="Freeform 340">
                <a:extLst>
                  <a:ext uri="{FF2B5EF4-FFF2-40B4-BE49-F238E27FC236}">
                    <a16:creationId xmlns:a16="http://schemas.microsoft.com/office/drawing/2014/main" id="{3EA12A41-D35B-4184-BDF4-1CDE802F4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  <a:gd name="T6" fmla="*/ 0 w 1"/>
                  <a:gd name="T7" fmla="*/ 0 h 178"/>
                  <a:gd name="T8" fmla="*/ 1 w 1"/>
                  <a:gd name="T9" fmla="*/ 178 h 17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 type="oval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133" name="Freeform 341">
                <a:extLst>
                  <a:ext uri="{FF2B5EF4-FFF2-40B4-BE49-F238E27FC236}">
                    <a16:creationId xmlns:a16="http://schemas.microsoft.com/office/drawing/2014/main" id="{0445EF51-89F3-4D39-BED3-D896F7E69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  <a:gd name="T6" fmla="*/ 0 w 3858"/>
                  <a:gd name="T7" fmla="*/ 0 h 2"/>
                  <a:gd name="T8" fmla="*/ 3858 w 385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44097" name="Group 342">
              <a:extLst>
                <a:ext uri="{FF2B5EF4-FFF2-40B4-BE49-F238E27FC236}">
                  <a16:creationId xmlns:a16="http://schemas.microsoft.com/office/drawing/2014/main" id="{BD7D75A7-BCBF-49DA-9208-3705ECD53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2" y="2632"/>
              <a:ext cx="192" cy="158"/>
              <a:chOff x="1212" y="2632"/>
              <a:chExt cx="192" cy="158"/>
            </a:xfrm>
          </p:grpSpPr>
          <p:grpSp>
            <p:nvGrpSpPr>
              <p:cNvPr id="44122" name="Group 343">
                <a:extLst>
                  <a:ext uri="{FF2B5EF4-FFF2-40B4-BE49-F238E27FC236}">
                    <a16:creationId xmlns:a16="http://schemas.microsoft.com/office/drawing/2014/main" id="{415BA29D-8E97-4AD2-8981-43FB42F69D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6" y="2632"/>
                <a:ext cx="48" cy="158"/>
                <a:chOff x="1356" y="2632"/>
                <a:chExt cx="48" cy="158"/>
              </a:xfrm>
            </p:grpSpPr>
            <p:sp>
              <p:nvSpPr>
                <p:cNvPr id="44127" name="Line 344">
                  <a:extLst>
                    <a:ext uri="{FF2B5EF4-FFF2-40B4-BE49-F238E27FC236}">
                      <a16:creationId xmlns:a16="http://schemas.microsoft.com/office/drawing/2014/main" id="{CA38854E-458F-455C-AE7C-4F25148A38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28" name="Line 345">
                  <a:extLst>
                    <a:ext uri="{FF2B5EF4-FFF2-40B4-BE49-F238E27FC236}">
                      <a16:creationId xmlns:a16="http://schemas.microsoft.com/office/drawing/2014/main" id="{F66A23AB-0D78-42F4-A4CC-CE0138B2FA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1308" y="2709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4123" name="Freeform 346">
                <a:extLst>
                  <a:ext uri="{FF2B5EF4-FFF2-40B4-BE49-F238E27FC236}">
                    <a16:creationId xmlns:a16="http://schemas.microsoft.com/office/drawing/2014/main" id="{8733FCCC-4D67-4559-862F-E19FC32A7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708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4124" name="Group 347">
                <a:extLst>
                  <a:ext uri="{FF2B5EF4-FFF2-40B4-BE49-F238E27FC236}">
                    <a16:creationId xmlns:a16="http://schemas.microsoft.com/office/drawing/2014/main" id="{44378315-FB74-443D-845A-ECC2A85199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2" y="2632"/>
                <a:ext cx="48" cy="158"/>
                <a:chOff x="1212" y="2632"/>
                <a:chExt cx="48" cy="158"/>
              </a:xfrm>
            </p:grpSpPr>
            <p:sp>
              <p:nvSpPr>
                <p:cNvPr id="44125" name="Line 348">
                  <a:extLst>
                    <a:ext uri="{FF2B5EF4-FFF2-40B4-BE49-F238E27FC236}">
                      <a16:creationId xmlns:a16="http://schemas.microsoft.com/office/drawing/2014/main" id="{EA82D4AD-2295-461E-8C64-2016C653AC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26" name="Line 349">
                  <a:extLst>
                    <a:ext uri="{FF2B5EF4-FFF2-40B4-BE49-F238E27FC236}">
                      <a16:creationId xmlns:a16="http://schemas.microsoft.com/office/drawing/2014/main" id="{C464032A-51B5-4F6F-A79B-B4D442A65B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3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44098" name="Group 350">
              <a:extLst>
                <a:ext uri="{FF2B5EF4-FFF2-40B4-BE49-F238E27FC236}">
                  <a16:creationId xmlns:a16="http://schemas.microsoft.com/office/drawing/2014/main" id="{C5D1A0E0-9D14-4909-9A8C-72FA3A716C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4" y="2634"/>
              <a:ext cx="192" cy="158"/>
              <a:chOff x="2364" y="2634"/>
              <a:chExt cx="192" cy="158"/>
            </a:xfrm>
          </p:grpSpPr>
          <p:grpSp>
            <p:nvGrpSpPr>
              <p:cNvPr id="44115" name="Group 351">
                <a:extLst>
                  <a:ext uri="{FF2B5EF4-FFF2-40B4-BE49-F238E27FC236}">
                    <a16:creationId xmlns:a16="http://schemas.microsoft.com/office/drawing/2014/main" id="{E073A0A8-AD55-4833-A6B7-6AC17BD3AA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08" y="2634"/>
                <a:ext cx="48" cy="158"/>
                <a:chOff x="2508" y="2634"/>
                <a:chExt cx="48" cy="158"/>
              </a:xfrm>
            </p:grpSpPr>
            <p:sp>
              <p:nvSpPr>
                <p:cNvPr id="44120" name="Line 352">
                  <a:extLst>
                    <a:ext uri="{FF2B5EF4-FFF2-40B4-BE49-F238E27FC236}">
                      <a16:creationId xmlns:a16="http://schemas.microsoft.com/office/drawing/2014/main" id="{631D38BC-866B-4F09-884B-CF1F98503F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21" name="Line 353">
                  <a:extLst>
                    <a:ext uri="{FF2B5EF4-FFF2-40B4-BE49-F238E27FC236}">
                      <a16:creationId xmlns:a16="http://schemas.microsoft.com/office/drawing/2014/main" id="{B377BD14-84C4-443E-BA33-0A53BA3288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4116" name="Freeform 354">
                <a:extLst>
                  <a:ext uri="{FF2B5EF4-FFF2-40B4-BE49-F238E27FC236}">
                    <a16:creationId xmlns:a16="http://schemas.microsoft.com/office/drawing/2014/main" id="{9709DB7A-B661-4634-A8E6-48E23C50A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4117" name="Group 355">
                <a:extLst>
                  <a:ext uri="{FF2B5EF4-FFF2-40B4-BE49-F238E27FC236}">
                    <a16:creationId xmlns:a16="http://schemas.microsoft.com/office/drawing/2014/main" id="{D1B17C98-A5A2-487F-AF69-D4173901FC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4" y="2634"/>
                <a:ext cx="48" cy="158"/>
                <a:chOff x="2364" y="2634"/>
                <a:chExt cx="48" cy="158"/>
              </a:xfrm>
            </p:grpSpPr>
            <p:sp>
              <p:nvSpPr>
                <p:cNvPr id="44118" name="Line 356">
                  <a:extLst>
                    <a:ext uri="{FF2B5EF4-FFF2-40B4-BE49-F238E27FC236}">
                      <a16:creationId xmlns:a16="http://schemas.microsoft.com/office/drawing/2014/main" id="{1350EA3A-319E-434B-8EFB-85B9F80E9D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19" name="Line 357">
                  <a:extLst>
                    <a:ext uri="{FF2B5EF4-FFF2-40B4-BE49-F238E27FC236}">
                      <a16:creationId xmlns:a16="http://schemas.microsoft.com/office/drawing/2014/main" id="{37D8B0A8-A727-4082-96C7-498E6896DF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44099" name="Group 358">
              <a:extLst>
                <a:ext uri="{FF2B5EF4-FFF2-40B4-BE49-F238E27FC236}">
                  <a16:creationId xmlns:a16="http://schemas.microsoft.com/office/drawing/2014/main" id="{B5022C81-5479-4765-A7DA-49EB7AB63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6" y="2634"/>
              <a:ext cx="192" cy="158"/>
              <a:chOff x="3516" y="2634"/>
              <a:chExt cx="192" cy="158"/>
            </a:xfrm>
          </p:grpSpPr>
          <p:grpSp>
            <p:nvGrpSpPr>
              <p:cNvPr id="44108" name="Group 359">
                <a:extLst>
                  <a:ext uri="{FF2B5EF4-FFF2-40B4-BE49-F238E27FC236}">
                    <a16:creationId xmlns:a16="http://schemas.microsoft.com/office/drawing/2014/main" id="{2F254D03-348F-420A-B22E-3EE5F7803D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60" y="2634"/>
                <a:ext cx="48" cy="158"/>
                <a:chOff x="3660" y="2634"/>
                <a:chExt cx="48" cy="158"/>
              </a:xfrm>
            </p:grpSpPr>
            <p:sp>
              <p:nvSpPr>
                <p:cNvPr id="44113" name="Line 360">
                  <a:extLst>
                    <a:ext uri="{FF2B5EF4-FFF2-40B4-BE49-F238E27FC236}">
                      <a16:creationId xmlns:a16="http://schemas.microsoft.com/office/drawing/2014/main" id="{A8852598-F897-43AD-9DAB-DDD11F8A16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14" name="Line 361">
                  <a:extLst>
                    <a:ext uri="{FF2B5EF4-FFF2-40B4-BE49-F238E27FC236}">
                      <a16:creationId xmlns:a16="http://schemas.microsoft.com/office/drawing/2014/main" id="{02149B1F-29B1-48DA-A4F1-AD75BBEDCF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4109" name="Freeform 362">
                <a:extLst>
                  <a:ext uri="{FF2B5EF4-FFF2-40B4-BE49-F238E27FC236}">
                    <a16:creationId xmlns:a16="http://schemas.microsoft.com/office/drawing/2014/main" id="{B2BADD92-D7E2-4C8E-9029-074FB5AD0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4110" name="Group 363">
                <a:extLst>
                  <a:ext uri="{FF2B5EF4-FFF2-40B4-BE49-F238E27FC236}">
                    <a16:creationId xmlns:a16="http://schemas.microsoft.com/office/drawing/2014/main" id="{8EB21713-316F-4ABA-96D5-01E34DE92D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6" y="2634"/>
                <a:ext cx="48" cy="158"/>
                <a:chOff x="3516" y="2634"/>
                <a:chExt cx="48" cy="158"/>
              </a:xfrm>
            </p:grpSpPr>
            <p:sp>
              <p:nvSpPr>
                <p:cNvPr id="44111" name="Line 364">
                  <a:extLst>
                    <a:ext uri="{FF2B5EF4-FFF2-40B4-BE49-F238E27FC236}">
                      <a16:creationId xmlns:a16="http://schemas.microsoft.com/office/drawing/2014/main" id="{597A316C-AC32-407B-8DA4-410E71D657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12" name="Line 365">
                  <a:extLst>
                    <a:ext uri="{FF2B5EF4-FFF2-40B4-BE49-F238E27FC236}">
                      <a16:creationId xmlns:a16="http://schemas.microsoft.com/office/drawing/2014/main" id="{5F1221B9-2447-4258-9212-571D63BB26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44100" name="Group 366">
              <a:extLst>
                <a:ext uri="{FF2B5EF4-FFF2-40B4-BE49-F238E27FC236}">
                  <a16:creationId xmlns:a16="http://schemas.microsoft.com/office/drawing/2014/main" id="{F39FCB7E-2A32-421A-BAFE-31A1D19AF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7" y="2634"/>
              <a:ext cx="192" cy="158"/>
              <a:chOff x="4667" y="2634"/>
              <a:chExt cx="192" cy="158"/>
            </a:xfrm>
          </p:grpSpPr>
          <p:grpSp>
            <p:nvGrpSpPr>
              <p:cNvPr id="44101" name="Group 367">
                <a:extLst>
                  <a:ext uri="{FF2B5EF4-FFF2-40B4-BE49-F238E27FC236}">
                    <a16:creationId xmlns:a16="http://schemas.microsoft.com/office/drawing/2014/main" id="{845AA226-253D-4882-BE88-47DC51BB3C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11" y="2634"/>
                <a:ext cx="48" cy="158"/>
                <a:chOff x="4811" y="2634"/>
                <a:chExt cx="48" cy="158"/>
              </a:xfrm>
            </p:grpSpPr>
            <p:sp>
              <p:nvSpPr>
                <p:cNvPr id="44106" name="Line 368">
                  <a:extLst>
                    <a:ext uri="{FF2B5EF4-FFF2-40B4-BE49-F238E27FC236}">
                      <a16:creationId xmlns:a16="http://schemas.microsoft.com/office/drawing/2014/main" id="{0F50D148-ADAB-488D-B3A9-D31CF39280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07" name="Line 369">
                  <a:extLst>
                    <a:ext uri="{FF2B5EF4-FFF2-40B4-BE49-F238E27FC236}">
                      <a16:creationId xmlns:a16="http://schemas.microsoft.com/office/drawing/2014/main" id="{2E6E400A-26CD-4AD2-99DA-F003C212A9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4763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4102" name="Freeform 370">
                <a:extLst>
                  <a:ext uri="{FF2B5EF4-FFF2-40B4-BE49-F238E27FC236}">
                    <a16:creationId xmlns:a16="http://schemas.microsoft.com/office/drawing/2014/main" id="{30F19C4C-37B8-44AA-A7B3-15C2B24BB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4103" name="Group 371">
                <a:extLst>
                  <a:ext uri="{FF2B5EF4-FFF2-40B4-BE49-F238E27FC236}">
                    <a16:creationId xmlns:a16="http://schemas.microsoft.com/office/drawing/2014/main" id="{2131E240-2333-4300-8A23-11277BFEAC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7" y="2634"/>
                <a:ext cx="48" cy="158"/>
                <a:chOff x="4667" y="2634"/>
                <a:chExt cx="48" cy="158"/>
              </a:xfrm>
            </p:grpSpPr>
            <p:sp>
              <p:nvSpPr>
                <p:cNvPr id="44104" name="Line 372">
                  <a:extLst>
                    <a:ext uri="{FF2B5EF4-FFF2-40B4-BE49-F238E27FC236}">
                      <a16:creationId xmlns:a16="http://schemas.microsoft.com/office/drawing/2014/main" id="{DF43BA0D-0FA2-4D83-B28A-3EEEF1208F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588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05" name="Line 373">
                  <a:extLst>
                    <a:ext uri="{FF2B5EF4-FFF2-40B4-BE49-F238E27FC236}">
                      <a16:creationId xmlns:a16="http://schemas.microsoft.com/office/drawing/2014/main" id="{22D1E6D5-543B-46DF-B628-C37B8FF5D5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-5400000">
                  <a:off x="4667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grpSp>
        <p:nvGrpSpPr>
          <p:cNvPr id="46519" name="Group 374">
            <a:extLst>
              <a:ext uri="{FF2B5EF4-FFF2-40B4-BE49-F238E27FC236}">
                <a16:creationId xmlns:a16="http://schemas.microsoft.com/office/drawing/2014/main" id="{7EA55AB4-74AF-450C-A8D3-10535D558B0D}"/>
              </a:ext>
            </a:extLst>
          </p:cNvPr>
          <p:cNvGrpSpPr>
            <a:grpSpLocks/>
          </p:cNvGrpSpPr>
          <p:nvPr/>
        </p:nvGrpSpPr>
        <p:grpSpPr bwMode="auto">
          <a:xfrm>
            <a:off x="1828800" y="1608138"/>
            <a:ext cx="5934075" cy="434975"/>
            <a:chOff x="1156" y="1013"/>
            <a:chExt cx="3738" cy="274"/>
          </a:xfrm>
        </p:grpSpPr>
        <p:sp>
          <p:nvSpPr>
            <p:cNvPr id="44092" name="Rectangle 375">
              <a:extLst>
                <a:ext uri="{FF2B5EF4-FFF2-40B4-BE49-F238E27FC236}">
                  <a16:creationId xmlns:a16="http://schemas.microsoft.com/office/drawing/2014/main" id="{CB760CB7-CEB0-4665-ABA6-D3E081C01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44093" name="Rectangle 376">
              <a:extLst>
                <a:ext uri="{FF2B5EF4-FFF2-40B4-BE49-F238E27FC236}">
                  <a16:creationId xmlns:a16="http://schemas.microsoft.com/office/drawing/2014/main" id="{AFAA20A7-C70A-4B97-A9D5-458B72E51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44094" name="Rectangle 377">
              <a:extLst>
                <a:ext uri="{FF2B5EF4-FFF2-40B4-BE49-F238E27FC236}">
                  <a16:creationId xmlns:a16="http://schemas.microsoft.com/office/drawing/2014/main" id="{F9FB5C49-A6DB-44BC-BE32-2EE17DA72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44095" name="Rectangle 378">
              <a:extLst>
                <a:ext uri="{FF2B5EF4-FFF2-40B4-BE49-F238E27FC236}">
                  <a16:creationId xmlns:a16="http://schemas.microsoft.com/office/drawing/2014/main" id="{A883AADF-1711-42B8-818C-80DC20E88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</p:grpSp>
      <p:grpSp>
        <p:nvGrpSpPr>
          <p:cNvPr id="44043" name="Group 379">
            <a:extLst>
              <a:ext uri="{FF2B5EF4-FFF2-40B4-BE49-F238E27FC236}">
                <a16:creationId xmlns:a16="http://schemas.microsoft.com/office/drawing/2014/main" id="{074697B8-97AC-457D-BAE5-6819D8B292CE}"/>
              </a:ext>
            </a:extLst>
          </p:cNvPr>
          <p:cNvGrpSpPr>
            <a:grpSpLocks/>
          </p:cNvGrpSpPr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44045" name="Group 380">
              <a:extLst>
                <a:ext uri="{FF2B5EF4-FFF2-40B4-BE49-F238E27FC236}">
                  <a16:creationId xmlns:a16="http://schemas.microsoft.com/office/drawing/2014/main" id="{886F8CC4-EB92-47FF-8CD5-EEC2796600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44054" name="Group 381">
                <a:extLst>
                  <a:ext uri="{FF2B5EF4-FFF2-40B4-BE49-F238E27FC236}">
                    <a16:creationId xmlns:a16="http://schemas.microsoft.com/office/drawing/2014/main" id="{E23A2AE4-33EF-4DA8-953B-CE628A93A3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44087" name="Freeform 382">
                  <a:extLst>
                    <a:ext uri="{FF2B5EF4-FFF2-40B4-BE49-F238E27FC236}">
                      <a16:creationId xmlns:a16="http://schemas.microsoft.com/office/drawing/2014/main" id="{80458E0F-13C1-4ABB-87F1-9E0A7B216C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88" name="Freeform 383">
                  <a:extLst>
                    <a:ext uri="{FF2B5EF4-FFF2-40B4-BE49-F238E27FC236}">
                      <a16:creationId xmlns:a16="http://schemas.microsoft.com/office/drawing/2014/main" id="{9A1B5077-FA77-4E1C-B942-82F7B7FE9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89" name="Freeform 384">
                  <a:extLst>
                    <a:ext uri="{FF2B5EF4-FFF2-40B4-BE49-F238E27FC236}">
                      <a16:creationId xmlns:a16="http://schemas.microsoft.com/office/drawing/2014/main" id="{AB5404B1-1212-4B37-8D10-F4519556DB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90" name="Freeform 385">
                  <a:extLst>
                    <a:ext uri="{FF2B5EF4-FFF2-40B4-BE49-F238E27FC236}">
                      <a16:creationId xmlns:a16="http://schemas.microsoft.com/office/drawing/2014/main" id="{BB8C8B21-63B8-4320-99C5-B0CBDCF51C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 type="oval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91" name="Freeform 386">
                  <a:extLst>
                    <a:ext uri="{FF2B5EF4-FFF2-40B4-BE49-F238E27FC236}">
                      <a16:creationId xmlns:a16="http://schemas.microsoft.com/office/drawing/2014/main" id="{9F600531-FA6A-4746-9FA8-0D7993C829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4055" name="Group 387">
                <a:extLst>
                  <a:ext uri="{FF2B5EF4-FFF2-40B4-BE49-F238E27FC236}">
                    <a16:creationId xmlns:a16="http://schemas.microsoft.com/office/drawing/2014/main" id="{5F698A44-8E51-460D-957B-AFAE5AF292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44080" name="Group 388">
                  <a:extLst>
                    <a:ext uri="{FF2B5EF4-FFF2-40B4-BE49-F238E27FC236}">
                      <a16:creationId xmlns:a16="http://schemas.microsoft.com/office/drawing/2014/main" id="{CE12033B-A4D2-45A5-9024-304700A90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4085" name="Line 389">
                    <a:extLst>
                      <a:ext uri="{FF2B5EF4-FFF2-40B4-BE49-F238E27FC236}">
                        <a16:creationId xmlns:a16="http://schemas.microsoft.com/office/drawing/2014/main" id="{A28E1CC4-0868-4CF3-9662-B111659256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086" name="Line 390">
                    <a:extLst>
                      <a:ext uri="{FF2B5EF4-FFF2-40B4-BE49-F238E27FC236}">
                        <a16:creationId xmlns:a16="http://schemas.microsoft.com/office/drawing/2014/main" id="{EE6BFA44-3222-41FD-987B-501B2D8A5B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4081" name="Freeform 391">
                  <a:extLst>
                    <a:ext uri="{FF2B5EF4-FFF2-40B4-BE49-F238E27FC236}">
                      <a16:creationId xmlns:a16="http://schemas.microsoft.com/office/drawing/2014/main" id="{F689677D-E375-493A-815D-5A0FDF0F94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4082" name="Group 392">
                  <a:extLst>
                    <a:ext uri="{FF2B5EF4-FFF2-40B4-BE49-F238E27FC236}">
                      <a16:creationId xmlns:a16="http://schemas.microsoft.com/office/drawing/2014/main" id="{5504D504-FDD0-4964-9D99-51BB5DF724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4083" name="Line 393">
                    <a:extLst>
                      <a:ext uri="{FF2B5EF4-FFF2-40B4-BE49-F238E27FC236}">
                        <a16:creationId xmlns:a16="http://schemas.microsoft.com/office/drawing/2014/main" id="{81C7E4C0-EF67-4202-91A7-0090D0F0B8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084" name="Line 394">
                    <a:extLst>
                      <a:ext uri="{FF2B5EF4-FFF2-40B4-BE49-F238E27FC236}">
                        <a16:creationId xmlns:a16="http://schemas.microsoft.com/office/drawing/2014/main" id="{B006102C-CF0D-49DA-A12E-F69C369C29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4056" name="Group 395">
                <a:extLst>
                  <a:ext uri="{FF2B5EF4-FFF2-40B4-BE49-F238E27FC236}">
                    <a16:creationId xmlns:a16="http://schemas.microsoft.com/office/drawing/2014/main" id="{D590CE0D-7F8D-4A1A-9499-9CE9FD22C4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44073" name="Group 396">
                  <a:extLst>
                    <a:ext uri="{FF2B5EF4-FFF2-40B4-BE49-F238E27FC236}">
                      <a16:creationId xmlns:a16="http://schemas.microsoft.com/office/drawing/2014/main" id="{F38A690B-1B89-415A-93D0-0BD4C74C6A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4078" name="Line 397">
                    <a:extLst>
                      <a:ext uri="{FF2B5EF4-FFF2-40B4-BE49-F238E27FC236}">
                        <a16:creationId xmlns:a16="http://schemas.microsoft.com/office/drawing/2014/main" id="{D0FDA26F-207A-41EB-A42B-9A80F6D799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079" name="Line 398">
                    <a:extLst>
                      <a:ext uri="{FF2B5EF4-FFF2-40B4-BE49-F238E27FC236}">
                        <a16:creationId xmlns:a16="http://schemas.microsoft.com/office/drawing/2014/main" id="{58A7F328-4FCB-4A3A-BDB3-3E179054B7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4074" name="Freeform 399">
                  <a:extLst>
                    <a:ext uri="{FF2B5EF4-FFF2-40B4-BE49-F238E27FC236}">
                      <a16:creationId xmlns:a16="http://schemas.microsoft.com/office/drawing/2014/main" id="{902C0701-A02C-4F95-8394-D1F9ADD9E0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4075" name="Group 400">
                  <a:extLst>
                    <a:ext uri="{FF2B5EF4-FFF2-40B4-BE49-F238E27FC236}">
                      <a16:creationId xmlns:a16="http://schemas.microsoft.com/office/drawing/2014/main" id="{3F63DFD7-1E6E-4B76-849C-0BE505E21F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4076" name="Line 401">
                    <a:extLst>
                      <a:ext uri="{FF2B5EF4-FFF2-40B4-BE49-F238E27FC236}">
                        <a16:creationId xmlns:a16="http://schemas.microsoft.com/office/drawing/2014/main" id="{86492E79-369E-4766-8308-AECCD2992C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077" name="Line 402">
                    <a:extLst>
                      <a:ext uri="{FF2B5EF4-FFF2-40B4-BE49-F238E27FC236}">
                        <a16:creationId xmlns:a16="http://schemas.microsoft.com/office/drawing/2014/main" id="{8A9C7712-1CE5-4166-8B0A-1E1EE542EC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4057" name="Group 403">
                <a:extLst>
                  <a:ext uri="{FF2B5EF4-FFF2-40B4-BE49-F238E27FC236}">
                    <a16:creationId xmlns:a16="http://schemas.microsoft.com/office/drawing/2014/main" id="{2A26B1AF-341E-47A8-A1C9-013DD070C8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44066" name="Group 404">
                  <a:extLst>
                    <a:ext uri="{FF2B5EF4-FFF2-40B4-BE49-F238E27FC236}">
                      <a16:creationId xmlns:a16="http://schemas.microsoft.com/office/drawing/2014/main" id="{CB3D475C-DA1B-482E-A98B-B6738A6B56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4071" name="Line 405">
                    <a:extLst>
                      <a:ext uri="{FF2B5EF4-FFF2-40B4-BE49-F238E27FC236}">
                        <a16:creationId xmlns:a16="http://schemas.microsoft.com/office/drawing/2014/main" id="{0B29B2ED-B4B9-4C21-ACDB-9AA267C7E8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072" name="Line 406">
                    <a:extLst>
                      <a:ext uri="{FF2B5EF4-FFF2-40B4-BE49-F238E27FC236}">
                        <a16:creationId xmlns:a16="http://schemas.microsoft.com/office/drawing/2014/main" id="{1BD0CEB0-929E-453C-95B4-3F603872E8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4067" name="Freeform 407">
                  <a:extLst>
                    <a:ext uri="{FF2B5EF4-FFF2-40B4-BE49-F238E27FC236}">
                      <a16:creationId xmlns:a16="http://schemas.microsoft.com/office/drawing/2014/main" id="{6563066E-DEF1-4253-9DB5-FCED00F52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4068" name="Group 408">
                  <a:extLst>
                    <a:ext uri="{FF2B5EF4-FFF2-40B4-BE49-F238E27FC236}">
                      <a16:creationId xmlns:a16="http://schemas.microsoft.com/office/drawing/2014/main" id="{975FC154-03A9-43D1-99EE-3A48CC9A48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4069" name="Line 409">
                    <a:extLst>
                      <a:ext uri="{FF2B5EF4-FFF2-40B4-BE49-F238E27FC236}">
                        <a16:creationId xmlns:a16="http://schemas.microsoft.com/office/drawing/2014/main" id="{2A11EDD6-C11C-40A4-81D2-3ABAE70DA3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070" name="Line 410">
                    <a:extLst>
                      <a:ext uri="{FF2B5EF4-FFF2-40B4-BE49-F238E27FC236}">
                        <a16:creationId xmlns:a16="http://schemas.microsoft.com/office/drawing/2014/main" id="{C3CE8529-2DB1-46D0-BFE8-62072B89A9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4058" name="Group 411">
                <a:extLst>
                  <a:ext uri="{FF2B5EF4-FFF2-40B4-BE49-F238E27FC236}">
                    <a16:creationId xmlns:a16="http://schemas.microsoft.com/office/drawing/2014/main" id="{BB62D09F-6DF1-4724-AC39-A10EA07927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44059" name="Group 412">
                  <a:extLst>
                    <a:ext uri="{FF2B5EF4-FFF2-40B4-BE49-F238E27FC236}">
                      <a16:creationId xmlns:a16="http://schemas.microsoft.com/office/drawing/2014/main" id="{4328279D-3266-4383-9F44-832D2F6DB2A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4064" name="Line 413">
                    <a:extLst>
                      <a:ext uri="{FF2B5EF4-FFF2-40B4-BE49-F238E27FC236}">
                        <a16:creationId xmlns:a16="http://schemas.microsoft.com/office/drawing/2014/main" id="{CDAE1C11-7429-4C19-BBA2-E1A316532F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065" name="Line 414">
                    <a:extLst>
                      <a:ext uri="{FF2B5EF4-FFF2-40B4-BE49-F238E27FC236}">
                        <a16:creationId xmlns:a16="http://schemas.microsoft.com/office/drawing/2014/main" id="{E8017B73-682F-41ED-9912-B019B3541A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4060" name="Freeform 415">
                  <a:extLst>
                    <a:ext uri="{FF2B5EF4-FFF2-40B4-BE49-F238E27FC236}">
                      <a16:creationId xmlns:a16="http://schemas.microsoft.com/office/drawing/2014/main" id="{F89F96CA-002C-4968-B606-18F2BD42B0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>
                  <a:solidFill>
                    <a:schemeClr val="fol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4061" name="Group 416">
                  <a:extLst>
                    <a:ext uri="{FF2B5EF4-FFF2-40B4-BE49-F238E27FC236}">
                      <a16:creationId xmlns:a16="http://schemas.microsoft.com/office/drawing/2014/main" id="{F5A527C2-3A7D-44C6-9888-54D584C5D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44062" name="Line 417">
                    <a:extLst>
                      <a:ext uri="{FF2B5EF4-FFF2-40B4-BE49-F238E27FC236}">
                        <a16:creationId xmlns:a16="http://schemas.microsoft.com/office/drawing/2014/main" id="{8DE1317F-A3DD-468E-AC58-4F28CC6A39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4063" name="Line 418">
                    <a:extLst>
                      <a:ext uri="{FF2B5EF4-FFF2-40B4-BE49-F238E27FC236}">
                        <a16:creationId xmlns:a16="http://schemas.microsoft.com/office/drawing/2014/main" id="{8C26F9D5-5C6A-466A-84FD-58D5DEBF6E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44046" name="Rectangle 419">
              <a:extLst>
                <a:ext uri="{FF2B5EF4-FFF2-40B4-BE49-F238E27FC236}">
                  <a16:creationId xmlns:a16="http://schemas.microsoft.com/office/drawing/2014/main" id="{B3B36DF0-939E-4D13-90F6-5F1BCFEE8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44047" name="Text Box 420">
              <a:extLst>
                <a:ext uri="{FF2B5EF4-FFF2-40B4-BE49-F238E27FC236}">
                  <a16:creationId xmlns:a16="http://schemas.microsoft.com/office/drawing/2014/main" id="{F517B706-EFF3-4EA3-A775-24BF2826A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4048" name="Rectangle 421">
              <a:extLst>
                <a:ext uri="{FF2B5EF4-FFF2-40B4-BE49-F238E27FC236}">
                  <a16:creationId xmlns:a16="http://schemas.microsoft.com/office/drawing/2014/main" id="{8CC7BF3C-CA12-4800-9418-C04DCC458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44049" name="Rectangle 422">
              <a:extLst>
                <a:ext uri="{FF2B5EF4-FFF2-40B4-BE49-F238E27FC236}">
                  <a16:creationId xmlns:a16="http://schemas.microsoft.com/office/drawing/2014/main" id="{5A30689D-8FF1-4C62-BB59-37084BAEF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48</a:t>
              </a:r>
            </a:p>
          </p:txBody>
        </p:sp>
        <p:sp>
          <p:nvSpPr>
            <p:cNvPr id="44050" name="Rectangle 423">
              <a:extLst>
                <a:ext uri="{FF2B5EF4-FFF2-40B4-BE49-F238E27FC236}">
                  <a16:creationId xmlns:a16="http://schemas.microsoft.com/office/drawing/2014/main" id="{7B8AED8B-D240-4A2A-A4F5-9B4D9EC48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r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32</a:t>
              </a:r>
            </a:p>
          </p:txBody>
        </p:sp>
        <p:sp>
          <p:nvSpPr>
            <p:cNvPr id="44051" name="Text Box 424">
              <a:extLst>
                <a:ext uri="{FF2B5EF4-FFF2-40B4-BE49-F238E27FC236}">
                  <a16:creationId xmlns:a16="http://schemas.microsoft.com/office/drawing/2014/main" id="{286B601C-3EBB-45D9-AB8C-FF9B2308D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4052" name="Text Box 425">
              <a:extLst>
                <a:ext uri="{FF2B5EF4-FFF2-40B4-BE49-F238E27FC236}">
                  <a16:creationId xmlns:a16="http://schemas.microsoft.com/office/drawing/2014/main" id="{2218DC0E-7221-42FA-9409-8C6BB03333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44053" name="Text Box 426">
              <a:extLst>
                <a:ext uri="{FF2B5EF4-FFF2-40B4-BE49-F238E27FC236}">
                  <a16:creationId xmlns:a16="http://schemas.microsoft.com/office/drawing/2014/main" id="{8F8FC5E5-51C2-4297-A47B-B60DC664B6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6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8" name="Group 2">
            <a:extLst>
              <a:ext uri="{FF2B5EF4-FFF2-40B4-BE49-F238E27FC236}">
                <a16:creationId xmlns:a16="http://schemas.microsoft.com/office/drawing/2014/main" id="{61969104-8A51-4D6F-94BC-443838D01165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1133475"/>
            <a:ext cx="8462963" cy="5029200"/>
            <a:chOff x="48" y="714"/>
            <a:chExt cx="5331" cy="3168"/>
          </a:xfrm>
        </p:grpSpPr>
        <p:grpSp>
          <p:nvGrpSpPr>
            <p:cNvPr id="45123" name="Group 3">
              <a:extLst>
                <a:ext uri="{FF2B5EF4-FFF2-40B4-BE49-F238E27FC236}">
                  <a16:creationId xmlns:a16="http://schemas.microsoft.com/office/drawing/2014/main" id="{F012BAC8-42FA-4240-BCF2-C55F46A109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" y="714"/>
              <a:ext cx="5331" cy="3168"/>
              <a:chOff x="48" y="714"/>
              <a:chExt cx="5331" cy="3168"/>
            </a:xfrm>
          </p:grpSpPr>
          <p:sp>
            <p:nvSpPr>
              <p:cNvPr id="45125" name="Line 4">
                <a:extLst>
                  <a:ext uri="{FF2B5EF4-FFF2-40B4-BE49-F238E27FC236}">
                    <a16:creationId xmlns:a16="http://schemas.microsoft.com/office/drawing/2014/main" id="{5B46165F-89CE-4D44-B8C6-222FF83594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52" y="2634"/>
                <a:ext cx="0" cy="768"/>
              </a:xfrm>
              <a:prstGeom prst="line">
                <a:avLst/>
              </a:prstGeom>
              <a:noFill/>
              <a:ln w="190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5126" name="Group 5">
                <a:extLst>
                  <a:ext uri="{FF2B5EF4-FFF2-40B4-BE49-F238E27FC236}">
                    <a16:creationId xmlns:a16="http://schemas.microsoft.com/office/drawing/2014/main" id="{FBC37C87-B1AF-49F1-825F-24EE07948E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" y="714"/>
                <a:ext cx="5331" cy="3168"/>
                <a:chOff x="48" y="714"/>
                <a:chExt cx="5331" cy="3168"/>
              </a:xfrm>
            </p:grpSpPr>
            <p:grpSp>
              <p:nvGrpSpPr>
                <p:cNvPr id="45127" name="Group 6">
                  <a:extLst>
                    <a:ext uri="{FF2B5EF4-FFF2-40B4-BE49-F238E27FC236}">
                      <a16:creationId xmlns:a16="http://schemas.microsoft.com/office/drawing/2014/main" id="{3246E1EF-CB4C-4EDE-87D0-534A674078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8" y="1338"/>
                  <a:ext cx="5331" cy="1704"/>
                  <a:chOff x="48" y="1338"/>
                  <a:chExt cx="5331" cy="1704"/>
                </a:xfrm>
              </p:grpSpPr>
              <p:grpSp>
                <p:nvGrpSpPr>
                  <p:cNvPr id="45146" name="Group 7">
                    <a:extLst>
                      <a:ext uri="{FF2B5EF4-FFF2-40B4-BE49-F238E27FC236}">
                        <a16:creationId xmlns:a16="http://schemas.microsoft.com/office/drawing/2014/main" id="{F5B556CE-F996-4CCE-85C0-C51F0E2EC43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2" y="1338"/>
                    <a:ext cx="4757" cy="345"/>
                    <a:chOff x="522" y="1338"/>
                    <a:chExt cx="4757" cy="345"/>
                  </a:xfrm>
                </p:grpSpPr>
                <p:sp>
                  <p:nvSpPr>
                    <p:cNvPr id="45164" name="Freeform 8">
                      <a:extLst>
                        <a:ext uri="{FF2B5EF4-FFF2-40B4-BE49-F238E27FC236}">
                          <a16:creationId xmlns:a16="http://schemas.microsoft.com/office/drawing/2014/main" id="{82F2FF56-9AF1-4D56-9351-99AA3B3F7C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68" y="1339"/>
                      <a:ext cx="2771" cy="336"/>
                    </a:xfrm>
                    <a:custGeom>
                      <a:avLst/>
                      <a:gdLst>
                        <a:gd name="T0" fmla="*/ 168 w 2771"/>
                        <a:gd name="T1" fmla="*/ 0 h 336"/>
                        <a:gd name="T2" fmla="*/ 0 w 2771"/>
                        <a:gd name="T3" fmla="*/ 170 h 336"/>
                        <a:gd name="T4" fmla="*/ 168 w 2771"/>
                        <a:gd name="T5" fmla="*/ 336 h 336"/>
                        <a:gd name="T6" fmla="*/ 2603 w 2771"/>
                        <a:gd name="T7" fmla="*/ 336 h 336"/>
                        <a:gd name="T8" fmla="*/ 2771 w 2771"/>
                        <a:gd name="T9" fmla="*/ 170 h 336"/>
                        <a:gd name="T10" fmla="*/ 2603 w 2771"/>
                        <a:gd name="T11" fmla="*/ 0 h 336"/>
                        <a:gd name="T12" fmla="*/ 168 w 2771"/>
                        <a:gd name="T13" fmla="*/ 0 h 3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771"/>
                        <a:gd name="T22" fmla="*/ 0 h 336"/>
                        <a:gd name="T23" fmla="*/ 2771 w 2771"/>
                        <a:gd name="T24" fmla="*/ 336 h 3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771" h="336">
                          <a:moveTo>
                            <a:pt x="168" y="0"/>
                          </a:moveTo>
                          <a:lnTo>
                            <a:pt x="0" y="170"/>
                          </a:lnTo>
                          <a:lnTo>
                            <a:pt x="168" y="336"/>
                          </a:lnTo>
                          <a:lnTo>
                            <a:pt x="2603" y="336"/>
                          </a:lnTo>
                          <a:lnTo>
                            <a:pt x="2771" y="170"/>
                          </a:lnTo>
                          <a:lnTo>
                            <a:pt x="2603" y="0"/>
                          </a:lnTo>
                          <a:lnTo>
                            <a:pt x="168" y="0"/>
                          </a:lnTo>
                          <a:close/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5165" name="Freeform 9">
                      <a:extLst>
                        <a:ext uri="{FF2B5EF4-FFF2-40B4-BE49-F238E27FC236}">
                          <a16:creationId xmlns:a16="http://schemas.microsoft.com/office/drawing/2014/main" id="{EAC597F4-DD1C-47D3-99AB-91302F6549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31" y="1338"/>
                      <a:ext cx="848" cy="175"/>
                    </a:xfrm>
                    <a:custGeom>
                      <a:avLst/>
                      <a:gdLst>
                        <a:gd name="T0" fmla="*/ 848 w 848"/>
                        <a:gd name="T1" fmla="*/ 162 h 175"/>
                        <a:gd name="T2" fmla="*/ 840 w 848"/>
                        <a:gd name="T3" fmla="*/ 175 h 175"/>
                        <a:gd name="T4" fmla="*/ 665 w 848"/>
                        <a:gd name="T5" fmla="*/ 0 h 175"/>
                        <a:gd name="T6" fmla="*/ 0 w 848"/>
                        <a:gd name="T7" fmla="*/ 0 h 175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848"/>
                        <a:gd name="T13" fmla="*/ 0 h 175"/>
                        <a:gd name="T14" fmla="*/ 848 w 848"/>
                        <a:gd name="T15" fmla="*/ 175 h 175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848" h="175">
                          <a:moveTo>
                            <a:pt x="848" y="162"/>
                          </a:moveTo>
                          <a:lnTo>
                            <a:pt x="840" y="175"/>
                          </a:lnTo>
                          <a:lnTo>
                            <a:pt x="665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5166" name="Freeform 10">
                      <a:extLst>
                        <a:ext uri="{FF2B5EF4-FFF2-40B4-BE49-F238E27FC236}">
                          <a16:creationId xmlns:a16="http://schemas.microsoft.com/office/drawing/2014/main" id="{B8A92B20-2498-436B-8211-2AAAB4508B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22" y="1504"/>
                      <a:ext cx="846" cy="179"/>
                    </a:xfrm>
                    <a:custGeom>
                      <a:avLst/>
                      <a:gdLst>
                        <a:gd name="T0" fmla="*/ 846 w 846"/>
                        <a:gd name="T1" fmla="*/ 0 h 179"/>
                        <a:gd name="T2" fmla="*/ 669 w 846"/>
                        <a:gd name="T3" fmla="*/ 179 h 179"/>
                        <a:gd name="T4" fmla="*/ 0 w 846"/>
                        <a:gd name="T5" fmla="*/ 179 h 179"/>
                        <a:gd name="T6" fmla="*/ 0 60000 65536"/>
                        <a:gd name="T7" fmla="*/ 0 60000 65536"/>
                        <a:gd name="T8" fmla="*/ 0 60000 65536"/>
                        <a:gd name="T9" fmla="*/ 0 w 846"/>
                        <a:gd name="T10" fmla="*/ 0 h 179"/>
                        <a:gd name="T11" fmla="*/ 846 w 846"/>
                        <a:gd name="T12" fmla="*/ 179 h 179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846" h="179">
                          <a:moveTo>
                            <a:pt x="846" y="0"/>
                          </a:moveTo>
                          <a:lnTo>
                            <a:pt x="669" y="179"/>
                          </a:lnTo>
                          <a:lnTo>
                            <a:pt x="0" y="179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5167" name="Freeform 11">
                      <a:extLst>
                        <a:ext uri="{FF2B5EF4-FFF2-40B4-BE49-F238E27FC236}">
                          <a16:creationId xmlns:a16="http://schemas.microsoft.com/office/drawing/2014/main" id="{BA727032-8BDC-4759-B995-1EA2A959C81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36" y="1338"/>
                      <a:ext cx="1140" cy="171"/>
                    </a:xfrm>
                    <a:custGeom>
                      <a:avLst/>
                      <a:gdLst>
                        <a:gd name="T0" fmla="*/ 0 w 1140"/>
                        <a:gd name="T1" fmla="*/ 171 h 171"/>
                        <a:gd name="T2" fmla="*/ 171 w 1140"/>
                        <a:gd name="T3" fmla="*/ 1 h 171"/>
                        <a:gd name="T4" fmla="*/ 268 w 1140"/>
                        <a:gd name="T5" fmla="*/ 1 h 171"/>
                        <a:gd name="T6" fmla="*/ 1140 w 1140"/>
                        <a:gd name="T7" fmla="*/ 0 h 17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140"/>
                        <a:gd name="T13" fmla="*/ 0 h 171"/>
                        <a:gd name="T14" fmla="*/ 1140 w 1140"/>
                        <a:gd name="T15" fmla="*/ 171 h 17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140" h="171">
                          <a:moveTo>
                            <a:pt x="0" y="171"/>
                          </a:moveTo>
                          <a:lnTo>
                            <a:pt x="171" y="1"/>
                          </a:lnTo>
                          <a:lnTo>
                            <a:pt x="268" y="1"/>
                          </a:lnTo>
                          <a:lnTo>
                            <a:pt x="114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5168" name="Freeform 12">
                      <a:extLst>
                        <a:ext uri="{FF2B5EF4-FFF2-40B4-BE49-F238E27FC236}">
                          <a16:creationId xmlns:a16="http://schemas.microsoft.com/office/drawing/2014/main" id="{1D8BCC6D-F725-461A-9F2A-D21E02B75E1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33" y="1504"/>
                      <a:ext cx="1146" cy="176"/>
                    </a:xfrm>
                    <a:custGeom>
                      <a:avLst/>
                      <a:gdLst>
                        <a:gd name="T0" fmla="*/ 0 w 1146"/>
                        <a:gd name="T1" fmla="*/ 0 h 176"/>
                        <a:gd name="T2" fmla="*/ 174 w 1146"/>
                        <a:gd name="T3" fmla="*/ 176 h 176"/>
                        <a:gd name="T4" fmla="*/ 1146 w 1146"/>
                        <a:gd name="T5" fmla="*/ 176 h 176"/>
                        <a:gd name="T6" fmla="*/ 0 60000 65536"/>
                        <a:gd name="T7" fmla="*/ 0 60000 65536"/>
                        <a:gd name="T8" fmla="*/ 0 60000 65536"/>
                        <a:gd name="T9" fmla="*/ 0 w 1146"/>
                        <a:gd name="T10" fmla="*/ 0 h 176"/>
                        <a:gd name="T11" fmla="*/ 1146 w 1146"/>
                        <a:gd name="T12" fmla="*/ 176 h 17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146" h="176">
                          <a:moveTo>
                            <a:pt x="0" y="0"/>
                          </a:moveTo>
                          <a:lnTo>
                            <a:pt x="174" y="176"/>
                          </a:lnTo>
                          <a:lnTo>
                            <a:pt x="1146" y="17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45147" name="Group 13">
                    <a:extLst>
                      <a:ext uri="{FF2B5EF4-FFF2-40B4-BE49-F238E27FC236}">
                        <a16:creationId xmlns:a16="http://schemas.microsoft.com/office/drawing/2014/main" id="{B357C173-54B0-408C-B001-DFB2907F3CC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8" y="2007"/>
                    <a:ext cx="4848" cy="249"/>
                    <a:chOff x="528" y="2007"/>
                    <a:chExt cx="4848" cy="249"/>
                  </a:xfrm>
                </p:grpSpPr>
                <p:sp>
                  <p:nvSpPr>
                    <p:cNvPr id="45161" name="Freeform 14">
                      <a:extLst>
                        <a:ext uri="{FF2B5EF4-FFF2-40B4-BE49-F238E27FC236}">
                          <a16:creationId xmlns:a16="http://schemas.microsoft.com/office/drawing/2014/main" id="{8C18B84B-71A2-42E5-895D-AE274675B91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28" y="2007"/>
                      <a:ext cx="4844" cy="242"/>
                    </a:xfrm>
                    <a:custGeom>
                      <a:avLst/>
                      <a:gdLst>
                        <a:gd name="T0" fmla="*/ 0 w 4844"/>
                        <a:gd name="T1" fmla="*/ 0 h 242"/>
                        <a:gd name="T2" fmla="*/ 1301 w 4844"/>
                        <a:gd name="T3" fmla="*/ 5 h 242"/>
                        <a:gd name="T4" fmla="*/ 1539 w 4844"/>
                        <a:gd name="T5" fmla="*/ 242 h 242"/>
                        <a:gd name="T6" fmla="*/ 2210 w 4844"/>
                        <a:gd name="T7" fmla="*/ 242 h 242"/>
                        <a:gd name="T8" fmla="*/ 2448 w 4844"/>
                        <a:gd name="T9" fmla="*/ 3 h 242"/>
                        <a:gd name="T10" fmla="*/ 4844 w 4844"/>
                        <a:gd name="T11" fmla="*/ 5 h 242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4844"/>
                        <a:gd name="T19" fmla="*/ 0 h 242"/>
                        <a:gd name="T20" fmla="*/ 4844 w 4844"/>
                        <a:gd name="T21" fmla="*/ 242 h 242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4844" h="242">
                          <a:moveTo>
                            <a:pt x="0" y="0"/>
                          </a:moveTo>
                          <a:lnTo>
                            <a:pt x="1301" y="5"/>
                          </a:lnTo>
                          <a:lnTo>
                            <a:pt x="1539" y="242"/>
                          </a:lnTo>
                          <a:lnTo>
                            <a:pt x="2210" y="242"/>
                          </a:lnTo>
                          <a:lnTo>
                            <a:pt x="2448" y="3"/>
                          </a:lnTo>
                          <a:lnTo>
                            <a:pt x="4844" y="5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5162" name="Freeform 15">
                      <a:extLst>
                        <a:ext uri="{FF2B5EF4-FFF2-40B4-BE49-F238E27FC236}">
                          <a16:creationId xmlns:a16="http://schemas.microsoft.com/office/drawing/2014/main" id="{1271363C-242F-4BAD-B0FF-4218B98B340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528" y="2016"/>
                      <a:ext cx="1536" cy="240"/>
                    </a:xfrm>
                    <a:custGeom>
                      <a:avLst/>
                      <a:gdLst>
                        <a:gd name="T0" fmla="*/ 0 w 1536"/>
                        <a:gd name="T1" fmla="*/ 0 h 240"/>
                        <a:gd name="T2" fmla="*/ 1296 w 1536"/>
                        <a:gd name="T3" fmla="*/ 0 h 240"/>
                        <a:gd name="T4" fmla="*/ 1536 w 1536"/>
                        <a:gd name="T5" fmla="*/ 240 h 240"/>
                        <a:gd name="T6" fmla="*/ 0 w 1536"/>
                        <a:gd name="T7" fmla="*/ 240 h 24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36"/>
                        <a:gd name="T13" fmla="*/ 0 h 240"/>
                        <a:gd name="T14" fmla="*/ 1536 w 1536"/>
                        <a:gd name="T15" fmla="*/ 240 h 24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36" h="240">
                          <a:moveTo>
                            <a:pt x="0" y="0"/>
                          </a:moveTo>
                          <a:lnTo>
                            <a:pt x="1296" y="0"/>
                          </a:lnTo>
                          <a:lnTo>
                            <a:pt x="1536" y="240"/>
                          </a:lnTo>
                          <a:lnTo>
                            <a:pt x="0" y="240"/>
                          </a:lnTo>
                        </a:path>
                      </a:pathLst>
                    </a:custGeom>
                    <a:solidFill>
                      <a:schemeClr val="tx1">
                        <a:alpha val="50195"/>
                      </a:schemeClr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5163" name="Freeform 16">
                      <a:extLst>
                        <a:ext uri="{FF2B5EF4-FFF2-40B4-BE49-F238E27FC236}">
                          <a16:creationId xmlns:a16="http://schemas.microsoft.com/office/drawing/2014/main" id="{42FEFAD7-E85B-4992-8E9D-743E779347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736" y="2010"/>
                      <a:ext cx="2640" cy="240"/>
                    </a:xfrm>
                    <a:custGeom>
                      <a:avLst/>
                      <a:gdLst>
                        <a:gd name="T0" fmla="*/ 2640 w 2640"/>
                        <a:gd name="T1" fmla="*/ 0 h 240"/>
                        <a:gd name="T2" fmla="*/ 240 w 2640"/>
                        <a:gd name="T3" fmla="*/ 0 h 240"/>
                        <a:gd name="T4" fmla="*/ 0 w 2640"/>
                        <a:gd name="T5" fmla="*/ 240 h 240"/>
                        <a:gd name="T6" fmla="*/ 2640 w 2640"/>
                        <a:gd name="T7" fmla="*/ 240 h 24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640"/>
                        <a:gd name="T13" fmla="*/ 0 h 240"/>
                        <a:gd name="T14" fmla="*/ 2640 w 2640"/>
                        <a:gd name="T15" fmla="*/ 240 h 24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640" h="240">
                          <a:moveTo>
                            <a:pt x="2640" y="0"/>
                          </a:moveTo>
                          <a:lnTo>
                            <a:pt x="240" y="0"/>
                          </a:lnTo>
                          <a:lnTo>
                            <a:pt x="0" y="240"/>
                          </a:lnTo>
                          <a:lnTo>
                            <a:pt x="2640" y="240"/>
                          </a:lnTo>
                        </a:path>
                      </a:pathLst>
                    </a:custGeom>
                    <a:solidFill>
                      <a:schemeClr val="tx1">
                        <a:alpha val="50195"/>
                      </a:schemeClr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45148" name="Group 17">
                    <a:extLst>
                      <a:ext uri="{FF2B5EF4-FFF2-40B4-BE49-F238E27FC236}">
                        <a16:creationId xmlns:a16="http://schemas.microsoft.com/office/drawing/2014/main" id="{6FE86696-E5CB-4033-A39B-D437FC5FE64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5" y="2685"/>
                    <a:ext cx="4854" cy="357"/>
                    <a:chOff x="525" y="2685"/>
                    <a:chExt cx="4854" cy="357"/>
                  </a:xfrm>
                </p:grpSpPr>
                <p:sp>
                  <p:nvSpPr>
                    <p:cNvPr id="45154" name="Freeform 18">
                      <a:extLst>
                        <a:ext uri="{FF2B5EF4-FFF2-40B4-BE49-F238E27FC236}">
                          <a16:creationId xmlns:a16="http://schemas.microsoft.com/office/drawing/2014/main" id="{C18A3CF1-9582-4778-BFD4-927CDAF498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752" y="2865"/>
                      <a:ext cx="624" cy="1"/>
                    </a:xfrm>
                    <a:custGeom>
                      <a:avLst/>
                      <a:gdLst>
                        <a:gd name="T0" fmla="*/ 0 w 624"/>
                        <a:gd name="T1" fmla="*/ 0 h 1"/>
                        <a:gd name="T2" fmla="*/ 624 w 624"/>
                        <a:gd name="T3" fmla="*/ 0 h 1"/>
                        <a:gd name="T4" fmla="*/ 0 60000 65536"/>
                        <a:gd name="T5" fmla="*/ 0 60000 65536"/>
                        <a:gd name="T6" fmla="*/ 0 w 624"/>
                        <a:gd name="T7" fmla="*/ 0 h 1"/>
                        <a:gd name="T8" fmla="*/ 624 w 624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624" h="1">
                          <a:moveTo>
                            <a:pt x="0" y="0"/>
                          </a:moveTo>
                          <a:lnTo>
                            <a:pt x="624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45155" name="Group 19">
                      <a:extLst>
                        <a:ext uri="{FF2B5EF4-FFF2-40B4-BE49-F238E27FC236}">
                          <a16:creationId xmlns:a16="http://schemas.microsoft.com/office/drawing/2014/main" id="{B2C3CCE7-D9D2-4002-A1C7-6998992E4A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25" y="2685"/>
                      <a:ext cx="4854" cy="357"/>
                      <a:chOff x="525" y="2685"/>
                      <a:chExt cx="4854" cy="357"/>
                    </a:xfrm>
                  </p:grpSpPr>
                  <p:sp>
                    <p:nvSpPr>
                      <p:cNvPr id="45156" name="Freeform 20">
                        <a:extLst>
                          <a:ext uri="{FF2B5EF4-FFF2-40B4-BE49-F238E27FC236}">
                            <a16:creationId xmlns:a16="http://schemas.microsoft.com/office/drawing/2014/main" id="{8E032457-0043-4AA0-937F-2F8E081EAB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7" y="2864"/>
                        <a:ext cx="2067" cy="1"/>
                      </a:xfrm>
                      <a:custGeom>
                        <a:avLst/>
                        <a:gdLst>
                          <a:gd name="T0" fmla="*/ 0 w 2067"/>
                          <a:gd name="T1" fmla="*/ 0 h 1"/>
                          <a:gd name="T2" fmla="*/ 2067 w 2067"/>
                          <a:gd name="T3" fmla="*/ 0 h 1"/>
                          <a:gd name="T4" fmla="*/ 0 60000 65536"/>
                          <a:gd name="T5" fmla="*/ 0 60000 65536"/>
                          <a:gd name="T6" fmla="*/ 0 w 2067"/>
                          <a:gd name="T7" fmla="*/ 0 h 1"/>
                          <a:gd name="T8" fmla="*/ 2067 w 2067"/>
                          <a:gd name="T9" fmla="*/ 1 h 1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T6" t="T7" r="T8" b="T9"/>
                        <a:pathLst>
                          <a:path w="2067" h="1">
                            <a:moveTo>
                              <a:pt x="0" y="0"/>
                            </a:moveTo>
                            <a:lnTo>
                              <a:pt x="2067" y="0"/>
                            </a:lnTo>
                          </a:path>
                        </a:pathLst>
                      </a:cu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>
                        <a:spAutoFit/>
                      </a:bodyPr>
                      <a:lstStyle/>
                      <a:p>
                        <a:pPr marL="0" marR="0" lvl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45157" name="Group 21">
                        <a:extLst>
                          <a:ext uri="{FF2B5EF4-FFF2-40B4-BE49-F238E27FC236}">
                            <a16:creationId xmlns:a16="http://schemas.microsoft.com/office/drawing/2014/main" id="{3A4D3F43-629A-43F2-8355-DEDA6D3457E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525" y="2685"/>
                        <a:ext cx="4854" cy="357"/>
                        <a:chOff x="525" y="2685"/>
                        <a:chExt cx="4854" cy="357"/>
                      </a:xfrm>
                    </p:grpSpPr>
                    <p:sp>
                      <p:nvSpPr>
                        <p:cNvPr id="45158" name="Freeform 22">
                          <a:extLst>
                            <a:ext uri="{FF2B5EF4-FFF2-40B4-BE49-F238E27FC236}">
                              <a16:creationId xmlns:a16="http://schemas.microsoft.com/office/drawing/2014/main" id="{E92C1E65-A947-4407-8375-36CC22D00B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589" y="2691"/>
                          <a:ext cx="2160" cy="342"/>
                        </a:xfrm>
                        <a:custGeom>
                          <a:avLst/>
                          <a:gdLst>
                            <a:gd name="T0" fmla="*/ 170 w 2160"/>
                            <a:gd name="T1" fmla="*/ 0 h 342"/>
                            <a:gd name="T2" fmla="*/ 0 w 2160"/>
                            <a:gd name="T3" fmla="*/ 171 h 342"/>
                            <a:gd name="T4" fmla="*/ 170 w 2160"/>
                            <a:gd name="T5" fmla="*/ 342 h 342"/>
                            <a:gd name="T6" fmla="*/ 1991 w 2160"/>
                            <a:gd name="T7" fmla="*/ 342 h 342"/>
                            <a:gd name="T8" fmla="*/ 2160 w 2160"/>
                            <a:gd name="T9" fmla="*/ 171 h 342"/>
                            <a:gd name="T10" fmla="*/ 1991 w 2160"/>
                            <a:gd name="T11" fmla="*/ 0 h 342"/>
                            <a:gd name="T12" fmla="*/ 170 w 2160"/>
                            <a:gd name="T13" fmla="*/ 0 h 342"/>
                            <a:gd name="T14" fmla="*/ 0 60000 65536"/>
                            <a:gd name="T15" fmla="*/ 0 60000 65536"/>
                            <a:gd name="T16" fmla="*/ 0 60000 65536"/>
                            <a:gd name="T17" fmla="*/ 0 60000 65536"/>
                            <a:gd name="T18" fmla="*/ 0 60000 65536"/>
                            <a:gd name="T19" fmla="*/ 0 60000 65536"/>
                            <a:gd name="T20" fmla="*/ 0 60000 65536"/>
                            <a:gd name="T21" fmla="*/ 0 w 2160"/>
                            <a:gd name="T22" fmla="*/ 0 h 342"/>
                            <a:gd name="T23" fmla="*/ 2160 w 2160"/>
                            <a:gd name="T24" fmla="*/ 342 h 342"/>
                          </a:gdLst>
                          <a:ahLst/>
                          <a:cxnLst>
                            <a:cxn ang="T14">
                              <a:pos x="T0" y="T1"/>
                            </a:cxn>
                            <a:cxn ang="T15">
                              <a:pos x="T2" y="T3"/>
                            </a:cxn>
                            <a:cxn ang="T16">
                              <a:pos x="T4" y="T5"/>
                            </a:cxn>
                            <a:cxn ang="T17">
                              <a:pos x="T6" y="T7"/>
                            </a:cxn>
                            <a:cxn ang="T18">
                              <a:pos x="T8" y="T9"/>
                            </a:cxn>
                            <a:cxn ang="T19">
                              <a:pos x="T10" y="T11"/>
                            </a:cxn>
                            <a:cxn ang="T20">
                              <a:pos x="T12" y="T13"/>
                            </a:cxn>
                          </a:cxnLst>
                          <a:rect l="T21" t="T22" r="T23" b="T24"/>
                          <a:pathLst>
                            <a:path w="2160" h="342">
                              <a:moveTo>
                                <a:pt x="170" y="0"/>
                              </a:moveTo>
                              <a:lnTo>
                                <a:pt x="0" y="171"/>
                              </a:lnTo>
                              <a:lnTo>
                                <a:pt x="170" y="342"/>
                              </a:lnTo>
                              <a:lnTo>
                                <a:pt x="1991" y="342"/>
                              </a:lnTo>
                              <a:lnTo>
                                <a:pt x="2160" y="171"/>
                              </a:lnTo>
                              <a:lnTo>
                                <a:pt x="1991" y="0"/>
                              </a:lnTo>
                              <a:lnTo>
                                <a:pt x="170" y="0"/>
                              </a:lnTo>
                              <a:close/>
                            </a:path>
                          </a:pathLst>
                        </a:cu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59" name="Freeform 23">
                          <a:extLst>
                            <a:ext uri="{FF2B5EF4-FFF2-40B4-BE49-F238E27FC236}">
                              <a16:creationId xmlns:a16="http://schemas.microsoft.com/office/drawing/2014/main" id="{2C7E402A-B314-453F-97A8-12C2FA2EFC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525" y="2685"/>
                          <a:ext cx="2244" cy="357"/>
                        </a:xfrm>
                        <a:custGeom>
                          <a:avLst/>
                          <a:gdLst>
                            <a:gd name="T0" fmla="*/ 2067 w 2244"/>
                            <a:gd name="T1" fmla="*/ 177 h 357"/>
                            <a:gd name="T2" fmla="*/ 2244 w 2244"/>
                            <a:gd name="T3" fmla="*/ 0 h 357"/>
                            <a:gd name="T4" fmla="*/ 3 w 2244"/>
                            <a:gd name="T5" fmla="*/ 0 h 357"/>
                            <a:gd name="T6" fmla="*/ 0 w 2244"/>
                            <a:gd name="T7" fmla="*/ 357 h 357"/>
                            <a:gd name="T8" fmla="*/ 2241 w 2244"/>
                            <a:gd name="T9" fmla="*/ 357 h 357"/>
                            <a:gd name="T10" fmla="*/ 0 60000 65536"/>
                            <a:gd name="T11" fmla="*/ 0 60000 65536"/>
                            <a:gd name="T12" fmla="*/ 0 60000 65536"/>
                            <a:gd name="T13" fmla="*/ 0 60000 65536"/>
                            <a:gd name="T14" fmla="*/ 0 60000 65536"/>
                            <a:gd name="T15" fmla="*/ 0 w 2244"/>
                            <a:gd name="T16" fmla="*/ 0 h 357"/>
                            <a:gd name="T17" fmla="*/ 2244 w 2244"/>
                            <a:gd name="T18" fmla="*/ 357 h 357"/>
                          </a:gdLst>
                          <a:ahLst/>
                          <a:cxnLst>
                            <a:cxn ang="T10">
                              <a:pos x="T0" y="T1"/>
                            </a:cxn>
                            <a:cxn ang="T11">
                              <a:pos x="T2" y="T3"/>
                            </a:cxn>
                            <a:cxn ang="T12">
                              <a:pos x="T4" y="T5"/>
                            </a:cxn>
                            <a:cxn ang="T13">
                              <a:pos x="T6" y="T7"/>
                            </a:cxn>
                            <a:cxn ang="T14">
                              <a:pos x="T8" y="T9"/>
                            </a:cxn>
                          </a:cxnLst>
                          <a:rect l="T15" t="T16" r="T17" b="T18"/>
                          <a:pathLst>
                            <a:path w="2244" h="357">
                              <a:moveTo>
                                <a:pt x="2067" y="177"/>
                              </a:moveTo>
                              <a:lnTo>
                                <a:pt x="2244" y="0"/>
                              </a:lnTo>
                              <a:lnTo>
                                <a:pt x="3" y="0"/>
                              </a:lnTo>
                              <a:lnTo>
                                <a:pt x="0" y="357"/>
                              </a:lnTo>
                              <a:lnTo>
                                <a:pt x="2241" y="357"/>
                              </a:lnTo>
                            </a:path>
                          </a:pathLst>
                        </a:custGeom>
                        <a:solidFill>
                          <a:schemeClr val="tx1">
                            <a:alpha val="50195"/>
                          </a:schemeClr>
                        </a:solidFill>
                        <a:ln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>
                          <a:spAutoFit/>
                        </a:bodyPr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60" name="Freeform 24">
                          <a:extLst>
                            <a:ext uri="{FF2B5EF4-FFF2-40B4-BE49-F238E27FC236}">
                              <a16:creationId xmlns:a16="http://schemas.microsoft.com/office/drawing/2014/main" id="{18223035-25C2-42AF-8D57-316268B873F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563" y="2685"/>
                          <a:ext cx="816" cy="357"/>
                        </a:xfrm>
                        <a:custGeom>
                          <a:avLst/>
                          <a:gdLst>
                            <a:gd name="T0" fmla="*/ 0 w 816"/>
                            <a:gd name="T1" fmla="*/ 0 h 357"/>
                            <a:gd name="T2" fmla="*/ 815 w 816"/>
                            <a:gd name="T3" fmla="*/ 0 h 357"/>
                            <a:gd name="T4" fmla="*/ 816 w 816"/>
                            <a:gd name="T5" fmla="*/ 357 h 357"/>
                            <a:gd name="T6" fmla="*/ 9 w 816"/>
                            <a:gd name="T7" fmla="*/ 357 h 357"/>
                            <a:gd name="T8" fmla="*/ 186 w 816"/>
                            <a:gd name="T9" fmla="*/ 180 h 357"/>
                            <a:gd name="T10" fmla="*/ 0 60000 65536"/>
                            <a:gd name="T11" fmla="*/ 0 60000 65536"/>
                            <a:gd name="T12" fmla="*/ 0 60000 65536"/>
                            <a:gd name="T13" fmla="*/ 0 60000 65536"/>
                            <a:gd name="T14" fmla="*/ 0 60000 65536"/>
                            <a:gd name="T15" fmla="*/ 0 w 816"/>
                            <a:gd name="T16" fmla="*/ 0 h 357"/>
                            <a:gd name="T17" fmla="*/ 816 w 816"/>
                            <a:gd name="T18" fmla="*/ 357 h 357"/>
                          </a:gdLst>
                          <a:ahLst/>
                          <a:cxnLst>
                            <a:cxn ang="T10">
                              <a:pos x="T0" y="T1"/>
                            </a:cxn>
                            <a:cxn ang="T11">
                              <a:pos x="T2" y="T3"/>
                            </a:cxn>
                            <a:cxn ang="T12">
                              <a:pos x="T4" y="T5"/>
                            </a:cxn>
                            <a:cxn ang="T13">
                              <a:pos x="T6" y="T7"/>
                            </a:cxn>
                            <a:cxn ang="T14">
                              <a:pos x="T8" y="T9"/>
                            </a:cxn>
                          </a:cxnLst>
                          <a:rect l="T15" t="T16" r="T17" b="T18"/>
                          <a:pathLst>
                            <a:path w="816" h="357">
                              <a:moveTo>
                                <a:pt x="0" y="0"/>
                              </a:moveTo>
                              <a:lnTo>
                                <a:pt x="815" y="0"/>
                              </a:lnTo>
                              <a:lnTo>
                                <a:pt x="816" y="357"/>
                              </a:lnTo>
                              <a:lnTo>
                                <a:pt x="9" y="357"/>
                              </a:lnTo>
                              <a:lnTo>
                                <a:pt x="186" y="180"/>
                              </a:lnTo>
                            </a:path>
                          </a:pathLst>
                        </a:custGeom>
                        <a:solidFill>
                          <a:schemeClr val="tx1">
                            <a:alpha val="50195"/>
                          </a:schemeClr>
                        </a:solidFill>
                        <a:ln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>
                          <a:spAutoFit/>
                        </a:bodyPr>
                        <a:lstStyle/>
                        <a:p>
                          <a:pPr marL="0" marR="0" lvl="0" indent="0" algn="l" defTabSz="914400" rtl="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Arial" panose="020B0604020202020204" pitchFamily="34" charset="0"/>
                            <a:ea typeface="宋体" panose="02010600030101010101" pitchFamily="2" charset="-122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45149" name="Group 25">
                    <a:extLst>
                      <a:ext uri="{FF2B5EF4-FFF2-40B4-BE49-F238E27FC236}">
                        <a16:creationId xmlns:a16="http://schemas.microsoft.com/office/drawing/2014/main" id="{FFC66BDD-3BBC-4B54-984C-9EF9FED6C5E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8" y="1400"/>
                    <a:ext cx="494" cy="1634"/>
                    <a:chOff x="48" y="1400"/>
                    <a:chExt cx="494" cy="1634"/>
                  </a:xfrm>
                </p:grpSpPr>
                <p:sp>
                  <p:nvSpPr>
                    <p:cNvPr id="45150" name="Text Box 26">
                      <a:extLst>
                        <a:ext uri="{FF2B5EF4-FFF2-40B4-BE49-F238E27FC236}">
                          <a16:creationId xmlns:a16="http://schemas.microsoft.com/office/drawing/2014/main" id="{0B089AAE-4BEF-4142-8A23-8C627F91134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06" y="1400"/>
                      <a:ext cx="255" cy="2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A</a:t>
                      </a:r>
                    </a:p>
                  </p:txBody>
                </p:sp>
                <p:sp>
                  <p:nvSpPr>
                    <p:cNvPr id="45151" name="Text Box 27">
                      <a:extLst>
                        <a:ext uri="{FF2B5EF4-FFF2-40B4-BE49-F238E27FC236}">
                          <a16:creationId xmlns:a16="http://schemas.microsoft.com/office/drawing/2014/main" id="{4B7E281F-B1BF-4B5F-9759-BD079202249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8" y="2043"/>
                      <a:ext cx="362" cy="2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CS</a:t>
                      </a:r>
                    </a:p>
                  </p:txBody>
                </p:sp>
                <p:sp>
                  <p:nvSpPr>
                    <p:cNvPr id="45152" name="Text Box 28">
                      <a:extLst>
                        <a:ext uri="{FF2B5EF4-FFF2-40B4-BE49-F238E27FC236}">
                          <a16:creationId xmlns:a16="http://schemas.microsoft.com/office/drawing/2014/main" id="{2BFB95F5-AF8E-4987-BEF4-C4F611C1FA2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8" y="2708"/>
                      <a:ext cx="255" cy="2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D</a:t>
                      </a:r>
                    </a:p>
                  </p:txBody>
                </p:sp>
                <p:sp>
                  <p:nvSpPr>
                    <p:cNvPr id="45153" name="Text Box 29">
                      <a:extLst>
                        <a:ext uri="{FF2B5EF4-FFF2-40B4-BE49-F238E27FC236}">
                          <a16:creationId xmlns:a16="http://schemas.microsoft.com/office/drawing/2014/main" id="{5B27035D-FA1B-408E-B230-B6F176B7F30B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83" y="2842"/>
                      <a:ext cx="359" cy="19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OUT</a:t>
                      </a:r>
                    </a:p>
                  </p:txBody>
                </p:sp>
              </p:grpSp>
            </p:grpSp>
            <p:grpSp>
              <p:nvGrpSpPr>
                <p:cNvPr id="45128" name="Group 30">
                  <a:extLst>
                    <a:ext uri="{FF2B5EF4-FFF2-40B4-BE49-F238E27FC236}">
                      <a16:creationId xmlns:a16="http://schemas.microsoft.com/office/drawing/2014/main" id="{8DD43134-0556-414F-B3F9-BCFEBA057C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2" y="714"/>
                  <a:ext cx="4740" cy="3168"/>
                  <a:chOff x="632" y="714"/>
                  <a:chExt cx="4740" cy="3168"/>
                </a:xfrm>
              </p:grpSpPr>
              <p:sp>
                <p:nvSpPr>
                  <p:cNvPr id="45129" name="Line 31">
                    <a:extLst>
                      <a:ext uri="{FF2B5EF4-FFF2-40B4-BE49-F238E27FC236}">
                        <a16:creationId xmlns:a16="http://schemas.microsoft.com/office/drawing/2014/main" id="{E8781050-79DB-4E2A-B5DB-481DB20971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0800000">
                    <a:off x="2880" y="3594"/>
                    <a:ext cx="480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headEnd/>
                    <a:tailEnd type="stealth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5130" name="Line 32">
                    <a:extLst>
                      <a:ext uri="{FF2B5EF4-FFF2-40B4-BE49-F238E27FC236}">
                        <a16:creationId xmlns:a16="http://schemas.microsoft.com/office/drawing/2014/main" id="{C9C56153-C030-459B-8D51-6B87EDB3DE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366" y="810"/>
                    <a:ext cx="0" cy="2832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5131" name="Line 33">
                    <a:extLst>
                      <a:ext uri="{FF2B5EF4-FFF2-40B4-BE49-F238E27FC236}">
                        <a16:creationId xmlns:a16="http://schemas.microsoft.com/office/drawing/2014/main" id="{1652D7A4-D993-4797-AA73-9E1D2A6123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28" y="810"/>
                    <a:ext cx="0" cy="1920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5132" name="Text Box 34">
                    <a:extLst>
                      <a:ext uri="{FF2B5EF4-FFF2-40B4-BE49-F238E27FC236}">
                        <a16:creationId xmlns:a16="http://schemas.microsoft.com/office/drawing/2014/main" id="{2DDC0AAA-3003-45BA-802E-33AECA0F031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2" y="714"/>
                    <a:ext cx="760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地址有效</a:t>
                    </a:r>
                  </a:p>
                </p:txBody>
              </p:sp>
              <p:sp>
                <p:nvSpPr>
                  <p:cNvPr id="45133" name="Text Box 35">
                    <a:extLst>
                      <a:ext uri="{FF2B5EF4-FFF2-40B4-BE49-F238E27FC236}">
                        <a16:creationId xmlns:a16="http://schemas.microsoft.com/office/drawing/2014/main" id="{CF141BCA-6181-4273-AEF7-CAF7C6A62C6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104" y="747"/>
                    <a:ext cx="760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地址失效</a:t>
                    </a:r>
                  </a:p>
                </p:txBody>
              </p:sp>
              <p:grpSp>
                <p:nvGrpSpPr>
                  <p:cNvPr id="45134" name="Group 36">
                    <a:extLst>
                      <a:ext uri="{FF2B5EF4-FFF2-40B4-BE49-F238E27FC236}">
                        <a16:creationId xmlns:a16="http://schemas.microsoft.com/office/drawing/2014/main" id="{C84CDBC6-92FF-40CB-B7D6-376DD468BE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76" y="1712"/>
                    <a:ext cx="1048" cy="250"/>
                    <a:chOff x="2976" y="1712"/>
                    <a:chExt cx="1048" cy="250"/>
                  </a:xfrm>
                </p:grpSpPr>
                <p:sp>
                  <p:nvSpPr>
                    <p:cNvPr id="45144" name="Line 37">
                      <a:extLst>
                        <a:ext uri="{FF2B5EF4-FFF2-40B4-BE49-F238E27FC236}">
                          <a16:creationId xmlns:a16="http://schemas.microsoft.com/office/drawing/2014/main" id="{7879C0EC-F9D0-48E7-B72D-89934612DA7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976" y="1856"/>
                      <a:ext cx="33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 type="stealth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5145" name="Text Box 38">
                      <a:extLst>
                        <a:ext uri="{FF2B5EF4-FFF2-40B4-BE49-F238E27FC236}">
                          <a16:creationId xmlns:a16="http://schemas.microsoft.com/office/drawing/2014/main" id="{CB5731BD-65F5-4C01-9EB6-F484E62ACD3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264" y="1712"/>
                      <a:ext cx="760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片选失效</a:t>
                      </a:r>
                    </a:p>
                  </p:txBody>
                </p:sp>
              </p:grpSp>
              <p:sp>
                <p:nvSpPr>
                  <p:cNvPr id="45135" name="Line 39">
                    <a:extLst>
                      <a:ext uri="{FF2B5EF4-FFF2-40B4-BE49-F238E27FC236}">
                        <a16:creationId xmlns:a16="http://schemas.microsoft.com/office/drawing/2014/main" id="{53F2195C-F440-4329-A592-B2BD4A89E5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976" y="1242"/>
                    <a:ext cx="0" cy="2352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5136" name="Line 40">
                    <a:extLst>
                      <a:ext uri="{FF2B5EF4-FFF2-40B4-BE49-F238E27FC236}">
                        <a16:creationId xmlns:a16="http://schemas.microsoft.com/office/drawing/2014/main" id="{B1542989-ED2E-4415-B8CE-C6C7745CA9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592" y="2682"/>
                    <a:ext cx="0" cy="1056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45137" name="Group 41">
                    <a:extLst>
                      <a:ext uri="{FF2B5EF4-FFF2-40B4-BE49-F238E27FC236}">
                        <a16:creationId xmlns:a16="http://schemas.microsoft.com/office/drawing/2014/main" id="{A6469A57-11FC-4B49-829B-D64436E3EF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52" y="3440"/>
                    <a:ext cx="1240" cy="250"/>
                    <a:chOff x="1352" y="3440"/>
                    <a:chExt cx="1240" cy="250"/>
                  </a:xfrm>
                </p:grpSpPr>
                <p:sp>
                  <p:nvSpPr>
                    <p:cNvPr id="45142" name="Line 42">
                      <a:extLst>
                        <a:ext uri="{FF2B5EF4-FFF2-40B4-BE49-F238E27FC236}">
                          <a16:creationId xmlns:a16="http://schemas.microsoft.com/office/drawing/2014/main" id="{781A928C-0DF2-445A-84B9-3034F7B484F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12" y="3594"/>
                      <a:ext cx="48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headEnd/>
                      <a:tailEnd type="stealth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45143" name="Text Box 43">
                      <a:extLst>
                        <a:ext uri="{FF2B5EF4-FFF2-40B4-BE49-F238E27FC236}">
                          <a16:creationId xmlns:a16="http://schemas.microsoft.com/office/drawing/2014/main" id="{1A275FA2-8E8E-4F9E-BEEA-DE4F77B900F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352" y="3440"/>
                      <a:ext cx="760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CN" altLang="en-US" sz="2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数据有效</a:t>
                      </a:r>
                    </a:p>
                  </p:txBody>
                </p:sp>
              </p:grpSp>
              <p:sp>
                <p:nvSpPr>
                  <p:cNvPr id="45138" name="Line 44">
                    <a:extLst>
                      <a:ext uri="{FF2B5EF4-FFF2-40B4-BE49-F238E27FC236}">
                        <a16:creationId xmlns:a16="http://schemas.microsoft.com/office/drawing/2014/main" id="{D49961E4-4FFA-4887-8548-E45C346B41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880" y="1002"/>
                    <a:ext cx="0" cy="2880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45139" name="Text Box 45">
                    <a:extLst>
                      <a:ext uri="{FF2B5EF4-FFF2-40B4-BE49-F238E27FC236}">
                        <a16:creationId xmlns:a16="http://schemas.microsoft.com/office/drawing/2014/main" id="{7D33DE03-AF24-41CE-99A6-FF7C2545A67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68" y="3450"/>
                    <a:ext cx="760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数据稳定</a:t>
                    </a:r>
                  </a:p>
                </p:txBody>
              </p:sp>
              <p:sp>
                <p:nvSpPr>
                  <p:cNvPr id="45140" name="Text Box 46">
                    <a:extLst>
                      <a:ext uri="{FF2B5EF4-FFF2-40B4-BE49-F238E27FC236}">
                        <a16:creationId xmlns:a16="http://schemas.microsoft.com/office/drawing/2014/main" id="{80F0E6DF-2FAE-4EE2-8E30-2F2E0EAAE3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34" y="3237"/>
                    <a:ext cx="43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高阻</a:t>
                    </a:r>
                  </a:p>
                </p:txBody>
              </p:sp>
              <p:sp>
                <p:nvSpPr>
                  <p:cNvPr id="45141" name="Line 47">
                    <a:extLst>
                      <a:ext uri="{FF2B5EF4-FFF2-40B4-BE49-F238E27FC236}">
                        <a16:creationId xmlns:a16="http://schemas.microsoft.com/office/drawing/2014/main" id="{393770F0-103D-45DB-8580-E445BBAC7C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52" y="2874"/>
                    <a:ext cx="336" cy="33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45124" name="Line 48">
              <a:extLst>
                <a:ext uri="{FF2B5EF4-FFF2-40B4-BE49-F238E27FC236}">
                  <a16:creationId xmlns:a16="http://schemas.microsoft.com/office/drawing/2014/main" id="{5B02ECCB-5C38-499A-90D4-B6464A4EB5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" y="2064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5059" name="Text Box 49">
            <a:extLst>
              <a:ext uri="{FF2B5EF4-FFF2-40B4-BE49-F238E27FC236}">
                <a16:creationId xmlns:a16="http://schemas.microsoft.com/office/drawing/2014/main" id="{C7CD2232-86F7-42DE-B01B-E19991BEE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266126"/>
            <a:ext cx="54102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3.SRAMRAM </a:t>
            </a:r>
            <a:r>
              <a:rPr kumimoji="1" lang="zh-CN" altLang="en-US" b="1" dirty="0">
                <a:solidFill>
                  <a:srgbClr val="000000"/>
                </a:solidFill>
                <a:latin typeface="Times New Roman" panose="02020603050405020304" pitchFamily="18" charset="0"/>
              </a:rPr>
              <a:t>读写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时序  </a:t>
            </a:r>
          </a:p>
        </p:txBody>
      </p:sp>
      <p:grpSp>
        <p:nvGrpSpPr>
          <p:cNvPr id="15" name="Group 50">
            <a:extLst>
              <a:ext uri="{FF2B5EF4-FFF2-40B4-BE49-F238E27FC236}">
                <a16:creationId xmlns:a16="http://schemas.microsoft.com/office/drawing/2014/main" id="{2D7EF581-3DB1-4218-BFFB-8D02A1C4E67E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1457325"/>
            <a:ext cx="2362200" cy="631825"/>
            <a:chOff x="1392" y="918"/>
            <a:chExt cx="1488" cy="398"/>
          </a:xfrm>
        </p:grpSpPr>
        <p:grpSp>
          <p:nvGrpSpPr>
            <p:cNvPr id="45118" name="Group 51">
              <a:extLst>
                <a:ext uri="{FF2B5EF4-FFF2-40B4-BE49-F238E27FC236}">
                  <a16:creationId xmlns:a16="http://schemas.microsoft.com/office/drawing/2014/main" id="{7F4C7F6D-32DE-47DB-8D29-1788C216FC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8" y="918"/>
              <a:ext cx="290" cy="398"/>
              <a:chOff x="4455" y="588"/>
              <a:chExt cx="290" cy="398"/>
            </a:xfrm>
          </p:grpSpPr>
          <p:sp>
            <p:nvSpPr>
              <p:cNvPr id="45121" name="Text Box 52">
                <a:extLst>
                  <a:ext uri="{FF2B5EF4-FFF2-40B4-BE49-F238E27FC236}">
                    <a16:creationId xmlns:a16="http://schemas.microsoft.com/office/drawing/2014/main" id="{B24EC4E5-5255-473D-B607-1ABAC70B41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</a:p>
            </p:txBody>
          </p:sp>
          <p:sp>
            <p:nvSpPr>
              <p:cNvPr id="45122" name="Text Box 53">
                <a:extLst>
                  <a:ext uri="{FF2B5EF4-FFF2-40B4-BE49-F238E27FC236}">
                    <a16:creationId xmlns:a16="http://schemas.microsoft.com/office/drawing/2014/main" id="{E8805EE6-3DBA-4AE0-89E9-44290098B6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18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</p:grpSp>
        <p:sp>
          <p:nvSpPr>
            <p:cNvPr id="45119" name="Line 54">
              <a:extLst>
                <a:ext uri="{FF2B5EF4-FFF2-40B4-BE49-F238E27FC236}">
                  <a16:creationId xmlns:a16="http://schemas.microsoft.com/office/drawing/2014/main" id="{4B5863E4-3E51-4ACD-9D57-B09CCC4258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0" y="1146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20" name="Line 55">
              <a:extLst>
                <a:ext uri="{FF2B5EF4-FFF2-40B4-BE49-F238E27FC236}">
                  <a16:creationId xmlns:a16="http://schemas.microsoft.com/office/drawing/2014/main" id="{722B8EAE-7DBA-4353-B133-DD3F928E5DE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1392" y="1146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1016" name="Line 56">
            <a:extLst>
              <a:ext uri="{FF2B5EF4-FFF2-40B4-BE49-F238E27FC236}">
                <a16:creationId xmlns:a16="http://schemas.microsoft.com/office/drawing/2014/main" id="{444B5675-25C4-4A92-BF0E-7A251423A0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8000" y="2895600"/>
            <a:ext cx="0" cy="2595563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7" name="Group 57">
            <a:extLst>
              <a:ext uri="{FF2B5EF4-FFF2-40B4-BE49-F238E27FC236}">
                <a16:creationId xmlns:a16="http://schemas.microsoft.com/office/drawing/2014/main" id="{EACF2F93-3B54-46F1-A251-691F7CB96A7C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3590925"/>
            <a:ext cx="1524000" cy="631825"/>
            <a:chOff x="1920" y="2262"/>
            <a:chExt cx="960" cy="398"/>
          </a:xfrm>
        </p:grpSpPr>
        <p:grpSp>
          <p:nvGrpSpPr>
            <p:cNvPr id="45113" name="Group 58">
              <a:extLst>
                <a:ext uri="{FF2B5EF4-FFF2-40B4-BE49-F238E27FC236}">
                  <a16:creationId xmlns:a16="http://schemas.microsoft.com/office/drawing/2014/main" id="{C0E2CFC2-87B1-418B-84F3-AD6D2DCC70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2262"/>
              <a:ext cx="365" cy="398"/>
              <a:chOff x="4455" y="588"/>
              <a:chExt cx="365" cy="398"/>
            </a:xfrm>
          </p:grpSpPr>
          <p:sp>
            <p:nvSpPr>
              <p:cNvPr id="45116" name="Text Box 59">
                <a:extLst>
                  <a:ext uri="{FF2B5EF4-FFF2-40B4-BE49-F238E27FC236}">
                    <a16:creationId xmlns:a16="http://schemas.microsoft.com/office/drawing/2014/main" id="{FAA54EB4-B58F-48FF-BBD7-94D08D187A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</a:p>
            </p:txBody>
          </p:sp>
          <p:sp>
            <p:nvSpPr>
              <p:cNvPr id="45117" name="Text Box 60">
                <a:extLst>
                  <a:ext uri="{FF2B5EF4-FFF2-40B4-BE49-F238E27FC236}">
                    <a16:creationId xmlns:a16="http://schemas.microsoft.com/office/drawing/2014/main" id="{183190DD-CF0B-43E5-AFD2-8FA8911F28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60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CO</a:t>
                </a:r>
              </a:p>
            </p:txBody>
          </p:sp>
        </p:grpSp>
        <p:sp>
          <p:nvSpPr>
            <p:cNvPr id="45114" name="Line 61">
              <a:extLst>
                <a:ext uri="{FF2B5EF4-FFF2-40B4-BE49-F238E27FC236}">
                  <a16:creationId xmlns:a16="http://schemas.microsoft.com/office/drawing/2014/main" id="{2380F95A-288E-426F-A3E8-D28C47B8CD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2" y="2440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15" name="Line 62">
              <a:extLst>
                <a:ext uri="{FF2B5EF4-FFF2-40B4-BE49-F238E27FC236}">
                  <a16:creationId xmlns:a16="http://schemas.microsoft.com/office/drawing/2014/main" id="{4C2AEAEB-F56A-45B0-87C5-ED9032CBAF6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1920" y="2440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1023" name="Line 63">
            <a:extLst>
              <a:ext uri="{FF2B5EF4-FFF2-40B4-BE49-F238E27FC236}">
                <a16:creationId xmlns:a16="http://schemas.microsoft.com/office/drawing/2014/main" id="{C431DE76-C394-4A75-9E78-F7094636FDC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5200" y="3738563"/>
            <a:ext cx="0" cy="76200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9" name="Group 64">
            <a:extLst>
              <a:ext uri="{FF2B5EF4-FFF2-40B4-BE49-F238E27FC236}">
                <a16:creationId xmlns:a16="http://schemas.microsoft.com/office/drawing/2014/main" id="{A0CF6189-B03B-4C8F-BF70-3EB16777D2C0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3594100"/>
            <a:ext cx="1371600" cy="631825"/>
            <a:chOff x="3936" y="2264"/>
            <a:chExt cx="864" cy="398"/>
          </a:xfrm>
        </p:grpSpPr>
        <p:grpSp>
          <p:nvGrpSpPr>
            <p:cNvPr id="45108" name="Group 65">
              <a:extLst>
                <a:ext uri="{FF2B5EF4-FFF2-40B4-BE49-F238E27FC236}">
                  <a16:creationId xmlns:a16="http://schemas.microsoft.com/office/drawing/2014/main" id="{CDEA0218-C7C9-4EF9-8373-6926900DBF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68" y="2264"/>
              <a:ext cx="440" cy="398"/>
              <a:chOff x="4455" y="588"/>
              <a:chExt cx="440" cy="398"/>
            </a:xfrm>
          </p:grpSpPr>
          <p:sp>
            <p:nvSpPr>
              <p:cNvPr id="45111" name="Text Box 66">
                <a:extLst>
                  <a:ext uri="{FF2B5EF4-FFF2-40B4-BE49-F238E27FC236}">
                    <a16:creationId xmlns:a16="http://schemas.microsoft.com/office/drawing/2014/main" id="{B62F863D-E094-4B0E-A115-22ADCAB640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</a:p>
            </p:txBody>
          </p:sp>
          <p:sp>
            <p:nvSpPr>
              <p:cNvPr id="45112" name="Text Box 67">
                <a:extLst>
                  <a:ext uri="{FF2B5EF4-FFF2-40B4-BE49-F238E27FC236}">
                    <a16:creationId xmlns:a16="http://schemas.microsoft.com/office/drawing/2014/main" id="{652C75DF-76FF-4896-BC7C-15C4886425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33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OHA</a:t>
                </a:r>
              </a:p>
            </p:txBody>
          </p:sp>
        </p:grpSp>
        <p:sp>
          <p:nvSpPr>
            <p:cNvPr id="45109" name="Line 68">
              <a:extLst>
                <a:ext uri="{FF2B5EF4-FFF2-40B4-BE49-F238E27FC236}">
                  <a16:creationId xmlns:a16="http://schemas.microsoft.com/office/drawing/2014/main" id="{A37ED474-7851-4CC3-8EF4-048F3CBBB2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08" y="2440"/>
              <a:ext cx="192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10" name="Line 69">
              <a:extLst>
                <a:ext uri="{FF2B5EF4-FFF2-40B4-BE49-F238E27FC236}">
                  <a16:creationId xmlns:a16="http://schemas.microsoft.com/office/drawing/2014/main" id="{B8FF690F-EBEC-4D83-A441-139E44F3B92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936" y="2440"/>
              <a:ext cx="192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1" name="Group 70">
            <a:extLst>
              <a:ext uri="{FF2B5EF4-FFF2-40B4-BE49-F238E27FC236}">
                <a16:creationId xmlns:a16="http://schemas.microsoft.com/office/drawing/2014/main" id="{4A97025A-856A-4618-9A91-577ADBF33B50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4889500"/>
            <a:ext cx="2819400" cy="631825"/>
            <a:chOff x="2976" y="3080"/>
            <a:chExt cx="1776" cy="398"/>
          </a:xfrm>
        </p:grpSpPr>
        <p:sp>
          <p:nvSpPr>
            <p:cNvPr id="45103" name="Line 71">
              <a:extLst>
                <a:ext uri="{FF2B5EF4-FFF2-40B4-BE49-F238E27FC236}">
                  <a16:creationId xmlns:a16="http://schemas.microsoft.com/office/drawing/2014/main" id="{73D5F8AD-7132-45F4-8C55-FA207E887E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8" y="3210"/>
              <a:ext cx="62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04" name="Line 72">
              <a:extLst>
                <a:ext uri="{FF2B5EF4-FFF2-40B4-BE49-F238E27FC236}">
                  <a16:creationId xmlns:a16="http://schemas.microsoft.com/office/drawing/2014/main" id="{00801773-84A8-4717-A5D8-0553B74B095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976" y="3210"/>
              <a:ext cx="62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5105" name="Group 73">
              <a:extLst>
                <a:ext uri="{FF2B5EF4-FFF2-40B4-BE49-F238E27FC236}">
                  <a16:creationId xmlns:a16="http://schemas.microsoft.com/office/drawing/2014/main" id="{F787CA21-CAE9-467F-817E-D984D831C1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1" y="3080"/>
              <a:ext cx="429" cy="398"/>
              <a:chOff x="4455" y="588"/>
              <a:chExt cx="429" cy="398"/>
            </a:xfrm>
          </p:grpSpPr>
          <p:sp>
            <p:nvSpPr>
              <p:cNvPr id="45106" name="Text Box 74">
                <a:extLst>
                  <a:ext uri="{FF2B5EF4-FFF2-40B4-BE49-F238E27FC236}">
                    <a16:creationId xmlns:a16="http://schemas.microsoft.com/office/drawing/2014/main" id="{36E50556-FBE3-4FA8-9D3E-D47112A747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</a:p>
            </p:txBody>
          </p:sp>
          <p:sp>
            <p:nvSpPr>
              <p:cNvPr id="45107" name="Text Box 75">
                <a:extLst>
                  <a:ext uri="{FF2B5EF4-FFF2-40B4-BE49-F238E27FC236}">
                    <a16:creationId xmlns:a16="http://schemas.microsoft.com/office/drawing/2014/main" id="{B55C453B-FA07-4263-959F-60248A2C98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32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OTD</a:t>
                </a:r>
              </a:p>
            </p:txBody>
          </p:sp>
        </p:grpSp>
      </p:grpSp>
      <p:grpSp>
        <p:nvGrpSpPr>
          <p:cNvPr id="23" name="Group 76">
            <a:extLst>
              <a:ext uri="{FF2B5EF4-FFF2-40B4-BE49-F238E27FC236}">
                <a16:creationId xmlns:a16="http://schemas.microsoft.com/office/drawing/2014/main" id="{E017CF81-6F60-4C45-8F7B-C54AD14C67A3}"/>
              </a:ext>
            </a:extLst>
          </p:cNvPr>
          <p:cNvGrpSpPr>
            <a:grpSpLocks/>
          </p:cNvGrpSpPr>
          <p:nvPr/>
        </p:nvGrpSpPr>
        <p:grpSpPr bwMode="auto">
          <a:xfrm>
            <a:off x="2171700" y="1027113"/>
            <a:ext cx="4343400" cy="631825"/>
            <a:chOff x="1368" y="647"/>
            <a:chExt cx="2736" cy="398"/>
          </a:xfrm>
        </p:grpSpPr>
        <p:sp>
          <p:nvSpPr>
            <p:cNvPr id="45098" name="Line 77">
              <a:extLst>
                <a:ext uri="{FF2B5EF4-FFF2-40B4-BE49-F238E27FC236}">
                  <a16:creationId xmlns:a16="http://schemas.microsoft.com/office/drawing/2014/main" id="{AF569BE8-E3BB-48B2-B432-8C06AFFD9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" y="875"/>
              <a:ext cx="105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5099" name="Group 78">
              <a:extLst>
                <a:ext uri="{FF2B5EF4-FFF2-40B4-BE49-F238E27FC236}">
                  <a16:creationId xmlns:a16="http://schemas.microsoft.com/office/drawing/2014/main" id="{73758530-BA64-4A4F-9EF2-54B3D623C4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1" y="647"/>
              <a:ext cx="359" cy="398"/>
              <a:chOff x="4455" y="588"/>
              <a:chExt cx="359" cy="398"/>
            </a:xfrm>
          </p:grpSpPr>
          <p:sp>
            <p:nvSpPr>
              <p:cNvPr id="45101" name="Text Box 79">
                <a:extLst>
                  <a:ext uri="{FF2B5EF4-FFF2-40B4-BE49-F238E27FC236}">
                    <a16:creationId xmlns:a16="http://schemas.microsoft.com/office/drawing/2014/main" id="{134C506A-CF4B-45B6-AFDB-9B5E114637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</a:p>
            </p:txBody>
          </p:sp>
          <p:sp>
            <p:nvSpPr>
              <p:cNvPr id="45102" name="Text Box 80">
                <a:extLst>
                  <a:ext uri="{FF2B5EF4-FFF2-40B4-BE49-F238E27FC236}">
                    <a16:creationId xmlns:a16="http://schemas.microsoft.com/office/drawing/2014/main" id="{B2164980-C6B3-4A14-90C4-4264E6E92B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5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RC</a:t>
                </a:r>
              </a:p>
            </p:txBody>
          </p:sp>
        </p:grpSp>
        <p:sp>
          <p:nvSpPr>
            <p:cNvPr id="45100" name="Line 81">
              <a:extLst>
                <a:ext uri="{FF2B5EF4-FFF2-40B4-BE49-F238E27FC236}">
                  <a16:creationId xmlns:a16="http://schemas.microsoft.com/office/drawing/2014/main" id="{F1010A33-6B74-44C0-8D32-BBF70DC7B3B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1368" y="875"/>
              <a:ext cx="105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" name="Group 82">
            <a:extLst>
              <a:ext uri="{FF2B5EF4-FFF2-40B4-BE49-F238E27FC236}">
                <a16:creationId xmlns:a16="http://schemas.microsoft.com/office/drawing/2014/main" id="{75185C65-DADE-48F1-AFCD-EB24C724D575}"/>
              </a:ext>
            </a:extLst>
          </p:cNvPr>
          <p:cNvGrpSpPr>
            <a:grpSpLocks/>
          </p:cNvGrpSpPr>
          <p:nvPr/>
        </p:nvGrpSpPr>
        <p:grpSpPr bwMode="auto">
          <a:xfrm>
            <a:off x="1314450" y="2720975"/>
            <a:ext cx="1714500" cy="396875"/>
            <a:chOff x="828" y="1714"/>
            <a:chExt cx="1080" cy="250"/>
          </a:xfrm>
        </p:grpSpPr>
        <p:sp>
          <p:nvSpPr>
            <p:cNvPr id="45096" name="Text Box 83">
              <a:extLst>
                <a:ext uri="{FF2B5EF4-FFF2-40B4-BE49-F238E27FC236}">
                  <a16:creationId xmlns:a16="http://schemas.microsoft.com/office/drawing/2014/main" id="{C2DE7276-5554-4494-B4C1-AE37B64BE2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" y="1714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片选有效</a:t>
              </a:r>
            </a:p>
          </p:txBody>
        </p:sp>
        <p:sp>
          <p:nvSpPr>
            <p:cNvPr id="45097" name="Line 84">
              <a:extLst>
                <a:ext uri="{FF2B5EF4-FFF2-40B4-BE49-F238E27FC236}">
                  <a16:creationId xmlns:a16="http://schemas.microsoft.com/office/drawing/2014/main" id="{0B6AE8A5-DFA4-4571-92DD-2E5BC42EF5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2" y="1848"/>
              <a:ext cx="33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6" name="Group 86">
            <a:extLst>
              <a:ext uri="{FF2B5EF4-FFF2-40B4-BE49-F238E27FC236}">
                <a16:creationId xmlns:a16="http://schemas.microsoft.com/office/drawing/2014/main" id="{201CF475-66BC-4DFA-B1DE-0F22BCCFAAC7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40438"/>
            <a:ext cx="6948488" cy="588962"/>
            <a:chOff x="624" y="3805"/>
            <a:chExt cx="4377" cy="371"/>
          </a:xfrm>
        </p:grpSpPr>
        <p:sp>
          <p:nvSpPr>
            <p:cNvPr id="45094" name="Rectangle 87">
              <a:extLst>
                <a:ext uri="{FF2B5EF4-FFF2-40B4-BE49-F238E27FC236}">
                  <a16:creationId xmlns:a16="http://schemas.microsoft.com/office/drawing/2014/main" id="{F025AFED-A4BC-42AB-B0C6-C6BAC122B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805"/>
              <a:ext cx="4377" cy="371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读周期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t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RC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地址有效    下一次地址有效</a:t>
              </a:r>
            </a:p>
          </p:txBody>
        </p:sp>
        <p:sp>
          <p:nvSpPr>
            <p:cNvPr id="45095" name="Line 88">
              <a:extLst>
                <a:ext uri="{FF2B5EF4-FFF2-40B4-BE49-F238E27FC236}">
                  <a16:creationId xmlns:a16="http://schemas.microsoft.com/office/drawing/2014/main" id="{0A1490A1-563F-46B7-9F71-4880A9FE05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5" y="4032"/>
              <a:ext cx="3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7" name="Group 89">
            <a:extLst>
              <a:ext uri="{FF2B5EF4-FFF2-40B4-BE49-F238E27FC236}">
                <a16:creationId xmlns:a16="http://schemas.microsoft.com/office/drawing/2014/main" id="{BDD94A0D-A329-424D-913C-CEF3142B461E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40438"/>
            <a:ext cx="7467600" cy="595312"/>
            <a:chOff x="624" y="3805"/>
            <a:chExt cx="4704" cy="375"/>
          </a:xfrm>
        </p:grpSpPr>
        <p:sp>
          <p:nvSpPr>
            <p:cNvPr id="45089" name="Rectangle 90">
              <a:extLst>
                <a:ext uri="{FF2B5EF4-FFF2-40B4-BE49-F238E27FC236}">
                  <a16:creationId xmlns:a16="http://schemas.microsoft.com/office/drawing/2014/main" id="{D8628F43-25C2-43D5-8EBA-FBC0CB1DC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844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5090" name="Group 91">
              <a:extLst>
                <a:ext uri="{FF2B5EF4-FFF2-40B4-BE49-F238E27FC236}">
                  <a16:creationId xmlns:a16="http://schemas.microsoft.com/office/drawing/2014/main" id="{DFCAAFE5-6FA5-4061-A53F-CC68DAD1A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3" y="3805"/>
              <a:ext cx="4475" cy="365"/>
              <a:chOff x="853" y="3805"/>
              <a:chExt cx="4475" cy="365"/>
            </a:xfrm>
          </p:grpSpPr>
          <p:sp>
            <p:nvSpPr>
              <p:cNvPr id="45091" name="Rectangle 92">
                <a:extLst>
                  <a:ext uri="{FF2B5EF4-FFF2-40B4-BE49-F238E27FC236}">
                    <a16:creationId xmlns:a16="http://schemas.microsoft.com/office/drawing/2014/main" id="{6DC5B679-D0DB-4603-857F-DE89F8129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3" y="3805"/>
                <a:ext cx="289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读时间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 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 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地址有效</a:t>
                </a:r>
              </a:p>
            </p:txBody>
          </p:sp>
          <p:sp>
            <p:nvSpPr>
              <p:cNvPr id="45092" name="Line 93">
                <a:extLst>
                  <a:ext uri="{FF2B5EF4-FFF2-40B4-BE49-F238E27FC236}">
                    <a16:creationId xmlns:a16="http://schemas.microsoft.com/office/drawing/2014/main" id="{69818835-DE31-4576-9068-87493428C3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12" y="4032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093" name="Rectangle 94">
                <a:extLst>
                  <a:ext uri="{FF2B5EF4-FFF2-40B4-BE49-F238E27FC236}">
                    <a16:creationId xmlns:a16="http://schemas.microsoft.com/office/drawing/2014/main" id="{96DA2AC5-ABB1-4001-B889-9108134DC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3835"/>
                <a:ext cx="158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数据稳定 </a:t>
                </a:r>
              </a:p>
            </p:txBody>
          </p:sp>
        </p:grpSp>
      </p:grpSp>
      <p:grpSp>
        <p:nvGrpSpPr>
          <p:cNvPr id="29" name="Group 95">
            <a:extLst>
              <a:ext uri="{FF2B5EF4-FFF2-40B4-BE49-F238E27FC236}">
                <a16:creationId xmlns:a16="http://schemas.microsoft.com/office/drawing/2014/main" id="{217ECE0F-C1E1-4087-8AE3-A59AFB0BB5B0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40438"/>
            <a:ext cx="6934200" cy="533400"/>
            <a:chOff x="624" y="3805"/>
            <a:chExt cx="4368" cy="336"/>
          </a:xfrm>
        </p:grpSpPr>
        <p:sp>
          <p:nvSpPr>
            <p:cNvPr id="45084" name="Rectangle 96">
              <a:extLst>
                <a:ext uri="{FF2B5EF4-FFF2-40B4-BE49-F238E27FC236}">
                  <a16:creationId xmlns:a16="http://schemas.microsoft.com/office/drawing/2014/main" id="{13060DE3-C956-4C32-BA84-3C342E273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805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5085" name="Group 97">
              <a:extLst>
                <a:ext uri="{FF2B5EF4-FFF2-40B4-BE49-F238E27FC236}">
                  <a16:creationId xmlns:a16="http://schemas.microsoft.com/office/drawing/2014/main" id="{FEE49038-4C9A-4AA4-BADE-6EF13AE204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3" y="3805"/>
              <a:ext cx="2784" cy="327"/>
              <a:chOff x="1573" y="3805"/>
              <a:chExt cx="2784" cy="327"/>
            </a:xfrm>
          </p:grpSpPr>
          <p:sp>
            <p:nvSpPr>
              <p:cNvPr id="45086" name="Rectangle 98">
                <a:extLst>
                  <a:ext uri="{FF2B5EF4-FFF2-40B4-BE49-F238E27FC236}">
                    <a16:creationId xmlns:a16="http://schemas.microsoft.com/office/drawing/2014/main" id="{6339E74A-81F9-4383-8531-EF9E5934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3805"/>
                <a:ext cx="1413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CO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片选有效</a:t>
                </a:r>
              </a:p>
            </p:txBody>
          </p:sp>
          <p:sp>
            <p:nvSpPr>
              <p:cNvPr id="45087" name="Line 99">
                <a:extLst>
                  <a:ext uri="{FF2B5EF4-FFF2-40B4-BE49-F238E27FC236}">
                    <a16:creationId xmlns:a16="http://schemas.microsoft.com/office/drawing/2014/main" id="{72262B8B-5091-41EA-8453-D599B6A873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2" y="3984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088" name="Rectangle 100">
                <a:extLst>
                  <a:ext uri="{FF2B5EF4-FFF2-40B4-BE49-F238E27FC236}">
                    <a16:creationId xmlns:a16="http://schemas.microsoft.com/office/drawing/2014/main" id="{16BC92C3-8AA2-43ED-8D0D-F9B0D5B19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3805"/>
                <a:ext cx="101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数据稳定</a:t>
                </a:r>
              </a:p>
            </p:txBody>
          </p:sp>
        </p:grpSp>
      </p:grpSp>
      <p:grpSp>
        <p:nvGrpSpPr>
          <p:cNvPr id="31" name="Group 101">
            <a:extLst>
              <a:ext uri="{FF2B5EF4-FFF2-40B4-BE49-F238E27FC236}">
                <a16:creationId xmlns:a16="http://schemas.microsoft.com/office/drawing/2014/main" id="{99004E1D-76D3-4A76-A371-15C882FB7CB8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40438"/>
            <a:ext cx="7010400" cy="533400"/>
            <a:chOff x="624" y="3805"/>
            <a:chExt cx="4416" cy="336"/>
          </a:xfrm>
        </p:grpSpPr>
        <p:sp>
          <p:nvSpPr>
            <p:cNvPr id="45079" name="Rectangle 102">
              <a:extLst>
                <a:ext uri="{FF2B5EF4-FFF2-40B4-BE49-F238E27FC236}">
                  <a16:creationId xmlns:a16="http://schemas.microsoft.com/office/drawing/2014/main" id="{E9FDC985-629F-4D3D-AFDE-F425D3CD5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805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5080" name="Group 103">
              <a:extLst>
                <a:ext uri="{FF2B5EF4-FFF2-40B4-BE49-F238E27FC236}">
                  <a16:creationId xmlns:a16="http://schemas.microsoft.com/office/drawing/2014/main" id="{34657D57-A2A1-409D-A6DF-C4590D24C7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3805"/>
              <a:ext cx="3504" cy="327"/>
              <a:chOff x="1536" y="3805"/>
              <a:chExt cx="3504" cy="327"/>
            </a:xfrm>
          </p:grpSpPr>
          <p:sp>
            <p:nvSpPr>
              <p:cNvPr id="45081" name="Rectangle 104">
                <a:extLst>
                  <a:ext uri="{FF2B5EF4-FFF2-40B4-BE49-F238E27FC236}">
                    <a16:creationId xmlns:a16="http://schemas.microsoft.com/office/drawing/2014/main" id="{FD399A07-A9AF-455E-8860-720E9F86D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3805"/>
                <a:ext cx="140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OTD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片选失效</a:t>
                </a:r>
              </a:p>
            </p:txBody>
          </p:sp>
          <p:sp>
            <p:nvSpPr>
              <p:cNvPr id="45082" name="Line 105">
                <a:extLst>
                  <a:ext uri="{FF2B5EF4-FFF2-40B4-BE49-F238E27FC236}">
                    <a16:creationId xmlns:a16="http://schemas.microsoft.com/office/drawing/2014/main" id="{F78628B2-2293-4AA5-97B7-1DE943B1B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65" y="3984"/>
                <a:ext cx="33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083" name="Rectangle 106">
                <a:extLst>
                  <a:ext uri="{FF2B5EF4-FFF2-40B4-BE49-F238E27FC236}">
                    <a16:creationId xmlns:a16="http://schemas.microsoft.com/office/drawing/2014/main" id="{5C53E483-E78A-4C92-B5CC-DA8744613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3805"/>
                <a:ext cx="173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输出高阻</a:t>
                </a:r>
              </a:p>
            </p:txBody>
          </p:sp>
        </p:grpSp>
      </p:grpSp>
      <p:grpSp>
        <p:nvGrpSpPr>
          <p:cNvPr id="40993" name="Group 107">
            <a:extLst>
              <a:ext uri="{FF2B5EF4-FFF2-40B4-BE49-F238E27FC236}">
                <a16:creationId xmlns:a16="http://schemas.microsoft.com/office/drawing/2014/main" id="{E11B8039-FD3F-4CFC-A6BF-20E43F7B9B10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40438"/>
            <a:ext cx="6934200" cy="542925"/>
            <a:chOff x="624" y="3805"/>
            <a:chExt cx="4368" cy="342"/>
          </a:xfrm>
        </p:grpSpPr>
        <p:sp>
          <p:nvSpPr>
            <p:cNvPr id="45075" name="Rectangle 108">
              <a:extLst>
                <a:ext uri="{FF2B5EF4-FFF2-40B4-BE49-F238E27FC236}">
                  <a16:creationId xmlns:a16="http://schemas.microsoft.com/office/drawing/2014/main" id="{D55A066C-7BA4-418B-9EB4-F1BC6823E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811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5076" name="Group 109">
              <a:extLst>
                <a:ext uri="{FF2B5EF4-FFF2-40B4-BE49-F238E27FC236}">
                  <a16:creationId xmlns:a16="http://schemas.microsoft.com/office/drawing/2014/main" id="{6CB7DE82-4F8D-46D7-ADA1-EB0CE5098C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3" y="3805"/>
              <a:ext cx="3234" cy="327"/>
              <a:chOff x="1573" y="3805"/>
              <a:chExt cx="3234" cy="327"/>
            </a:xfrm>
          </p:grpSpPr>
          <p:sp>
            <p:nvSpPr>
              <p:cNvPr id="45077" name="Rectangle 110">
                <a:extLst>
                  <a:ext uri="{FF2B5EF4-FFF2-40B4-BE49-F238E27FC236}">
                    <a16:creationId xmlns:a16="http://schemas.microsoft.com/office/drawing/2014/main" id="{DB64FEED-A1D5-43B5-B35A-5014CF71F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3805"/>
                <a:ext cx="185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OHA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地址失效后的</a:t>
                </a:r>
              </a:p>
            </p:txBody>
          </p:sp>
          <p:sp>
            <p:nvSpPr>
              <p:cNvPr id="45078" name="Rectangle 111">
                <a:extLst>
                  <a:ext uri="{FF2B5EF4-FFF2-40B4-BE49-F238E27FC236}">
                    <a16:creationId xmlns:a16="http://schemas.microsoft.com/office/drawing/2014/main" id="{6BBAABDF-7191-4C54-84CC-0A6BD0AD3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3805"/>
                <a:ext cx="146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数据维持时间</a:t>
                </a:r>
              </a:p>
            </p:txBody>
          </p:sp>
        </p:grpSp>
      </p:grpSp>
      <p:sp>
        <p:nvSpPr>
          <p:cNvPr id="2" name="文本框 1">
            <a:extLst>
              <a:ext uri="{FF2B5EF4-FFF2-40B4-BE49-F238E27FC236}">
                <a16:creationId xmlns:a16="http://schemas.microsoft.com/office/drawing/2014/main" id="{BD2C2FCF-BF68-496D-BB64-94A347AFFED4}"/>
              </a:ext>
            </a:extLst>
          </p:cNvPr>
          <p:cNvSpPr txBox="1"/>
          <p:nvPr/>
        </p:nvSpPr>
        <p:spPr>
          <a:xfrm>
            <a:off x="5248000" y="216764"/>
            <a:ext cx="1752600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r>
              <a:rPr lang="zh-CN" altLang="en-US" sz="3200" dirty="0"/>
              <a:t>读时序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2" dur="500"/>
                                        <p:tgtEl>
                                          <p:spTgt spid="41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4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40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1" dur="500"/>
                                        <p:tgtEl>
                                          <p:spTgt spid="4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2" name="Group 2">
            <a:extLst>
              <a:ext uri="{FF2B5EF4-FFF2-40B4-BE49-F238E27FC236}">
                <a16:creationId xmlns:a16="http://schemas.microsoft.com/office/drawing/2014/main" id="{0613ABB2-6A7B-478D-8856-5326E78EB751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1371600"/>
            <a:ext cx="8847138" cy="4554538"/>
            <a:chOff x="96" y="864"/>
            <a:chExt cx="5573" cy="2869"/>
          </a:xfrm>
        </p:grpSpPr>
        <p:grpSp>
          <p:nvGrpSpPr>
            <p:cNvPr id="46162" name="Group 3">
              <a:extLst>
                <a:ext uri="{FF2B5EF4-FFF2-40B4-BE49-F238E27FC236}">
                  <a16:creationId xmlns:a16="http://schemas.microsoft.com/office/drawing/2014/main" id="{C43E8EE4-8540-4586-B235-31B44B8A5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" y="864"/>
              <a:ext cx="5573" cy="2869"/>
              <a:chOff x="96" y="864"/>
              <a:chExt cx="5573" cy="2869"/>
            </a:xfrm>
          </p:grpSpPr>
          <p:grpSp>
            <p:nvGrpSpPr>
              <p:cNvPr id="46164" name="Group 4">
                <a:extLst>
                  <a:ext uri="{FF2B5EF4-FFF2-40B4-BE49-F238E27FC236}">
                    <a16:creationId xmlns:a16="http://schemas.microsoft.com/office/drawing/2014/main" id="{B2A0D595-D62C-4F24-A354-94D66DA89D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5" y="1627"/>
                <a:ext cx="5139" cy="254"/>
                <a:chOff x="525" y="1627"/>
                <a:chExt cx="5139" cy="254"/>
              </a:xfrm>
            </p:grpSpPr>
            <p:sp>
              <p:nvSpPr>
                <p:cNvPr id="46199" name="Freeform 5">
                  <a:extLst>
                    <a:ext uri="{FF2B5EF4-FFF2-40B4-BE49-F238E27FC236}">
                      <a16:creationId xmlns:a16="http://schemas.microsoft.com/office/drawing/2014/main" id="{A28726CE-6958-4866-8DCC-7F29C73899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" y="1627"/>
                  <a:ext cx="5121" cy="243"/>
                </a:xfrm>
                <a:custGeom>
                  <a:avLst/>
                  <a:gdLst>
                    <a:gd name="T0" fmla="*/ 0 w 5121"/>
                    <a:gd name="T1" fmla="*/ 3 h 243"/>
                    <a:gd name="T2" fmla="*/ 1104 w 5121"/>
                    <a:gd name="T3" fmla="*/ 0 h 243"/>
                    <a:gd name="T4" fmla="*/ 1346 w 5121"/>
                    <a:gd name="T5" fmla="*/ 243 h 243"/>
                    <a:gd name="T6" fmla="*/ 3273 w 5121"/>
                    <a:gd name="T7" fmla="*/ 242 h 243"/>
                    <a:gd name="T8" fmla="*/ 3509 w 5121"/>
                    <a:gd name="T9" fmla="*/ 6 h 243"/>
                    <a:gd name="T10" fmla="*/ 5121 w 5121"/>
                    <a:gd name="T11" fmla="*/ 5 h 24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121"/>
                    <a:gd name="T19" fmla="*/ 0 h 243"/>
                    <a:gd name="T20" fmla="*/ 5121 w 5121"/>
                    <a:gd name="T21" fmla="*/ 243 h 24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121" h="243">
                      <a:moveTo>
                        <a:pt x="0" y="3"/>
                      </a:moveTo>
                      <a:lnTo>
                        <a:pt x="1104" y="0"/>
                      </a:lnTo>
                      <a:lnTo>
                        <a:pt x="1346" y="243"/>
                      </a:lnTo>
                      <a:lnTo>
                        <a:pt x="3273" y="242"/>
                      </a:lnTo>
                      <a:lnTo>
                        <a:pt x="3509" y="6"/>
                      </a:lnTo>
                      <a:lnTo>
                        <a:pt x="5121" y="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200" name="Freeform 6">
                  <a:extLst>
                    <a:ext uri="{FF2B5EF4-FFF2-40B4-BE49-F238E27FC236}">
                      <a16:creationId xmlns:a16="http://schemas.microsoft.com/office/drawing/2014/main" id="{1F559F43-3262-41B9-A483-774B1E96A0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" y="1627"/>
                  <a:ext cx="1349" cy="254"/>
                </a:xfrm>
                <a:custGeom>
                  <a:avLst/>
                  <a:gdLst>
                    <a:gd name="T0" fmla="*/ 3 w 1349"/>
                    <a:gd name="T1" fmla="*/ 0 h 254"/>
                    <a:gd name="T2" fmla="*/ 1097 w 1349"/>
                    <a:gd name="T3" fmla="*/ 0 h 254"/>
                    <a:gd name="T4" fmla="*/ 1349 w 1349"/>
                    <a:gd name="T5" fmla="*/ 254 h 254"/>
                    <a:gd name="T6" fmla="*/ 0 w 1349"/>
                    <a:gd name="T7" fmla="*/ 254 h 254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9"/>
                    <a:gd name="T13" fmla="*/ 0 h 254"/>
                    <a:gd name="T14" fmla="*/ 1349 w 1349"/>
                    <a:gd name="T15" fmla="*/ 254 h 254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9" h="254">
                      <a:moveTo>
                        <a:pt x="3" y="0"/>
                      </a:moveTo>
                      <a:lnTo>
                        <a:pt x="1097" y="0"/>
                      </a:lnTo>
                      <a:lnTo>
                        <a:pt x="1349" y="254"/>
                      </a:lnTo>
                      <a:lnTo>
                        <a:pt x="0" y="254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201" name="Freeform 7">
                  <a:extLst>
                    <a:ext uri="{FF2B5EF4-FFF2-40B4-BE49-F238E27FC236}">
                      <a16:creationId xmlns:a16="http://schemas.microsoft.com/office/drawing/2014/main" id="{B1017F50-67FE-4FA2-9473-DB6864AC3F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1" y="1627"/>
                  <a:ext cx="1873" cy="254"/>
                </a:xfrm>
                <a:custGeom>
                  <a:avLst/>
                  <a:gdLst>
                    <a:gd name="T0" fmla="*/ 1873 w 1873"/>
                    <a:gd name="T1" fmla="*/ 0 h 254"/>
                    <a:gd name="T2" fmla="*/ 258 w 1873"/>
                    <a:gd name="T3" fmla="*/ 0 h 254"/>
                    <a:gd name="T4" fmla="*/ 0 w 1873"/>
                    <a:gd name="T5" fmla="*/ 254 h 254"/>
                    <a:gd name="T6" fmla="*/ 1870 w 1873"/>
                    <a:gd name="T7" fmla="*/ 254 h 254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873"/>
                    <a:gd name="T13" fmla="*/ 0 h 254"/>
                    <a:gd name="T14" fmla="*/ 1873 w 1873"/>
                    <a:gd name="T15" fmla="*/ 254 h 254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873" h="254">
                      <a:moveTo>
                        <a:pt x="1873" y="0"/>
                      </a:moveTo>
                      <a:lnTo>
                        <a:pt x="258" y="0"/>
                      </a:lnTo>
                      <a:lnTo>
                        <a:pt x="0" y="254"/>
                      </a:lnTo>
                      <a:lnTo>
                        <a:pt x="1870" y="254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6165" name="Group 8">
                <a:extLst>
                  <a:ext uri="{FF2B5EF4-FFF2-40B4-BE49-F238E27FC236}">
                    <a16:creationId xmlns:a16="http://schemas.microsoft.com/office/drawing/2014/main" id="{2ABE63E4-D926-4E2F-8559-BC6775D698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8" y="864"/>
                <a:ext cx="5055" cy="342"/>
                <a:chOff x="558" y="864"/>
                <a:chExt cx="5055" cy="342"/>
              </a:xfrm>
            </p:grpSpPr>
            <p:sp>
              <p:nvSpPr>
                <p:cNvPr id="46194" name="Freeform 9">
                  <a:extLst>
                    <a:ext uri="{FF2B5EF4-FFF2-40B4-BE49-F238E27FC236}">
                      <a16:creationId xmlns:a16="http://schemas.microsoft.com/office/drawing/2014/main" id="{7154B462-1613-40E9-89EA-85CE631490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3" y="864"/>
                  <a:ext cx="4329" cy="333"/>
                </a:xfrm>
                <a:custGeom>
                  <a:avLst/>
                  <a:gdLst>
                    <a:gd name="T0" fmla="*/ 168 w 4329"/>
                    <a:gd name="T1" fmla="*/ 1 h 333"/>
                    <a:gd name="T2" fmla="*/ 0 w 4329"/>
                    <a:gd name="T3" fmla="*/ 167 h 333"/>
                    <a:gd name="T4" fmla="*/ 167 w 4329"/>
                    <a:gd name="T5" fmla="*/ 332 h 333"/>
                    <a:gd name="T6" fmla="*/ 4167 w 4329"/>
                    <a:gd name="T7" fmla="*/ 333 h 333"/>
                    <a:gd name="T8" fmla="*/ 4329 w 4329"/>
                    <a:gd name="T9" fmla="*/ 174 h 333"/>
                    <a:gd name="T10" fmla="*/ 4152 w 4329"/>
                    <a:gd name="T11" fmla="*/ 0 h 333"/>
                    <a:gd name="T12" fmla="*/ 168 w 4329"/>
                    <a:gd name="T13" fmla="*/ 1 h 33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329"/>
                    <a:gd name="T22" fmla="*/ 0 h 333"/>
                    <a:gd name="T23" fmla="*/ 4329 w 4329"/>
                    <a:gd name="T24" fmla="*/ 333 h 33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329" h="333">
                      <a:moveTo>
                        <a:pt x="168" y="1"/>
                      </a:moveTo>
                      <a:lnTo>
                        <a:pt x="0" y="167"/>
                      </a:lnTo>
                      <a:lnTo>
                        <a:pt x="167" y="332"/>
                      </a:lnTo>
                      <a:lnTo>
                        <a:pt x="4167" y="333"/>
                      </a:lnTo>
                      <a:lnTo>
                        <a:pt x="4329" y="174"/>
                      </a:lnTo>
                      <a:lnTo>
                        <a:pt x="4152" y="0"/>
                      </a:lnTo>
                      <a:lnTo>
                        <a:pt x="168" y="1"/>
                      </a:lnTo>
                      <a:close/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95" name="Freeform 10">
                  <a:extLst>
                    <a:ext uri="{FF2B5EF4-FFF2-40B4-BE49-F238E27FC236}">
                      <a16:creationId xmlns:a16="http://schemas.microsoft.com/office/drawing/2014/main" id="{F284E907-CC9F-465D-98A4-0FD9DB0C6D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866"/>
                  <a:ext cx="561" cy="170"/>
                </a:xfrm>
                <a:custGeom>
                  <a:avLst/>
                  <a:gdLst>
                    <a:gd name="T0" fmla="*/ 0 w 561"/>
                    <a:gd name="T1" fmla="*/ 170 h 170"/>
                    <a:gd name="T2" fmla="*/ 171 w 561"/>
                    <a:gd name="T3" fmla="*/ 0 h 170"/>
                    <a:gd name="T4" fmla="*/ 268 w 561"/>
                    <a:gd name="T5" fmla="*/ 0 h 170"/>
                    <a:gd name="T6" fmla="*/ 561 w 561"/>
                    <a:gd name="T7" fmla="*/ 1 h 17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561"/>
                    <a:gd name="T13" fmla="*/ 0 h 170"/>
                    <a:gd name="T14" fmla="*/ 561 w 561"/>
                    <a:gd name="T15" fmla="*/ 170 h 17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561" h="170">
                      <a:moveTo>
                        <a:pt x="0" y="170"/>
                      </a:moveTo>
                      <a:lnTo>
                        <a:pt x="171" y="0"/>
                      </a:lnTo>
                      <a:lnTo>
                        <a:pt x="268" y="0"/>
                      </a:lnTo>
                      <a:lnTo>
                        <a:pt x="561" y="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96" name="Freeform 11">
                  <a:extLst>
                    <a:ext uri="{FF2B5EF4-FFF2-40B4-BE49-F238E27FC236}">
                      <a16:creationId xmlns:a16="http://schemas.microsoft.com/office/drawing/2014/main" id="{C8434BDA-0ECE-4113-9529-9F1073486E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1031"/>
                  <a:ext cx="573" cy="175"/>
                </a:xfrm>
                <a:custGeom>
                  <a:avLst/>
                  <a:gdLst>
                    <a:gd name="T0" fmla="*/ 0 w 573"/>
                    <a:gd name="T1" fmla="*/ 0 h 175"/>
                    <a:gd name="T2" fmla="*/ 177 w 573"/>
                    <a:gd name="T3" fmla="*/ 175 h 175"/>
                    <a:gd name="T4" fmla="*/ 573 w 573"/>
                    <a:gd name="T5" fmla="*/ 175 h 175"/>
                    <a:gd name="T6" fmla="*/ 0 60000 65536"/>
                    <a:gd name="T7" fmla="*/ 0 60000 65536"/>
                    <a:gd name="T8" fmla="*/ 0 60000 65536"/>
                    <a:gd name="T9" fmla="*/ 0 w 573"/>
                    <a:gd name="T10" fmla="*/ 0 h 175"/>
                    <a:gd name="T11" fmla="*/ 573 w 573"/>
                    <a:gd name="T12" fmla="*/ 175 h 1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573" h="175">
                      <a:moveTo>
                        <a:pt x="0" y="0"/>
                      </a:moveTo>
                      <a:lnTo>
                        <a:pt x="177" y="175"/>
                      </a:lnTo>
                      <a:lnTo>
                        <a:pt x="573" y="175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97" name="Freeform 12">
                  <a:extLst>
                    <a:ext uri="{FF2B5EF4-FFF2-40B4-BE49-F238E27FC236}">
                      <a16:creationId xmlns:a16="http://schemas.microsoft.com/office/drawing/2014/main" id="{56ACBFE0-C90E-44C4-84B5-5D6187566E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8" y="864"/>
                  <a:ext cx="170" cy="170"/>
                </a:xfrm>
                <a:custGeom>
                  <a:avLst/>
                  <a:gdLst>
                    <a:gd name="T0" fmla="*/ 170 w 170"/>
                    <a:gd name="T1" fmla="*/ 170 h 170"/>
                    <a:gd name="T2" fmla="*/ 0 w 170"/>
                    <a:gd name="T3" fmla="*/ 0 h 170"/>
                    <a:gd name="T4" fmla="*/ 0 60000 65536"/>
                    <a:gd name="T5" fmla="*/ 0 60000 65536"/>
                    <a:gd name="T6" fmla="*/ 0 w 170"/>
                    <a:gd name="T7" fmla="*/ 0 h 170"/>
                    <a:gd name="T8" fmla="*/ 170 w 170"/>
                    <a:gd name="T9" fmla="*/ 170 h 17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70" h="170">
                      <a:moveTo>
                        <a:pt x="170" y="17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98" name="Freeform 13">
                  <a:extLst>
                    <a:ext uri="{FF2B5EF4-FFF2-40B4-BE49-F238E27FC236}">
                      <a16:creationId xmlns:a16="http://schemas.microsoft.com/office/drawing/2014/main" id="{83ED8C18-886F-4810-AED0-AFECE82D51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0" y="1038"/>
                  <a:ext cx="162" cy="163"/>
                </a:xfrm>
                <a:custGeom>
                  <a:avLst/>
                  <a:gdLst>
                    <a:gd name="T0" fmla="*/ 0 w 162"/>
                    <a:gd name="T1" fmla="*/ 163 h 163"/>
                    <a:gd name="T2" fmla="*/ 162 w 162"/>
                    <a:gd name="T3" fmla="*/ 0 h 163"/>
                    <a:gd name="T4" fmla="*/ 0 60000 65536"/>
                    <a:gd name="T5" fmla="*/ 0 60000 65536"/>
                    <a:gd name="T6" fmla="*/ 0 w 162"/>
                    <a:gd name="T7" fmla="*/ 0 h 163"/>
                    <a:gd name="T8" fmla="*/ 162 w 162"/>
                    <a:gd name="T9" fmla="*/ 163 h 16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62" h="163">
                      <a:moveTo>
                        <a:pt x="0" y="163"/>
                      </a:moveTo>
                      <a:lnTo>
                        <a:pt x="162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6166" name="Group 14">
                <a:extLst>
                  <a:ext uri="{FF2B5EF4-FFF2-40B4-BE49-F238E27FC236}">
                    <a16:creationId xmlns:a16="http://schemas.microsoft.com/office/drawing/2014/main" id="{F1212DC7-55BC-4F1A-97E8-6F1C79884B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7" y="3312"/>
                <a:ext cx="5142" cy="363"/>
                <a:chOff x="527" y="3312"/>
                <a:chExt cx="5142" cy="363"/>
              </a:xfrm>
            </p:grpSpPr>
            <p:sp>
              <p:nvSpPr>
                <p:cNvPr id="46190" name="Freeform 15">
                  <a:extLst>
                    <a:ext uri="{FF2B5EF4-FFF2-40B4-BE49-F238E27FC236}">
                      <a16:creationId xmlns:a16="http://schemas.microsoft.com/office/drawing/2014/main" id="{F841A182-14DA-4357-85E5-DB1564E8C8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0" y="3317"/>
                  <a:ext cx="2634" cy="176"/>
                </a:xfrm>
                <a:custGeom>
                  <a:avLst/>
                  <a:gdLst>
                    <a:gd name="T0" fmla="*/ 0 w 2634"/>
                    <a:gd name="T1" fmla="*/ 176 h 176"/>
                    <a:gd name="T2" fmla="*/ 176 w 2634"/>
                    <a:gd name="T3" fmla="*/ 3 h 176"/>
                    <a:gd name="T4" fmla="*/ 272 w 2634"/>
                    <a:gd name="T5" fmla="*/ 3 h 176"/>
                    <a:gd name="T6" fmla="*/ 2634 w 2634"/>
                    <a:gd name="T7" fmla="*/ 0 h 17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634"/>
                    <a:gd name="T13" fmla="*/ 0 h 176"/>
                    <a:gd name="T14" fmla="*/ 2634 w 2634"/>
                    <a:gd name="T15" fmla="*/ 176 h 17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634" h="176">
                      <a:moveTo>
                        <a:pt x="0" y="176"/>
                      </a:moveTo>
                      <a:lnTo>
                        <a:pt x="176" y="3"/>
                      </a:lnTo>
                      <a:lnTo>
                        <a:pt x="272" y="3"/>
                      </a:lnTo>
                      <a:lnTo>
                        <a:pt x="2634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91" name="Freeform 16">
                  <a:extLst>
                    <a:ext uri="{FF2B5EF4-FFF2-40B4-BE49-F238E27FC236}">
                      <a16:creationId xmlns:a16="http://schemas.microsoft.com/office/drawing/2014/main" id="{909C1112-BFCD-40E2-8F9D-0399027F4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7" y="3488"/>
                  <a:ext cx="2642" cy="178"/>
                </a:xfrm>
                <a:custGeom>
                  <a:avLst/>
                  <a:gdLst>
                    <a:gd name="T0" fmla="*/ 0 w 2642"/>
                    <a:gd name="T1" fmla="*/ 0 h 178"/>
                    <a:gd name="T2" fmla="*/ 174 w 2642"/>
                    <a:gd name="T3" fmla="*/ 176 h 178"/>
                    <a:gd name="T4" fmla="*/ 2642 w 2642"/>
                    <a:gd name="T5" fmla="*/ 178 h 178"/>
                    <a:gd name="T6" fmla="*/ 0 60000 65536"/>
                    <a:gd name="T7" fmla="*/ 0 60000 65536"/>
                    <a:gd name="T8" fmla="*/ 0 60000 65536"/>
                    <a:gd name="T9" fmla="*/ 0 w 2642"/>
                    <a:gd name="T10" fmla="*/ 0 h 178"/>
                    <a:gd name="T11" fmla="*/ 2642 w 2642"/>
                    <a:gd name="T12" fmla="*/ 178 h 17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642" h="178">
                      <a:moveTo>
                        <a:pt x="0" y="0"/>
                      </a:moveTo>
                      <a:lnTo>
                        <a:pt x="174" y="176"/>
                      </a:lnTo>
                      <a:lnTo>
                        <a:pt x="2642" y="178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92" name="Freeform 17">
                  <a:extLst>
                    <a:ext uri="{FF2B5EF4-FFF2-40B4-BE49-F238E27FC236}">
                      <a16:creationId xmlns:a16="http://schemas.microsoft.com/office/drawing/2014/main" id="{50A0C5F9-DA66-48B8-924D-AE6B488F87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" y="3486"/>
                  <a:ext cx="2513" cy="2"/>
                </a:xfrm>
                <a:custGeom>
                  <a:avLst/>
                  <a:gdLst>
                    <a:gd name="T0" fmla="*/ 2513 w 2513"/>
                    <a:gd name="T1" fmla="*/ 2 h 2"/>
                    <a:gd name="T2" fmla="*/ 0 w 2513"/>
                    <a:gd name="T3" fmla="*/ 0 h 2"/>
                    <a:gd name="T4" fmla="*/ 0 60000 65536"/>
                    <a:gd name="T5" fmla="*/ 0 60000 65536"/>
                    <a:gd name="T6" fmla="*/ 0 w 2513"/>
                    <a:gd name="T7" fmla="*/ 0 h 2"/>
                    <a:gd name="T8" fmla="*/ 2513 w 2513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513" h="2">
                      <a:moveTo>
                        <a:pt x="2513" y="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93" name="Freeform 18">
                  <a:extLst>
                    <a:ext uri="{FF2B5EF4-FFF2-40B4-BE49-F238E27FC236}">
                      <a16:creationId xmlns:a16="http://schemas.microsoft.com/office/drawing/2014/main" id="{49FFCF01-23EB-4EA3-913D-D3047B09B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" y="3312"/>
                  <a:ext cx="2685" cy="363"/>
                </a:xfrm>
                <a:custGeom>
                  <a:avLst/>
                  <a:gdLst>
                    <a:gd name="T0" fmla="*/ 2514 w 2685"/>
                    <a:gd name="T1" fmla="*/ 180 h 363"/>
                    <a:gd name="T2" fmla="*/ 2685 w 2685"/>
                    <a:gd name="T3" fmla="*/ 0 h 363"/>
                    <a:gd name="T4" fmla="*/ 0 w 2685"/>
                    <a:gd name="T5" fmla="*/ 0 h 363"/>
                    <a:gd name="T6" fmla="*/ 0 w 2685"/>
                    <a:gd name="T7" fmla="*/ 362 h 363"/>
                    <a:gd name="T8" fmla="*/ 2682 w 2685"/>
                    <a:gd name="T9" fmla="*/ 363 h 3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85"/>
                    <a:gd name="T16" fmla="*/ 0 h 363"/>
                    <a:gd name="T17" fmla="*/ 2685 w 2685"/>
                    <a:gd name="T18" fmla="*/ 363 h 3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85" h="363">
                      <a:moveTo>
                        <a:pt x="2514" y="180"/>
                      </a:moveTo>
                      <a:lnTo>
                        <a:pt x="2685" y="0"/>
                      </a:lnTo>
                      <a:lnTo>
                        <a:pt x="0" y="0"/>
                      </a:lnTo>
                      <a:lnTo>
                        <a:pt x="0" y="362"/>
                      </a:lnTo>
                      <a:lnTo>
                        <a:pt x="2682" y="363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6167" name="Group 19">
                <a:extLst>
                  <a:ext uri="{FF2B5EF4-FFF2-40B4-BE49-F238E27FC236}">
                    <a16:creationId xmlns:a16="http://schemas.microsoft.com/office/drawing/2014/main" id="{155948CE-2194-4871-84CA-992E924013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" y="2496"/>
                <a:ext cx="5151" cy="354"/>
                <a:chOff x="516" y="2496"/>
                <a:chExt cx="5151" cy="354"/>
              </a:xfrm>
            </p:grpSpPr>
            <p:sp>
              <p:nvSpPr>
                <p:cNvPr id="46186" name="Freeform 20">
                  <a:extLst>
                    <a:ext uri="{FF2B5EF4-FFF2-40B4-BE49-F238E27FC236}">
                      <a16:creationId xmlns:a16="http://schemas.microsoft.com/office/drawing/2014/main" id="{B2B05C6F-CF65-40C7-8997-3EBCEC2C89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" y="2674"/>
                  <a:ext cx="1966" cy="170"/>
                </a:xfrm>
                <a:custGeom>
                  <a:avLst/>
                  <a:gdLst>
                    <a:gd name="T0" fmla="*/ 1966 w 1966"/>
                    <a:gd name="T1" fmla="*/ 0 h 170"/>
                    <a:gd name="T2" fmla="*/ 1795 w 1966"/>
                    <a:gd name="T3" fmla="*/ 170 h 170"/>
                    <a:gd name="T4" fmla="*/ 1698 w 1966"/>
                    <a:gd name="T5" fmla="*/ 170 h 170"/>
                    <a:gd name="T6" fmla="*/ 0 w 1966"/>
                    <a:gd name="T7" fmla="*/ 167 h 17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966"/>
                    <a:gd name="T13" fmla="*/ 0 h 170"/>
                    <a:gd name="T14" fmla="*/ 1966 w 1966"/>
                    <a:gd name="T15" fmla="*/ 170 h 17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966" h="170">
                      <a:moveTo>
                        <a:pt x="1966" y="0"/>
                      </a:moveTo>
                      <a:lnTo>
                        <a:pt x="1795" y="170"/>
                      </a:lnTo>
                      <a:lnTo>
                        <a:pt x="1698" y="170"/>
                      </a:lnTo>
                      <a:lnTo>
                        <a:pt x="0" y="167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87" name="Freeform 21">
                  <a:extLst>
                    <a:ext uri="{FF2B5EF4-FFF2-40B4-BE49-F238E27FC236}">
                      <a16:creationId xmlns:a16="http://schemas.microsoft.com/office/drawing/2014/main" id="{63A089AD-31E8-46FE-8D32-D556477B9C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" y="2503"/>
                  <a:ext cx="1978" cy="176"/>
                </a:xfrm>
                <a:custGeom>
                  <a:avLst/>
                  <a:gdLst>
                    <a:gd name="T0" fmla="*/ 1978 w 1978"/>
                    <a:gd name="T1" fmla="*/ 176 h 176"/>
                    <a:gd name="T2" fmla="*/ 1804 w 1978"/>
                    <a:gd name="T3" fmla="*/ 0 h 176"/>
                    <a:gd name="T4" fmla="*/ 0 w 1978"/>
                    <a:gd name="T5" fmla="*/ 2 h 176"/>
                    <a:gd name="T6" fmla="*/ 0 60000 65536"/>
                    <a:gd name="T7" fmla="*/ 0 60000 65536"/>
                    <a:gd name="T8" fmla="*/ 0 60000 65536"/>
                    <a:gd name="T9" fmla="*/ 0 w 1978"/>
                    <a:gd name="T10" fmla="*/ 0 h 176"/>
                    <a:gd name="T11" fmla="*/ 1978 w 1978"/>
                    <a:gd name="T12" fmla="*/ 176 h 1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978" h="176">
                      <a:moveTo>
                        <a:pt x="1978" y="176"/>
                      </a:moveTo>
                      <a:lnTo>
                        <a:pt x="1804" y="0"/>
                      </a:lnTo>
                      <a:lnTo>
                        <a:pt x="0" y="2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88" name="Freeform 22">
                  <a:extLst>
                    <a:ext uri="{FF2B5EF4-FFF2-40B4-BE49-F238E27FC236}">
                      <a16:creationId xmlns:a16="http://schemas.microsoft.com/office/drawing/2014/main" id="{767045F2-2728-4C96-B684-A4A96AF0C5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1" y="2675"/>
                  <a:ext cx="3186" cy="4"/>
                </a:xfrm>
                <a:custGeom>
                  <a:avLst/>
                  <a:gdLst>
                    <a:gd name="T0" fmla="*/ 0 w 3186"/>
                    <a:gd name="T1" fmla="*/ 4 h 4"/>
                    <a:gd name="T2" fmla="*/ 3186 w 3186"/>
                    <a:gd name="T3" fmla="*/ 0 h 4"/>
                    <a:gd name="T4" fmla="*/ 0 60000 65536"/>
                    <a:gd name="T5" fmla="*/ 0 60000 65536"/>
                    <a:gd name="T6" fmla="*/ 0 w 3186"/>
                    <a:gd name="T7" fmla="*/ 0 h 4"/>
                    <a:gd name="T8" fmla="*/ 3186 w 3186"/>
                    <a:gd name="T9" fmla="*/ 4 h 4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186" h="4">
                      <a:moveTo>
                        <a:pt x="0" y="4"/>
                      </a:moveTo>
                      <a:lnTo>
                        <a:pt x="3186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89" name="Freeform 23">
                  <a:extLst>
                    <a:ext uri="{FF2B5EF4-FFF2-40B4-BE49-F238E27FC236}">
                      <a16:creationId xmlns:a16="http://schemas.microsoft.com/office/drawing/2014/main" id="{0C70BEB6-ED17-45D5-BBD2-F94CD9AF88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4" y="2496"/>
                  <a:ext cx="3360" cy="354"/>
                </a:xfrm>
                <a:custGeom>
                  <a:avLst/>
                  <a:gdLst>
                    <a:gd name="T0" fmla="*/ 6 w 3360"/>
                    <a:gd name="T1" fmla="*/ 0 h 354"/>
                    <a:gd name="T2" fmla="*/ 3360 w 3360"/>
                    <a:gd name="T3" fmla="*/ 3 h 354"/>
                    <a:gd name="T4" fmla="*/ 3360 w 3360"/>
                    <a:gd name="T5" fmla="*/ 354 h 354"/>
                    <a:gd name="T6" fmla="*/ 15 w 3360"/>
                    <a:gd name="T7" fmla="*/ 354 h 354"/>
                    <a:gd name="T8" fmla="*/ 0 w 3360"/>
                    <a:gd name="T9" fmla="*/ 351 h 354"/>
                    <a:gd name="T10" fmla="*/ 183 w 3360"/>
                    <a:gd name="T11" fmla="*/ 177 h 35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360"/>
                    <a:gd name="T19" fmla="*/ 0 h 354"/>
                    <a:gd name="T20" fmla="*/ 3360 w 3360"/>
                    <a:gd name="T21" fmla="*/ 354 h 35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360" h="354">
                      <a:moveTo>
                        <a:pt x="6" y="0"/>
                      </a:moveTo>
                      <a:lnTo>
                        <a:pt x="3360" y="3"/>
                      </a:lnTo>
                      <a:lnTo>
                        <a:pt x="3360" y="354"/>
                      </a:lnTo>
                      <a:lnTo>
                        <a:pt x="15" y="354"/>
                      </a:lnTo>
                      <a:lnTo>
                        <a:pt x="0" y="351"/>
                      </a:lnTo>
                      <a:lnTo>
                        <a:pt x="183" y="177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6168" name="Group 24">
                <a:extLst>
                  <a:ext uri="{FF2B5EF4-FFF2-40B4-BE49-F238E27FC236}">
                    <a16:creationId xmlns:a16="http://schemas.microsoft.com/office/drawing/2014/main" id="{B96DA1EE-DD00-4415-B8BC-76E780878C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" y="896"/>
                <a:ext cx="507" cy="2837"/>
                <a:chOff x="96" y="896"/>
                <a:chExt cx="507" cy="2837"/>
              </a:xfrm>
            </p:grpSpPr>
            <p:sp>
              <p:nvSpPr>
                <p:cNvPr id="46173" name="Text Box 25">
                  <a:extLst>
                    <a:ext uri="{FF2B5EF4-FFF2-40B4-BE49-F238E27FC236}">
                      <a16:creationId xmlns:a16="http://schemas.microsoft.com/office/drawing/2014/main" id="{ADDCA033-115F-435D-9167-ED13FAB5A37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2" y="896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</a:p>
              </p:txBody>
            </p:sp>
            <p:grpSp>
              <p:nvGrpSpPr>
                <p:cNvPr id="46174" name="Group 26">
                  <a:extLst>
                    <a:ext uri="{FF2B5EF4-FFF2-40B4-BE49-F238E27FC236}">
                      <a16:creationId xmlns:a16="http://schemas.microsoft.com/office/drawing/2014/main" id="{587B0E4E-BCF0-4B40-B757-F9F191B7EC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8" y="1664"/>
                  <a:ext cx="362" cy="288"/>
                  <a:chOff x="138" y="1664"/>
                  <a:chExt cx="362" cy="288"/>
                </a:xfrm>
              </p:grpSpPr>
              <p:sp>
                <p:nvSpPr>
                  <p:cNvPr id="46184" name="Text Box 27">
                    <a:extLst>
                      <a:ext uri="{FF2B5EF4-FFF2-40B4-BE49-F238E27FC236}">
                        <a16:creationId xmlns:a16="http://schemas.microsoft.com/office/drawing/2014/main" id="{5D63B0D0-74D5-40BF-9E1D-B29C9143E2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1664"/>
                    <a:ext cx="362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CS</a:t>
                    </a:r>
                  </a:p>
                </p:txBody>
              </p:sp>
              <p:sp>
                <p:nvSpPr>
                  <p:cNvPr id="46185" name="Line 28">
                    <a:extLst>
                      <a:ext uri="{FF2B5EF4-FFF2-40B4-BE49-F238E27FC236}">
                        <a16:creationId xmlns:a16="http://schemas.microsoft.com/office/drawing/2014/main" id="{1434D5E8-1F64-4696-A009-EBBF9B4180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96" y="1686"/>
                    <a:ext cx="24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46175" name="Group 29">
                  <a:extLst>
                    <a:ext uri="{FF2B5EF4-FFF2-40B4-BE49-F238E27FC236}">
                      <a16:creationId xmlns:a16="http://schemas.microsoft.com/office/drawing/2014/main" id="{C2C8E54A-B4C9-4F3B-81CA-5541419F32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" y="2016"/>
                  <a:ext cx="436" cy="288"/>
                  <a:chOff x="138" y="2138"/>
                  <a:chExt cx="436" cy="288"/>
                </a:xfrm>
              </p:grpSpPr>
              <p:sp>
                <p:nvSpPr>
                  <p:cNvPr id="46182" name="Text Box 30">
                    <a:extLst>
                      <a:ext uri="{FF2B5EF4-FFF2-40B4-BE49-F238E27FC236}">
                        <a16:creationId xmlns:a16="http://schemas.microsoft.com/office/drawing/2014/main" id="{DDA5A850-7B9E-402C-BBDF-B5F42AD872B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2138"/>
                    <a:ext cx="436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WE</a:t>
                    </a:r>
                  </a:p>
                </p:txBody>
              </p:sp>
              <p:sp>
                <p:nvSpPr>
                  <p:cNvPr id="46183" name="Line 31">
                    <a:extLst>
                      <a:ext uri="{FF2B5EF4-FFF2-40B4-BE49-F238E27FC236}">
                        <a16:creationId xmlns:a16="http://schemas.microsoft.com/office/drawing/2014/main" id="{F35D8CE2-2FD5-4DD4-B18C-5C312DB04F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86" y="2160"/>
                    <a:ext cx="288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46176" name="Group 32">
                  <a:extLst>
                    <a:ext uri="{FF2B5EF4-FFF2-40B4-BE49-F238E27FC236}">
                      <a16:creationId xmlns:a16="http://schemas.microsoft.com/office/drawing/2014/main" id="{5BCEFC4D-FDA3-444F-A1F6-161B119470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8" y="2640"/>
                  <a:ext cx="465" cy="398"/>
                  <a:chOff x="138" y="2714"/>
                  <a:chExt cx="465" cy="398"/>
                </a:xfrm>
              </p:grpSpPr>
              <p:sp>
                <p:nvSpPr>
                  <p:cNvPr id="46180" name="Text Box 33">
                    <a:extLst>
                      <a:ext uri="{FF2B5EF4-FFF2-40B4-BE49-F238E27FC236}">
                        <a16:creationId xmlns:a16="http://schemas.microsoft.com/office/drawing/2014/main" id="{996CF716-FDE7-43ED-8FE4-D4965473593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2714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D</a:t>
                    </a:r>
                  </a:p>
                </p:txBody>
              </p:sp>
              <p:sp>
                <p:nvSpPr>
                  <p:cNvPr id="46181" name="Text Box 34">
                    <a:extLst>
                      <a:ext uri="{FF2B5EF4-FFF2-40B4-BE49-F238E27FC236}">
                        <a16:creationId xmlns:a16="http://schemas.microsoft.com/office/drawing/2014/main" id="{16423E4D-C4D1-4465-891D-D83C5A21DDD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" y="2920"/>
                    <a:ext cx="359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OUT</a:t>
                    </a:r>
                  </a:p>
                </p:txBody>
              </p:sp>
            </p:grpSp>
            <p:grpSp>
              <p:nvGrpSpPr>
                <p:cNvPr id="46177" name="Group 35">
                  <a:extLst>
                    <a:ext uri="{FF2B5EF4-FFF2-40B4-BE49-F238E27FC236}">
                      <a16:creationId xmlns:a16="http://schemas.microsoft.com/office/drawing/2014/main" id="{21F33EB0-D3FF-4C4F-AC66-D3A0B8D555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8" y="3344"/>
                  <a:ext cx="395" cy="389"/>
                  <a:chOff x="138" y="3344"/>
                  <a:chExt cx="395" cy="389"/>
                </a:xfrm>
              </p:grpSpPr>
              <p:sp>
                <p:nvSpPr>
                  <p:cNvPr id="46178" name="Text Box 36">
                    <a:extLst>
                      <a:ext uri="{FF2B5EF4-FFF2-40B4-BE49-F238E27FC236}">
                        <a16:creationId xmlns:a16="http://schemas.microsoft.com/office/drawing/2014/main" id="{707FC8C1-CC6A-4C6E-9743-B47068CA5F8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3344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D</a:t>
                    </a:r>
                  </a:p>
                </p:txBody>
              </p:sp>
              <p:sp>
                <p:nvSpPr>
                  <p:cNvPr id="46179" name="Text Box 37">
                    <a:extLst>
                      <a:ext uri="{FF2B5EF4-FFF2-40B4-BE49-F238E27FC236}">
                        <a16:creationId xmlns:a16="http://schemas.microsoft.com/office/drawing/2014/main" id="{54E7F88A-A9DA-484D-93CB-77BF0B035B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2" y="3541"/>
                    <a:ext cx="241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IN</a:t>
                    </a:r>
                  </a:p>
                </p:txBody>
              </p:sp>
            </p:grpSp>
          </p:grpSp>
          <p:grpSp>
            <p:nvGrpSpPr>
              <p:cNvPr id="46169" name="Group 38">
                <a:extLst>
                  <a:ext uri="{FF2B5EF4-FFF2-40B4-BE49-F238E27FC236}">
                    <a16:creationId xmlns:a16="http://schemas.microsoft.com/office/drawing/2014/main" id="{6D908699-2EE4-43A9-8FDB-14E5362165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7" y="2013"/>
                <a:ext cx="5140" cy="255"/>
                <a:chOff x="527" y="2013"/>
                <a:chExt cx="5140" cy="255"/>
              </a:xfrm>
            </p:grpSpPr>
            <p:sp>
              <p:nvSpPr>
                <p:cNvPr id="46170" name="Freeform 39">
                  <a:extLst>
                    <a:ext uri="{FF2B5EF4-FFF2-40B4-BE49-F238E27FC236}">
                      <a16:creationId xmlns:a16="http://schemas.microsoft.com/office/drawing/2014/main" id="{DFB491E0-CEA7-434C-B46F-956BE9397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" y="2016"/>
                  <a:ext cx="5139" cy="243"/>
                </a:xfrm>
                <a:custGeom>
                  <a:avLst/>
                  <a:gdLst>
                    <a:gd name="T0" fmla="*/ 0 w 5139"/>
                    <a:gd name="T1" fmla="*/ 3 h 243"/>
                    <a:gd name="T2" fmla="*/ 1104 w 5139"/>
                    <a:gd name="T3" fmla="*/ 0 h 243"/>
                    <a:gd name="T4" fmla="*/ 1346 w 5139"/>
                    <a:gd name="T5" fmla="*/ 243 h 243"/>
                    <a:gd name="T6" fmla="*/ 3273 w 5139"/>
                    <a:gd name="T7" fmla="*/ 242 h 243"/>
                    <a:gd name="T8" fmla="*/ 3509 w 5139"/>
                    <a:gd name="T9" fmla="*/ 6 h 243"/>
                    <a:gd name="T10" fmla="*/ 5139 w 5139"/>
                    <a:gd name="T11" fmla="*/ 6 h 24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139"/>
                    <a:gd name="T19" fmla="*/ 0 h 243"/>
                    <a:gd name="T20" fmla="*/ 5139 w 5139"/>
                    <a:gd name="T21" fmla="*/ 243 h 24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139" h="243">
                      <a:moveTo>
                        <a:pt x="0" y="3"/>
                      </a:moveTo>
                      <a:lnTo>
                        <a:pt x="1104" y="0"/>
                      </a:lnTo>
                      <a:lnTo>
                        <a:pt x="1346" y="243"/>
                      </a:lnTo>
                      <a:lnTo>
                        <a:pt x="3273" y="242"/>
                      </a:lnTo>
                      <a:lnTo>
                        <a:pt x="3509" y="6"/>
                      </a:lnTo>
                      <a:lnTo>
                        <a:pt x="5139" y="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71" name="Freeform 40">
                  <a:extLst>
                    <a:ext uri="{FF2B5EF4-FFF2-40B4-BE49-F238E27FC236}">
                      <a16:creationId xmlns:a16="http://schemas.microsoft.com/office/drawing/2014/main" id="{2F700561-A2E2-4DD1-91FA-41CD33B31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" y="2016"/>
                  <a:ext cx="1350" cy="252"/>
                </a:xfrm>
                <a:custGeom>
                  <a:avLst/>
                  <a:gdLst>
                    <a:gd name="T0" fmla="*/ 1 w 1350"/>
                    <a:gd name="T1" fmla="*/ 0 h 252"/>
                    <a:gd name="T2" fmla="*/ 1095 w 1350"/>
                    <a:gd name="T3" fmla="*/ 0 h 252"/>
                    <a:gd name="T4" fmla="*/ 1350 w 1350"/>
                    <a:gd name="T5" fmla="*/ 252 h 252"/>
                    <a:gd name="T6" fmla="*/ 0 w 1350"/>
                    <a:gd name="T7" fmla="*/ 252 h 25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50"/>
                    <a:gd name="T13" fmla="*/ 0 h 252"/>
                    <a:gd name="T14" fmla="*/ 1350 w 1350"/>
                    <a:gd name="T15" fmla="*/ 252 h 25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50" h="252">
                      <a:moveTo>
                        <a:pt x="1" y="0"/>
                      </a:moveTo>
                      <a:lnTo>
                        <a:pt x="1095" y="0"/>
                      </a:lnTo>
                      <a:lnTo>
                        <a:pt x="1350" y="252"/>
                      </a:lnTo>
                      <a:lnTo>
                        <a:pt x="0" y="252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6172" name="Freeform 41">
                  <a:extLst>
                    <a:ext uri="{FF2B5EF4-FFF2-40B4-BE49-F238E27FC236}">
                      <a16:creationId xmlns:a16="http://schemas.microsoft.com/office/drawing/2014/main" id="{2ABC5F50-BC0D-4C24-977D-7A276E0A45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4" y="2013"/>
                  <a:ext cx="1867" cy="255"/>
                </a:xfrm>
                <a:custGeom>
                  <a:avLst/>
                  <a:gdLst>
                    <a:gd name="T0" fmla="*/ 1867 w 1867"/>
                    <a:gd name="T1" fmla="*/ 12 h 255"/>
                    <a:gd name="T2" fmla="*/ 262 w 1867"/>
                    <a:gd name="T3" fmla="*/ 0 h 255"/>
                    <a:gd name="T4" fmla="*/ 0 w 1867"/>
                    <a:gd name="T5" fmla="*/ 255 h 255"/>
                    <a:gd name="T6" fmla="*/ 1867 w 1867"/>
                    <a:gd name="T7" fmla="*/ 255 h 25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867"/>
                    <a:gd name="T13" fmla="*/ 0 h 255"/>
                    <a:gd name="T14" fmla="*/ 1867 w 1867"/>
                    <a:gd name="T15" fmla="*/ 255 h 25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867" h="255">
                      <a:moveTo>
                        <a:pt x="1867" y="12"/>
                      </a:moveTo>
                      <a:lnTo>
                        <a:pt x="262" y="0"/>
                      </a:lnTo>
                      <a:lnTo>
                        <a:pt x="0" y="255"/>
                      </a:lnTo>
                      <a:lnTo>
                        <a:pt x="1867" y="255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46163" name="Rectangle 42">
              <a:extLst>
                <a:ext uri="{FF2B5EF4-FFF2-40B4-BE49-F238E27FC236}">
                  <a16:creationId xmlns:a16="http://schemas.microsoft.com/office/drawing/2014/main" id="{D149A519-A899-48CB-BC82-5299242EE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3312"/>
              <a:ext cx="834" cy="363"/>
            </a:xfrm>
            <a:prstGeom prst="rect">
              <a:avLst/>
            </a:prstGeom>
            <a:solidFill>
              <a:schemeClr val="tx1">
                <a:alpha val="50195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6083" name="Text Box 43">
            <a:extLst>
              <a:ext uri="{FF2B5EF4-FFF2-40B4-BE49-F238E27FC236}">
                <a16:creationId xmlns:a16="http://schemas.microsoft.com/office/drawing/2014/main" id="{69B797A1-6052-405A-939B-4B1A8F205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60072" y="137538"/>
            <a:ext cx="614495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(4)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静态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RAM (2114) </a:t>
            </a:r>
            <a:r>
              <a:rPr kumimoji="1" lang="zh-CN" altLang="en-US" b="1" dirty="0">
                <a:solidFill>
                  <a:srgbClr val="000000"/>
                </a:solidFill>
                <a:latin typeface="Times New Roman" panose="02020603050405020304" pitchFamily="18" charset="0"/>
              </a:rPr>
              <a:t>读写时序  </a:t>
            </a:r>
          </a:p>
        </p:txBody>
      </p:sp>
      <p:grpSp>
        <p:nvGrpSpPr>
          <p:cNvPr id="14" name="Group 44">
            <a:extLst>
              <a:ext uri="{FF2B5EF4-FFF2-40B4-BE49-F238E27FC236}">
                <a16:creationId xmlns:a16="http://schemas.microsoft.com/office/drawing/2014/main" id="{7791483A-A73B-4998-952B-8DF22E9EC1F4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784225"/>
            <a:ext cx="6858000" cy="631825"/>
            <a:chOff x="720" y="494"/>
            <a:chExt cx="4320" cy="398"/>
          </a:xfrm>
        </p:grpSpPr>
        <p:sp>
          <p:nvSpPr>
            <p:cNvPr id="46157" name="Line 45">
              <a:extLst>
                <a:ext uri="{FF2B5EF4-FFF2-40B4-BE49-F238E27FC236}">
                  <a16:creationId xmlns:a16="http://schemas.microsoft.com/office/drawing/2014/main" id="{BA6EA176-A14E-4611-85E1-5BCAE8EAC3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0" y="720"/>
              <a:ext cx="1440" cy="2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6158" name="Group 46">
              <a:extLst>
                <a:ext uri="{FF2B5EF4-FFF2-40B4-BE49-F238E27FC236}">
                  <a16:creationId xmlns:a16="http://schemas.microsoft.com/office/drawing/2014/main" id="{40C2A12F-DADE-47F7-8E5E-DDDFEA55A4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8" y="494"/>
              <a:ext cx="386" cy="398"/>
              <a:chOff x="4455" y="588"/>
              <a:chExt cx="386" cy="398"/>
            </a:xfrm>
          </p:grpSpPr>
          <p:sp>
            <p:nvSpPr>
              <p:cNvPr id="46160" name="Text Box 47">
                <a:extLst>
                  <a:ext uri="{FF2B5EF4-FFF2-40B4-BE49-F238E27FC236}">
                    <a16:creationId xmlns:a16="http://schemas.microsoft.com/office/drawing/2014/main" id="{38F88039-C1D0-487B-B71F-6D3BD45735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</a:p>
            </p:txBody>
          </p:sp>
          <p:sp>
            <p:nvSpPr>
              <p:cNvPr id="46161" name="Text Box 48">
                <a:extLst>
                  <a:ext uri="{FF2B5EF4-FFF2-40B4-BE49-F238E27FC236}">
                    <a16:creationId xmlns:a16="http://schemas.microsoft.com/office/drawing/2014/main" id="{C4EE2984-8FBE-4073-902C-1AE6C28BC9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81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WC</a:t>
                </a:r>
              </a:p>
            </p:txBody>
          </p:sp>
        </p:grpSp>
        <p:sp>
          <p:nvSpPr>
            <p:cNvPr id="46159" name="Line 49">
              <a:extLst>
                <a:ext uri="{FF2B5EF4-FFF2-40B4-BE49-F238E27FC236}">
                  <a16:creationId xmlns:a16="http://schemas.microsoft.com/office/drawing/2014/main" id="{1271CE77-5473-4DD6-86B4-56E6881503C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720" y="720"/>
              <a:ext cx="1728" cy="2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6" name="Group 50">
            <a:extLst>
              <a:ext uri="{FF2B5EF4-FFF2-40B4-BE49-F238E27FC236}">
                <a16:creationId xmlns:a16="http://schemas.microsoft.com/office/drawing/2014/main" id="{75B6A356-5547-4C9C-99B6-11676EC435C3}"/>
              </a:ext>
            </a:extLst>
          </p:cNvPr>
          <p:cNvGrpSpPr>
            <a:grpSpLocks/>
          </p:cNvGrpSpPr>
          <p:nvPr/>
        </p:nvGrpSpPr>
        <p:grpSpPr bwMode="auto">
          <a:xfrm>
            <a:off x="2965450" y="2003425"/>
            <a:ext cx="3278188" cy="631825"/>
            <a:chOff x="1868" y="1262"/>
            <a:chExt cx="2065" cy="398"/>
          </a:xfrm>
        </p:grpSpPr>
        <p:sp>
          <p:nvSpPr>
            <p:cNvPr id="46152" name="Freeform 51">
              <a:extLst>
                <a:ext uri="{FF2B5EF4-FFF2-40B4-BE49-F238E27FC236}">
                  <a16:creationId xmlns:a16="http://schemas.microsoft.com/office/drawing/2014/main" id="{AF396DE5-F5ED-42D5-BE0B-5AAA6F5DE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394"/>
              <a:ext cx="861" cy="4"/>
            </a:xfrm>
            <a:custGeom>
              <a:avLst/>
              <a:gdLst>
                <a:gd name="T0" fmla="*/ 0 w 861"/>
                <a:gd name="T1" fmla="*/ 0 h 4"/>
                <a:gd name="T2" fmla="*/ 861 w 861"/>
                <a:gd name="T3" fmla="*/ 4 h 4"/>
                <a:gd name="T4" fmla="*/ 0 60000 65536"/>
                <a:gd name="T5" fmla="*/ 0 60000 65536"/>
                <a:gd name="T6" fmla="*/ 0 w 861"/>
                <a:gd name="T7" fmla="*/ 0 h 4"/>
                <a:gd name="T8" fmla="*/ 861 w 861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61" h="4">
                  <a:moveTo>
                    <a:pt x="0" y="0"/>
                  </a:moveTo>
                  <a:lnTo>
                    <a:pt x="861" y="4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6153" name="Group 52">
              <a:extLst>
                <a:ext uri="{FF2B5EF4-FFF2-40B4-BE49-F238E27FC236}">
                  <a16:creationId xmlns:a16="http://schemas.microsoft.com/office/drawing/2014/main" id="{771D6683-30A4-4E3B-9C56-0B40FD2D0F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07" y="1262"/>
              <a:ext cx="317" cy="398"/>
              <a:chOff x="4455" y="588"/>
              <a:chExt cx="317" cy="398"/>
            </a:xfrm>
          </p:grpSpPr>
          <p:sp>
            <p:nvSpPr>
              <p:cNvPr id="46155" name="Text Box 53">
                <a:extLst>
                  <a:ext uri="{FF2B5EF4-FFF2-40B4-BE49-F238E27FC236}">
                    <a16:creationId xmlns:a16="http://schemas.microsoft.com/office/drawing/2014/main" id="{91B2F0BB-3DDA-4381-8CF5-640DF4752F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</a:p>
            </p:txBody>
          </p:sp>
          <p:sp>
            <p:nvSpPr>
              <p:cNvPr id="46156" name="Text Box 54">
                <a:extLst>
                  <a:ext uri="{FF2B5EF4-FFF2-40B4-BE49-F238E27FC236}">
                    <a16:creationId xmlns:a16="http://schemas.microsoft.com/office/drawing/2014/main" id="{A80C95E6-9074-4FF0-824D-E6C9A6F83F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1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W</a:t>
                </a:r>
              </a:p>
            </p:txBody>
          </p:sp>
        </p:grpSp>
        <p:sp>
          <p:nvSpPr>
            <p:cNvPr id="46154" name="Freeform 55">
              <a:extLst>
                <a:ext uri="{FF2B5EF4-FFF2-40B4-BE49-F238E27FC236}">
                  <a16:creationId xmlns:a16="http://schemas.microsoft.com/office/drawing/2014/main" id="{0E04F8CB-95D8-40C8-AC81-E5B277174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391"/>
              <a:ext cx="724" cy="1"/>
            </a:xfrm>
            <a:custGeom>
              <a:avLst/>
              <a:gdLst>
                <a:gd name="T0" fmla="*/ 724 w 724"/>
                <a:gd name="T1" fmla="*/ 1 h 1"/>
                <a:gd name="T2" fmla="*/ 0 w 724"/>
                <a:gd name="T3" fmla="*/ 0 h 1"/>
                <a:gd name="T4" fmla="*/ 0 60000 65536"/>
                <a:gd name="T5" fmla="*/ 0 60000 65536"/>
                <a:gd name="T6" fmla="*/ 0 w 724"/>
                <a:gd name="T7" fmla="*/ 0 h 1"/>
                <a:gd name="T8" fmla="*/ 724 w 72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24" h="1">
                  <a:moveTo>
                    <a:pt x="724" y="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8" name="Group 56">
            <a:extLst>
              <a:ext uri="{FF2B5EF4-FFF2-40B4-BE49-F238E27FC236}">
                <a16:creationId xmlns:a16="http://schemas.microsoft.com/office/drawing/2014/main" id="{853B3ED4-19D0-4E82-9564-8C081651B837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2003425"/>
            <a:ext cx="1828800" cy="631825"/>
            <a:chOff x="720" y="1262"/>
            <a:chExt cx="1152" cy="398"/>
          </a:xfrm>
        </p:grpSpPr>
        <p:grpSp>
          <p:nvGrpSpPr>
            <p:cNvPr id="46147" name="Group 57">
              <a:extLst>
                <a:ext uri="{FF2B5EF4-FFF2-40B4-BE49-F238E27FC236}">
                  <a16:creationId xmlns:a16="http://schemas.microsoft.com/office/drawing/2014/main" id="{3017C934-8031-48D3-A722-3B1C10439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5" y="1262"/>
              <a:ext cx="386" cy="398"/>
              <a:chOff x="4455" y="588"/>
              <a:chExt cx="386" cy="398"/>
            </a:xfrm>
          </p:grpSpPr>
          <p:sp>
            <p:nvSpPr>
              <p:cNvPr id="46150" name="Text Box 58">
                <a:extLst>
                  <a:ext uri="{FF2B5EF4-FFF2-40B4-BE49-F238E27FC236}">
                    <a16:creationId xmlns:a16="http://schemas.microsoft.com/office/drawing/2014/main" id="{44C67EDF-362C-4396-8D04-8EBD1E6981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</a:p>
            </p:txBody>
          </p:sp>
          <p:sp>
            <p:nvSpPr>
              <p:cNvPr id="46151" name="Text Box 59">
                <a:extLst>
                  <a:ext uri="{FF2B5EF4-FFF2-40B4-BE49-F238E27FC236}">
                    <a16:creationId xmlns:a16="http://schemas.microsoft.com/office/drawing/2014/main" id="{540FC22B-0D0F-410F-8B48-DD09D07475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81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AW</a:t>
                </a:r>
              </a:p>
            </p:txBody>
          </p:sp>
        </p:grpSp>
        <p:sp>
          <p:nvSpPr>
            <p:cNvPr id="46148" name="Line 60">
              <a:extLst>
                <a:ext uri="{FF2B5EF4-FFF2-40B4-BE49-F238E27FC236}">
                  <a16:creationId xmlns:a16="http://schemas.microsoft.com/office/drawing/2014/main" id="{69DB7E59-17D9-41A8-84BD-EBB0DF88E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149" name="Line 61">
              <a:extLst>
                <a:ext uri="{FF2B5EF4-FFF2-40B4-BE49-F238E27FC236}">
                  <a16:creationId xmlns:a16="http://schemas.microsoft.com/office/drawing/2014/main" id="{0EDEC806-F32A-41C4-AFBB-94812A45237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720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0" name="Group 62">
            <a:extLst>
              <a:ext uri="{FF2B5EF4-FFF2-40B4-BE49-F238E27FC236}">
                <a16:creationId xmlns:a16="http://schemas.microsoft.com/office/drawing/2014/main" id="{B93FDBD6-CFA7-4461-BE45-BD565EC8D1C8}"/>
              </a:ext>
            </a:extLst>
          </p:cNvPr>
          <p:cNvGrpSpPr>
            <a:grpSpLocks/>
          </p:cNvGrpSpPr>
          <p:nvPr/>
        </p:nvGrpSpPr>
        <p:grpSpPr bwMode="auto">
          <a:xfrm>
            <a:off x="5086350" y="4678363"/>
            <a:ext cx="1162050" cy="631825"/>
            <a:chOff x="3204" y="2947"/>
            <a:chExt cx="732" cy="398"/>
          </a:xfrm>
        </p:grpSpPr>
        <p:sp>
          <p:nvSpPr>
            <p:cNvPr id="46144" name="Text Box 63">
              <a:extLst>
                <a:ext uri="{FF2B5EF4-FFF2-40B4-BE49-F238E27FC236}">
                  <a16:creationId xmlns:a16="http://schemas.microsoft.com/office/drawing/2014/main" id="{C69E7CBA-CA67-4FEC-8B3B-72AE9DC62D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1" y="2947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1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t</a:t>
              </a:r>
            </a:p>
          </p:txBody>
        </p:sp>
        <p:sp>
          <p:nvSpPr>
            <p:cNvPr id="46145" name="Text Box 64">
              <a:extLst>
                <a:ext uri="{FF2B5EF4-FFF2-40B4-BE49-F238E27FC236}">
                  <a16:creationId xmlns:a16="http://schemas.microsoft.com/office/drawing/2014/main" id="{B79E0064-B7DA-413D-80DE-A10515197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6" y="3172"/>
              <a:ext cx="28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DW</a:t>
              </a:r>
            </a:p>
          </p:txBody>
        </p:sp>
        <p:sp>
          <p:nvSpPr>
            <p:cNvPr id="46146" name="Freeform 65">
              <a:extLst>
                <a:ext uri="{FF2B5EF4-FFF2-40B4-BE49-F238E27FC236}">
                  <a16:creationId xmlns:a16="http://schemas.microsoft.com/office/drawing/2014/main" id="{A964F47A-E4B6-41CF-810B-EA0E9CAEA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976"/>
              <a:ext cx="732" cy="5"/>
            </a:xfrm>
            <a:custGeom>
              <a:avLst/>
              <a:gdLst>
                <a:gd name="T0" fmla="*/ 0 w 732"/>
                <a:gd name="T1" fmla="*/ 0 h 5"/>
                <a:gd name="T2" fmla="*/ 723 w 732"/>
                <a:gd name="T3" fmla="*/ 0 h 5"/>
                <a:gd name="T4" fmla="*/ 732 w 732"/>
                <a:gd name="T5" fmla="*/ 5 h 5"/>
                <a:gd name="T6" fmla="*/ 0 60000 65536"/>
                <a:gd name="T7" fmla="*/ 0 60000 65536"/>
                <a:gd name="T8" fmla="*/ 0 60000 65536"/>
                <a:gd name="T9" fmla="*/ 0 w 732"/>
                <a:gd name="T10" fmla="*/ 0 h 5"/>
                <a:gd name="T11" fmla="*/ 732 w 732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32" h="5">
                  <a:moveTo>
                    <a:pt x="0" y="0"/>
                  </a:moveTo>
                  <a:lnTo>
                    <a:pt x="723" y="0"/>
                  </a:lnTo>
                  <a:lnTo>
                    <a:pt x="732" y="5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1" name="Group 66">
            <a:extLst>
              <a:ext uri="{FF2B5EF4-FFF2-40B4-BE49-F238E27FC236}">
                <a16:creationId xmlns:a16="http://schemas.microsoft.com/office/drawing/2014/main" id="{102A83F3-62A0-4805-A454-029F4B4B6392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670425"/>
            <a:ext cx="1403350" cy="631825"/>
            <a:chOff x="3936" y="2942"/>
            <a:chExt cx="1002" cy="398"/>
          </a:xfrm>
        </p:grpSpPr>
        <p:grpSp>
          <p:nvGrpSpPr>
            <p:cNvPr id="46140" name="Group 67">
              <a:extLst>
                <a:ext uri="{FF2B5EF4-FFF2-40B4-BE49-F238E27FC236}">
                  <a16:creationId xmlns:a16="http://schemas.microsoft.com/office/drawing/2014/main" id="{14371482-C50C-4374-BF32-AF2FA1097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3" y="2942"/>
              <a:ext cx="400" cy="398"/>
              <a:chOff x="4455" y="588"/>
              <a:chExt cx="400" cy="398"/>
            </a:xfrm>
          </p:grpSpPr>
          <p:sp>
            <p:nvSpPr>
              <p:cNvPr id="46142" name="Text Box 68">
                <a:extLst>
                  <a:ext uri="{FF2B5EF4-FFF2-40B4-BE49-F238E27FC236}">
                    <a16:creationId xmlns:a16="http://schemas.microsoft.com/office/drawing/2014/main" id="{29A21AAB-048C-41AD-8E90-50A5A3F016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21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</a:p>
            </p:txBody>
          </p:sp>
          <p:sp>
            <p:nvSpPr>
              <p:cNvPr id="46143" name="Text Box 69">
                <a:extLst>
                  <a:ext uri="{FF2B5EF4-FFF2-40B4-BE49-F238E27FC236}">
                    <a16:creationId xmlns:a16="http://schemas.microsoft.com/office/drawing/2014/main" id="{C2DDBC2B-BC2C-4539-9E35-175DEB0552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9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DH</a:t>
                </a:r>
              </a:p>
            </p:txBody>
          </p:sp>
        </p:grpSp>
        <p:sp>
          <p:nvSpPr>
            <p:cNvPr id="46141" name="Freeform 70">
              <a:extLst>
                <a:ext uri="{FF2B5EF4-FFF2-40B4-BE49-F238E27FC236}">
                  <a16:creationId xmlns:a16="http://schemas.microsoft.com/office/drawing/2014/main" id="{55F17166-DCD8-4BF5-8F3F-F1DCDB81A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970"/>
              <a:ext cx="1002" cy="1"/>
            </a:xfrm>
            <a:custGeom>
              <a:avLst/>
              <a:gdLst>
                <a:gd name="T0" fmla="*/ 0 w 1002"/>
                <a:gd name="T1" fmla="*/ 0 h 1"/>
                <a:gd name="T2" fmla="*/ 1002 w 1002"/>
                <a:gd name="T3" fmla="*/ 0 h 1"/>
                <a:gd name="T4" fmla="*/ 0 60000 65536"/>
                <a:gd name="T5" fmla="*/ 0 60000 65536"/>
                <a:gd name="T6" fmla="*/ 0 w 1002"/>
                <a:gd name="T7" fmla="*/ 0 h 1"/>
                <a:gd name="T8" fmla="*/ 1002 w 10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2" h="1">
                  <a:moveTo>
                    <a:pt x="0" y="0"/>
                  </a:moveTo>
                  <a:lnTo>
                    <a:pt x="1002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3" name="Group 71">
            <a:extLst>
              <a:ext uri="{FF2B5EF4-FFF2-40B4-BE49-F238E27FC236}">
                <a16:creationId xmlns:a16="http://schemas.microsoft.com/office/drawing/2014/main" id="{D22F0BDA-4917-4688-B867-484F7F0C08C6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2003425"/>
            <a:ext cx="1752600" cy="631825"/>
            <a:chOff x="3936" y="1262"/>
            <a:chExt cx="1104" cy="398"/>
          </a:xfrm>
        </p:grpSpPr>
        <p:grpSp>
          <p:nvGrpSpPr>
            <p:cNvPr id="46135" name="Group 72">
              <a:extLst>
                <a:ext uri="{FF2B5EF4-FFF2-40B4-BE49-F238E27FC236}">
                  <a16:creationId xmlns:a16="http://schemas.microsoft.com/office/drawing/2014/main" id="{8DF971B2-779E-4C05-BD8B-0CA73DF9AE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1" y="1262"/>
              <a:ext cx="386" cy="398"/>
              <a:chOff x="4455" y="588"/>
              <a:chExt cx="386" cy="398"/>
            </a:xfrm>
          </p:grpSpPr>
          <p:sp>
            <p:nvSpPr>
              <p:cNvPr id="46138" name="Text Box 73">
                <a:extLst>
                  <a:ext uri="{FF2B5EF4-FFF2-40B4-BE49-F238E27FC236}">
                    <a16:creationId xmlns:a16="http://schemas.microsoft.com/office/drawing/2014/main" id="{882E0E06-4898-4885-B947-D2261BB8DF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</a:p>
            </p:txBody>
          </p:sp>
          <p:sp>
            <p:nvSpPr>
              <p:cNvPr id="46139" name="Text Box 74">
                <a:extLst>
                  <a:ext uri="{FF2B5EF4-FFF2-40B4-BE49-F238E27FC236}">
                    <a16:creationId xmlns:a16="http://schemas.microsoft.com/office/drawing/2014/main" id="{66B20F78-46A4-421C-80A8-E1B33481A9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81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WR</a:t>
                </a:r>
              </a:p>
            </p:txBody>
          </p:sp>
        </p:grpSp>
        <p:sp>
          <p:nvSpPr>
            <p:cNvPr id="46136" name="Line 75">
              <a:extLst>
                <a:ext uri="{FF2B5EF4-FFF2-40B4-BE49-F238E27FC236}">
                  <a16:creationId xmlns:a16="http://schemas.microsoft.com/office/drawing/2014/main" id="{E30B6551-4F53-432B-8A4B-527B3998F8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2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137" name="Line 76">
              <a:extLst>
                <a:ext uri="{FF2B5EF4-FFF2-40B4-BE49-F238E27FC236}">
                  <a16:creationId xmlns:a16="http://schemas.microsoft.com/office/drawing/2014/main" id="{AD9D5C70-7D07-4385-A7D6-1B31B305E83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3936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" name="Group 77">
            <a:extLst>
              <a:ext uri="{FF2B5EF4-FFF2-40B4-BE49-F238E27FC236}">
                <a16:creationId xmlns:a16="http://schemas.microsoft.com/office/drawing/2014/main" id="{D202B2B4-6A23-4E56-928C-F028AEF2878F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1066800"/>
            <a:ext cx="6858000" cy="2133600"/>
            <a:chOff x="720" y="672"/>
            <a:chExt cx="4320" cy="1344"/>
          </a:xfrm>
        </p:grpSpPr>
        <p:sp>
          <p:nvSpPr>
            <p:cNvPr id="46133" name="Line 78">
              <a:extLst>
                <a:ext uri="{FF2B5EF4-FFF2-40B4-BE49-F238E27FC236}">
                  <a16:creationId xmlns:a16="http://schemas.microsoft.com/office/drawing/2014/main" id="{29ADA4F9-4CFA-420E-96E4-7494DA555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" y="672"/>
              <a:ext cx="0" cy="1344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134" name="Line 79">
              <a:extLst>
                <a:ext uri="{FF2B5EF4-FFF2-40B4-BE49-F238E27FC236}">
                  <a16:creationId xmlns:a16="http://schemas.microsoft.com/office/drawing/2014/main" id="{694C861E-C86C-45FB-9C17-D20BFC9585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" y="672"/>
              <a:ext cx="0" cy="91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6" name="Group 80">
            <a:extLst>
              <a:ext uri="{FF2B5EF4-FFF2-40B4-BE49-F238E27FC236}">
                <a16:creationId xmlns:a16="http://schemas.microsoft.com/office/drawing/2014/main" id="{69F53A0C-4E68-4A61-8117-5D5F5A73FA97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2057400"/>
            <a:ext cx="3276600" cy="3124200"/>
            <a:chOff x="1872" y="1296"/>
            <a:chExt cx="2064" cy="1968"/>
          </a:xfrm>
        </p:grpSpPr>
        <p:sp>
          <p:nvSpPr>
            <p:cNvPr id="46131" name="Line 81">
              <a:extLst>
                <a:ext uri="{FF2B5EF4-FFF2-40B4-BE49-F238E27FC236}">
                  <a16:creationId xmlns:a16="http://schemas.microsoft.com/office/drawing/2014/main" id="{947EE806-DC35-4D92-9EAC-06A06550BA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1296"/>
              <a:ext cx="0" cy="120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132" name="Line 82">
              <a:extLst>
                <a:ext uri="{FF2B5EF4-FFF2-40B4-BE49-F238E27FC236}">
                  <a16:creationId xmlns:a16="http://schemas.microsoft.com/office/drawing/2014/main" id="{64223D8B-69BF-4E9E-A31F-792147A12F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1344"/>
              <a:ext cx="0" cy="192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2067" name="Line 83">
            <a:extLst>
              <a:ext uri="{FF2B5EF4-FFF2-40B4-BE49-F238E27FC236}">
                <a16:creationId xmlns:a16="http://schemas.microsoft.com/office/drawing/2014/main" id="{BE1B4584-317B-4121-AC84-9DB5F32AA400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5400" y="3886200"/>
            <a:ext cx="0" cy="198120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068" name="Line 84">
            <a:extLst>
              <a:ext uri="{FF2B5EF4-FFF2-40B4-BE49-F238E27FC236}">
                <a16:creationId xmlns:a16="http://schemas.microsoft.com/office/drawing/2014/main" id="{AC7E1B69-90BD-4036-8555-020FD7A4923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7625" y="3886200"/>
            <a:ext cx="0" cy="129540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7" name="Group 85">
            <a:extLst>
              <a:ext uri="{FF2B5EF4-FFF2-40B4-BE49-F238E27FC236}">
                <a16:creationId xmlns:a16="http://schemas.microsoft.com/office/drawing/2014/main" id="{75240953-C1BE-4AC7-A70E-8BE2B2C40DA7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48375"/>
            <a:ext cx="7391400" cy="581025"/>
            <a:chOff x="624" y="3810"/>
            <a:chExt cx="4656" cy="366"/>
          </a:xfrm>
        </p:grpSpPr>
        <p:sp>
          <p:nvSpPr>
            <p:cNvPr id="46126" name="Rectangle 86">
              <a:extLst>
                <a:ext uri="{FF2B5EF4-FFF2-40B4-BE49-F238E27FC236}">
                  <a16:creationId xmlns:a16="http://schemas.microsoft.com/office/drawing/2014/main" id="{509082C2-3BB0-4EDE-8B1C-07B0C7BF3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834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6127" name="Group 87">
              <a:extLst>
                <a:ext uri="{FF2B5EF4-FFF2-40B4-BE49-F238E27FC236}">
                  <a16:creationId xmlns:a16="http://schemas.microsoft.com/office/drawing/2014/main" id="{9D301213-CA7C-4470-8AC3-4DEC6D1C85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3810"/>
              <a:ext cx="4523" cy="365"/>
              <a:chOff x="672" y="3810"/>
              <a:chExt cx="4523" cy="365"/>
            </a:xfrm>
          </p:grpSpPr>
          <p:sp>
            <p:nvSpPr>
              <p:cNvPr id="46128" name="Rectangle 88">
                <a:extLst>
                  <a:ext uri="{FF2B5EF4-FFF2-40B4-BE49-F238E27FC236}">
                    <a16:creationId xmlns:a16="http://schemas.microsoft.com/office/drawing/2014/main" id="{94CFF1F9-990B-4868-8629-6F8F5E21F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3810"/>
                <a:ext cx="24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写周期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 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WC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 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地址有效</a:t>
                </a:r>
              </a:p>
            </p:txBody>
          </p:sp>
          <p:sp>
            <p:nvSpPr>
              <p:cNvPr id="46129" name="Line 89">
                <a:extLst>
                  <a:ext uri="{FF2B5EF4-FFF2-40B4-BE49-F238E27FC236}">
                    <a16:creationId xmlns:a16="http://schemas.microsoft.com/office/drawing/2014/main" id="{EE0BF59D-8570-4B99-ADD9-430C5C04EB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8" y="4023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6130" name="Rectangle 90">
                <a:extLst>
                  <a:ext uri="{FF2B5EF4-FFF2-40B4-BE49-F238E27FC236}">
                    <a16:creationId xmlns:a16="http://schemas.microsoft.com/office/drawing/2014/main" id="{66811995-07E0-4679-951F-6A0D04D9D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3843"/>
                <a:ext cx="169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下一次地址有效</a:t>
                </a:r>
              </a:p>
            </p:txBody>
          </p:sp>
        </p:grpSp>
      </p:grpSp>
      <p:grpSp>
        <p:nvGrpSpPr>
          <p:cNvPr id="29" name="Group 92">
            <a:extLst>
              <a:ext uri="{FF2B5EF4-FFF2-40B4-BE49-F238E27FC236}">
                <a16:creationId xmlns:a16="http://schemas.microsoft.com/office/drawing/2014/main" id="{24815C6F-7E0C-4A63-9D43-9AC9F0044F21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48375"/>
            <a:ext cx="7391400" cy="592138"/>
            <a:chOff x="672" y="4187"/>
            <a:chExt cx="4656" cy="373"/>
          </a:xfrm>
        </p:grpSpPr>
        <p:sp>
          <p:nvSpPr>
            <p:cNvPr id="46122" name="Rectangle 93">
              <a:extLst>
                <a:ext uri="{FF2B5EF4-FFF2-40B4-BE49-F238E27FC236}">
                  <a16:creationId xmlns:a16="http://schemas.microsoft.com/office/drawing/2014/main" id="{04093A92-1472-43C2-8EEA-694EC8A5C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" y="4187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6123" name="Group 94">
              <a:extLst>
                <a:ext uri="{FF2B5EF4-FFF2-40B4-BE49-F238E27FC236}">
                  <a16:creationId xmlns:a16="http://schemas.microsoft.com/office/drawing/2014/main" id="{50B94225-7318-44EC-A6E5-B48CDB624F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" y="4195"/>
              <a:ext cx="4080" cy="365"/>
              <a:chOff x="912" y="4195"/>
              <a:chExt cx="4080" cy="365"/>
            </a:xfrm>
          </p:grpSpPr>
          <p:sp>
            <p:nvSpPr>
              <p:cNvPr id="46124" name="Rectangle 95">
                <a:extLst>
                  <a:ext uri="{FF2B5EF4-FFF2-40B4-BE49-F238E27FC236}">
                    <a16:creationId xmlns:a16="http://schemas.microsoft.com/office/drawing/2014/main" id="{5F3CACEB-D508-426F-AEA5-538F16E81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4195"/>
                <a:ext cx="408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写时间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 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W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写命令 </a:t>
                </a:r>
                <a:r>
                  <a:rPr kumimoji="1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WE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的有效时间</a:t>
                </a:r>
              </a:p>
            </p:txBody>
          </p:sp>
          <p:sp>
            <p:nvSpPr>
              <p:cNvPr id="46125" name="Line 96">
                <a:extLst>
                  <a:ext uri="{FF2B5EF4-FFF2-40B4-BE49-F238E27FC236}">
                    <a16:creationId xmlns:a16="http://schemas.microsoft.com/office/drawing/2014/main" id="{3199103A-5124-43FC-980A-2DB57BEB59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8" y="4282"/>
                <a:ext cx="2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31" name="Group 97">
            <a:extLst>
              <a:ext uri="{FF2B5EF4-FFF2-40B4-BE49-F238E27FC236}">
                <a16:creationId xmlns:a16="http://schemas.microsoft.com/office/drawing/2014/main" id="{3E1A7F2B-A50C-4C6F-B89E-6729E0116F24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48375"/>
            <a:ext cx="7391400" cy="542925"/>
            <a:chOff x="624" y="3840"/>
            <a:chExt cx="4656" cy="342"/>
          </a:xfrm>
        </p:grpSpPr>
        <p:sp>
          <p:nvSpPr>
            <p:cNvPr id="46117" name="Rectangle 98">
              <a:extLst>
                <a:ext uri="{FF2B5EF4-FFF2-40B4-BE49-F238E27FC236}">
                  <a16:creationId xmlns:a16="http://schemas.microsoft.com/office/drawing/2014/main" id="{D4505CD8-EA2C-470A-ABD0-45FD90FFC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840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6118" name="Group 99">
              <a:extLst>
                <a:ext uri="{FF2B5EF4-FFF2-40B4-BE49-F238E27FC236}">
                  <a16:creationId xmlns:a16="http://schemas.microsoft.com/office/drawing/2014/main" id="{742172CA-C5C1-4AFF-B91E-16AC3556F4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8" y="3840"/>
              <a:ext cx="4032" cy="327"/>
              <a:chOff x="1008" y="3840"/>
              <a:chExt cx="4032" cy="327"/>
            </a:xfrm>
          </p:grpSpPr>
          <p:sp>
            <p:nvSpPr>
              <p:cNvPr id="46119" name="Rectangle 100">
                <a:extLst>
                  <a:ext uri="{FF2B5EF4-FFF2-40B4-BE49-F238E27FC236}">
                    <a16:creationId xmlns:a16="http://schemas.microsoft.com/office/drawing/2014/main" id="{5ADE2B6A-7C12-4917-8DA7-B662A67F7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" y="3840"/>
                <a:ext cx="201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AW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地址有效</a:t>
                </a:r>
              </a:p>
            </p:txBody>
          </p:sp>
          <p:sp>
            <p:nvSpPr>
              <p:cNvPr id="46120" name="Line 101">
                <a:extLst>
                  <a:ext uri="{FF2B5EF4-FFF2-40B4-BE49-F238E27FC236}">
                    <a16:creationId xmlns:a16="http://schemas.microsoft.com/office/drawing/2014/main" id="{53417346-223F-47B8-9947-851E7CE64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4" y="4032"/>
                <a:ext cx="33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6121" name="Rectangle 102">
                <a:extLst>
                  <a:ext uri="{FF2B5EF4-FFF2-40B4-BE49-F238E27FC236}">
                    <a16:creationId xmlns:a16="http://schemas.microsoft.com/office/drawing/2014/main" id="{0FE2983B-AB94-4CA2-9C68-D2A01BC27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3840"/>
                <a:ext cx="214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片选有效的滞后时间</a:t>
                </a:r>
              </a:p>
            </p:txBody>
          </p:sp>
        </p:grpSp>
      </p:grpSp>
      <p:grpSp>
        <p:nvGrpSpPr>
          <p:cNvPr id="48166" name="Group 103">
            <a:extLst>
              <a:ext uri="{FF2B5EF4-FFF2-40B4-BE49-F238E27FC236}">
                <a16:creationId xmlns:a16="http://schemas.microsoft.com/office/drawing/2014/main" id="{CCF6BFBB-61D8-47EA-8782-B50D5385C817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86475"/>
            <a:ext cx="7391400" cy="542925"/>
            <a:chOff x="624" y="3840"/>
            <a:chExt cx="4656" cy="342"/>
          </a:xfrm>
        </p:grpSpPr>
        <p:sp>
          <p:nvSpPr>
            <p:cNvPr id="46112" name="Rectangle 104">
              <a:extLst>
                <a:ext uri="{FF2B5EF4-FFF2-40B4-BE49-F238E27FC236}">
                  <a16:creationId xmlns:a16="http://schemas.microsoft.com/office/drawing/2014/main" id="{08BEADAB-4EC0-4AAC-9084-C5FB46738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840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6113" name="Group 105">
              <a:extLst>
                <a:ext uri="{FF2B5EF4-FFF2-40B4-BE49-F238E27FC236}">
                  <a16:creationId xmlns:a16="http://schemas.microsoft.com/office/drawing/2014/main" id="{4F75C0AE-ADC9-4654-A5F8-29A0CAA1C8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6" y="3855"/>
              <a:ext cx="3582" cy="327"/>
              <a:chOff x="1296" y="3855"/>
              <a:chExt cx="3582" cy="327"/>
            </a:xfrm>
          </p:grpSpPr>
          <p:sp>
            <p:nvSpPr>
              <p:cNvPr id="46114" name="Rectangle 106">
                <a:extLst>
                  <a:ext uri="{FF2B5EF4-FFF2-40B4-BE49-F238E27FC236}">
                    <a16:creationId xmlns:a16="http://schemas.microsoft.com/office/drawing/2014/main" id="{E0DB6D9D-8ED9-40C1-A94D-5D8434037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" y="3855"/>
                <a:ext cx="201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WR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片选失效</a:t>
                </a:r>
              </a:p>
            </p:txBody>
          </p:sp>
          <p:sp>
            <p:nvSpPr>
              <p:cNvPr id="46115" name="Line 107">
                <a:extLst>
                  <a:ext uri="{FF2B5EF4-FFF2-40B4-BE49-F238E27FC236}">
                    <a16:creationId xmlns:a16="http://schemas.microsoft.com/office/drawing/2014/main" id="{2A94CE6A-5FDE-47E4-8270-C0BEC3E11D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2" y="4047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6116" name="Rectangle 108">
                <a:extLst>
                  <a:ext uri="{FF2B5EF4-FFF2-40B4-BE49-F238E27FC236}">
                    <a16:creationId xmlns:a16="http://schemas.microsoft.com/office/drawing/2014/main" id="{552CDA8F-E2C2-405C-9019-B767ABB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3855"/>
                <a:ext cx="169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下一次地址有效</a:t>
                </a:r>
              </a:p>
            </p:txBody>
          </p:sp>
        </p:grpSp>
      </p:grpSp>
      <p:grpSp>
        <p:nvGrpSpPr>
          <p:cNvPr id="48175" name="Group 109">
            <a:extLst>
              <a:ext uri="{FF2B5EF4-FFF2-40B4-BE49-F238E27FC236}">
                <a16:creationId xmlns:a16="http://schemas.microsoft.com/office/drawing/2014/main" id="{7B164B9A-0A41-43BF-9089-F854D536DF83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96000"/>
            <a:ext cx="7391400" cy="542925"/>
            <a:chOff x="624" y="3840"/>
            <a:chExt cx="4656" cy="342"/>
          </a:xfrm>
        </p:grpSpPr>
        <p:sp>
          <p:nvSpPr>
            <p:cNvPr id="46106" name="Rectangle 110">
              <a:extLst>
                <a:ext uri="{FF2B5EF4-FFF2-40B4-BE49-F238E27FC236}">
                  <a16:creationId xmlns:a16="http://schemas.microsoft.com/office/drawing/2014/main" id="{1EBEA529-C1AD-4CFD-B8AD-B8D836139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840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6107" name="Group 111">
              <a:extLst>
                <a:ext uri="{FF2B5EF4-FFF2-40B4-BE49-F238E27FC236}">
                  <a16:creationId xmlns:a16="http://schemas.microsoft.com/office/drawing/2014/main" id="{C179796E-7362-4FA2-9D25-35B6781784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3855"/>
              <a:ext cx="2914" cy="327"/>
              <a:chOff x="1392" y="3855"/>
              <a:chExt cx="2914" cy="327"/>
            </a:xfrm>
          </p:grpSpPr>
          <p:sp>
            <p:nvSpPr>
              <p:cNvPr id="46108" name="Rectangle 112">
                <a:extLst>
                  <a:ext uri="{FF2B5EF4-FFF2-40B4-BE49-F238E27FC236}">
                    <a16:creationId xmlns:a16="http://schemas.microsoft.com/office/drawing/2014/main" id="{F64E7E14-F636-4B7B-B3DA-5E915E77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2" y="3855"/>
                <a:ext cx="196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DW  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数据稳定</a:t>
                </a:r>
              </a:p>
            </p:txBody>
          </p:sp>
          <p:sp>
            <p:nvSpPr>
              <p:cNvPr id="46109" name="Line 113">
                <a:extLst>
                  <a:ext uri="{FF2B5EF4-FFF2-40B4-BE49-F238E27FC236}">
                    <a16:creationId xmlns:a16="http://schemas.microsoft.com/office/drawing/2014/main" id="{EE040FDA-9CA3-4257-BEA3-E753A4AB75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6" y="4047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6110" name="Rectangle 114">
                <a:extLst>
                  <a:ext uri="{FF2B5EF4-FFF2-40B4-BE49-F238E27FC236}">
                    <a16:creationId xmlns:a16="http://schemas.microsoft.com/office/drawing/2014/main" id="{E23864DC-6571-4601-BDC2-AF089180E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0" y="3855"/>
                <a:ext cx="94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</a:t>
                </a:r>
                <a:r>
                  <a:rPr kumimoji="1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WE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失效</a:t>
                </a:r>
              </a:p>
            </p:txBody>
          </p:sp>
          <p:sp>
            <p:nvSpPr>
              <p:cNvPr id="46111" name="Line 115">
                <a:extLst>
                  <a:ext uri="{FF2B5EF4-FFF2-40B4-BE49-F238E27FC236}">
                    <a16:creationId xmlns:a16="http://schemas.microsoft.com/office/drawing/2014/main" id="{3569DEF4-2085-4222-BE50-05996C83FC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3975"/>
                <a:ext cx="2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48188" name="Group 116">
            <a:extLst>
              <a:ext uri="{FF2B5EF4-FFF2-40B4-BE49-F238E27FC236}">
                <a16:creationId xmlns:a16="http://schemas.microsoft.com/office/drawing/2014/main" id="{6EF9304F-3B5F-4D41-86C4-6F7625C3F5C3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6086475"/>
            <a:ext cx="7391400" cy="542925"/>
            <a:chOff x="624" y="3978"/>
            <a:chExt cx="4656" cy="342"/>
          </a:xfrm>
        </p:grpSpPr>
        <p:sp>
          <p:nvSpPr>
            <p:cNvPr id="46102" name="Rectangle 117">
              <a:extLst>
                <a:ext uri="{FF2B5EF4-FFF2-40B4-BE49-F238E27FC236}">
                  <a16:creationId xmlns:a16="http://schemas.microsoft.com/office/drawing/2014/main" id="{797C5511-20EB-4A19-86E6-52E081AF9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978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6103" name="Group 118">
              <a:extLst>
                <a:ext uri="{FF2B5EF4-FFF2-40B4-BE49-F238E27FC236}">
                  <a16:creationId xmlns:a16="http://schemas.microsoft.com/office/drawing/2014/main" id="{9C545C77-4FF2-4EC0-A39F-C17B67DEF3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3993"/>
              <a:ext cx="3408" cy="327"/>
              <a:chOff x="1392" y="3849"/>
              <a:chExt cx="3408" cy="327"/>
            </a:xfrm>
          </p:grpSpPr>
          <p:sp>
            <p:nvSpPr>
              <p:cNvPr id="46104" name="Rectangle 119">
                <a:extLst>
                  <a:ext uri="{FF2B5EF4-FFF2-40B4-BE49-F238E27FC236}">
                    <a16:creationId xmlns:a16="http://schemas.microsoft.com/office/drawing/2014/main" id="{79D8BD47-17F8-4C86-81E5-3A499A3E5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2" y="3849"/>
                <a:ext cx="340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DH</a:t>
                </a:r>
                <a:r>
                  <a:rPr kumimoji="1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 </a:t>
                </a:r>
                <a:r>
                  <a:rPr kumimoji="1" lang="en-US" altLang="zh-C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 </a:t>
                </a:r>
                <a:r>
                  <a:rPr kumimoji="1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WE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失效后的数据维持时间</a:t>
                </a:r>
              </a:p>
            </p:txBody>
          </p:sp>
          <p:sp>
            <p:nvSpPr>
              <p:cNvPr id="46105" name="Line 120">
                <a:extLst>
                  <a:ext uri="{FF2B5EF4-FFF2-40B4-BE49-F238E27FC236}">
                    <a16:creationId xmlns:a16="http://schemas.microsoft.com/office/drawing/2014/main" id="{3D85B548-0D0F-4359-A1F2-BED2A47B4D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3936"/>
                <a:ext cx="28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122" name="文本框 121">
            <a:extLst>
              <a:ext uri="{FF2B5EF4-FFF2-40B4-BE49-F238E27FC236}">
                <a16:creationId xmlns:a16="http://schemas.microsoft.com/office/drawing/2014/main" id="{2D481586-1191-4E8B-A9CF-8E69A9DA82DD}"/>
              </a:ext>
            </a:extLst>
          </p:cNvPr>
          <p:cNvSpPr txBox="1"/>
          <p:nvPr/>
        </p:nvSpPr>
        <p:spPr>
          <a:xfrm>
            <a:off x="5715000" y="87531"/>
            <a:ext cx="1752600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r>
              <a:rPr lang="zh-CN" altLang="en-US" sz="3200" dirty="0"/>
              <a:t>写时序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48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48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2" dur="500"/>
                                        <p:tgtEl>
                                          <p:spTgt spid="42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48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7" dur="500"/>
                                        <p:tgtEl>
                                          <p:spTgt spid="42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3.3 </a:t>
            </a:r>
            <a:r>
              <a:rPr lang="zh-CN" altLang="en-US" dirty="0"/>
              <a:t>随机访问存储器</a:t>
            </a:r>
            <a:r>
              <a:rPr lang="en-US" altLang="zh-CN" dirty="0"/>
              <a:t>RAM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3"/>
            <a:ext cx="8229600" cy="1872208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3.3.1 SRAM</a:t>
            </a:r>
            <a:r>
              <a:rPr lang="zh-CN" altLang="en-US" dirty="0"/>
              <a:t>的工作原理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zh-CN" altLang="en-US" dirty="0"/>
              <a:t> </a:t>
            </a:r>
            <a:r>
              <a:rPr lang="en-US" altLang="zh-CN" dirty="0"/>
              <a:t>3.3.2 DRAM</a:t>
            </a:r>
            <a:r>
              <a:rPr lang="zh-CN" altLang="en-US" dirty="0"/>
              <a:t>的工作原理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99592" y="2564904"/>
            <a:ext cx="4447051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3.3.2 DRAM</a:t>
            </a:r>
            <a:r>
              <a:rPr kumimoji="0" lang="zh-CN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的工作原理</a:t>
            </a:r>
          </a:p>
        </p:txBody>
      </p:sp>
    </p:spTree>
    <p:extLst>
      <p:ext uri="{BB962C8B-B14F-4D97-AF65-F5344CB8AC3E}">
        <p14:creationId xmlns:p14="http://schemas.microsoft.com/office/powerpoint/2010/main" val="12933316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62" name="Text Box 54">
            <a:extLst>
              <a:ext uri="{FF2B5EF4-FFF2-40B4-BE49-F238E27FC236}">
                <a16:creationId xmlns:a16="http://schemas.microsoft.com/office/drawing/2014/main" id="{71F5F1FB-9F09-4C94-94BC-F3A50BB2CB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157" y="805124"/>
            <a:ext cx="54102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引子：如何提高存储密度？</a:t>
            </a:r>
          </a:p>
        </p:txBody>
      </p:sp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780" y="200661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 eaLnBrk="1" hangingPunct="1">
              <a:spcBef>
                <a:spcPct val="0"/>
              </a:spcBef>
              <a:buNone/>
            </a:pPr>
            <a:r>
              <a:rPr kumimoji="1" lang="en-US" altLang="zh-CN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3.3.2 DRAM</a:t>
            </a:r>
            <a:r>
              <a:rPr kumimoji="1" lang="zh-CN" altLang="en-US" b="1" dirty="0">
                <a:solidFill>
                  <a:srgbClr val="FF0000"/>
                </a:solidFill>
                <a:latin typeface="Times New Roman" panose="02020603050405020304" pitchFamily="18" charset="0"/>
              </a:rPr>
              <a:t>的工作原理</a:t>
            </a:r>
          </a:p>
        </p:txBody>
      </p:sp>
      <p:sp>
        <p:nvSpPr>
          <p:cNvPr id="150" name="Rectangle 2">
            <a:extLst>
              <a:ext uri="{FF2B5EF4-FFF2-40B4-BE49-F238E27FC236}">
                <a16:creationId xmlns:a16="http://schemas.microsoft.com/office/drawing/2014/main" id="{649172C7-8EEB-485E-BCA5-394318CA0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664" y="1543428"/>
            <a:ext cx="3795851" cy="3610687"/>
          </a:xfrm>
          <a:prstGeom prst="rect">
            <a:avLst/>
          </a:prstGeom>
          <a:solidFill>
            <a:srgbClr val="FF0000">
              <a:alpha val="20000"/>
            </a:srgb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zh-CN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51" name="Oval 4">
            <a:extLst>
              <a:ext uri="{FF2B5EF4-FFF2-40B4-BE49-F238E27FC236}">
                <a16:creationId xmlns:a16="http://schemas.microsoft.com/office/drawing/2014/main" id="{E866102F-F6B6-47A1-9886-ECAB1BBA3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5736" y="1990906"/>
            <a:ext cx="2422555" cy="1265284"/>
          </a:xfrm>
          <a:prstGeom prst="ellipse">
            <a:avLst/>
          </a:prstGeom>
          <a:solidFill>
            <a:srgbClr val="70AD47">
              <a:lumMod val="20000"/>
              <a:lumOff val="80000"/>
            </a:srgbClr>
          </a:solidFill>
          <a:ln w="9525" algn="ctr">
            <a:solidFill>
              <a:srgbClr val="C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52" name="Rectangle 6">
            <a:extLst>
              <a:ext uri="{FF2B5EF4-FFF2-40B4-BE49-F238E27FC236}">
                <a16:creationId xmlns:a16="http://schemas.microsoft.com/office/drawing/2014/main" id="{67CAA863-D202-4F43-818E-8B19FE82E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8171" y="4502187"/>
            <a:ext cx="879527" cy="5593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 err="1">
                <a:solidFill>
                  <a:srgbClr val="00B050"/>
                </a:solidFill>
                <a:latin typeface="微软雅黑"/>
                <a:ea typeface="微软雅黑"/>
              </a:rPr>
              <a:t>V</a:t>
            </a:r>
            <a:r>
              <a:rPr lang="en-US" altLang="zh-CN" sz="1600" baseline="-25000" dirty="0" err="1">
                <a:solidFill>
                  <a:srgbClr val="00B050"/>
                </a:solidFill>
                <a:latin typeface="微软雅黑"/>
                <a:ea typeface="微软雅黑"/>
              </a:rPr>
              <a:t>ss</a:t>
            </a:r>
            <a:r>
              <a:rPr lang="en-US" altLang="zh-CN" sz="1600" dirty="0">
                <a:solidFill>
                  <a:srgbClr val="00B050"/>
                </a:solidFill>
                <a:latin typeface="微软雅黑"/>
                <a:ea typeface="微软雅黑"/>
              </a:rPr>
              <a:t>(0V)</a:t>
            </a:r>
          </a:p>
        </p:txBody>
      </p:sp>
      <p:sp>
        <p:nvSpPr>
          <p:cNvPr id="153" name="Line 7">
            <a:extLst>
              <a:ext uri="{FF2B5EF4-FFF2-40B4-BE49-F238E27FC236}">
                <a16:creationId xmlns:a16="http://schemas.microsoft.com/office/drawing/2014/main" id="{1311262E-6A70-4DCB-BF91-3D85B63758F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4755" y="1728591"/>
            <a:ext cx="398101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154" name="Group 25">
            <a:extLst>
              <a:ext uri="{FF2B5EF4-FFF2-40B4-BE49-F238E27FC236}">
                <a16:creationId xmlns:a16="http://schemas.microsoft.com/office/drawing/2014/main" id="{1916DC79-21DD-4B6E-A739-4231D0AA35C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66063" y="3580226"/>
            <a:ext cx="462909" cy="370327"/>
            <a:chOff x="3360" y="2544"/>
            <a:chExt cx="240" cy="192"/>
          </a:xfrm>
        </p:grpSpPr>
        <p:sp>
          <p:nvSpPr>
            <p:cNvPr id="155" name="Line 26">
              <a:extLst>
                <a:ext uri="{FF2B5EF4-FFF2-40B4-BE49-F238E27FC236}">
                  <a16:creationId xmlns:a16="http://schemas.microsoft.com/office/drawing/2014/main" id="{E8789831-320B-4A68-8125-D362C9BCE24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6" y="2544"/>
              <a:ext cx="0" cy="192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F01A47A4-C3E2-409F-92F1-5D62771846A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592"/>
              <a:ext cx="0" cy="96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7" name="Line 28">
              <a:extLst>
                <a:ext uri="{FF2B5EF4-FFF2-40B4-BE49-F238E27FC236}">
                  <a16:creationId xmlns:a16="http://schemas.microsoft.com/office/drawing/2014/main" id="{1F68F5AA-5CD7-475C-9C96-6C1865E8A5E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592"/>
              <a:ext cx="96" cy="0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8" name="Line 29">
              <a:extLst>
                <a:ext uri="{FF2B5EF4-FFF2-40B4-BE49-F238E27FC236}">
                  <a16:creationId xmlns:a16="http://schemas.microsoft.com/office/drawing/2014/main" id="{91FC9360-9DD1-482E-AEF2-168756EF8B8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9" name="Line 30">
              <a:extLst>
                <a:ext uri="{FF2B5EF4-FFF2-40B4-BE49-F238E27FC236}">
                  <a16:creationId xmlns:a16="http://schemas.microsoft.com/office/drawing/2014/main" id="{A07435C8-DC6E-4088-9509-1CE4F1A4E48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64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60" name="Group 31">
            <a:extLst>
              <a:ext uri="{FF2B5EF4-FFF2-40B4-BE49-F238E27FC236}">
                <a16:creationId xmlns:a16="http://schemas.microsoft.com/office/drawing/2014/main" id="{15187D2E-6826-4BCE-9F24-DEBC90A5F99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517845" y="3857971"/>
            <a:ext cx="52078" cy="540060"/>
            <a:chOff x="2256" y="1776"/>
            <a:chExt cx="0" cy="384"/>
          </a:xfrm>
        </p:grpSpPr>
        <p:sp>
          <p:nvSpPr>
            <p:cNvPr id="161" name="Line 32">
              <a:extLst>
                <a:ext uri="{FF2B5EF4-FFF2-40B4-BE49-F238E27FC236}">
                  <a16:creationId xmlns:a16="http://schemas.microsoft.com/office/drawing/2014/main" id="{45DFFB56-17D3-4026-9715-D613758A707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56" y="1776"/>
              <a:ext cx="0" cy="192"/>
            </a:xfrm>
            <a:prstGeom prst="line">
              <a:avLst/>
            </a:prstGeom>
            <a:noFill/>
            <a:ln w="19050" cap="sq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62" name="Line 33">
              <a:extLst>
                <a:ext uri="{FF2B5EF4-FFF2-40B4-BE49-F238E27FC236}">
                  <a16:creationId xmlns:a16="http://schemas.microsoft.com/office/drawing/2014/main" id="{884B783A-BF58-4EB8-9CC5-D310AE508E3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56" y="1968"/>
              <a:ext cx="0" cy="192"/>
            </a:xfrm>
            <a:prstGeom prst="line">
              <a:avLst/>
            </a:prstGeom>
            <a:noFill/>
            <a:ln w="19050" cap="sq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163" name="Line 34">
            <a:extLst>
              <a:ext uri="{FF2B5EF4-FFF2-40B4-BE49-F238E27FC236}">
                <a16:creationId xmlns:a16="http://schemas.microsoft.com/office/drawing/2014/main" id="{C5AC112E-F99C-43D8-B3EE-5AE42FAE445E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325116" y="3302481"/>
            <a:ext cx="0" cy="37032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164" name="Group 35">
            <a:extLst>
              <a:ext uri="{FF2B5EF4-FFF2-40B4-BE49-F238E27FC236}">
                <a16:creationId xmlns:a16="http://schemas.microsoft.com/office/drawing/2014/main" id="{64C99988-235B-443F-8092-44D7A972AB4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862207" y="3580226"/>
            <a:ext cx="462909" cy="370327"/>
            <a:chOff x="4032" y="2544"/>
            <a:chExt cx="240" cy="192"/>
          </a:xfrm>
        </p:grpSpPr>
        <p:sp>
          <p:nvSpPr>
            <p:cNvPr id="165" name="Line 36">
              <a:extLst>
                <a:ext uri="{FF2B5EF4-FFF2-40B4-BE49-F238E27FC236}">
                  <a16:creationId xmlns:a16="http://schemas.microsoft.com/office/drawing/2014/main" id="{D2E42032-0506-4C60-A65A-A056AE51819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44"/>
              <a:ext cx="0" cy="192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66" name="Line 37">
              <a:extLst>
                <a:ext uri="{FF2B5EF4-FFF2-40B4-BE49-F238E27FC236}">
                  <a16:creationId xmlns:a16="http://schemas.microsoft.com/office/drawing/2014/main" id="{E6F477FD-28D7-4041-B302-26B5065084E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28" y="2592"/>
              <a:ext cx="0" cy="96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67" name="Line 38">
              <a:extLst>
                <a:ext uri="{FF2B5EF4-FFF2-40B4-BE49-F238E27FC236}">
                  <a16:creationId xmlns:a16="http://schemas.microsoft.com/office/drawing/2014/main" id="{64FE63F7-C521-4F75-905A-E4C167F080E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92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68" name="Line 39">
              <a:extLst>
                <a:ext uri="{FF2B5EF4-FFF2-40B4-BE49-F238E27FC236}">
                  <a16:creationId xmlns:a16="http://schemas.microsoft.com/office/drawing/2014/main" id="{47CDC4FF-4688-49C3-9E6C-1F1C25D670D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69" name="Line 40">
              <a:extLst>
                <a:ext uri="{FF2B5EF4-FFF2-40B4-BE49-F238E27FC236}">
                  <a16:creationId xmlns:a16="http://schemas.microsoft.com/office/drawing/2014/main" id="{61D0043B-62F2-4099-828E-66BFF2C5119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032" y="264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70" name="Group 41">
            <a:extLst>
              <a:ext uri="{FF2B5EF4-FFF2-40B4-BE49-F238E27FC236}">
                <a16:creationId xmlns:a16="http://schemas.microsoft.com/office/drawing/2014/main" id="{FD389AFF-2256-4AEC-B501-39A1592F2D60}"/>
              </a:ext>
            </a:extLst>
          </p:cNvPr>
          <p:cNvGrpSpPr>
            <a:grpSpLocks/>
          </p:cNvGrpSpPr>
          <p:nvPr/>
        </p:nvGrpSpPr>
        <p:grpSpPr bwMode="auto">
          <a:xfrm>
            <a:off x="3028972" y="3302481"/>
            <a:ext cx="1296144" cy="462909"/>
            <a:chOff x="2496" y="1968"/>
            <a:chExt cx="672" cy="240"/>
          </a:xfrm>
        </p:grpSpPr>
        <p:sp>
          <p:nvSpPr>
            <p:cNvPr id="171" name="Line 42">
              <a:extLst>
                <a:ext uri="{FF2B5EF4-FFF2-40B4-BE49-F238E27FC236}">
                  <a16:creationId xmlns:a16="http://schemas.microsoft.com/office/drawing/2014/main" id="{77C994F5-4D57-4272-8EBA-61E2064EE9D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80" y="1968"/>
              <a:ext cx="28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72" name="Line 43">
              <a:extLst>
                <a:ext uri="{FF2B5EF4-FFF2-40B4-BE49-F238E27FC236}">
                  <a16:creationId xmlns:a16="http://schemas.microsoft.com/office/drawing/2014/main" id="{06D77E8B-045A-4518-B18D-61CF9075AE6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496" y="1968"/>
              <a:ext cx="384" cy="24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6F889F5E-DA5A-4C97-9C5B-303775C8CE9D}"/>
              </a:ext>
            </a:extLst>
          </p:cNvPr>
          <p:cNvGrpSpPr>
            <a:grpSpLocks/>
          </p:cNvGrpSpPr>
          <p:nvPr/>
        </p:nvGrpSpPr>
        <p:grpSpPr bwMode="auto">
          <a:xfrm>
            <a:off x="2566063" y="3302481"/>
            <a:ext cx="1296144" cy="462909"/>
            <a:chOff x="2256" y="1968"/>
            <a:chExt cx="672" cy="240"/>
          </a:xfrm>
        </p:grpSpPr>
        <p:sp>
          <p:nvSpPr>
            <p:cNvPr id="174" name="Line 45">
              <a:extLst>
                <a:ext uri="{FF2B5EF4-FFF2-40B4-BE49-F238E27FC236}">
                  <a16:creationId xmlns:a16="http://schemas.microsoft.com/office/drawing/2014/main" id="{93505887-A0FE-4A9B-B340-A025A6BA107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56" y="1968"/>
              <a:ext cx="28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75" name="Line 46">
              <a:extLst>
                <a:ext uri="{FF2B5EF4-FFF2-40B4-BE49-F238E27FC236}">
                  <a16:creationId xmlns:a16="http://schemas.microsoft.com/office/drawing/2014/main" id="{71554489-90A1-404B-923B-AC6F3210C90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44" y="1968"/>
              <a:ext cx="384" cy="24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76" name="Line 47">
            <a:extLst>
              <a:ext uri="{FF2B5EF4-FFF2-40B4-BE49-F238E27FC236}">
                <a16:creationId xmlns:a16="http://schemas.microsoft.com/office/drawing/2014/main" id="{AA2F839B-6B36-4890-B3EC-8F0F6AF364E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566063" y="4399173"/>
            <a:ext cx="1759053" cy="0"/>
          </a:xfrm>
          <a:prstGeom prst="line">
            <a:avLst/>
          </a:prstGeom>
          <a:noFill/>
          <a:ln w="19050" cap="sq">
            <a:solidFill>
              <a:srgbClr val="00B05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77" name="Line 49">
            <a:extLst>
              <a:ext uri="{FF2B5EF4-FFF2-40B4-BE49-F238E27FC236}">
                <a16:creationId xmlns:a16="http://schemas.microsoft.com/office/drawing/2014/main" id="{AF0B8D57-E476-4BF1-BC87-7AB7D1E06A11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325116" y="3857971"/>
            <a:ext cx="0" cy="537098"/>
          </a:xfrm>
          <a:prstGeom prst="line">
            <a:avLst/>
          </a:prstGeom>
          <a:noFill/>
          <a:ln w="19050" cap="sq">
            <a:solidFill>
              <a:srgbClr val="00B05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78" name="Line 51">
            <a:extLst>
              <a:ext uri="{FF2B5EF4-FFF2-40B4-BE49-F238E27FC236}">
                <a16:creationId xmlns:a16="http://schemas.microsoft.com/office/drawing/2014/main" id="{7F3CC982-80BF-4C33-96FA-A8C97B4290D8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195736" y="3302481"/>
            <a:ext cx="370327" cy="0"/>
          </a:xfrm>
          <a:prstGeom prst="line">
            <a:avLst/>
          </a:prstGeom>
          <a:noFill/>
          <a:ln w="19050" cap="sq">
            <a:solidFill>
              <a:sysClr val="windowText" lastClr="000000"/>
            </a:solidFill>
            <a:miter lim="800000"/>
            <a:headEnd/>
            <a:tailEnd type="oval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79" name="Line 52">
            <a:extLst>
              <a:ext uri="{FF2B5EF4-FFF2-40B4-BE49-F238E27FC236}">
                <a16:creationId xmlns:a16="http://schemas.microsoft.com/office/drawing/2014/main" id="{AF2CBE12-177E-4970-9565-2FC21CB70BFA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325116" y="3302481"/>
            <a:ext cx="37032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180" name="Group 53">
            <a:extLst>
              <a:ext uri="{FF2B5EF4-FFF2-40B4-BE49-F238E27FC236}">
                <a16:creationId xmlns:a16="http://schemas.microsoft.com/office/drawing/2014/main" id="{506F9645-9A81-46B2-B8A8-590C35172CE4}"/>
              </a:ext>
            </a:extLst>
          </p:cNvPr>
          <p:cNvGrpSpPr>
            <a:grpSpLocks/>
          </p:cNvGrpSpPr>
          <p:nvPr/>
        </p:nvGrpSpPr>
        <p:grpSpPr bwMode="auto">
          <a:xfrm>
            <a:off x="1917991" y="2839572"/>
            <a:ext cx="3055197" cy="462909"/>
            <a:chOff x="720" y="1728"/>
            <a:chExt cx="1584" cy="240"/>
          </a:xfrm>
        </p:grpSpPr>
        <p:grpSp>
          <p:nvGrpSpPr>
            <p:cNvPr id="181" name="Group 54">
              <a:extLst>
                <a:ext uri="{FF2B5EF4-FFF2-40B4-BE49-F238E27FC236}">
                  <a16:creationId xmlns:a16="http://schemas.microsoft.com/office/drawing/2014/main" id="{7EC43987-0A2D-461C-AF62-8297B493242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696" y="1752"/>
              <a:ext cx="240" cy="192"/>
              <a:chOff x="3360" y="2544"/>
              <a:chExt cx="240" cy="192"/>
            </a:xfrm>
          </p:grpSpPr>
          <p:sp>
            <p:nvSpPr>
              <p:cNvPr id="188" name="Line 55">
                <a:extLst>
                  <a:ext uri="{FF2B5EF4-FFF2-40B4-BE49-F238E27FC236}">
                    <a16:creationId xmlns:a16="http://schemas.microsoft.com/office/drawing/2014/main" id="{A0F1E602-A4B3-4864-B735-B1922ED170A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 cap="sq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89" name="Line 56">
                <a:extLst>
                  <a:ext uri="{FF2B5EF4-FFF2-40B4-BE49-F238E27FC236}">
                    <a16:creationId xmlns:a16="http://schemas.microsoft.com/office/drawing/2014/main" id="{B213C14C-A410-4545-B3F3-1F7CED27607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 cap="sq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90" name="Line 57">
                <a:extLst>
                  <a:ext uri="{FF2B5EF4-FFF2-40B4-BE49-F238E27FC236}">
                    <a16:creationId xmlns:a16="http://schemas.microsoft.com/office/drawing/2014/main" id="{70881C2C-BF98-48EB-8BEB-DD767E89B39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91" name="Line 58">
                <a:extLst>
                  <a:ext uri="{FF2B5EF4-FFF2-40B4-BE49-F238E27FC236}">
                    <a16:creationId xmlns:a16="http://schemas.microsoft.com/office/drawing/2014/main" id="{03054BDB-9525-4E34-8B33-2816C315092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92" name="Line 59">
                <a:extLst>
                  <a:ext uri="{FF2B5EF4-FFF2-40B4-BE49-F238E27FC236}">
                    <a16:creationId xmlns:a16="http://schemas.microsoft.com/office/drawing/2014/main" id="{8D9A5202-5319-45EA-B3AF-CCD1CCB3727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182" name="Group 60">
              <a:extLst>
                <a:ext uri="{FF2B5EF4-FFF2-40B4-BE49-F238E27FC236}">
                  <a16:creationId xmlns:a16="http://schemas.microsoft.com/office/drawing/2014/main" id="{6F335C38-FB70-40C3-8103-B74AD57961A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2088" y="1752"/>
              <a:ext cx="240" cy="192"/>
              <a:chOff x="3360" y="2544"/>
              <a:chExt cx="240" cy="192"/>
            </a:xfrm>
          </p:grpSpPr>
          <p:sp>
            <p:nvSpPr>
              <p:cNvPr id="183" name="Line 61">
                <a:extLst>
                  <a:ext uri="{FF2B5EF4-FFF2-40B4-BE49-F238E27FC236}">
                    <a16:creationId xmlns:a16="http://schemas.microsoft.com/office/drawing/2014/main" id="{638FF6F6-E36C-4ED3-8502-2522F0CA42B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 cap="sq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84" name="Line 62">
                <a:extLst>
                  <a:ext uri="{FF2B5EF4-FFF2-40B4-BE49-F238E27FC236}">
                    <a16:creationId xmlns:a16="http://schemas.microsoft.com/office/drawing/2014/main" id="{FE7FDF3D-D76A-4854-8989-BF3C6B6C610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 cap="sq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85" name="Line 63">
                <a:extLst>
                  <a:ext uri="{FF2B5EF4-FFF2-40B4-BE49-F238E27FC236}">
                    <a16:creationId xmlns:a16="http://schemas.microsoft.com/office/drawing/2014/main" id="{ACD92F6C-004D-49ED-9ECA-C8DA17B81F1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86" name="Line 64">
                <a:extLst>
                  <a:ext uri="{FF2B5EF4-FFF2-40B4-BE49-F238E27FC236}">
                    <a16:creationId xmlns:a16="http://schemas.microsoft.com/office/drawing/2014/main" id="{B80025BA-AC1B-4383-981C-34679E8D633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87" name="Line 65">
                <a:extLst>
                  <a:ext uri="{FF2B5EF4-FFF2-40B4-BE49-F238E27FC236}">
                    <a16:creationId xmlns:a16="http://schemas.microsoft.com/office/drawing/2014/main" id="{2F97F306-A275-408D-B21A-B9342B35AF3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193" name="Group 66">
            <a:extLst>
              <a:ext uri="{FF2B5EF4-FFF2-40B4-BE49-F238E27FC236}">
                <a16:creationId xmlns:a16="http://schemas.microsoft.com/office/drawing/2014/main" id="{7D22E362-C2D9-4206-945E-7C0657F9E8BB}"/>
              </a:ext>
            </a:extLst>
          </p:cNvPr>
          <p:cNvGrpSpPr>
            <a:grpSpLocks/>
          </p:cNvGrpSpPr>
          <p:nvPr/>
        </p:nvGrpSpPr>
        <p:grpSpPr bwMode="auto">
          <a:xfrm>
            <a:off x="1825409" y="3302481"/>
            <a:ext cx="185163" cy="2221961"/>
            <a:chOff x="672" y="1968"/>
            <a:chExt cx="96" cy="1152"/>
          </a:xfrm>
        </p:grpSpPr>
        <p:sp>
          <p:nvSpPr>
            <p:cNvPr id="194" name="Line 67">
              <a:extLst>
                <a:ext uri="{FF2B5EF4-FFF2-40B4-BE49-F238E27FC236}">
                  <a16:creationId xmlns:a16="http://schemas.microsoft.com/office/drawing/2014/main" id="{2C4AC6D8-86B4-4CD1-9035-DB5FCD4CD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1968"/>
              <a:ext cx="0" cy="1152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5" name="Line 68">
              <a:extLst>
                <a:ext uri="{FF2B5EF4-FFF2-40B4-BE49-F238E27FC236}">
                  <a16:creationId xmlns:a16="http://schemas.microsoft.com/office/drawing/2014/main" id="{62BDC3A9-2925-4F3F-B58B-532E473E3F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2" y="196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96" name="Group 69">
            <a:extLst>
              <a:ext uri="{FF2B5EF4-FFF2-40B4-BE49-F238E27FC236}">
                <a16:creationId xmlns:a16="http://schemas.microsoft.com/office/drawing/2014/main" id="{27F4890D-6419-4141-A7D6-0F5A96CFC0FF}"/>
              </a:ext>
            </a:extLst>
          </p:cNvPr>
          <p:cNvGrpSpPr>
            <a:grpSpLocks/>
          </p:cNvGrpSpPr>
          <p:nvPr/>
        </p:nvGrpSpPr>
        <p:grpSpPr bwMode="auto">
          <a:xfrm>
            <a:off x="4880606" y="3302481"/>
            <a:ext cx="185163" cy="2221961"/>
            <a:chOff x="2256" y="1968"/>
            <a:chExt cx="96" cy="1152"/>
          </a:xfrm>
        </p:grpSpPr>
        <p:sp>
          <p:nvSpPr>
            <p:cNvPr id="197" name="Line 70">
              <a:extLst>
                <a:ext uri="{FF2B5EF4-FFF2-40B4-BE49-F238E27FC236}">
                  <a16:creationId xmlns:a16="http://schemas.microsoft.com/office/drawing/2014/main" id="{4CF5D4D7-667D-4D86-BE3C-A3B28FB02D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1968"/>
              <a:ext cx="0" cy="1152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8" name="Line 71">
              <a:extLst>
                <a:ext uri="{FF2B5EF4-FFF2-40B4-BE49-F238E27FC236}">
                  <a16:creationId xmlns:a16="http://schemas.microsoft.com/office/drawing/2014/main" id="{0CB7325C-7B90-421D-A889-618B0D53FE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56" y="1968"/>
              <a:ext cx="96" cy="0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99" name="Group 72">
            <a:extLst>
              <a:ext uri="{FF2B5EF4-FFF2-40B4-BE49-F238E27FC236}">
                <a16:creationId xmlns:a16="http://schemas.microsoft.com/office/drawing/2014/main" id="{ADB7095E-DB83-479B-BE5A-D8A6FBB21BDD}"/>
              </a:ext>
            </a:extLst>
          </p:cNvPr>
          <p:cNvGrpSpPr>
            <a:grpSpLocks/>
          </p:cNvGrpSpPr>
          <p:nvPr/>
        </p:nvGrpSpPr>
        <p:grpSpPr bwMode="auto">
          <a:xfrm>
            <a:off x="3399299" y="4413462"/>
            <a:ext cx="92582" cy="277745"/>
            <a:chOff x="3744" y="2880"/>
            <a:chExt cx="96" cy="288"/>
          </a:xfrm>
        </p:grpSpPr>
        <p:sp>
          <p:nvSpPr>
            <p:cNvPr id="200" name="Line 73">
              <a:extLst>
                <a:ext uri="{FF2B5EF4-FFF2-40B4-BE49-F238E27FC236}">
                  <a16:creationId xmlns:a16="http://schemas.microsoft.com/office/drawing/2014/main" id="{AACCFA45-FCE2-43C4-A386-C5EAD9187D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880"/>
              <a:ext cx="0" cy="192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01" name="Oval 74">
              <a:extLst>
                <a:ext uri="{FF2B5EF4-FFF2-40B4-BE49-F238E27FC236}">
                  <a16:creationId xmlns:a16="http://schemas.microsoft.com/office/drawing/2014/main" id="{ACBD5CA3-9C27-4D2A-90AA-0B8BCB783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3072"/>
              <a:ext cx="96" cy="96"/>
            </a:xfrm>
            <a:prstGeom prst="ellipse">
              <a:avLst/>
            </a:prstGeom>
            <a:noFill/>
            <a:ln w="19050" algn="ctr">
              <a:solidFill>
                <a:srgbClr val="00B05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zh-CN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202" name="Line 78">
            <a:extLst>
              <a:ext uri="{FF2B5EF4-FFF2-40B4-BE49-F238E27FC236}">
                <a16:creationId xmlns:a16="http://schemas.microsoft.com/office/drawing/2014/main" id="{E61E8E70-AE1B-4188-9557-4D78A6DAD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103154" y="1728591"/>
            <a:ext cx="0" cy="1110981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03" name="Line 79">
            <a:extLst>
              <a:ext uri="{FF2B5EF4-FFF2-40B4-BE49-F238E27FC236}">
                <a16:creationId xmlns:a16="http://schemas.microsoft.com/office/drawing/2014/main" id="{589C2006-F4EB-4D02-BFA8-0D382DF2311A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8025" y="1728591"/>
            <a:ext cx="0" cy="1110981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204" name="Group 80">
            <a:extLst>
              <a:ext uri="{FF2B5EF4-FFF2-40B4-BE49-F238E27FC236}">
                <a16:creationId xmlns:a16="http://schemas.microsoft.com/office/drawing/2014/main" id="{EE9A9B6C-017F-4B21-B52D-769CA5CF5C80}"/>
              </a:ext>
            </a:extLst>
          </p:cNvPr>
          <p:cNvGrpSpPr>
            <a:grpSpLocks/>
          </p:cNvGrpSpPr>
          <p:nvPr/>
        </p:nvGrpSpPr>
        <p:grpSpPr bwMode="auto">
          <a:xfrm>
            <a:off x="1825409" y="5431861"/>
            <a:ext cx="3240361" cy="370327"/>
            <a:chOff x="672" y="3072"/>
            <a:chExt cx="1680" cy="192"/>
          </a:xfrm>
        </p:grpSpPr>
        <p:grpSp>
          <p:nvGrpSpPr>
            <p:cNvPr id="205" name="Group 81">
              <a:extLst>
                <a:ext uri="{FF2B5EF4-FFF2-40B4-BE49-F238E27FC236}">
                  <a16:creationId xmlns:a16="http://schemas.microsoft.com/office/drawing/2014/main" id="{72AF4EA2-A0FC-402D-8134-2C8B961FE11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72" y="3072"/>
              <a:ext cx="240" cy="192"/>
              <a:chOff x="3360" y="2544"/>
              <a:chExt cx="240" cy="192"/>
            </a:xfrm>
          </p:grpSpPr>
          <p:sp>
            <p:nvSpPr>
              <p:cNvPr id="212" name="Line 82">
                <a:extLst>
                  <a:ext uri="{FF2B5EF4-FFF2-40B4-BE49-F238E27FC236}">
                    <a16:creationId xmlns:a16="http://schemas.microsoft.com/office/drawing/2014/main" id="{1840449E-C601-4E86-A481-13786D4937D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213" name="Line 83">
                <a:extLst>
                  <a:ext uri="{FF2B5EF4-FFF2-40B4-BE49-F238E27FC236}">
                    <a16:creationId xmlns:a16="http://schemas.microsoft.com/office/drawing/2014/main" id="{8E15FE67-EE35-49FF-8457-C866EF88F8A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214" name="Line 84">
                <a:extLst>
                  <a:ext uri="{FF2B5EF4-FFF2-40B4-BE49-F238E27FC236}">
                    <a16:creationId xmlns:a16="http://schemas.microsoft.com/office/drawing/2014/main" id="{7C87E3ED-53FB-411E-ADB2-479B7BADCA6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215" name="Line 85">
                <a:extLst>
                  <a:ext uri="{FF2B5EF4-FFF2-40B4-BE49-F238E27FC236}">
                    <a16:creationId xmlns:a16="http://schemas.microsoft.com/office/drawing/2014/main" id="{08FFBA7A-F5BC-4380-9E4A-AB766955FF5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216" name="Line 86">
                <a:extLst>
                  <a:ext uri="{FF2B5EF4-FFF2-40B4-BE49-F238E27FC236}">
                    <a16:creationId xmlns:a16="http://schemas.microsoft.com/office/drawing/2014/main" id="{EC118A97-ABFB-468E-845B-C66F05D619E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206" name="Group 87">
              <a:extLst>
                <a:ext uri="{FF2B5EF4-FFF2-40B4-BE49-F238E27FC236}">
                  <a16:creationId xmlns:a16="http://schemas.microsoft.com/office/drawing/2014/main" id="{EF6CFCC3-B11A-40FB-8105-E53C7B523F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12" y="3072"/>
              <a:ext cx="240" cy="192"/>
              <a:chOff x="4032" y="2544"/>
              <a:chExt cx="240" cy="192"/>
            </a:xfrm>
          </p:grpSpPr>
          <p:sp>
            <p:nvSpPr>
              <p:cNvPr id="207" name="Line 88">
                <a:extLst>
                  <a:ext uri="{FF2B5EF4-FFF2-40B4-BE49-F238E27FC236}">
                    <a16:creationId xmlns:a16="http://schemas.microsoft.com/office/drawing/2014/main" id="{9B7E1BCA-CCE3-4294-8108-4256BDC966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208" name="Line 89">
                <a:extLst>
                  <a:ext uri="{FF2B5EF4-FFF2-40B4-BE49-F238E27FC236}">
                    <a16:creationId xmlns:a16="http://schemas.microsoft.com/office/drawing/2014/main" id="{F334055D-D59B-487E-9C7D-915E6CDBBAC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28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209" name="Line 90">
                <a:extLst>
                  <a:ext uri="{FF2B5EF4-FFF2-40B4-BE49-F238E27FC236}">
                    <a16:creationId xmlns:a16="http://schemas.microsoft.com/office/drawing/2014/main" id="{1AC58C54-C2B5-42A4-A667-5350C9681D6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210" name="Line 91">
                <a:extLst>
                  <a:ext uri="{FF2B5EF4-FFF2-40B4-BE49-F238E27FC236}">
                    <a16:creationId xmlns:a16="http://schemas.microsoft.com/office/drawing/2014/main" id="{A4748AF8-E8CC-4191-9D48-F03FF06DA33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211" name="Line 92">
                <a:extLst>
                  <a:ext uri="{FF2B5EF4-FFF2-40B4-BE49-F238E27FC236}">
                    <a16:creationId xmlns:a16="http://schemas.microsoft.com/office/drawing/2014/main" id="{72F570DD-03B2-4B5C-9858-404B2031669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032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217" name="Line 93">
            <a:extLst>
              <a:ext uri="{FF2B5EF4-FFF2-40B4-BE49-F238E27FC236}">
                <a16:creationId xmlns:a16="http://schemas.microsoft.com/office/drawing/2014/main" id="{6650CAEB-4E3A-4F4C-8458-BA935411D6B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8318" y="5617024"/>
            <a:ext cx="2314543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18" name="Line 94">
            <a:extLst>
              <a:ext uri="{FF2B5EF4-FFF2-40B4-BE49-F238E27FC236}">
                <a16:creationId xmlns:a16="http://schemas.microsoft.com/office/drawing/2014/main" id="{741728BA-8477-49FA-9935-3761986F662D}"/>
              </a:ext>
            </a:extLst>
          </p:cNvPr>
          <p:cNvSpPr>
            <a:spLocks noChangeShapeType="1"/>
          </p:cNvSpPr>
          <p:nvPr/>
        </p:nvSpPr>
        <p:spPr bwMode="auto">
          <a:xfrm>
            <a:off x="1825409" y="5709606"/>
            <a:ext cx="0" cy="648072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19" name="Line 95">
            <a:extLst>
              <a:ext uri="{FF2B5EF4-FFF2-40B4-BE49-F238E27FC236}">
                <a16:creationId xmlns:a16="http://schemas.microsoft.com/office/drawing/2014/main" id="{31DA7EA7-F52D-4FE7-BC72-D19F5E196F9A}"/>
              </a:ext>
            </a:extLst>
          </p:cNvPr>
          <p:cNvSpPr>
            <a:spLocks noChangeShapeType="1"/>
          </p:cNvSpPr>
          <p:nvPr/>
        </p:nvSpPr>
        <p:spPr bwMode="auto">
          <a:xfrm>
            <a:off x="5065770" y="5709606"/>
            <a:ext cx="0" cy="648072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20" name="Line 96">
            <a:extLst>
              <a:ext uri="{FF2B5EF4-FFF2-40B4-BE49-F238E27FC236}">
                <a16:creationId xmlns:a16="http://schemas.microsoft.com/office/drawing/2014/main" id="{BDAF798A-B521-4C56-9EF9-758EA10CCB9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9299" y="5617024"/>
            <a:ext cx="0" cy="740654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21" name="Rectangle 97">
            <a:extLst>
              <a:ext uri="{FF2B5EF4-FFF2-40B4-BE49-F238E27FC236}">
                <a16:creationId xmlns:a16="http://schemas.microsoft.com/office/drawing/2014/main" id="{7C011685-5AC4-4594-A024-A9831827D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8378" y="3425923"/>
            <a:ext cx="277745" cy="370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prstClr val="black"/>
                </a:solidFill>
                <a:latin typeface="微软雅黑"/>
                <a:ea typeface="微软雅黑"/>
              </a:rPr>
              <a:t>1</a:t>
            </a:r>
            <a:endParaRPr lang="en-US" altLang="zh-CN" sz="16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22" name="Rectangle 98">
            <a:extLst>
              <a:ext uri="{FF2B5EF4-FFF2-40B4-BE49-F238E27FC236}">
                <a16:creationId xmlns:a16="http://schemas.microsoft.com/office/drawing/2014/main" id="{8CC51EF0-56C2-44B3-933F-58493DC54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4195" y="3395063"/>
            <a:ext cx="277745" cy="370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prstClr val="black"/>
                </a:solidFill>
                <a:latin typeface="微软雅黑"/>
                <a:ea typeface="微软雅黑"/>
              </a:rPr>
              <a:t>2</a:t>
            </a:r>
            <a:endParaRPr lang="en-US" altLang="zh-CN" sz="16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23" name="Rectangle 99">
            <a:extLst>
              <a:ext uri="{FF2B5EF4-FFF2-40B4-BE49-F238E27FC236}">
                <a16:creationId xmlns:a16="http://schemas.microsoft.com/office/drawing/2014/main" id="{74779D3E-5187-4EDB-871C-A33CA3C11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991" y="3302481"/>
            <a:ext cx="277745" cy="370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prstClr val="black"/>
                </a:solidFill>
                <a:latin typeface="微软雅黑"/>
                <a:ea typeface="微软雅黑"/>
              </a:rPr>
              <a:t>5</a:t>
            </a:r>
            <a:endParaRPr lang="en-US" altLang="zh-CN" sz="16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24" name="Rectangle 100">
            <a:extLst>
              <a:ext uri="{FF2B5EF4-FFF2-40B4-BE49-F238E27FC236}">
                <a16:creationId xmlns:a16="http://schemas.microsoft.com/office/drawing/2014/main" id="{1AD03141-93BE-47F0-ACA7-2C5436D559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3154" y="5154115"/>
            <a:ext cx="277745" cy="370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prstClr val="black"/>
                </a:solidFill>
                <a:latin typeface="微软雅黑"/>
                <a:ea typeface="微软雅黑"/>
              </a:rPr>
              <a:t>7</a:t>
            </a:r>
            <a:endParaRPr lang="en-US" altLang="zh-CN" sz="16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25" name="Rectangle 101">
            <a:extLst>
              <a:ext uri="{FF2B5EF4-FFF2-40B4-BE49-F238E27FC236}">
                <a16:creationId xmlns:a16="http://schemas.microsoft.com/office/drawing/2014/main" id="{7DC41C00-F9C0-4797-A091-AB30753FD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0279" y="5154115"/>
            <a:ext cx="277745" cy="370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prstClr val="black"/>
                </a:solidFill>
                <a:latin typeface="微软雅黑"/>
                <a:ea typeface="微软雅黑"/>
              </a:rPr>
              <a:t>8</a:t>
            </a:r>
            <a:endParaRPr lang="en-US" altLang="zh-CN" sz="16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26" name="Rectangle 102">
            <a:extLst>
              <a:ext uri="{FF2B5EF4-FFF2-40B4-BE49-F238E27FC236}">
                <a16:creationId xmlns:a16="http://schemas.microsoft.com/office/drawing/2014/main" id="{6CEB11CD-EE8E-479C-A6C9-0CB6445FD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8025" y="3302481"/>
            <a:ext cx="277745" cy="370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prstClr val="black"/>
                </a:solidFill>
                <a:latin typeface="微软雅黑"/>
                <a:ea typeface="微软雅黑"/>
              </a:rPr>
              <a:t>6</a:t>
            </a:r>
            <a:endParaRPr lang="en-US" altLang="zh-CN" sz="16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27" name="Rectangle 104">
            <a:extLst>
              <a:ext uri="{FF2B5EF4-FFF2-40B4-BE49-F238E27FC236}">
                <a16:creationId xmlns:a16="http://schemas.microsoft.com/office/drawing/2014/main" id="{8A468F3E-3208-42FC-8290-3D2907FFB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1700" y="6079933"/>
            <a:ext cx="416618" cy="2777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微软雅黑"/>
                <a:ea typeface="微软雅黑"/>
              </a:rPr>
              <a:t>I/O</a:t>
            </a:r>
          </a:p>
        </p:txBody>
      </p:sp>
      <p:sp>
        <p:nvSpPr>
          <p:cNvPr id="228" name="Rectangle 125">
            <a:extLst>
              <a:ext uri="{FF2B5EF4-FFF2-40B4-BE49-F238E27FC236}">
                <a16:creationId xmlns:a16="http://schemas.microsoft.com/office/drawing/2014/main" id="{95EDA545-BC83-4B1B-999B-2E6227513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8318" y="3302481"/>
            <a:ext cx="277745" cy="370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微软雅黑"/>
                <a:ea typeface="微软雅黑"/>
              </a:rPr>
              <a:t>A</a:t>
            </a:r>
          </a:p>
        </p:txBody>
      </p:sp>
      <p:sp>
        <p:nvSpPr>
          <p:cNvPr id="229" name="Rectangle 126">
            <a:extLst>
              <a:ext uri="{FF2B5EF4-FFF2-40B4-BE49-F238E27FC236}">
                <a16:creationId xmlns:a16="http://schemas.microsoft.com/office/drawing/2014/main" id="{9B6EFDD6-CBDB-4C1C-A3BA-E7828FEA3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7698" y="3302481"/>
            <a:ext cx="277745" cy="370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微软雅黑"/>
                <a:ea typeface="微软雅黑"/>
              </a:rPr>
              <a:t>B</a:t>
            </a:r>
          </a:p>
        </p:txBody>
      </p:sp>
      <p:sp>
        <p:nvSpPr>
          <p:cNvPr id="230" name="Rectangle 127">
            <a:extLst>
              <a:ext uri="{FF2B5EF4-FFF2-40B4-BE49-F238E27FC236}">
                <a16:creationId xmlns:a16="http://schemas.microsoft.com/office/drawing/2014/main" id="{EDFBE8BA-F9E0-490B-A4F7-5E1D368D7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991" y="4783788"/>
            <a:ext cx="277745" cy="370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prstClr val="black"/>
                </a:solidFill>
                <a:latin typeface="微软雅黑"/>
                <a:ea typeface="微软雅黑"/>
              </a:rPr>
              <a:t>D</a:t>
            </a:r>
          </a:p>
        </p:txBody>
      </p:sp>
      <p:sp>
        <p:nvSpPr>
          <p:cNvPr id="231" name="Rectangle 130">
            <a:extLst>
              <a:ext uri="{FF2B5EF4-FFF2-40B4-BE49-F238E27FC236}">
                <a16:creationId xmlns:a16="http://schemas.microsoft.com/office/drawing/2014/main" id="{1A170845-1961-45EE-B732-9DC163738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56" y="1821173"/>
            <a:ext cx="1481308" cy="2777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prstClr val="black"/>
                </a:solidFill>
                <a:latin typeface="微软雅黑"/>
                <a:ea typeface="微软雅黑"/>
              </a:rPr>
              <a:t>X</a:t>
            </a: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</a:rPr>
              <a:t>地址译码线</a:t>
            </a:r>
          </a:p>
        </p:txBody>
      </p:sp>
      <p:sp>
        <p:nvSpPr>
          <p:cNvPr id="232" name="Rectangle 131">
            <a:extLst>
              <a:ext uri="{FF2B5EF4-FFF2-40B4-BE49-F238E27FC236}">
                <a16:creationId xmlns:a16="http://schemas.microsoft.com/office/drawing/2014/main" id="{05BBB87C-E580-4BDA-BF05-F33280BCE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306" y="6353820"/>
            <a:ext cx="1481308" cy="2777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prstClr val="black"/>
                </a:solidFill>
                <a:latin typeface="微软雅黑"/>
                <a:ea typeface="微软雅黑"/>
              </a:rPr>
              <a:t>Y</a:t>
            </a: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</a:rPr>
              <a:t>地址译码线</a:t>
            </a:r>
          </a:p>
        </p:txBody>
      </p:sp>
      <p:grpSp>
        <p:nvGrpSpPr>
          <p:cNvPr id="233" name="Group 160">
            <a:extLst>
              <a:ext uri="{FF2B5EF4-FFF2-40B4-BE49-F238E27FC236}">
                <a16:creationId xmlns:a16="http://schemas.microsoft.com/office/drawing/2014/main" id="{AE234BB4-B7D5-426D-B323-6EA4AEA8A216}"/>
              </a:ext>
            </a:extLst>
          </p:cNvPr>
          <p:cNvGrpSpPr>
            <a:grpSpLocks/>
          </p:cNvGrpSpPr>
          <p:nvPr/>
        </p:nvGrpSpPr>
        <p:grpSpPr bwMode="auto">
          <a:xfrm>
            <a:off x="4788025" y="4783788"/>
            <a:ext cx="277745" cy="370327"/>
            <a:chOff x="5040" y="2688"/>
            <a:chExt cx="144" cy="192"/>
          </a:xfrm>
        </p:grpSpPr>
        <p:sp>
          <p:nvSpPr>
            <p:cNvPr id="234" name="Rectangle 161">
              <a:extLst>
                <a:ext uri="{FF2B5EF4-FFF2-40B4-BE49-F238E27FC236}">
                  <a16:creationId xmlns:a16="http://schemas.microsoft.com/office/drawing/2014/main" id="{E81C4163-7BBB-4649-8F1A-4A6522B2D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2688"/>
              <a:ext cx="144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D</a:t>
              </a:r>
            </a:p>
          </p:txBody>
        </p:sp>
        <p:sp>
          <p:nvSpPr>
            <p:cNvPr id="235" name="Line 162">
              <a:extLst>
                <a:ext uri="{FF2B5EF4-FFF2-40B4-BE49-F238E27FC236}">
                  <a16:creationId xmlns:a16="http://schemas.microsoft.com/office/drawing/2014/main" id="{7958754F-6B83-443B-9C00-C8585BCEE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36" name="Group 163">
            <a:extLst>
              <a:ext uri="{FF2B5EF4-FFF2-40B4-BE49-F238E27FC236}">
                <a16:creationId xmlns:a16="http://schemas.microsoft.com/office/drawing/2014/main" id="{8306E890-2DC2-4023-98F9-8E333638C162}"/>
              </a:ext>
            </a:extLst>
          </p:cNvPr>
          <p:cNvGrpSpPr>
            <a:grpSpLocks/>
          </p:cNvGrpSpPr>
          <p:nvPr/>
        </p:nvGrpSpPr>
        <p:grpSpPr bwMode="auto">
          <a:xfrm>
            <a:off x="4695443" y="6064499"/>
            <a:ext cx="462909" cy="385757"/>
            <a:chOff x="5040" y="2680"/>
            <a:chExt cx="144" cy="200"/>
          </a:xfrm>
        </p:grpSpPr>
        <p:sp>
          <p:nvSpPr>
            <p:cNvPr id="237" name="Rectangle 164">
              <a:extLst>
                <a:ext uri="{FF2B5EF4-FFF2-40B4-BE49-F238E27FC236}">
                  <a16:creationId xmlns:a16="http://schemas.microsoft.com/office/drawing/2014/main" id="{320F2892-7297-4AF6-92B6-5030BE0CC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2688"/>
              <a:ext cx="144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I/O</a:t>
              </a:r>
            </a:p>
          </p:txBody>
        </p:sp>
        <p:sp>
          <p:nvSpPr>
            <p:cNvPr id="238" name="Line 165">
              <a:extLst>
                <a:ext uri="{FF2B5EF4-FFF2-40B4-BE49-F238E27FC236}">
                  <a16:creationId xmlns:a16="http://schemas.microsoft.com/office/drawing/2014/main" id="{EF3BD5E5-07B1-4A18-9B24-7D2CEA82D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" y="268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39" name="Group 93">
            <a:extLst>
              <a:ext uri="{FF2B5EF4-FFF2-40B4-BE49-F238E27FC236}">
                <a16:creationId xmlns:a16="http://schemas.microsoft.com/office/drawing/2014/main" id="{4AD32B45-90B6-4481-BC76-C78321573201}"/>
              </a:ext>
            </a:extLst>
          </p:cNvPr>
          <p:cNvGrpSpPr>
            <a:grpSpLocks/>
          </p:cNvGrpSpPr>
          <p:nvPr/>
        </p:nvGrpSpPr>
        <p:grpSpPr bwMode="auto">
          <a:xfrm>
            <a:off x="2566063" y="1817317"/>
            <a:ext cx="1805344" cy="1500595"/>
            <a:chOff x="1696" y="1262"/>
            <a:chExt cx="936" cy="778"/>
          </a:xfrm>
        </p:grpSpPr>
        <p:sp>
          <p:nvSpPr>
            <p:cNvPr id="240" name="Line 50">
              <a:extLst>
                <a:ext uri="{FF2B5EF4-FFF2-40B4-BE49-F238E27FC236}">
                  <a16:creationId xmlns:a16="http://schemas.microsoft.com/office/drawing/2014/main" id="{4C197F64-3979-415F-9975-7CA4420D77D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08" y="1840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241" name="Group 95">
              <a:extLst>
                <a:ext uri="{FF2B5EF4-FFF2-40B4-BE49-F238E27FC236}">
                  <a16:creationId xmlns:a16="http://schemas.microsoft.com/office/drawing/2014/main" id="{32A17A9E-1394-47C7-9CF2-4E0B967633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6" y="1262"/>
              <a:ext cx="936" cy="722"/>
              <a:chOff x="1696" y="1262"/>
              <a:chExt cx="936" cy="722"/>
            </a:xfrm>
          </p:grpSpPr>
          <p:grpSp>
            <p:nvGrpSpPr>
              <p:cNvPr id="243" name="Group 75">
                <a:extLst>
                  <a:ext uri="{FF2B5EF4-FFF2-40B4-BE49-F238E27FC236}">
                    <a16:creationId xmlns:a16="http://schemas.microsoft.com/office/drawing/2014/main" id="{0BC9B823-4F0D-4820-B562-530FC2CF04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2128" y="1408"/>
                <a:ext cx="48" cy="144"/>
                <a:chOff x="3744" y="2880"/>
                <a:chExt cx="96" cy="288"/>
              </a:xfrm>
            </p:grpSpPr>
            <p:sp>
              <p:nvSpPr>
                <p:cNvPr id="265" name="Line 76">
                  <a:extLst>
                    <a:ext uri="{FF2B5EF4-FFF2-40B4-BE49-F238E27FC236}">
                      <a16:creationId xmlns:a16="http://schemas.microsoft.com/office/drawing/2014/main" id="{3D33E338-E002-44B7-BD1F-B2F19F7E00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92" y="2880"/>
                  <a:ext cx="0" cy="19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66" name="Oval 77">
                  <a:extLst>
                    <a:ext uri="{FF2B5EF4-FFF2-40B4-BE49-F238E27FC236}">
                      <a16:creationId xmlns:a16="http://schemas.microsoft.com/office/drawing/2014/main" id="{BDCD8D54-2024-4DD9-9C68-17BA65CC1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4" y="3072"/>
                  <a:ext cx="96" cy="96"/>
                </a:xfrm>
                <a:prstGeom prst="ellipse">
                  <a:avLst/>
                </a:prstGeom>
                <a:solidFill>
                  <a:srgbClr val="FF0000"/>
                </a:solidFill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244" name="Group 99">
                <a:extLst>
                  <a:ext uri="{FF2B5EF4-FFF2-40B4-BE49-F238E27FC236}">
                    <a16:creationId xmlns:a16="http://schemas.microsoft.com/office/drawing/2014/main" id="{553022BE-5D01-4084-B37F-F0CC108B97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96" y="1262"/>
                <a:ext cx="936" cy="722"/>
                <a:chOff x="1696" y="1262"/>
                <a:chExt cx="936" cy="722"/>
              </a:xfrm>
            </p:grpSpPr>
            <p:sp>
              <p:nvSpPr>
                <p:cNvPr id="245" name="Rectangle 4">
                  <a:extLst>
                    <a:ext uri="{FF2B5EF4-FFF2-40B4-BE49-F238E27FC236}">
                      <a16:creationId xmlns:a16="http://schemas.microsoft.com/office/drawing/2014/main" id="{9438D379-96BF-4CCB-9135-C6A726A5AB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0" y="1792"/>
                  <a:ext cx="144" cy="19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lIns="12700" tIns="12700" rIns="12700" bIns="12700"/>
                <a:lstStyle/>
                <a:p>
                  <a:pPr marL="0" marR="0" lvl="0" indent="0" algn="just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T</a:t>
                  </a:r>
                  <a:r>
                    <a:rPr kumimoji="0" lang="en-US" altLang="zh-CN" sz="1600" b="0" i="0" u="none" strike="noStrike" kern="0" cap="none" spc="0" normalizeH="0" baseline="-2500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4</a:t>
                  </a:r>
                  <a:endParaRPr kumimoji="0" lang="en-US" altLang="zh-CN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46" name="Rectangle 5">
                  <a:extLst>
                    <a:ext uri="{FF2B5EF4-FFF2-40B4-BE49-F238E27FC236}">
                      <a16:creationId xmlns:a16="http://schemas.microsoft.com/office/drawing/2014/main" id="{0870D8E6-83A8-49B2-939C-9651DDA40D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88" y="1792"/>
                  <a:ext cx="144" cy="19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lIns="12700" tIns="12700" rIns="12700" bIns="12700"/>
                <a:lstStyle/>
                <a:p>
                  <a:pPr marL="0" marR="0" lvl="0" indent="0" algn="just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T</a:t>
                  </a:r>
                  <a:r>
                    <a:rPr kumimoji="0" lang="en-US" altLang="zh-CN" sz="1600" b="0" i="0" u="none" strike="noStrike" kern="0" cap="none" spc="0" normalizeH="0" baseline="-2500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3</a:t>
                  </a:r>
                  <a:endParaRPr kumimoji="0" lang="en-US" altLang="zh-CN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47" name="Line 8">
                  <a:extLst>
                    <a:ext uri="{FF2B5EF4-FFF2-40B4-BE49-F238E27FC236}">
                      <a16:creationId xmlns:a16="http://schemas.microsoft.com/office/drawing/2014/main" id="{3CE03214-CF53-4379-88BC-9E214F4BF4E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696" y="1552"/>
                  <a:ext cx="912" cy="0"/>
                </a:xfrm>
                <a:prstGeom prst="line">
                  <a:avLst/>
                </a:prstGeom>
                <a:noFill/>
                <a:ln w="19050" cap="sq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grpSp>
              <p:nvGrpSpPr>
                <p:cNvPr id="248" name="Group 9">
                  <a:extLst>
                    <a:ext uri="{FF2B5EF4-FFF2-40B4-BE49-F238E27FC236}">
                      <a16:creationId xmlns:a16="http://schemas.microsoft.com/office/drawing/2014/main" id="{52A304F5-5258-401F-9D44-49E742113EC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696" y="1696"/>
                  <a:ext cx="240" cy="192"/>
                  <a:chOff x="3360" y="2064"/>
                  <a:chExt cx="240" cy="192"/>
                </a:xfrm>
              </p:grpSpPr>
              <p:sp>
                <p:nvSpPr>
                  <p:cNvPr id="260" name="Line 10">
                    <a:extLst>
                      <a:ext uri="{FF2B5EF4-FFF2-40B4-BE49-F238E27FC236}">
                        <a16:creationId xmlns:a16="http://schemas.microsoft.com/office/drawing/2014/main" id="{D2FBC555-D5EA-4C92-938D-80C78E07354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456" y="2064"/>
                    <a:ext cx="0" cy="192"/>
                  </a:xfrm>
                  <a:prstGeom prst="line">
                    <a:avLst/>
                  </a:prstGeom>
                  <a:noFill/>
                  <a:ln w="28575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61" name="Line 11">
                    <a:extLst>
                      <a:ext uri="{FF2B5EF4-FFF2-40B4-BE49-F238E27FC236}">
                        <a16:creationId xmlns:a16="http://schemas.microsoft.com/office/drawing/2014/main" id="{B9088188-5ADA-4A10-AD40-AB6F04D7E59E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504" y="2112"/>
                    <a:ext cx="0" cy="96"/>
                  </a:xfrm>
                  <a:prstGeom prst="line">
                    <a:avLst/>
                  </a:prstGeom>
                  <a:noFill/>
                  <a:ln w="28575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62" name="Line 12">
                    <a:extLst>
                      <a:ext uri="{FF2B5EF4-FFF2-40B4-BE49-F238E27FC236}">
                        <a16:creationId xmlns:a16="http://schemas.microsoft.com/office/drawing/2014/main" id="{A76A697F-82FB-45F4-A201-AC8A40837AA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360" y="2112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63" name="Line 13">
                    <a:extLst>
                      <a:ext uri="{FF2B5EF4-FFF2-40B4-BE49-F238E27FC236}">
                        <a16:creationId xmlns:a16="http://schemas.microsoft.com/office/drawing/2014/main" id="{C3A99BE1-5671-4AC6-AB98-7520B7D22C2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360" y="2208"/>
                    <a:ext cx="96" cy="0"/>
                  </a:xfrm>
                  <a:prstGeom prst="line">
                    <a:avLst/>
                  </a:prstGeom>
                  <a:noFill/>
                  <a:ln w="19050" cap="sq">
                    <a:solidFill>
                      <a:sysClr val="windowText" lastClr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64" name="Line 14">
                    <a:extLst>
                      <a:ext uri="{FF2B5EF4-FFF2-40B4-BE49-F238E27FC236}">
                        <a16:creationId xmlns:a16="http://schemas.microsoft.com/office/drawing/2014/main" id="{2AB20364-00B0-4BA4-973B-074ADEEBEDE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504" y="2160"/>
                    <a:ext cx="96" cy="0"/>
                  </a:xfrm>
                  <a:prstGeom prst="line">
                    <a:avLst/>
                  </a:prstGeom>
                  <a:noFill/>
                  <a:ln w="19050" cap="sq">
                    <a:solidFill>
                      <a:sysClr val="windowText" lastClr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sp>
              <p:nvSpPr>
                <p:cNvPr id="249" name="Line 15">
                  <a:extLst>
                    <a:ext uri="{FF2B5EF4-FFF2-40B4-BE49-F238E27FC236}">
                      <a16:creationId xmlns:a16="http://schemas.microsoft.com/office/drawing/2014/main" id="{D52EA19E-49FB-420B-90DD-A4B83D2DAA6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936" y="1552"/>
                  <a:ext cx="0" cy="240"/>
                </a:xfrm>
                <a:prstGeom prst="line">
                  <a:avLst/>
                </a:prstGeom>
                <a:noFill/>
                <a:ln w="19050" cap="sq">
                  <a:solidFill>
                    <a:srgbClr val="FF0000"/>
                  </a:solidFill>
                  <a:miter lim="800000"/>
                  <a:headEnd type="oval" w="med" len="med"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50" name="Line 16">
                  <a:extLst>
                    <a:ext uri="{FF2B5EF4-FFF2-40B4-BE49-F238E27FC236}">
                      <a16:creationId xmlns:a16="http://schemas.microsoft.com/office/drawing/2014/main" id="{2256952D-A120-4146-AE19-3617BFF75AF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696" y="1552"/>
                  <a:ext cx="0" cy="192"/>
                </a:xfrm>
                <a:prstGeom prst="line">
                  <a:avLst/>
                </a:prstGeom>
                <a:noFill/>
                <a:ln w="19050" cap="sq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51" name="Line 17">
                  <a:extLst>
                    <a:ext uri="{FF2B5EF4-FFF2-40B4-BE49-F238E27FC236}">
                      <a16:creationId xmlns:a16="http://schemas.microsoft.com/office/drawing/2014/main" id="{D02B2DA0-3604-4A94-B2D4-8964F672043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08" y="1552"/>
                  <a:ext cx="0" cy="192"/>
                </a:xfrm>
                <a:prstGeom prst="line">
                  <a:avLst/>
                </a:prstGeom>
                <a:noFill/>
                <a:ln w="19050" cap="sq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52" name="Line 18">
                  <a:extLst>
                    <a:ext uri="{FF2B5EF4-FFF2-40B4-BE49-F238E27FC236}">
                      <a16:creationId xmlns:a16="http://schemas.microsoft.com/office/drawing/2014/main" id="{FB2AA7DC-19DD-409D-A505-0134FF1E0DD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368" y="1552"/>
                  <a:ext cx="0" cy="240"/>
                </a:xfrm>
                <a:prstGeom prst="line">
                  <a:avLst/>
                </a:prstGeom>
                <a:noFill/>
                <a:ln w="19050" cap="sq">
                  <a:solidFill>
                    <a:srgbClr val="FF0000"/>
                  </a:solidFill>
                  <a:miter lim="800000"/>
                  <a:headEnd type="oval" w="med" len="med"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grpSp>
              <p:nvGrpSpPr>
                <p:cNvPr id="253" name="Group 19">
                  <a:extLst>
                    <a:ext uri="{FF2B5EF4-FFF2-40B4-BE49-F238E27FC236}">
                      <a16:creationId xmlns:a16="http://schemas.microsoft.com/office/drawing/2014/main" id="{AA92247A-D70E-4425-B233-F2CADDD6362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2368" y="1696"/>
                  <a:ext cx="240" cy="192"/>
                  <a:chOff x="4032" y="2064"/>
                  <a:chExt cx="240" cy="192"/>
                </a:xfrm>
              </p:grpSpPr>
              <p:sp>
                <p:nvSpPr>
                  <p:cNvPr id="255" name="Line 20">
                    <a:extLst>
                      <a:ext uri="{FF2B5EF4-FFF2-40B4-BE49-F238E27FC236}">
                        <a16:creationId xmlns:a16="http://schemas.microsoft.com/office/drawing/2014/main" id="{6A4A6E89-DB64-4143-9A41-C43823E4CCB0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76" y="2064"/>
                    <a:ext cx="0" cy="192"/>
                  </a:xfrm>
                  <a:prstGeom prst="line">
                    <a:avLst/>
                  </a:prstGeom>
                  <a:noFill/>
                  <a:ln w="28575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56" name="Line 21">
                    <a:extLst>
                      <a:ext uri="{FF2B5EF4-FFF2-40B4-BE49-F238E27FC236}">
                        <a16:creationId xmlns:a16="http://schemas.microsoft.com/office/drawing/2014/main" id="{C19EDEE3-3DD2-4588-BC7E-4361D4F9B6C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28" y="2112"/>
                    <a:ext cx="0" cy="96"/>
                  </a:xfrm>
                  <a:prstGeom prst="line">
                    <a:avLst/>
                  </a:prstGeom>
                  <a:noFill/>
                  <a:ln w="28575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57" name="Line 22">
                    <a:extLst>
                      <a:ext uri="{FF2B5EF4-FFF2-40B4-BE49-F238E27FC236}">
                        <a16:creationId xmlns:a16="http://schemas.microsoft.com/office/drawing/2014/main" id="{DB536AA0-F5FA-4FFF-B9DA-B2B313D5116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76" y="2112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58" name="Line 23">
                    <a:extLst>
                      <a:ext uri="{FF2B5EF4-FFF2-40B4-BE49-F238E27FC236}">
                        <a16:creationId xmlns:a16="http://schemas.microsoft.com/office/drawing/2014/main" id="{B6C69934-9264-450D-B069-840C315CA29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76" y="2208"/>
                    <a:ext cx="96" cy="0"/>
                  </a:xfrm>
                  <a:prstGeom prst="line">
                    <a:avLst/>
                  </a:prstGeom>
                  <a:noFill/>
                  <a:ln w="19050" cap="sq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59" name="Line 24">
                    <a:extLst>
                      <a:ext uri="{FF2B5EF4-FFF2-40B4-BE49-F238E27FC236}">
                        <a16:creationId xmlns:a16="http://schemas.microsoft.com/office/drawing/2014/main" id="{230076E8-553C-420C-A830-822691A9909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032" y="2160"/>
                    <a:ext cx="96" cy="0"/>
                  </a:xfrm>
                  <a:prstGeom prst="line">
                    <a:avLst/>
                  </a:prstGeom>
                  <a:noFill/>
                  <a:ln w="19050" cap="sq">
                    <a:solidFill>
                      <a:sysClr val="windowText" lastClr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sp>
              <p:nvSpPr>
                <p:cNvPr id="254" name="Rectangle 103">
                  <a:extLst>
                    <a:ext uri="{FF2B5EF4-FFF2-40B4-BE49-F238E27FC236}">
                      <a16:creationId xmlns:a16="http://schemas.microsoft.com/office/drawing/2014/main" id="{655D46AB-EC9C-4D96-B1BA-91E378446F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76" y="1262"/>
                  <a:ext cx="456" cy="2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lIns="12700" tIns="12700" rIns="12700" bIns="12700"/>
                <a:lstStyle/>
                <a:p>
                  <a:pPr marL="0" marR="0" lvl="0" indent="0" algn="just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V</a:t>
                  </a:r>
                  <a:r>
                    <a:rPr kumimoji="0" lang="en-US" altLang="zh-CN" sz="16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DD</a:t>
                  </a:r>
                  <a:r>
                    <a:rPr kumimoji="0" lang="en-US" altLang="zh-CN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(5V)</a:t>
                  </a:r>
                </a:p>
              </p:txBody>
            </p:sp>
          </p:grpSp>
        </p:grpSp>
        <p:sp>
          <p:nvSpPr>
            <p:cNvPr id="242" name="Line 50">
              <a:extLst>
                <a:ext uri="{FF2B5EF4-FFF2-40B4-BE49-F238E27FC236}">
                  <a16:creationId xmlns:a16="http://schemas.microsoft.com/office/drawing/2014/main" id="{09247BFB-9684-477C-BD1E-80D39129843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96" y="1840"/>
              <a:ext cx="0" cy="20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267" name="Line 121">
            <a:extLst>
              <a:ext uri="{FF2B5EF4-FFF2-40B4-BE49-F238E27FC236}">
                <a16:creationId xmlns:a16="http://schemas.microsoft.com/office/drawing/2014/main" id="{FA41D658-1CE5-45EB-B607-9D30D61F714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4922" y="3301340"/>
            <a:ext cx="0" cy="370327"/>
          </a:xfrm>
          <a:prstGeom prst="line">
            <a:avLst/>
          </a:prstGeom>
          <a:noFill/>
          <a:ln w="19050" cap="sq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268" name="Group 123">
            <a:extLst>
              <a:ext uri="{FF2B5EF4-FFF2-40B4-BE49-F238E27FC236}">
                <a16:creationId xmlns:a16="http://schemas.microsoft.com/office/drawing/2014/main" id="{A203AE8A-185D-40DB-A549-AE363A730EEA}"/>
              </a:ext>
            </a:extLst>
          </p:cNvPr>
          <p:cNvGrpSpPr>
            <a:grpSpLocks/>
          </p:cNvGrpSpPr>
          <p:nvPr/>
        </p:nvGrpSpPr>
        <p:grpSpPr bwMode="auto">
          <a:xfrm>
            <a:off x="2735796" y="3754712"/>
            <a:ext cx="1527599" cy="648070"/>
            <a:chOff x="1784" y="2264"/>
            <a:chExt cx="792" cy="336"/>
          </a:xfrm>
        </p:grpSpPr>
        <p:grpSp>
          <p:nvGrpSpPr>
            <p:cNvPr id="269" name="Group 124">
              <a:extLst>
                <a:ext uri="{FF2B5EF4-FFF2-40B4-BE49-F238E27FC236}">
                  <a16:creationId xmlns:a16="http://schemas.microsoft.com/office/drawing/2014/main" id="{D225483A-0740-4E54-8110-4FB1CA73B8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84" y="2264"/>
              <a:ext cx="216" cy="336"/>
              <a:chOff x="3936" y="784"/>
              <a:chExt cx="216" cy="336"/>
            </a:xfrm>
          </p:grpSpPr>
          <p:grpSp>
            <p:nvGrpSpPr>
              <p:cNvPr id="277" name="Group 95">
                <a:extLst>
                  <a:ext uri="{FF2B5EF4-FFF2-40B4-BE49-F238E27FC236}">
                    <a16:creationId xmlns:a16="http://schemas.microsoft.com/office/drawing/2014/main" id="{6EC0A6E8-0982-46D4-A022-4D3DAE6894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56" y="928"/>
                <a:ext cx="96" cy="48"/>
                <a:chOff x="3888" y="2832"/>
                <a:chExt cx="96" cy="48"/>
              </a:xfrm>
            </p:grpSpPr>
            <p:sp>
              <p:nvSpPr>
                <p:cNvPr id="281" name="Line 96">
                  <a:extLst>
                    <a:ext uri="{FF2B5EF4-FFF2-40B4-BE49-F238E27FC236}">
                      <a16:creationId xmlns:a16="http://schemas.microsoft.com/office/drawing/2014/main" id="{AA79794F-0B57-4DDB-963A-5BD38F623E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32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82" name="Line 97">
                  <a:extLst>
                    <a:ext uri="{FF2B5EF4-FFF2-40B4-BE49-F238E27FC236}">
                      <a16:creationId xmlns:a16="http://schemas.microsoft.com/office/drawing/2014/main" id="{74DFF71D-DA46-440C-8293-B94305C54A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80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  <p:sp>
            <p:nvSpPr>
              <p:cNvPr id="278" name="Line 98">
                <a:extLst>
                  <a:ext uri="{FF2B5EF4-FFF2-40B4-BE49-F238E27FC236}">
                    <a16:creationId xmlns:a16="http://schemas.microsoft.com/office/drawing/2014/main" id="{10240AC5-FAE6-457C-8054-FC7BBB594BB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04" y="784"/>
                <a:ext cx="0" cy="14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 type="oval" w="med" len="med"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279" name="Line 100">
                <a:extLst>
                  <a:ext uri="{FF2B5EF4-FFF2-40B4-BE49-F238E27FC236}">
                    <a16:creationId xmlns:a16="http://schemas.microsoft.com/office/drawing/2014/main" id="{D46198D3-0E2B-40FB-9800-16A197FAC45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04" y="976"/>
                <a:ext cx="0" cy="14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oval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280" name="Rectangle 136">
                <a:extLst>
                  <a:ext uri="{FF2B5EF4-FFF2-40B4-BE49-F238E27FC236}">
                    <a16:creationId xmlns:a16="http://schemas.microsoft.com/office/drawing/2014/main" id="{E90C2873-B6F5-4DE7-9FB3-82448EC78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6" y="928"/>
                <a:ext cx="19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algn="just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lang="en-US" altLang="zh-CN" sz="1600">
                    <a:solidFill>
                      <a:prstClr val="black"/>
                    </a:solidFill>
                    <a:latin typeface="微软雅黑"/>
                    <a:ea typeface="微软雅黑"/>
                  </a:rPr>
                  <a:t>C</a:t>
                </a:r>
                <a:r>
                  <a:rPr lang="en-US" altLang="zh-CN" sz="1600" baseline="-25000">
                    <a:solidFill>
                      <a:prstClr val="black"/>
                    </a:solidFill>
                    <a:latin typeface="微软雅黑"/>
                    <a:ea typeface="微软雅黑"/>
                  </a:rPr>
                  <a:t>1</a:t>
                </a:r>
                <a:endParaRPr lang="en-US" altLang="zh-CN" sz="1600" dirty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270" name="Group 131">
              <a:extLst>
                <a:ext uri="{FF2B5EF4-FFF2-40B4-BE49-F238E27FC236}">
                  <a16:creationId xmlns:a16="http://schemas.microsoft.com/office/drawing/2014/main" id="{0659F9D0-2755-4D09-9D6E-BAB2E7587B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4" y="2268"/>
              <a:ext cx="272" cy="332"/>
              <a:chOff x="4064" y="212"/>
              <a:chExt cx="272" cy="332"/>
            </a:xfrm>
          </p:grpSpPr>
          <p:grpSp>
            <p:nvGrpSpPr>
              <p:cNvPr id="271" name="Group 95">
                <a:extLst>
                  <a:ext uri="{FF2B5EF4-FFF2-40B4-BE49-F238E27FC236}">
                    <a16:creationId xmlns:a16="http://schemas.microsoft.com/office/drawing/2014/main" id="{C3B01F3F-328A-4926-9F1E-08497B74F1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64" y="352"/>
                <a:ext cx="96" cy="44"/>
                <a:chOff x="3888" y="2840"/>
                <a:chExt cx="96" cy="44"/>
              </a:xfrm>
            </p:grpSpPr>
            <p:sp>
              <p:nvSpPr>
                <p:cNvPr id="275" name="Line 96">
                  <a:extLst>
                    <a:ext uri="{FF2B5EF4-FFF2-40B4-BE49-F238E27FC236}">
                      <a16:creationId xmlns:a16="http://schemas.microsoft.com/office/drawing/2014/main" id="{1CF840B1-AFBB-4730-B5A9-79EC1D5C3A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40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76" name="Line 97">
                  <a:extLst>
                    <a:ext uri="{FF2B5EF4-FFF2-40B4-BE49-F238E27FC236}">
                      <a16:creationId xmlns:a16="http://schemas.microsoft.com/office/drawing/2014/main" id="{C2CAF6BC-56E6-4771-9FE1-411AAF7EBF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84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  <p:sp>
            <p:nvSpPr>
              <p:cNvPr id="272" name="Line 98">
                <a:extLst>
                  <a:ext uri="{FF2B5EF4-FFF2-40B4-BE49-F238E27FC236}">
                    <a16:creationId xmlns:a16="http://schemas.microsoft.com/office/drawing/2014/main" id="{799A4980-9421-4737-9723-4A7FB9833DF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12" y="212"/>
                <a:ext cx="0" cy="14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 type="oval" w="med" len="med"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273" name="Line 100">
                <a:extLst>
                  <a:ext uri="{FF2B5EF4-FFF2-40B4-BE49-F238E27FC236}">
                    <a16:creationId xmlns:a16="http://schemas.microsoft.com/office/drawing/2014/main" id="{6048CA72-F456-4738-B9E8-14BFC31131C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12" y="396"/>
                <a:ext cx="0" cy="14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oval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274" name="Rectangle 136">
                <a:extLst>
                  <a:ext uri="{FF2B5EF4-FFF2-40B4-BE49-F238E27FC236}">
                    <a16:creationId xmlns:a16="http://schemas.microsoft.com/office/drawing/2014/main" id="{7D0C8626-4EEF-49EB-BEAB-619D81506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352"/>
                <a:ext cx="19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algn="just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lang="en-US" altLang="zh-CN" sz="1600" dirty="0">
                    <a:solidFill>
                      <a:prstClr val="black"/>
                    </a:solidFill>
                    <a:latin typeface="微软雅黑"/>
                    <a:ea typeface="微软雅黑"/>
                  </a:rPr>
                  <a:t>C</a:t>
                </a:r>
                <a:r>
                  <a:rPr lang="en-US" altLang="zh-CN" sz="1600" baseline="-25000" dirty="0">
                    <a:solidFill>
                      <a:prstClr val="black"/>
                    </a:solidFill>
                    <a:latin typeface="微软雅黑"/>
                    <a:ea typeface="微软雅黑"/>
                  </a:rPr>
                  <a:t>2</a:t>
                </a:r>
                <a:endParaRPr lang="en-US" altLang="zh-CN" sz="1600" dirty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283" name="Rectangle 166">
            <a:extLst>
              <a:ext uri="{FF2B5EF4-FFF2-40B4-BE49-F238E27FC236}">
                <a16:creationId xmlns:a16="http://schemas.microsoft.com/office/drawing/2014/main" id="{D3DD8D8C-C2EB-461B-829E-CB2F48086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2980" y="1334675"/>
            <a:ext cx="3253863" cy="4745249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noFill/>
            <a:prstDash val="solid"/>
            <a:miter lim="800000"/>
            <a:headEnd/>
            <a:tailEnd/>
          </a:ln>
          <a:effectLst/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lang="zh-CN" altLang="en-US" sz="2400" dirty="0" smtClean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lang="zh-CN" altLang="en-US" sz="2000" dirty="0" smtClean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lang="zh-CN" altLang="en-US" sz="2000" dirty="0" smtClean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Font typeface="Wingdings" pitchFamily="2" charset="2"/>
              <a:buChar char="n"/>
              <a:tabLst/>
              <a:defRPr/>
            </a:pPr>
            <a:r>
              <a:rPr kumimoji="0" lang="zh-CN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去掉两个负载管</a:t>
            </a:r>
          </a:p>
          <a:p>
            <a:pPr marL="527050" marR="0" lvl="1" indent="-26035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Font typeface="Wingdings" pitchFamily="2" charset="2"/>
              <a:buChar char="p"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提升存储密度</a:t>
            </a:r>
          </a:p>
          <a:p>
            <a:pPr marL="527050" marR="0" lvl="1" indent="-26035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Font typeface="Wingdings" pitchFamily="2" charset="2"/>
              <a:buChar char="p"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减少功耗</a:t>
            </a:r>
          </a:p>
          <a:p>
            <a:pPr marL="527050" marR="0" lvl="1" indent="-26035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Font typeface="Wingdings" pitchFamily="2" charset="2"/>
              <a:buChar char="p"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降低成本</a:t>
            </a:r>
          </a:p>
          <a:p>
            <a:pPr marL="342900" marR="0" lvl="0" indent="-34290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Font typeface="Wingdings" pitchFamily="2" charset="2"/>
              <a:buChar char="n"/>
              <a:tabLst/>
              <a:defRPr/>
            </a:pPr>
            <a:r>
              <a:rPr kumimoji="0" lang="zh-CN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增加两个电容缓存电荷</a:t>
            </a:r>
          </a:p>
          <a:p>
            <a:pPr marL="527050" marR="0" lvl="1" indent="-26035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Font typeface="Wingdings" pitchFamily="2" charset="2"/>
              <a:buChar char="p"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电容不能永久保存电荷</a:t>
            </a:r>
          </a:p>
          <a:p>
            <a:pPr marL="527050" marR="0" lvl="1" indent="-26035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Font typeface="Wingdings" pitchFamily="2" charset="2"/>
              <a:buChar char="p"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增加额外电路补充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3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8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8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062" grpId="0" autoUpdateAnimBg="0"/>
      <p:bldP spid="151" grpId="0" animBg="1"/>
      <p:bldP spid="151" grpId="1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780" y="200661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8E8EE6-EECA-4E4A-B784-321472C3BF5B}"/>
              </a:ext>
            </a:extLst>
          </p:cNvPr>
          <p:cNvSpPr/>
          <p:nvPr/>
        </p:nvSpPr>
        <p:spPr>
          <a:xfrm>
            <a:off x="395536" y="785436"/>
            <a:ext cx="307488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1.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四管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DRAM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存储器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ea typeface="+mn-ea"/>
            </a:endParaRPr>
          </a:p>
        </p:txBody>
      </p:sp>
      <p:grpSp>
        <p:nvGrpSpPr>
          <p:cNvPr id="139" name="Group 5">
            <a:extLst>
              <a:ext uri="{FF2B5EF4-FFF2-40B4-BE49-F238E27FC236}">
                <a16:creationId xmlns:a16="http://schemas.microsoft.com/office/drawing/2014/main" id="{ACE74904-4BE1-4CCD-BAFC-4C5CF918A725}"/>
              </a:ext>
            </a:extLst>
          </p:cNvPr>
          <p:cNvGrpSpPr>
            <a:grpSpLocks/>
          </p:cNvGrpSpPr>
          <p:nvPr/>
        </p:nvGrpSpPr>
        <p:grpSpPr bwMode="auto">
          <a:xfrm>
            <a:off x="871695" y="4189070"/>
            <a:ext cx="1079465" cy="1079465"/>
            <a:chOff x="1536" y="2480"/>
            <a:chExt cx="624" cy="624"/>
          </a:xfrm>
        </p:grpSpPr>
        <p:sp>
          <p:nvSpPr>
            <p:cNvPr id="140" name="Oval 6">
              <a:extLst>
                <a:ext uri="{FF2B5EF4-FFF2-40B4-BE49-F238E27FC236}">
                  <a16:creationId xmlns:a16="http://schemas.microsoft.com/office/drawing/2014/main" id="{95CC9E79-7EB0-49A9-9794-A8F5F51B3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2480"/>
              <a:ext cx="616" cy="624"/>
            </a:xfrm>
            <a:prstGeom prst="ellipse">
              <a:avLst/>
            </a:prstGeom>
            <a:solidFill>
              <a:srgbClr val="5B9BD5">
                <a:lumMod val="40000"/>
                <a:lumOff val="60000"/>
              </a:srgbClr>
            </a:solidFill>
            <a:ln w="952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41" name="Line 12">
              <a:extLst>
                <a:ext uri="{FF2B5EF4-FFF2-40B4-BE49-F238E27FC236}">
                  <a16:creationId xmlns:a16="http://schemas.microsoft.com/office/drawing/2014/main" id="{9D9446AE-97D6-44F7-9A20-3E4C81565FE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00" y="2878"/>
              <a:ext cx="0" cy="144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142" name="Group 7">
              <a:extLst>
                <a:ext uri="{FF2B5EF4-FFF2-40B4-BE49-F238E27FC236}">
                  <a16:creationId xmlns:a16="http://schemas.microsoft.com/office/drawing/2014/main" id="{8B4E137E-4BC7-4BB4-8B28-3E76D4ABD2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2" y="2830"/>
              <a:ext cx="96" cy="48"/>
              <a:chOff x="3888" y="2832"/>
              <a:chExt cx="96" cy="48"/>
            </a:xfrm>
          </p:grpSpPr>
          <p:sp>
            <p:nvSpPr>
              <p:cNvPr id="146" name="Line 8">
                <a:extLst>
                  <a:ext uri="{FF2B5EF4-FFF2-40B4-BE49-F238E27FC236}">
                    <a16:creationId xmlns:a16="http://schemas.microsoft.com/office/drawing/2014/main" id="{BFF34C36-BBEB-452C-804E-0774F4A9C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2832"/>
                <a:ext cx="9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47" name="Line 9">
                <a:extLst>
                  <a:ext uri="{FF2B5EF4-FFF2-40B4-BE49-F238E27FC236}">
                    <a16:creationId xmlns:a16="http://schemas.microsoft.com/office/drawing/2014/main" id="{EC30B370-DA71-46A3-952C-9BD1A2888C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2880"/>
                <a:ext cx="9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143" name="Line 10">
              <a:extLst>
                <a:ext uri="{FF2B5EF4-FFF2-40B4-BE49-F238E27FC236}">
                  <a16:creationId xmlns:a16="http://schemas.microsoft.com/office/drawing/2014/main" id="{5A13DEA1-6784-409D-9336-33C03C7AA55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00" y="2686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44" name="Line 11">
              <a:extLst>
                <a:ext uri="{FF2B5EF4-FFF2-40B4-BE49-F238E27FC236}">
                  <a16:creationId xmlns:a16="http://schemas.microsoft.com/office/drawing/2014/main" id="{3424317A-B32F-47EC-84D1-C26653F0605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00" y="2686"/>
              <a:ext cx="1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45" name="Rectangle 13">
              <a:extLst>
                <a:ext uri="{FF2B5EF4-FFF2-40B4-BE49-F238E27FC236}">
                  <a16:creationId xmlns:a16="http://schemas.microsoft.com/office/drawing/2014/main" id="{7E6C32E8-F3F1-4B1A-88ED-BF44245FA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688"/>
              <a:ext cx="192" cy="192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C</a:t>
              </a:r>
              <a:r>
                <a:rPr kumimoji="0" lang="en-US" altLang="zh-CN" sz="1800" b="0" i="0" u="none" strike="noStrike" kern="0" cap="none" spc="0" normalizeH="0" baseline="-25000" noProof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D</a:t>
              </a:r>
              <a:endParaRPr kumimoji="0" lang="en-US" altLang="zh-CN" sz="1800" b="0" i="0" u="none" strike="noStrike" kern="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48" name="Group 14">
            <a:extLst>
              <a:ext uri="{FF2B5EF4-FFF2-40B4-BE49-F238E27FC236}">
                <a16:creationId xmlns:a16="http://schemas.microsoft.com/office/drawing/2014/main" id="{FF9DC185-89A7-4902-B5E1-2E46B9C8F72D}"/>
              </a:ext>
            </a:extLst>
          </p:cNvPr>
          <p:cNvGrpSpPr>
            <a:grpSpLocks/>
          </p:cNvGrpSpPr>
          <p:nvPr/>
        </p:nvGrpSpPr>
        <p:grpSpPr bwMode="auto">
          <a:xfrm>
            <a:off x="4234645" y="4216749"/>
            <a:ext cx="1619198" cy="1165961"/>
            <a:chOff x="3480" y="2496"/>
            <a:chExt cx="936" cy="674"/>
          </a:xfrm>
        </p:grpSpPr>
        <p:sp>
          <p:nvSpPr>
            <p:cNvPr id="149" name="Oval 15">
              <a:extLst>
                <a:ext uri="{FF2B5EF4-FFF2-40B4-BE49-F238E27FC236}">
                  <a16:creationId xmlns:a16="http://schemas.microsoft.com/office/drawing/2014/main" id="{C8D695BC-87B2-4368-8747-E3FC74570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2496"/>
              <a:ext cx="616" cy="624"/>
            </a:xfrm>
            <a:prstGeom prst="ellipse">
              <a:avLst/>
            </a:prstGeom>
            <a:solidFill>
              <a:srgbClr val="5B9BD5">
                <a:lumMod val="40000"/>
                <a:lumOff val="60000"/>
              </a:srgbClr>
            </a:solidFill>
            <a:ln w="952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84" name="Line 22">
              <a:extLst>
                <a:ext uri="{FF2B5EF4-FFF2-40B4-BE49-F238E27FC236}">
                  <a16:creationId xmlns:a16="http://schemas.microsoft.com/office/drawing/2014/main" id="{973DA8EB-FDED-4302-BA59-82074961586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64" y="2880"/>
              <a:ext cx="0" cy="144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85" name="Rectangle 16">
              <a:extLst>
                <a:ext uri="{FF2B5EF4-FFF2-40B4-BE49-F238E27FC236}">
                  <a16:creationId xmlns:a16="http://schemas.microsoft.com/office/drawing/2014/main" id="{F5FAFC76-B66A-42E4-A61A-70549C96C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0" y="2880"/>
              <a:ext cx="456" cy="29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V</a:t>
              </a:r>
              <a:r>
                <a:rPr kumimoji="0" lang="en-US" altLang="zh-CN" sz="1800" b="0" i="0" u="none" strike="noStrike" kern="0" cap="none" spc="0" normalizeH="0" baseline="-25000" noProof="0" dirty="0" err="1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ss</a:t>
              </a: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(0V)</a:t>
              </a:r>
            </a:p>
          </p:txBody>
        </p:sp>
        <p:grpSp>
          <p:nvGrpSpPr>
            <p:cNvPr id="286" name="Group 17">
              <a:extLst>
                <a:ext uri="{FF2B5EF4-FFF2-40B4-BE49-F238E27FC236}">
                  <a16:creationId xmlns:a16="http://schemas.microsoft.com/office/drawing/2014/main" id="{0FF5AA92-4993-44C1-96C5-F81FC13275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6" y="2832"/>
              <a:ext cx="96" cy="48"/>
              <a:chOff x="3888" y="2832"/>
              <a:chExt cx="96" cy="48"/>
            </a:xfrm>
          </p:grpSpPr>
          <p:sp>
            <p:nvSpPr>
              <p:cNvPr id="290" name="Line 18">
                <a:extLst>
                  <a:ext uri="{FF2B5EF4-FFF2-40B4-BE49-F238E27FC236}">
                    <a16:creationId xmlns:a16="http://schemas.microsoft.com/office/drawing/2014/main" id="{708B64B7-9475-4FAA-A73F-59996C54A7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2832"/>
                <a:ext cx="9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291" name="Line 19">
                <a:extLst>
                  <a:ext uri="{FF2B5EF4-FFF2-40B4-BE49-F238E27FC236}">
                    <a16:creationId xmlns:a16="http://schemas.microsoft.com/office/drawing/2014/main" id="{D0B8D72F-C9AD-460D-87F3-88FA797DBD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2880"/>
                <a:ext cx="9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287" name="Line 20">
              <a:extLst>
                <a:ext uri="{FF2B5EF4-FFF2-40B4-BE49-F238E27FC236}">
                  <a16:creationId xmlns:a16="http://schemas.microsoft.com/office/drawing/2014/main" id="{70A3682F-A039-424E-8765-40A28750313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64" y="2688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88" name="Line 21">
              <a:extLst>
                <a:ext uri="{FF2B5EF4-FFF2-40B4-BE49-F238E27FC236}">
                  <a16:creationId xmlns:a16="http://schemas.microsoft.com/office/drawing/2014/main" id="{1260202B-1EC1-4823-8950-7713812091A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72" y="2688"/>
              <a:ext cx="1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89" name="Rectangle 23">
              <a:extLst>
                <a:ext uri="{FF2B5EF4-FFF2-40B4-BE49-F238E27FC236}">
                  <a16:creationId xmlns:a16="http://schemas.microsoft.com/office/drawing/2014/main" id="{4A363B3B-660F-4D2B-B6C4-C9C005E5F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688"/>
              <a:ext cx="192" cy="192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C</a:t>
              </a:r>
              <a:r>
                <a:rPr kumimoji="0" lang="en-US" altLang="zh-CN" sz="1800" b="0" i="0" u="none" strike="noStrike" kern="0" cap="none" spc="0" normalizeH="0" baseline="-25000" noProof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D</a:t>
              </a:r>
              <a:endParaRPr kumimoji="0" lang="en-US" altLang="zh-CN" sz="1800" b="0" i="0" u="none" strike="noStrike" kern="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292" name="Oval 24">
            <a:extLst>
              <a:ext uri="{FF2B5EF4-FFF2-40B4-BE49-F238E27FC236}">
                <a16:creationId xmlns:a16="http://schemas.microsoft.com/office/drawing/2014/main" id="{F5978933-BAAC-4E46-919E-B31B48933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9641" y="3469425"/>
            <a:ext cx="2366523" cy="1577682"/>
          </a:xfrm>
          <a:prstGeom prst="ellipse">
            <a:avLst/>
          </a:prstGeom>
          <a:solidFill>
            <a:srgbClr val="ED7D31">
              <a:lumMod val="40000"/>
              <a:lumOff val="60000"/>
            </a:srgbClr>
          </a:solidFill>
          <a:ln w="9525" algn="ctr">
            <a:solidFill>
              <a:srgbClr val="99CC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93" name="Rectangle 26">
            <a:extLst>
              <a:ext uri="{FF2B5EF4-FFF2-40B4-BE49-F238E27FC236}">
                <a16:creationId xmlns:a16="http://schemas.microsoft.com/office/drawing/2014/main" id="{9A04CADC-B200-47ED-8047-8A768573C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034" y="4960611"/>
            <a:ext cx="788840" cy="50167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 dirty="0" err="1">
                <a:solidFill>
                  <a:srgbClr val="00B050"/>
                </a:solidFill>
                <a:latin typeface="微软雅黑"/>
                <a:ea typeface="微软雅黑"/>
              </a:rPr>
              <a:t>V</a:t>
            </a:r>
            <a:r>
              <a:rPr lang="en-US" altLang="zh-CN" baseline="-25000" dirty="0" err="1">
                <a:solidFill>
                  <a:srgbClr val="00B050"/>
                </a:solidFill>
                <a:latin typeface="微软雅黑"/>
                <a:ea typeface="微软雅黑"/>
              </a:rPr>
              <a:t>ss</a:t>
            </a:r>
            <a:r>
              <a:rPr lang="en-US" altLang="zh-CN" dirty="0">
                <a:solidFill>
                  <a:srgbClr val="00B050"/>
                </a:solidFill>
                <a:latin typeface="微软雅黑"/>
                <a:ea typeface="微软雅黑"/>
              </a:rPr>
              <a:t>(0V)</a:t>
            </a:r>
          </a:p>
        </p:txBody>
      </p:sp>
      <p:sp>
        <p:nvSpPr>
          <p:cNvPr id="294" name="Line 27">
            <a:extLst>
              <a:ext uri="{FF2B5EF4-FFF2-40B4-BE49-F238E27FC236}">
                <a16:creationId xmlns:a16="http://schemas.microsoft.com/office/drawing/2014/main" id="{F24F3ED9-8019-4A45-843F-C053D87A0CD5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324822" y="3303355"/>
            <a:ext cx="49821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grpSp>
        <p:nvGrpSpPr>
          <p:cNvPr id="295" name="Group 28">
            <a:extLst>
              <a:ext uri="{FF2B5EF4-FFF2-40B4-BE49-F238E27FC236}">
                <a16:creationId xmlns:a16="http://schemas.microsoft.com/office/drawing/2014/main" id="{EA515103-DD28-4FDF-84FA-C7F969E3D24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324822" y="3801570"/>
            <a:ext cx="415179" cy="332143"/>
            <a:chOff x="3360" y="2544"/>
            <a:chExt cx="240" cy="192"/>
          </a:xfrm>
        </p:grpSpPr>
        <p:sp>
          <p:nvSpPr>
            <p:cNvPr id="296" name="Line 29">
              <a:extLst>
                <a:ext uri="{FF2B5EF4-FFF2-40B4-BE49-F238E27FC236}">
                  <a16:creationId xmlns:a16="http://schemas.microsoft.com/office/drawing/2014/main" id="{B95B9A6A-553D-4874-B49F-EFD295DCA6D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6" y="2544"/>
              <a:ext cx="0" cy="19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97" name="Line 30">
              <a:extLst>
                <a:ext uri="{FF2B5EF4-FFF2-40B4-BE49-F238E27FC236}">
                  <a16:creationId xmlns:a16="http://schemas.microsoft.com/office/drawing/2014/main" id="{DBD5492F-254B-4748-A0FC-72ADCCC591E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592"/>
              <a:ext cx="0" cy="9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98" name="Line 31">
              <a:extLst>
                <a:ext uri="{FF2B5EF4-FFF2-40B4-BE49-F238E27FC236}">
                  <a16:creationId xmlns:a16="http://schemas.microsoft.com/office/drawing/2014/main" id="{1E056EFC-25A8-48B4-96CE-CAA3C0E3499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592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99" name="Line 32">
              <a:extLst>
                <a:ext uri="{FF2B5EF4-FFF2-40B4-BE49-F238E27FC236}">
                  <a16:creationId xmlns:a16="http://schemas.microsoft.com/office/drawing/2014/main" id="{4D6C2991-989C-4F37-BD09-1C9E1D19A80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688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00" name="Line 33">
              <a:extLst>
                <a:ext uri="{FF2B5EF4-FFF2-40B4-BE49-F238E27FC236}">
                  <a16:creationId xmlns:a16="http://schemas.microsoft.com/office/drawing/2014/main" id="{6BFF9A0A-F67E-4748-A037-57AF900D587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640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301" name="Line 34">
            <a:extLst>
              <a:ext uri="{FF2B5EF4-FFF2-40B4-BE49-F238E27FC236}">
                <a16:creationId xmlns:a16="http://schemas.microsoft.com/office/drawing/2014/main" id="{407229D3-1D0F-4F88-A440-978368FC6396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324822" y="3303355"/>
            <a:ext cx="0" cy="58125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grpSp>
        <p:nvGrpSpPr>
          <p:cNvPr id="302" name="Group 35">
            <a:extLst>
              <a:ext uri="{FF2B5EF4-FFF2-40B4-BE49-F238E27FC236}">
                <a16:creationId xmlns:a16="http://schemas.microsoft.com/office/drawing/2014/main" id="{B9BC5EBD-23DD-4CF4-97EE-AE16805E44C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487323" y="3801570"/>
            <a:ext cx="415179" cy="332143"/>
            <a:chOff x="4032" y="2544"/>
            <a:chExt cx="240" cy="192"/>
          </a:xfrm>
        </p:grpSpPr>
        <p:sp>
          <p:nvSpPr>
            <p:cNvPr id="303" name="Line 36">
              <a:extLst>
                <a:ext uri="{FF2B5EF4-FFF2-40B4-BE49-F238E27FC236}">
                  <a16:creationId xmlns:a16="http://schemas.microsoft.com/office/drawing/2014/main" id="{89700BC8-6563-4FE4-9371-84AAE495574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44"/>
              <a:ext cx="0" cy="19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04" name="Line 37">
              <a:extLst>
                <a:ext uri="{FF2B5EF4-FFF2-40B4-BE49-F238E27FC236}">
                  <a16:creationId xmlns:a16="http://schemas.microsoft.com/office/drawing/2014/main" id="{BDD39CCD-9827-421E-99A2-945C799BCCD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28" y="2592"/>
              <a:ext cx="0" cy="9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05" name="Line 38">
              <a:extLst>
                <a:ext uri="{FF2B5EF4-FFF2-40B4-BE49-F238E27FC236}">
                  <a16:creationId xmlns:a16="http://schemas.microsoft.com/office/drawing/2014/main" id="{AB373BC8-3D40-4205-B15C-5B7F70CED16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92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06" name="Line 39">
              <a:extLst>
                <a:ext uri="{FF2B5EF4-FFF2-40B4-BE49-F238E27FC236}">
                  <a16:creationId xmlns:a16="http://schemas.microsoft.com/office/drawing/2014/main" id="{7723AFF6-F6E1-4A52-8260-5511C04D8C3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688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07" name="Line 40">
              <a:extLst>
                <a:ext uri="{FF2B5EF4-FFF2-40B4-BE49-F238E27FC236}">
                  <a16:creationId xmlns:a16="http://schemas.microsoft.com/office/drawing/2014/main" id="{EC234ADF-E8CF-404E-B8F3-2F4E8CDF46D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032" y="2640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308" name="Line 41">
            <a:extLst>
              <a:ext uri="{FF2B5EF4-FFF2-40B4-BE49-F238E27FC236}">
                <a16:creationId xmlns:a16="http://schemas.microsoft.com/office/drawing/2014/main" id="{CBE512D8-8711-45D7-B0C7-D123E6A17710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487323" y="3303355"/>
            <a:ext cx="415179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09" name="Line 42">
            <a:extLst>
              <a:ext uri="{FF2B5EF4-FFF2-40B4-BE49-F238E27FC236}">
                <a16:creationId xmlns:a16="http://schemas.microsoft.com/office/drawing/2014/main" id="{B790545D-9084-4456-8062-26E49D708D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06072" y="3303355"/>
            <a:ext cx="581251" cy="6642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10" name="Line 43">
            <a:extLst>
              <a:ext uri="{FF2B5EF4-FFF2-40B4-BE49-F238E27FC236}">
                <a16:creationId xmlns:a16="http://schemas.microsoft.com/office/drawing/2014/main" id="{7CA7651F-D46C-48DC-BACB-3AF3D9D3CE87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324822" y="4548892"/>
            <a:ext cx="1577680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hangingPunct="1"/>
            <a:endParaRPr lang="zh-CN" altLang="en-US" sz="200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11" name="Line 44">
            <a:extLst>
              <a:ext uri="{FF2B5EF4-FFF2-40B4-BE49-F238E27FC236}">
                <a16:creationId xmlns:a16="http://schemas.microsoft.com/office/drawing/2014/main" id="{71404FAF-3D8C-41D0-A987-540A8BA912D3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324822" y="4050677"/>
            <a:ext cx="0" cy="498215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hangingPunct="1"/>
            <a:endParaRPr lang="zh-CN" altLang="en-US" sz="200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12" name="Line 45">
            <a:extLst>
              <a:ext uri="{FF2B5EF4-FFF2-40B4-BE49-F238E27FC236}">
                <a16:creationId xmlns:a16="http://schemas.microsoft.com/office/drawing/2014/main" id="{73089DAE-5236-4AC2-92B4-4A94F916E127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902502" y="4050677"/>
            <a:ext cx="0" cy="498215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hangingPunct="1"/>
            <a:endParaRPr lang="zh-CN" altLang="en-US" sz="200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13" name="Line 46">
            <a:extLst>
              <a:ext uri="{FF2B5EF4-FFF2-40B4-BE49-F238E27FC236}">
                <a16:creationId xmlns:a16="http://schemas.microsoft.com/office/drawing/2014/main" id="{A7FAE11C-CB77-4244-9C11-8AF96DF8E40D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902502" y="3303355"/>
            <a:ext cx="0" cy="58125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14" name="Line 47">
            <a:extLst>
              <a:ext uri="{FF2B5EF4-FFF2-40B4-BE49-F238E27FC236}">
                <a16:creationId xmlns:a16="http://schemas.microsoft.com/office/drawing/2014/main" id="{8F981D04-2B22-4A93-AC4B-02CA64299AE5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992678" y="3303355"/>
            <a:ext cx="33214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grpSp>
        <p:nvGrpSpPr>
          <p:cNvPr id="315" name="Group 48">
            <a:extLst>
              <a:ext uri="{FF2B5EF4-FFF2-40B4-BE49-F238E27FC236}">
                <a16:creationId xmlns:a16="http://schemas.microsoft.com/office/drawing/2014/main" id="{1F404310-E09A-443A-BC65-2D44A16EE83A}"/>
              </a:ext>
            </a:extLst>
          </p:cNvPr>
          <p:cNvGrpSpPr>
            <a:grpSpLocks/>
          </p:cNvGrpSpPr>
          <p:nvPr/>
        </p:nvGrpSpPr>
        <p:grpSpPr bwMode="auto">
          <a:xfrm>
            <a:off x="1743571" y="2888176"/>
            <a:ext cx="2740181" cy="415179"/>
            <a:chOff x="2040" y="1728"/>
            <a:chExt cx="1584" cy="240"/>
          </a:xfrm>
        </p:grpSpPr>
        <p:grpSp>
          <p:nvGrpSpPr>
            <p:cNvPr id="316" name="Group 49">
              <a:extLst>
                <a:ext uri="{FF2B5EF4-FFF2-40B4-BE49-F238E27FC236}">
                  <a16:creationId xmlns:a16="http://schemas.microsoft.com/office/drawing/2014/main" id="{FFFD9F26-F0AC-4613-8BD6-0F42764AE9D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2016" y="1752"/>
              <a:ext cx="240" cy="192"/>
              <a:chOff x="3360" y="2544"/>
              <a:chExt cx="240" cy="192"/>
            </a:xfrm>
          </p:grpSpPr>
          <p:sp>
            <p:nvSpPr>
              <p:cNvPr id="323" name="Line 50">
                <a:extLst>
                  <a:ext uri="{FF2B5EF4-FFF2-40B4-BE49-F238E27FC236}">
                    <a16:creationId xmlns:a16="http://schemas.microsoft.com/office/drawing/2014/main" id="{58B960B7-A9CC-4CCE-9675-902EC915E02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24" name="Line 51">
                <a:extLst>
                  <a:ext uri="{FF2B5EF4-FFF2-40B4-BE49-F238E27FC236}">
                    <a16:creationId xmlns:a16="http://schemas.microsoft.com/office/drawing/2014/main" id="{7201FE7E-B4A9-4FAD-8AB4-C53CC59ABC1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25" name="Line 52">
                <a:extLst>
                  <a:ext uri="{FF2B5EF4-FFF2-40B4-BE49-F238E27FC236}">
                    <a16:creationId xmlns:a16="http://schemas.microsoft.com/office/drawing/2014/main" id="{FFF130B5-53C8-4934-8031-0D18EB41CC8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26" name="Line 53">
                <a:extLst>
                  <a:ext uri="{FF2B5EF4-FFF2-40B4-BE49-F238E27FC236}">
                    <a16:creationId xmlns:a16="http://schemas.microsoft.com/office/drawing/2014/main" id="{07FEF086-E5EA-4555-BE12-9BDE282B467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27" name="Line 54">
                <a:extLst>
                  <a:ext uri="{FF2B5EF4-FFF2-40B4-BE49-F238E27FC236}">
                    <a16:creationId xmlns:a16="http://schemas.microsoft.com/office/drawing/2014/main" id="{9D417387-F3F2-4164-8476-22722342A0D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317" name="Group 55">
              <a:extLst>
                <a:ext uri="{FF2B5EF4-FFF2-40B4-BE49-F238E27FC236}">
                  <a16:creationId xmlns:a16="http://schemas.microsoft.com/office/drawing/2014/main" id="{429DE811-DEE5-4991-A8C8-31945518A50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3408" y="1752"/>
              <a:ext cx="240" cy="192"/>
              <a:chOff x="3360" y="2544"/>
              <a:chExt cx="240" cy="192"/>
            </a:xfrm>
          </p:grpSpPr>
          <p:sp>
            <p:nvSpPr>
              <p:cNvPr id="318" name="Line 56">
                <a:extLst>
                  <a:ext uri="{FF2B5EF4-FFF2-40B4-BE49-F238E27FC236}">
                    <a16:creationId xmlns:a16="http://schemas.microsoft.com/office/drawing/2014/main" id="{D3511DCF-691B-4FF2-AF60-E411979A973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19" name="Line 57">
                <a:extLst>
                  <a:ext uri="{FF2B5EF4-FFF2-40B4-BE49-F238E27FC236}">
                    <a16:creationId xmlns:a16="http://schemas.microsoft.com/office/drawing/2014/main" id="{6F334B8A-C5FC-4714-961E-BD67FED9715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20" name="Line 58">
                <a:extLst>
                  <a:ext uri="{FF2B5EF4-FFF2-40B4-BE49-F238E27FC236}">
                    <a16:creationId xmlns:a16="http://schemas.microsoft.com/office/drawing/2014/main" id="{ED4D2C87-0F18-4087-AC56-3DE4649A8C1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21" name="Line 59">
                <a:extLst>
                  <a:ext uri="{FF2B5EF4-FFF2-40B4-BE49-F238E27FC236}">
                    <a16:creationId xmlns:a16="http://schemas.microsoft.com/office/drawing/2014/main" id="{EF28F692-F104-467D-8FFF-8480B96D0EA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22" name="Line 60">
                <a:extLst>
                  <a:ext uri="{FF2B5EF4-FFF2-40B4-BE49-F238E27FC236}">
                    <a16:creationId xmlns:a16="http://schemas.microsoft.com/office/drawing/2014/main" id="{2CFDE50C-F54B-46AB-BE03-F44B3AD1A97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328" name="Line 62">
            <a:extLst>
              <a:ext uri="{FF2B5EF4-FFF2-40B4-BE49-F238E27FC236}">
                <a16:creationId xmlns:a16="http://schemas.microsoft.com/office/drawing/2014/main" id="{B748D8CF-19E3-45EE-8913-A2BD5943AA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60535" y="3303355"/>
            <a:ext cx="16607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29" name="Line 64">
            <a:extLst>
              <a:ext uri="{FF2B5EF4-FFF2-40B4-BE49-F238E27FC236}">
                <a16:creationId xmlns:a16="http://schemas.microsoft.com/office/drawing/2014/main" id="{97EBF342-6D02-4723-98C0-71E8CBC45E8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00717" y="3303355"/>
            <a:ext cx="16607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grpSp>
        <p:nvGrpSpPr>
          <p:cNvPr id="330" name="Group 65">
            <a:extLst>
              <a:ext uri="{FF2B5EF4-FFF2-40B4-BE49-F238E27FC236}">
                <a16:creationId xmlns:a16="http://schemas.microsoft.com/office/drawing/2014/main" id="{E11352DD-D5B0-4CD7-A0A9-878F176D1452}"/>
              </a:ext>
            </a:extLst>
          </p:cNvPr>
          <p:cNvGrpSpPr>
            <a:grpSpLocks/>
          </p:cNvGrpSpPr>
          <p:nvPr/>
        </p:nvGrpSpPr>
        <p:grpSpPr bwMode="auto">
          <a:xfrm>
            <a:off x="3072144" y="4548892"/>
            <a:ext cx="83036" cy="249107"/>
            <a:chOff x="3744" y="2880"/>
            <a:chExt cx="96" cy="288"/>
          </a:xfrm>
        </p:grpSpPr>
        <p:sp>
          <p:nvSpPr>
            <p:cNvPr id="331" name="Line 66">
              <a:extLst>
                <a:ext uri="{FF2B5EF4-FFF2-40B4-BE49-F238E27FC236}">
                  <a16:creationId xmlns:a16="http://schemas.microsoft.com/office/drawing/2014/main" id="{0E2FE13D-FF13-493C-913A-336533C945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880"/>
              <a:ext cx="0" cy="192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/>
              <a:endParaRPr lang="zh-CN" altLang="en-US" sz="200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32" name="Oval 67">
              <a:extLst>
                <a:ext uri="{FF2B5EF4-FFF2-40B4-BE49-F238E27FC236}">
                  <a16:creationId xmlns:a16="http://schemas.microsoft.com/office/drawing/2014/main" id="{CDD2D8D7-93D4-4E49-A815-E17804F52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3072"/>
              <a:ext cx="96" cy="96"/>
            </a:xfrm>
            <a:prstGeom prst="ellipse">
              <a:avLst/>
            </a:prstGeom>
            <a:noFill/>
            <a:ln w="19050" algn="ctr">
              <a:solidFill>
                <a:srgbClr val="008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r" eaLnBrk="1" hangingPunct="1"/>
              <a:endParaRPr lang="zh-CN" altLang="zh-CN" sz="200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333" name="Line 68">
            <a:extLst>
              <a:ext uri="{FF2B5EF4-FFF2-40B4-BE49-F238E27FC236}">
                <a16:creationId xmlns:a16="http://schemas.microsoft.com/office/drawing/2014/main" id="{968A8AE1-FEAB-4F60-B8BA-92CE6E47F35A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9643" y="2805140"/>
            <a:ext cx="0" cy="8303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34" name="Line 69">
            <a:extLst>
              <a:ext uri="{FF2B5EF4-FFF2-40B4-BE49-F238E27FC236}">
                <a16:creationId xmlns:a16="http://schemas.microsoft.com/office/drawing/2014/main" id="{7B603A0D-B6D8-4975-B71A-6B92B1B68A79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7681" y="2805140"/>
            <a:ext cx="0" cy="8303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grpSp>
        <p:nvGrpSpPr>
          <p:cNvPr id="335" name="Group 70">
            <a:extLst>
              <a:ext uri="{FF2B5EF4-FFF2-40B4-BE49-F238E27FC236}">
                <a16:creationId xmlns:a16="http://schemas.microsoft.com/office/drawing/2014/main" id="{1104EF78-B720-4CD9-B976-9116CB014A3A}"/>
              </a:ext>
            </a:extLst>
          </p:cNvPr>
          <p:cNvGrpSpPr>
            <a:grpSpLocks/>
          </p:cNvGrpSpPr>
          <p:nvPr/>
        </p:nvGrpSpPr>
        <p:grpSpPr bwMode="auto">
          <a:xfrm>
            <a:off x="1660535" y="5545322"/>
            <a:ext cx="2906253" cy="332143"/>
            <a:chOff x="1992" y="3264"/>
            <a:chExt cx="1680" cy="192"/>
          </a:xfrm>
        </p:grpSpPr>
        <p:grpSp>
          <p:nvGrpSpPr>
            <p:cNvPr id="336" name="Group 71">
              <a:extLst>
                <a:ext uri="{FF2B5EF4-FFF2-40B4-BE49-F238E27FC236}">
                  <a16:creationId xmlns:a16="http://schemas.microsoft.com/office/drawing/2014/main" id="{E9D721BB-3063-458E-910A-283C203815E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92" y="3264"/>
              <a:ext cx="240" cy="192"/>
              <a:chOff x="3360" y="2544"/>
              <a:chExt cx="240" cy="192"/>
            </a:xfrm>
          </p:grpSpPr>
          <p:sp>
            <p:nvSpPr>
              <p:cNvPr id="343" name="Line 72">
                <a:extLst>
                  <a:ext uri="{FF2B5EF4-FFF2-40B4-BE49-F238E27FC236}">
                    <a16:creationId xmlns:a16="http://schemas.microsoft.com/office/drawing/2014/main" id="{48546241-3141-4211-B6D6-A7ED6743385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44" name="Line 73">
                <a:extLst>
                  <a:ext uri="{FF2B5EF4-FFF2-40B4-BE49-F238E27FC236}">
                    <a16:creationId xmlns:a16="http://schemas.microsoft.com/office/drawing/2014/main" id="{ABE8C9BC-E783-4B10-9EC4-B02E2CEFF89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45" name="Line 74">
                <a:extLst>
                  <a:ext uri="{FF2B5EF4-FFF2-40B4-BE49-F238E27FC236}">
                    <a16:creationId xmlns:a16="http://schemas.microsoft.com/office/drawing/2014/main" id="{62D700B7-0C8F-410E-B80D-1FEBAE72D7F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46" name="Line 75">
                <a:extLst>
                  <a:ext uri="{FF2B5EF4-FFF2-40B4-BE49-F238E27FC236}">
                    <a16:creationId xmlns:a16="http://schemas.microsoft.com/office/drawing/2014/main" id="{0BC655C7-6F1E-4940-AD52-1EBA31118E4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47" name="Line 76">
                <a:extLst>
                  <a:ext uri="{FF2B5EF4-FFF2-40B4-BE49-F238E27FC236}">
                    <a16:creationId xmlns:a16="http://schemas.microsoft.com/office/drawing/2014/main" id="{8DA661C3-FAC0-42FB-A4D8-C4A04F04A77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337" name="Group 77">
              <a:extLst>
                <a:ext uri="{FF2B5EF4-FFF2-40B4-BE49-F238E27FC236}">
                  <a16:creationId xmlns:a16="http://schemas.microsoft.com/office/drawing/2014/main" id="{41B073DA-DA26-4B89-AA83-472C233E3A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32" y="3264"/>
              <a:ext cx="240" cy="192"/>
              <a:chOff x="4032" y="2544"/>
              <a:chExt cx="240" cy="192"/>
            </a:xfrm>
          </p:grpSpPr>
          <p:sp>
            <p:nvSpPr>
              <p:cNvPr id="338" name="Line 78">
                <a:extLst>
                  <a:ext uri="{FF2B5EF4-FFF2-40B4-BE49-F238E27FC236}">
                    <a16:creationId xmlns:a16="http://schemas.microsoft.com/office/drawing/2014/main" id="{4F93B15C-39C2-43F6-98F7-1C4082FB3F9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39" name="Line 79">
                <a:extLst>
                  <a:ext uri="{FF2B5EF4-FFF2-40B4-BE49-F238E27FC236}">
                    <a16:creationId xmlns:a16="http://schemas.microsoft.com/office/drawing/2014/main" id="{92D45138-F6F4-4D5F-B151-24915508A74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28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40" name="Line 80">
                <a:extLst>
                  <a:ext uri="{FF2B5EF4-FFF2-40B4-BE49-F238E27FC236}">
                    <a16:creationId xmlns:a16="http://schemas.microsoft.com/office/drawing/2014/main" id="{64B455A7-7FF9-4988-A22B-9BC39A12FAC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41" name="Line 81">
                <a:extLst>
                  <a:ext uri="{FF2B5EF4-FFF2-40B4-BE49-F238E27FC236}">
                    <a16:creationId xmlns:a16="http://schemas.microsoft.com/office/drawing/2014/main" id="{868C866D-ECBF-428E-8F29-17C990ACD95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342" name="Line 82">
                <a:extLst>
                  <a:ext uri="{FF2B5EF4-FFF2-40B4-BE49-F238E27FC236}">
                    <a16:creationId xmlns:a16="http://schemas.microsoft.com/office/drawing/2014/main" id="{4C070D48-2432-4127-8CA1-77AE02684F4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032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zh-CN" altLang="en-US" sz="2000" kern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348" name="Line 83">
            <a:extLst>
              <a:ext uri="{FF2B5EF4-FFF2-40B4-BE49-F238E27FC236}">
                <a16:creationId xmlns:a16="http://schemas.microsoft.com/office/drawing/2014/main" id="{C734FBB6-391D-4194-95CC-80186DB9CE6B}"/>
              </a:ext>
            </a:extLst>
          </p:cNvPr>
          <p:cNvSpPr>
            <a:spLocks noChangeShapeType="1"/>
          </p:cNvSpPr>
          <p:nvPr/>
        </p:nvSpPr>
        <p:spPr bwMode="auto">
          <a:xfrm>
            <a:off x="2075714" y="5711393"/>
            <a:ext cx="207589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49" name="Line 84">
            <a:extLst>
              <a:ext uri="{FF2B5EF4-FFF2-40B4-BE49-F238E27FC236}">
                <a16:creationId xmlns:a16="http://schemas.microsoft.com/office/drawing/2014/main" id="{28CC71C2-BE16-43B3-85E7-DA9D6F570C79}"/>
              </a:ext>
            </a:extLst>
          </p:cNvPr>
          <p:cNvSpPr>
            <a:spLocks noChangeShapeType="1"/>
          </p:cNvSpPr>
          <p:nvPr/>
        </p:nvSpPr>
        <p:spPr bwMode="auto">
          <a:xfrm>
            <a:off x="1660535" y="5794429"/>
            <a:ext cx="0" cy="58125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50" name="Line 85">
            <a:extLst>
              <a:ext uri="{FF2B5EF4-FFF2-40B4-BE49-F238E27FC236}">
                <a16:creationId xmlns:a16="http://schemas.microsoft.com/office/drawing/2014/main" id="{3F81BD01-F4F1-45D0-978A-A5E87ED85329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6788" y="5794429"/>
            <a:ext cx="0" cy="58125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51" name="Line 86">
            <a:extLst>
              <a:ext uri="{FF2B5EF4-FFF2-40B4-BE49-F238E27FC236}">
                <a16:creationId xmlns:a16="http://schemas.microsoft.com/office/drawing/2014/main" id="{6103775F-4F1A-4A77-A1A4-1DF3B24DA8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2144" y="5711393"/>
            <a:ext cx="0" cy="6642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52" name="Rectangle 87">
            <a:extLst>
              <a:ext uri="{FF2B5EF4-FFF2-40B4-BE49-F238E27FC236}">
                <a16:creationId xmlns:a16="http://schemas.microsoft.com/office/drawing/2014/main" id="{078C02A0-8104-474D-BE18-48115628C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678" y="3884606"/>
            <a:ext cx="249107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>
                <a:solidFill>
                  <a:srgbClr val="FF6600"/>
                </a:solidFill>
                <a:latin typeface="微软雅黑"/>
                <a:ea typeface="微软雅黑"/>
              </a:rPr>
              <a:t>T</a:t>
            </a:r>
            <a:r>
              <a:rPr lang="en-US" altLang="zh-CN" baseline="-25000">
                <a:solidFill>
                  <a:srgbClr val="FF6600"/>
                </a:solidFill>
                <a:latin typeface="微软雅黑"/>
                <a:ea typeface="微软雅黑"/>
              </a:rPr>
              <a:t>1</a:t>
            </a:r>
            <a:endParaRPr lang="en-US" altLang="zh-CN">
              <a:solidFill>
                <a:srgbClr val="FF6600"/>
              </a:solidFill>
              <a:latin typeface="微软雅黑"/>
              <a:ea typeface="微软雅黑"/>
            </a:endParaRPr>
          </a:p>
        </p:txBody>
      </p:sp>
      <p:sp>
        <p:nvSpPr>
          <p:cNvPr id="353" name="Rectangle 88">
            <a:extLst>
              <a:ext uri="{FF2B5EF4-FFF2-40B4-BE49-F238E27FC236}">
                <a16:creationId xmlns:a16="http://schemas.microsoft.com/office/drawing/2014/main" id="{474B22E8-24C0-4574-A63D-7BE5BFA0B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573" y="3884606"/>
            <a:ext cx="249107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>
                <a:solidFill>
                  <a:srgbClr val="FF6600"/>
                </a:solidFill>
                <a:latin typeface="微软雅黑"/>
                <a:ea typeface="微软雅黑"/>
              </a:rPr>
              <a:t>T</a:t>
            </a:r>
            <a:r>
              <a:rPr lang="en-US" altLang="zh-CN" baseline="-25000">
                <a:solidFill>
                  <a:srgbClr val="FF6600"/>
                </a:solidFill>
                <a:latin typeface="微软雅黑"/>
                <a:ea typeface="微软雅黑"/>
              </a:rPr>
              <a:t>2</a:t>
            </a:r>
            <a:endParaRPr lang="en-US" altLang="zh-CN">
              <a:solidFill>
                <a:srgbClr val="FF6600"/>
              </a:solidFill>
              <a:latin typeface="微软雅黑"/>
              <a:ea typeface="微软雅黑"/>
            </a:endParaRPr>
          </a:p>
        </p:txBody>
      </p:sp>
      <p:sp>
        <p:nvSpPr>
          <p:cNvPr id="354" name="Rectangle 89">
            <a:extLst>
              <a:ext uri="{FF2B5EF4-FFF2-40B4-BE49-F238E27FC236}">
                <a16:creationId xmlns:a16="http://schemas.microsoft.com/office/drawing/2014/main" id="{A7854295-9417-4892-AF34-791E3328E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571" y="3303355"/>
            <a:ext cx="249107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>
                <a:solidFill>
                  <a:srgbClr val="FF6600"/>
                </a:solidFill>
                <a:latin typeface="微软雅黑"/>
                <a:ea typeface="微软雅黑"/>
              </a:rPr>
              <a:t>T</a:t>
            </a:r>
            <a:r>
              <a:rPr lang="en-US" altLang="zh-CN" baseline="-25000">
                <a:solidFill>
                  <a:srgbClr val="FF6600"/>
                </a:solidFill>
                <a:latin typeface="微软雅黑"/>
                <a:ea typeface="微软雅黑"/>
              </a:rPr>
              <a:t>5</a:t>
            </a:r>
            <a:endParaRPr lang="en-US" altLang="zh-CN">
              <a:solidFill>
                <a:srgbClr val="FF6600"/>
              </a:solidFill>
              <a:latin typeface="微软雅黑"/>
              <a:ea typeface="微软雅黑"/>
            </a:endParaRPr>
          </a:p>
        </p:txBody>
      </p:sp>
      <p:sp>
        <p:nvSpPr>
          <p:cNvPr id="355" name="Rectangle 90">
            <a:extLst>
              <a:ext uri="{FF2B5EF4-FFF2-40B4-BE49-F238E27FC236}">
                <a16:creationId xmlns:a16="http://schemas.microsoft.com/office/drawing/2014/main" id="{5C5930C2-1881-4FE2-BE7A-EA77C67EB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8392" y="5545322"/>
            <a:ext cx="249107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>
                <a:solidFill>
                  <a:srgbClr val="FF6600"/>
                </a:solidFill>
                <a:latin typeface="微软雅黑"/>
                <a:ea typeface="微软雅黑"/>
              </a:rPr>
              <a:t>T</a:t>
            </a:r>
            <a:r>
              <a:rPr lang="en-US" altLang="zh-CN" baseline="-25000">
                <a:solidFill>
                  <a:srgbClr val="FF6600"/>
                </a:solidFill>
                <a:latin typeface="微软雅黑"/>
                <a:ea typeface="微软雅黑"/>
              </a:rPr>
              <a:t>7</a:t>
            </a:r>
            <a:endParaRPr lang="en-US" altLang="zh-CN">
              <a:solidFill>
                <a:srgbClr val="FF6600"/>
              </a:solidFill>
              <a:latin typeface="微软雅黑"/>
              <a:ea typeface="微软雅黑"/>
            </a:endParaRPr>
          </a:p>
        </p:txBody>
      </p:sp>
      <p:sp>
        <p:nvSpPr>
          <p:cNvPr id="356" name="Rectangle 91">
            <a:extLst>
              <a:ext uri="{FF2B5EF4-FFF2-40B4-BE49-F238E27FC236}">
                <a16:creationId xmlns:a16="http://schemas.microsoft.com/office/drawing/2014/main" id="{7FC81702-BDC2-4918-B72E-34B22690D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824" y="5545322"/>
            <a:ext cx="249107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>
                <a:solidFill>
                  <a:srgbClr val="FF6600"/>
                </a:solidFill>
                <a:latin typeface="微软雅黑"/>
                <a:ea typeface="微软雅黑"/>
              </a:rPr>
              <a:t>T</a:t>
            </a:r>
            <a:r>
              <a:rPr lang="en-US" altLang="zh-CN" baseline="-25000">
                <a:solidFill>
                  <a:srgbClr val="FF6600"/>
                </a:solidFill>
                <a:latin typeface="微软雅黑"/>
                <a:ea typeface="微软雅黑"/>
              </a:rPr>
              <a:t>8</a:t>
            </a:r>
            <a:endParaRPr lang="en-US" altLang="zh-CN">
              <a:solidFill>
                <a:srgbClr val="FF6600"/>
              </a:solidFill>
              <a:latin typeface="微软雅黑"/>
              <a:ea typeface="微软雅黑"/>
            </a:endParaRPr>
          </a:p>
        </p:txBody>
      </p:sp>
      <p:sp>
        <p:nvSpPr>
          <p:cNvPr id="357" name="Rectangle 92">
            <a:extLst>
              <a:ext uri="{FF2B5EF4-FFF2-40B4-BE49-F238E27FC236}">
                <a16:creationId xmlns:a16="http://schemas.microsoft.com/office/drawing/2014/main" id="{3B113BDA-A7C1-493A-850D-1BA6556F7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7681" y="3303355"/>
            <a:ext cx="249107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>
                <a:solidFill>
                  <a:srgbClr val="FF6600"/>
                </a:solidFill>
                <a:latin typeface="微软雅黑"/>
                <a:ea typeface="微软雅黑"/>
              </a:rPr>
              <a:t>T</a:t>
            </a:r>
            <a:r>
              <a:rPr lang="en-US" altLang="zh-CN" baseline="-25000">
                <a:solidFill>
                  <a:srgbClr val="FF6600"/>
                </a:solidFill>
                <a:latin typeface="微软雅黑"/>
                <a:ea typeface="微软雅黑"/>
              </a:rPr>
              <a:t>6</a:t>
            </a:r>
            <a:endParaRPr lang="en-US" altLang="zh-CN">
              <a:solidFill>
                <a:srgbClr val="FF6600"/>
              </a:solidFill>
              <a:latin typeface="微软雅黑"/>
              <a:ea typeface="微软雅黑"/>
            </a:endParaRPr>
          </a:p>
        </p:txBody>
      </p:sp>
      <p:sp>
        <p:nvSpPr>
          <p:cNvPr id="358" name="Rectangle 93">
            <a:extLst>
              <a:ext uri="{FF2B5EF4-FFF2-40B4-BE49-F238E27FC236}">
                <a16:creationId xmlns:a16="http://schemas.microsoft.com/office/drawing/2014/main" id="{E210DD29-08B5-42C8-ACDB-A6CF47D3A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2053" y="6126572"/>
            <a:ext cx="539732" cy="24910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 dirty="0">
                <a:solidFill>
                  <a:srgbClr val="FF6600"/>
                </a:solidFill>
                <a:latin typeface="微软雅黑"/>
                <a:ea typeface="微软雅黑"/>
              </a:rPr>
              <a:t>I/O</a:t>
            </a:r>
          </a:p>
        </p:txBody>
      </p:sp>
      <p:sp>
        <p:nvSpPr>
          <p:cNvPr id="359" name="Rectangle 94">
            <a:extLst>
              <a:ext uri="{FF2B5EF4-FFF2-40B4-BE49-F238E27FC236}">
                <a16:creationId xmlns:a16="http://schemas.microsoft.com/office/drawing/2014/main" id="{9D3A032C-7833-4E09-9007-873740002BE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068573" y="6209607"/>
            <a:ext cx="456697" cy="24910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 u="sng" dirty="0">
                <a:solidFill>
                  <a:srgbClr val="FF6600"/>
                </a:solidFill>
                <a:latin typeface="微软雅黑"/>
                <a:ea typeface="微软雅黑"/>
              </a:rPr>
              <a:t>O/I</a:t>
            </a:r>
          </a:p>
        </p:txBody>
      </p:sp>
      <p:grpSp>
        <p:nvGrpSpPr>
          <p:cNvPr id="360" name="Group 95">
            <a:extLst>
              <a:ext uri="{FF2B5EF4-FFF2-40B4-BE49-F238E27FC236}">
                <a16:creationId xmlns:a16="http://schemas.microsoft.com/office/drawing/2014/main" id="{53FDEA32-8FE6-469D-9B0B-DEC929719491}"/>
              </a:ext>
            </a:extLst>
          </p:cNvPr>
          <p:cNvGrpSpPr>
            <a:grpSpLocks/>
          </p:cNvGrpSpPr>
          <p:nvPr/>
        </p:nvGrpSpPr>
        <p:grpSpPr bwMode="auto">
          <a:xfrm>
            <a:off x="2656965" y="4216749"/>
            <a:ext cx="166072" cy="83036"/>
            <a:chOff x="3888" y="2832"/>
            <a:chExt cx="96" cy="48"/>
          </a:xfrm>
        </p:grpSpPr>
        <p:sp>
          <p:nvSpPr>
            <p:cNvPr id="361" name="Line 96">
              <a:extLst>
                <a:ext uri="{FF2B5EF4-FFF2-40B4-BE49-F238E27FC236}">
                  <a16:creationId xmlns:a16="http://schemas.microsoft.com/office/drawing/2014/main" id="{A307CA45-25E3-465C-9A18-1E3A77C74E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62" name="Line 97">
              <a:extLst>
                <a:ext uri="{FF2B5EF4-FFF2-40B4-BE49-F238E27FC236}">
                  <a16:creationId xmlns:a16="http://schemas.microsoft.com/office/drawing/2014/main" id="{452D6E21-61F0-4C70-B238-047C09980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363" name="Line 98">
            <a:extLst>
              <a:ext uri="{FF2B5EF4-FFF2-40B4-BE49-F238E27FC236}">
                <a16:creationId xmlns:a16="http://schemas.microsoft.com/office/drawing/2014/main" id="{E71C7BDE-6479-4D0F-8343-A5FD9AB3DA1D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740001" y="3967642"/>
            <a:ext cx="0" cy="24910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64" name="Line 99">
            <a:extLst>
              <a:ext uri="{FF2B5EF4-FFF2-40B4-BE49-F238E27FC236}">
                <a16:creationId xmlns:a16="http://schemas.microsoft.com/office/drawing/2014/main" id="{8A2DE869-5711-46E4-8161-3ECE6E11CFA9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740001" y="3967642"/>
            <a:ext cx="16607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65" name="Line 100">
            <a:extLst>
              <a:ext uri="{FF2B5EF4-FFF2-40B4-BE49-F238E27FC236}">
                <a16:creationId xmlns:a16="http://schemas.microsoft.com/office/drawing/2014/main" id="{7B313E7F-F497-43DE-BB72-BF2450430062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740001" y="4299785"/>
            <a:ext cx="0" cy="249107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hangingPunct="1"/>
            <a:endParaRPr lang="zh-CN" altLang="en-US" sz="200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grpSp>
        <p:nvGrpSpPr>
          <p:cNvPr id="366" name="Group 101">
            <a:extLst>
              <a:ext uri="{FF2B5EF4-FFF2-40B4-BE49-F238E27FC236}">
                <a16:creationId xmlns:a16="http://schemas.microsoft.com/office/drawing/2014/main" id="{6D015FB8-0FCF-4AA7-8165-A08EEFAD974B}"/>
              </a:ext>
            </a:extLst>
          </p:cNvPr>
          <p:cNvGrpSpPr>
            <a:grpSpLocks/>
          </p:cNvGrpSpPr>
          <p:nvPr/>
        </p:nvGrpSpPr>
        <p:grpSpPr bwMode="auto">
          <a:xfrm>
            <a:off x="3404287" y="4216749"/>
            <a:ext cx="166072" cy="83036"/>
            <a:chOff x="3888" y="2832"/>
            <a:chExt cx="96" cy="48"/>
          </a:xfrm>
        </p:grpSpPr>
        <p:sp>
          <p:nvSpPr>
            <p:cNvPr id="367" name="Line 102">
              <a:extLst>
                <a:ext uri="{FF2B5EF4-FFF2-40B4-BE49-F238E27FC236}">
                  <a16:creationId xmlns:a16="http://schemas.microsoft.com/office/drawing/2014/main" id="{A34F5CA5-628B-4081-BBB9-5D72FD52B2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68" name="Line 103">
              <a:extLst>
                <a:ext uri="{FF2B5EF4-FFF2-40B4-BE49-F238E27FC236}">
                  <a16:creationId xmlns:a16="http://schemas.microsoft.com/office/drawing/2014/main" id="{BC7FB622-EE56-4DB2-B08D-7CDE05EB1C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369" name="Line 104">
            <a:extLst>
              <a:ext uri="{FF2B5EF4-FFF2-40B4-BE49-F238E27FC236}">
                <a16:creationId xmlns:a16="http://schemas.microsoft.com/office/drawing/2014/main" id="{72939AD4-E97C-44F3-AAB3-12136F61C04A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487323" y="3967642"/>
            <a:ext cx="0" cy="24910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70" name="Line 105">
            <a:extLst>
              <a:ext uri="{FF2B5EF4-FFF2-40B4-BE49-F238E27FC236}">
                <a16:creationId xmlns:a16="http://schemas.microsoft.com/office/drawing/2014/main" id="{F0A041F4-A014-40B3-97E5-5BBFC2AADCEF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487323" y="4299785"/>
            <a:ext cx="0" cy="249107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hangingPunct="1"/>
            <a:endParaRPr lang="zh-CN" altLang="en-US" sz="200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71" name="Line 106">
            <a:extLst>
              <a:ext uri="{FF2B5EF4-FFF2-40B4-BE49-F238E27FC236}">
                <a16:creationId xmlns:a16="http://schemas.microsoft.com/office/drawing/2014/main" id="{EBF7345F-8DC3-4580-B1A3-8394AC259A72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321251" y="3967642"/>
            <a:ext cx="16607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72" name="Line 107">
            <a:extLst>
              <a:ext uri="{FF2B5EF4-FFF2-40B4-BE49-F238E27FC236}">
                <a16:creationId xmlns:a16="http://schemas.microsoft.com/office/drawing/2014/main" id="{B5686F45-B8F3-4D44-93DC-F2F7F2160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3036" y="3303355"/>
            <a:ext cx="498215" cy="6642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73" name="Line 108">
            <a:extLst>
              <a:ext uri="{FF2B5EF4-FFF2-40B4-BE49-F238E27FC236}">
                <a16:creationId xmlns:a16="http://schemas.microsoft.com/office/drawing/2014/main" id="{834ADDA4-38F6-4F98-80DB-08C465FF821D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902502" y="3303355"/>
            <a:ext cx="33214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74" name="Line 109">
            <a:extLst>
              <a:ext uri="{FF2B5EF4-FFF2-40B4-BE49-F238E27FC236}">
                <a16:creationId xmlns:a16="http://schemas.microsoft.com/office/drawing/2014/main" id="{4AE4B927-48A1-4895-8976-91B4693AADA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7767" y="2805140"/>
            <a:ext cx="415179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375" name="Rectangle 110">
            <a:extLst>
              <a:ext uri="{FF2B5EF4-FFF2-40B4-BE49-F238E27FC236}">
                <a16:creationId xmlns:a16="http://schemas.microsoft.com/office/drawing/2014/main" id="{1C3C84B5-1897-4348-A993-87CE2F7CF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215" y="4631928"/>
            <a:ext cx="788840" cy="50167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 dirty="0" err="1">
                <a:solidFill>
                  <a:srgbClr val="00B050"/>
                </a:solidFill>
                <a:latin typeface="微软雅黑"/>
                <a:ea typeface="微软雅黑"/>
              </a:rPr>
              <a:t>V</a:t>
            </a:r>
            <a:r>
              <a:rPr lang="en-US" altLang="zh-CN" baseline="-25000" dirty="0" err="1">
                <a:solidFill>
                  <a:srgbClr val="00B050"/>
                </a:solidFill>
                <a:latin typeface="微软雅黑"/>
                <a:ea typeface="微软雅黑"/>
              </a:rPr>
              <a:t>ss</a:t>
            </a:r>
            <a:r>
              <a:rPr lang="en-US" altLang="zh-CN" dirty="0">
                <a:solidFill>
                  <a:srgbClr val="00B050"/>
                </a:solidFill>
                <a:latin typeface="微软雅黑"/>
                <a:ea typeface="微软雅黑"/>
              </a:rPr>
              <a:t>(0V)</a:t>
            </a:r>
          </a:p>
        </p:txBody>
      </p:sp>
      <p:grpSp>
        <p:nvGrpSpPr>
          <p:cNvPr id="376" name="Group 108">
            <a:extLst>
              <a:ext uri="{FF2B5EF4-FFF2-40B4-BE49-F238E27FC236}">
                <a16:creationId xmlns:a16="http://schemas.microsoft.com/office/drawing/2014/main" id="{40754870-2702-4D17-91C2-2969C3E63CA2}"/>
              </a:ext>
            </a:extLst>
          </p:cNvPr>
          <p:cNvGrpSpPr>
            <a:grpSpLocks/>
          </p:cNvGrpSpPr>
          <p:nvPr/>
        </p:nvGrpSpPr>
        <p:grpSpPr bwMode="auto">
          <a:xfrm>
            <a:off x="539552" y="1628800"/>
            <a:ext cx="5397327" cy="1096764"/>
            <a:chOff x="680" y="1016"/>
            <a:chExt cx="3120" cy="634"/>
          </a:xfrm>
        </p:grpSpPr>
        <p:sp>
          <p:nvSpPr>
            <p:cNvPr id="377" name="Rectangle 127">
              <a:extLst>
                <a:ext uri="{FF2B5EF4-FFF2-40B4-BE49-F238E27FC236}">
                  <a16:creationId xmlns:a16="http://schemas.microsoft.com/office/drawing/2014/main" id="{CCFCCF9A-ADF7-4C7A-9351-B800A669C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1360"/>
              <a:ext cx="456" cy="29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预充</a:t>
              </a:r>
            </a:p>
          </p:txBody>
        </p:sp>
        <p:grpSp>
          <p:nvGrpSpPr>
            <p:cNvPr id="378" name="Group 110">
              <a:extLst>
                <a:ext uri="{FF2B5EF4-FFF2-40B4-BE49-F238E27FC236}">
                  <a16:creationId xmlns:a16="http://schemas.microsoft.com/office/drawing/2014/main" id="{C2087D39-F06C-4CD3-8560-F4CB93455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2" y="1016"/>
              <a:ext cx="2392" cy="624"/>
              <a:chOff x="952" y="1016"/>
              <a:chExt cx="2392" cy="624"/>
            </a:xfrm>
          </p:grpSpPr>
          <p:grpSp>
            <p:nvGrpSpPr>
              <p:cNvPr id="380" name="Group 111">
                <a:extLst>
                  <a:ext uri="{FF2B5EF4-FFF2-40B4-BE49-F238E27FC236}">
                    <a16:creationId xmlns:a16="http://schemas.microsoft.com/office/drawing/2014/main" id="{41785E16-B914-4472-A471-E611828D20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016"/>
                <a:ext cx="616" cy="624"/>
                <a:chOff x="952" y="1016"/>
                <a:chExt cx="616" cy="624"/>
              </a:xfrm>
            </p:grpSpPr>
            <p:sp>
              <p:nvSpPr>
                <p:cNvPr id="394" name="Oval 2">
                  <a:extLst>
                    <a:ext uri="{FF2B5EF4-FFF2-40B4-BE49-F238E27FC236}">
                      <a16:creationId xmlns:a16="http://schemas.microsoft.com/office/drawing/2014/main" id="{B2039A39-17CD-423B-9057-07F346BDC5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52" y="1016"/>
                  <a:ext cx="616" cy="624"/>
                </a:xfrm>
                <a:prstGeom prst="ellipse">
                  <a:avLst/>
                </a:prstGeom>
                <a:solidFill>
                  <a:srgbClr val="5B9BD5">
                    <a:lumMod val="40000"/>
                    <a:lumOff val="60000"/>
                  </a:srgbClr>
                </a:solidFill>
                <a:ln w="9525" algn="ctr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grpSp>
              <p:nvGrpSpPr>
                <p:cNvPr id="395" name="Group 111">
                  <a:extLst>
                    <a:ext uri="{FF2B5EF4-FFF2-40B4-BE49-F238E27FC236}">
                      <a16:creationId xmlns:a16="http://schemas.microsoft.com/office/drawing/2014/main" id="{5AD53870-8769-4FC2-9464-A79238DD0CF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088" y="1264"/>
                  <a:ext cx="240" cy="192"/>
                  <a:chOff x="4032" y="2544"/>
                  <a:chExt cx="240" cy="192"/>
                </a:xfrm>
              </p:grpSpPr>
              <p:sp>
                <p:nvSpPr>
                  <p:cNvPr id="399" name="Line 112">
                    <a:extLst>
                      <a:ext uri="{FF2B5EF4-FFF2-40B4-BE49-F238E27FC236}">
                        <a16:creationId xmlns:a16="http://schemas.microsoft.com/office/drawing/2014/main" id="{441B9322-C02D-4243-83D7-CEA8EB0A475E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76" y="2544"/>
                    <a:ext cx="0" cy="192"/>
                  </a:xfrm>
                  <a:prstGeom prst="line">
                    <a:avLst/>
                  </a:prstGeom>
                  <a:noFill/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400" name="Line 113">
                    <a:extLst>
                      <a:ext uri="{FF2B5EF4-FFF2-40B4-BE49-F238E27FC236}">
                        <a16:creationId xmlns:a16="http://schemas.microsoft.com/office/drawing/2014/main" id="{47AAB650-85F6-48D0-B565-D40D51AB7A7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28" y="2592"/>
                    <a:ext cx="0" cy="96"/>
                  </a:xfrm>
                  <a:prstGeom prst="line">
                    <a:avLst/>
                  </a:prstGeom>
                  <a:noFill/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401" name="Line 114">
                    <a:extLst>
                      <a:ext uri="{FF2B5EF4-FFF2-40B4-BE49-F238E27FC236}">
                        <a16:creationId xmlns:a16="http://schemas.microsoft.com/office/drawing/2014/main" id="{71130B3A-BDDD-4642-9657-BE02A91EE9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76" y="2592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402" name="Line 115">
                    <a:extLst>
                      <a:ext uri="{FF2B5EF4-FFF2-40B4-BE49-F238E27FC236}">
                        <a16:creationId xmlns:a16="http://schemas.microsoft.com/office/drawing/2014/main" id="{F3C44C18-277E-4B75-B07E-FFDBBFF42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76" y="2688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403" name="Line 116">
                    <a:extLst>
                      <a:ext uri="{FF2B5EF4-FFF2-40B4-BE49-F238E27FC236}">
                        <a16:creationId xmlns:a16="http://schemas.microsoft.com/office/drawing/2014/main" id="{ED38534C-F229-4B6B-9BC5-4F83DE5BD07E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032" y="2640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sp>
              <p:nvSpPr>
                <p:cNvPr id="396" name="Line 123">
                  <a:extLst>
                    <a:ext uri="{FF2B5EF4-FFF2-40B4-BE49-F238E27FC236}">
                      <a16:creationId xmlns:a16="http://schemas.microsoft.com/office/drawing/2014/main" id="{3FB1B5AA-8B27-4CF9-867A-93190D13FF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28" y="116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 type="oval" w="med" len="med"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397" name="Line 125">
                  <a:extLst>
                    <a:ext uri="{FF2B5EF4-FFF2-40B4-BE49-F238E27FC236}">
                      <a16:creationId xmlns:a16="http://schemas.microsoft.com/office/drawing/2014/main" id="{1A7666C9-E314-4AA8-A151-5DCBD4DEED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2" y="136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 type="oval" w="med" len="med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398" name="Rectangle 129">
                  <a:extLst>
                    <a:ext uri="{FF2B5EF4-FFF2-40B4-BE49-F238E27FC236}">
                      <a16:creationId xmlns:a16="http://schemas.microsoft.com/office/drawing/2014/main" id="{F69D9571-0238-43DC-9507-845C2B857F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76" y="1312"/>
                  <a:ext cx="192" cy="192"/>
                </a:xfrm>
                <a:prstGeom prst="rect">
                  <a:avLst/>
                </a:prstGeom>
                <a:noFill/>
                <a:ln w="12700">
                  <a:noFill/>
                  <a:miter lim="800000"/>
                  <a:headEnd/>
                  <a:tailEnd/>
                </a:ln>
              </p:spPr>
              <p:txBody>
                <a:bodyPr lIns="12700" tIns="12700" rIns="12700" bIns="12700"/>
                <a:lstStyle/>
                <a:p>
                  <a:pPr marL="0" marR="0" lvl="0" indent="0" algn="just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66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T</a:t>
                  </a:r>
                  <a:r>
                    <a:rPr kumimoji="0" lang="en-US" altLang="zh-CN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FF66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9</a:t>
                  </a:r>
                  <a:endParaRPr kumimoji="0" lang="en-US" altLang="zh-CN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66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381" name="Group 122">
                <a:extLst>
                  <a:ext uri="{FF2B5EF4-FFF2-40B4-BE49-F238E27FC236}">
                    <a16:creationId xmlns:a16="http://schemas.microsoft.com/office/drawing/2014/main" id="{943451D4-518B-4C04-80FB-915DC5CB20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19" y="1016"/>
                <a:ext cx="2225" cy="624"/>
                <a:chOff x="1119" y="1016"/>
                <a:chExt cx="2225" cy="624"/>
              </a:xfrm>
            </p:grpSpPr>
            <p:sp>
              <p:nvSpPr>
                <p:cNvPr id="382" name="Oval 3">
                  <a:extLst>
                    <a:ext uri="{FF2B5EF4-FFF2-40B4-BE49-F238E27FC236}">
                      <a16:creationId xmlns:a16="http://schemas.microsoft.com/office/drawing/2014/main" id="{D8AEC7C6-7EDA-4EB2-B84C-0C5F062553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96" y="1016"/>
                  <a:ext cx="616" cy="624"/>
                </a:xfrm>
                <a:prstGeom prst="ellipse">
                  <a:avLst/>
                </a:prstGeom>
                <a:solidFill>
                  <a:srgbClr val="5B9BD5">
                    <a:lumMod val="40000"/>
                    <a:lumOff val="60000"/>
                  </a:srgbClr>
                </a:solidFill>
                <a:ln w="9525" algn="ctr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grpSp>
              <p:nvGrpSpPr>
                <p:cNvPr id="383" name="Group 117">
                  <a:extLst>
                    <a:ext uri="{FF2B5EF4-FFF2-40B4-BE49-F238E27FC236}">
                      <a16:creationId xmlns:a16="http://schemas.microsoft.com/office/drawing/2014/main" id="{550BA778-554C-4616-BF52-57724FD8C0B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3008" y="1264"/>
                  <a:ext cx="240" cy="192"/>
                  <a:chOff x="3360" y="2544"/>
                  <a:chExt cx="240" cy="192"/>
                </a:xfrm>
              </p:grpSpPr>
              <p:sp>
                <p:nvSpPr>
                  <p:cNvPr id="389" name="Line 118">
                    <a:extLst>
                      <a:ext uri="{FF2B5EF4-FFF2-40B4-BE49-F238E27FC236}">
                        <a16:creationId xmlns:a16="http://schemas.microsoft.com/office/drawing/2014/main" id="{E8458ABE-2CE8-49CA-B6F5-892949A167B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456" y="2544"/>
                    <a:ext cx="0" cy="192"/>
                  </a:xfrm>
                  <a:prstGeom prst="line">
                    <a:avLst/>
                  </a:prstGeom>
                  <a:noFill/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390" name="Line 119">
                    <a:extLst>
                      <a:ext uri="{FF2B5EF4-FFF2-40B4-BE49-F238E27FC236}">
                        <a16:creationId xmlns:a16="http://schemas.microsoft.com/office/drawing/2014/main" id="{5B49654E-47F2-470D-B346-826CA2801FF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504" y="2592"/>
                    <a:ext cx="0" cy="96"/>
                  </a:xfrm>
                  <a:prstGeom prst="line">
                    <a:avLst/>
                  </a:prstGeom>
                  <a:noFill/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391" name="Line 120">
                    <a:extLst>
                      <a:ext uri="{FF2B5EF4-FFF2-40B4-BE49-F238E27FC236}">
                        <a16:creationId xmlns:a16="http://schemas.microsoft.com/office/drawing/2014/main" id="{DCD074A5-0DE2-4A70-B48F-C1B39E375D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360" y="2592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392" name="Line 121">
                    <a:extLst>
                      <a:ext uri="{FF2B5EF4-FFF2-40B4-BE49-F238E27FC236}">
                        <a16:creationId xmlns:a16="http://schemas.microsoft.com/office/drawing/2014/main" id="{94D588C4-781A-48B8-ABA6-A81F723DE86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360" y="2688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393" name="Line 122">
                    <a:extLst>
                      <a:ext uri="{FF2B5EF4-FFF2-40B4-BE49-F238E27FC236}">
                        <a16:creationId xmlns:a16="http://schemas.microsoft.com/office/drawing/2014/main" id="{FC5FC157-453D-4DFF-B233-CC842B2C41A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504" y="2640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sp>
              <p:nvSpPr>
                <p:cNvPr id="384" name="Line 124">
                  <a:extLst>
                    <a:ext uri="{FF2B5EF4-FFF2-40B4-BE49-F238E27FC236}">
                      <a16:creationId xmlns:a16="http://schemas.microsoft.com/office/drawing/2014/main" id="{9EF808B2-A3EA-4262-AD75-66F493C4BF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8" y="116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 type="oval" w="med" len="med"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385" name="Line 126">
                  <a:extLst>
                    <a:ext uri="{FF2B5EF4-FFF2-40B4-BE49-F238E27FC236}">
                      <a16:creationId xmlns:a16="http://schemas.microsoft.com/office/drawing/2014/main" id="{D82207DB-FBCD-4174-9366-BBDBEB44A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248" y="136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 type="oval" w="med" len="med"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386" name="Rectangle 128">
                  <a:extLst>
                    <a:ext uri="{FF2B5EF4-FFF2-40B4-BE49-F238E27FC236}">
                      <a16:creationId xmlns:a16="http://schemas.microsoft.com/office/drawing/2014/main" id="{0D0EAE9A-1144-4185-B23B-CF339CF950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68" y="1264"/>
                  <a:ext cx="224" cy="192"/>
                </a:xfrm>
                <a:prstGeom prst="rect">
                  <a:avLst/>
                </a:prstGeom>
                <a:noFill/>
                <a:ln w="12700">
                  <a:noFill/>
                  <a:miter lim="800000"/>
                  <a:headEnd/>
                  <a:tailEnd/>
                </a:ln>
              </p:spPr>
              <p:txBody>
                <a:bodyPr lIns="12700" tIns="12700" rIns="12700" bIns="12700"/>
                <a:lstStyle/>
                <a:p>
                  <a:pPr marL="0" marR="0" lvl="0" indent="0" algn="just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66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T</a:t>
                  </a:r>
                  <a:r>
                    <a:rPr kumimoji="0" lang="en-US" altLang="zh-CN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FF66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10</a:t>
                  </a:r>
                  <a:endParaRPr kumimoji="0" lang="en-US" altLang="zh-CN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66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387" name="Rectangle 131">
                  <a:extLst>
                    <a:ext uri="{FF2B5EF4-FFF2-40B4-BE49-F238E27FC236}">
                      <a16:creationId xmlns:a16="http://schemas.microsoft.com/office/drawing/2014/main" id="{577848BE-C43F-4C9C-ADBD-A20D75E03A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6" y="1043"/>
                  <a:ext cx="192" cy="192"/>
                </a:xfrm>
                <a:prstGeom prst="rect">
                  <a:avLst/>
                </a:prstGeom>
                <a:noFill/>
                <a:ln w="12700">
                  <a:noFill/>
                  <a:miter lim="800000"/>
                  <a:headEnd/>
                  <a:tailEnd/>
                </a:ln>
              </p:spPr>
              <p:txBody>
                <a:bodyPr lIns="12700" tIns="12700" rIns="12700" bIns="12700"/>
                <a:lstStyle/>
                <a:p>
                  <a:pPr marL="0" marR="0" lvl="0" indent="0" algn="just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E</a:t>
                  </a:r>
                  <a:r>
                    <a:rPr kumimoji="0" lang="en-US" altLang="zh-CN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D</a:t>
                  </a:r>
                  <a:endParaRPr kumimoji="0" lang="en-US" altLang="zh-CN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388" name="Rectangle 131">
                  <a:extLst>
                    <a:ext uri="{FF2B5EF4-FFF2-40B4-BE49-F238E27FC236}">
                      <a16:creationId xmlns:a16="http://schemas.microsoft.com/office/drawing/2014/main" id="{4688CA8A-0650-49E8-B091-BA686367FB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9" y="1032"/>
                  <a:ext cx="192" cy="192"/>
                </a:xfrm>
                <a:prstGeom prst="rect">
                  <a:avLst/>
                </a:prstGeom>
                <a:noFill/>
                <a:ln w="12700">
                  <a:noFill/>
                  <a:miter lim="800000"/>
                  <a:headEnd/>
                  <a:tailEnd/>
                </a:ln>
              </p:spPr>
              <p:txBody>
                <a:bodyPr lIns="12700" tIns="12700" rIns="12700" bIns="12700"/>
                <a:lstStyle/>
                <a:p>
                  <a:pPr marL="0" marR="0" lvl="0" indent="0" algn="just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E</a:t>
                  </a:r>
                  <a:r>
                    <a:rPr kumimoji="0" lang="en-US" altLang="zh-CN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D</a:t>
                  </a:r>
                  <a:endParaRPr kumimoji="0" lang="en-US" altLang="zh-CN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</p:grpSp>
        <p:sp>
          <p:nvSpPr>
            <p:cNvPr id="379" name="Rectangle 127">
              <a:extLst>
                <a:ext uri="{FF2B5EF4-FFF2-40B4-BE49-F238E27FC236}">
                  <a16:creationId xmlns:a16="http://schemas.microsoft.com/office/drawing/2014/main" id="{1EB74858-C6AB-46F1-884B-8DA010B09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" y="1320"/>
              <a:ext cx="456" cy="29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预充</a:t>
              </a:r>
            </a:p>
          </p:txBody>
        </p:sp>
      </p:grpSp>
      <p:sp>
        <p:nvSpPr>
          <p:cNvPr id="404" name="Rectangle 132">
            <a:extLst>
              <a:ext uri="{FF2B5EF4-FFF2-40B4-BE49-F238E27FC236}">
                <a16:creationId xmlns:a16="http://schemas.microsoft.com/office/drawing/2014/main" id="{56B391A9-B21C-4264-9ED6-01A8D7A5F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55" y="2971212"/>
            <a:ext cx="1328573" cy="24910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>
                <a:solidFill>
                  <a:srgbClr val="0000FF"/>
                </a:solidFill>
                <a:latin typeface="微软雅黑"/>
                <a:ea typeface="微软雅黑"/>
              </a:rPr>
              <a:t>X</a:t>
            </a:r>
            <a:r>
              <a:rPr lang="zh-CN" altLang="en-US">
                <a:solidFill>
                  <a:srgbClr val="0000FF"/>
                </a:solidFill>
                <a:latin typeface="微软雅黑"/>
                <a:ea typeface="微软雅黑"/>
              </a:rPr>
              <a:t>地址译码线</a:t>
            </a:r>
          </a:p>
        </p:txBody>
      </p:sp>
      <p:sp>
        <p:nvSpPr>
          <p:cNvPr id="405" name="Rectangle 133">
            <a:extLst>
              <a:ext uri="{FF2B5EF4-FFF2-40B4-BE49-F238E27FC236}">
                <a16:creationId xmlns:a16="http://schemas.microsoft.com/office/drawing/2014/main" id="{032D43C0-B765-482F-AC63-BD96AF863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9375" y="6375680"/>
            <a:ext cx="1328573" cy="24910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 dirty="0">
                <a:solidFill>
                  <a:srgbClr val="0000FF"/>
                </a:solidFill>
                <a:latin typeface="微软雅黑"/>
                <a:ea typeface="微软雅黑"/>
              </a:rPr>
              <a:t>Y</a:t>
            </a:r>
            <a:r>
              <a:rPr lang="zh-CN" altLang="en-US" dirty="0">
                <a:solidFill>
                  <a:srgbClr val="0000FF"/>
                </a:solidFill>
                <a:latin typeface="微软雅黑"/>
                <a:ea typeface="微软雅黑"/>
              </a:rPr>
              <a:t>地址译码线</a:t>
            </a:r>
          </a:p>
        </p:txBody>
      </p:sp>
      <p:sp>
        <p:nvSpPr>
          <p:cNvPr id="406" name="Rectangle 134">
            <a:extLst>
              <a:ext uri="{FF2B5EF4-FFF2-40B4-BE49-F238E27FC236}">
                <a16:creationId xmlns:a16="http://schemas.microsoft.com/office/drawing/2014/main" id="{5E064AED-3251-41A7-857D-AFA4BBA62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3304" y="2971212"/>
            <a:ext cx="249107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 b="1" dirty="0">
                <a:solidFill>
                  <a:prstClr val="black"/>
                </a:solidFill>
                <a:latin typeface="微软雅黑"/>
                <a:ea typeface="微软雅黑"/>
              </a:rPr>
              <a:t>A</a:t>
            </a:r>
          </a:p>
        </p:txBody>
      </p:sp>
      <p:sp>
        <p:nvSpPr>
          <p:cNvPr id="407" name="Rectangle 135">
            <a:extLst>
              <a:ext uri="{FF2B5EF4-FFF2-40B4-BE49-F238E27FC236}">
                <a16:creationId xmlns:a16="http://schemas.microsoft.com/office/drawing/2014/main" id="{AD954979-FCF8-49DF-9F66-51D90D6E7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7948" y="2971212"/>
            <a:ext cx="249107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 b="1" dirty="0">
                <a:solidFill>
                  <a:prstClr val="black"/>
                </a:solidFill>
                <a:latin typeface="微软雅黑"/>
                <a:ea typeface="微软雅黑"/>
              </a:rPr>
              <a:t>B</a:t>
            </a:r>
          </a:p>
        </p:txBody>
      </p:sp>
      <p:sp>
        <p:nvSpPr>
          <p:cNvPr id="408" name="Rectangle 136">
            <a:extLst>
              <a:ext uri="{FF2B5EF4-FFF2-40B4-BE49-F238E27FC236}">
                <a16:creationId xmlns:a16="http://schemas.microsoft.com/office/drawing/2014/main" id="{2979731A-7949-4FE2-9932-359200650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9375" y="4216749"/>
            <a:ext cx="332143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>
                <a:solidFill>
                  <a:srgbClr val="FF6600"/>
                </a:solidFill>
                <a:latin typeface="微软雅黑"/>
                <a:ea typeface="微软雅黑"/>
              </a:rPr>
              <a:t>C</a:t>
            </a:r>
            <a:r>
              <a:rPr lang="en-US" altLang="zh-CN" baseline="-25000">
                <a:solidFill>
                  <a:srgbClr val="FF6600"/>
                </a:solidFill>
                <a:latin typeface="微软雅黑"/>
                <a:ea typeface="微软雅黑"/>
              </a:rPr>
              <a:t>1</a:t>
            </a:r>
            <a:endParaRPr lang="en-US" altLang="zh-CN" dirty="0">
              <a:solidFill>
                <a:srgbClr val="FF6600"/>
              </a:solidFill>
              <a:latin typeface="微软雅黑"/>
              <a:ea typeface="微软雅黑"/>
            </a:endParaRPr>
          </a:p>
        </p:txBody>
      </p:sp>
      <p:sp>
        <p:nvSpPr>
          <p:cNvPr id="409" name="Rectangle 137">
            <a:extLst>
              <a:ext uri="{FF2B5EF4-FFF2-40B4-BE49-F238E27FC236}">
                <a16:creationId xmlns:a16="http://schemas.microsoft.com/office/drawing/2014/main" id="{34A45654-CBD0-4457-9745-B3C8B6CCC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6698" y="4216749"/>
            <a:ext cx="332143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>
                <a:solidFill>
                  <a:srgbClr val="FF6600"/>
                </a:solidFill>
                <a:latin typeface="微软雅黑"/>
                <a:ea typeface="微软雅黑"/>
              </a:rPr>
              <a:t>C</a:t>
            </a:r>
            <a:r>
              <a:rPr lang="en-US" altLang="zh-CN" baseline="-25000">
                <a:solidFill>
                  <a:srgbClr val="FF6600"/>
                </a:solidFill>
                <a:latin typeface="微软雅黑"/>
                <a:ea typeface="微软雅黑"/>
              </a:rPr>
              <a:t>2</a:t>
            </a:r>
            <a:endParaRPr lang="en-US" altLang="zh-CN" dirty="0">
              <a:solidFill>
                <a:srgbClr val="FF6600"/>
              </a:solidFill>
              <a:latin typeface="微软雅黑"/>
              <a:ea typeface="微软雅黑"/>
            </a:endParaRPr>
          </a:p>
        </p:txBody>
      </p:sp>
      <p:sp>
        <p:nvSpPr>
          <p:cNvPr id="410" name="Rectangle 138">
            <a:extLst>
              <a:ext uri="{FF2B5EF4-FFF2-40B4-BE49-F238E27FC236}">
                <a16:creationId xmlns:a16="http://schemas.microsoft.com/office/drawing/2014/main" id="{2F7B52BF-211A-4CC0-8E39-35A55363CC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5089" y="5130143"/>
            <a:ext cx="249107" cy="33214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hangingPunct="1"/>
            <a:r>
              <a:rPr lang="en-US" altLang="zh-CN">
                <a:solidFill>
                  <a:srgbClr val="FF6600"/>
                </a:solidFill>
                <a:latin typeface="微软雅黑"/>
                <a:ea typeface="微软雅黑"/>
              </a:rPr>
              <a:t>D</a:t>
            </a:r>
          </a:p>
        </p:txBody>
      </p:sp>
      <p:grpSp>
        <p:nvGrpSpPr>
          <p:cNvPr id="411" name="Group 140">
            <a:extLst>
              <a:ext uri="{FF2B5EF4-FFF2-40B4-BE49-F238E27FC236}">
                <a16:creationId xmlns:a16="http://schemas.microsoft.com/office/drawing/2014/main" id="{CC862EFD-576B-419B-956E-D3D29254CDD9}"/>
              </a:ext>
            </a:extLst>
          </p:cNvPr>
          <p:cNvGrpSpPr>
            <a:grpSpLocks/>
          </p:cNvGrpSpPr>
          <p:nvPr/>
        </p:nvGrpSpPr>
        <p:grpSpPr bwMode="auto">
          <a:xfrm>
            <a:off x="4359199" y="5130143"/>
            <a:ext cx="249107" cy="332143"/>
            <a:chOff x="5040" y="2688"/>
            <a:chExt cx="144" cy="192"/>
          </a:xfrm>
        </p:grpSpPr>
        <p:sp>
          <p:nvSpPr>
            <p:cNvPr id="412" name="Rectangle 141">
              <a:extLst>
                <a:ext uri="{FF2B5EF4-FFF2-40B4-BE49-F238E27FC236}">
                  <a16:creationId xmlns:a16="http://schemas.microsoft.com/office/drawing/2014/main" id="{3A9B83A0-F475-4D6B-8047-0FABE3AA9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2688"/>
              <a:ext cx="144" cy="192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hangingPunct="1">
                <a:defRPr/>
              </a:pPr>
              <a:r>
                <a:rPr lang="en-US" altLang="zh-CN" kern="0">
                  <a:solidFill>
                    <a:srgbClr val="FF6600"/>
                  </a:solidFill>
                  <a:latin typeface="微软雅黑"/>
                  <a:ea typeface="微软雅黑"/>
                </a:rPr>
                <a:t>D</a:t>
              </a:r>
            </a:p>
          </p:txBody>
        </p:sp>
        <p:sp>
          <p:nvSpPr>
            <p:cNvPr id="413" name="Line 142">
              <a:extLst>
                <a:ext uri="{FF2B5EF4-FFF2-40B4-BE49-F238E27FC236}">
                  <a16:creationId xmlns:a16="http://schemas.microsoft.com/office/drawing/2014/main" id="{273536D7-93C5-45EF-9195-C1E5C4E7B6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" y="2688"/>
              <a:ext cx="96" cy="0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zh-CN" altLang="en-US" sz="2000" kern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414" name="Line 63">
            <a:extLst>
              <a:ext uri="{FF2B5EF4-FFF2-40B4-BE49-F238E27FC236}">
                <a16:creationId xmlns:a16="http://schemas.microsoft.com/office/drawing/2014/main" id="{86206D15-EFC1-4776-A5B6-37CA2EBAA69A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6788" y="2306926"/>
            <a:ext cx="0" cy="332143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415" name="Line 61">
            <a:extLst>
              <a:ext uri="{FF2B5EF4-FFF2-40B4-BE49-F238E27FC236}">
                <a16:creationId xmlns:a16="http://schemas.microsoft.com/office/drawing/2014/main" id="{37F106EE-D7CE-4368-8526-17C7B5D9EF17}"/>
              </a:ext>
            </a:extLst>
          </p:cNvPr>
          <p:cNvSpPr>
            <a:spLocks noChangeShapeType="1"/>
          </p:cNvSpPr>
          <p:nvPr/>
        </p:nvSpPr>
        <p:spPr bwMode="auto">
          <a:xfrm>
            <a:off x="1660535" y="2306926"/>
            <a:ext cx="0" cy="332143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1" hangingPunct="1">
              <a:defRPr/>
            </a:pPr>
            <a:endParaRPr lang="zh-CN" altLang="en-US" sz="2000" kern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416" name="Rectangle 166">
            <a:extLst>
              <a:ext uri="{FF2B5EF4-FFF2-40B4-BE49-F238E27FC236}">
                <a16:creationId xmlns:a16="http://schemas.microsoft.com/office/drawing/2014/main" id="{232642A8-EFD3-44BF-AB93-8396258BE2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29836" y="2500166"/>
            <a:ext cx="2941186" cy="2606267"/>
          </a:xfrm>
          <a:prstGeom prst="rect">
            <a:avLst/>
          </a:prstGeom>
          <a:ln>
            <a:headEnd/>
            <a:tailEnd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lang="zh-CN" altLang="en-US" sz="2400" dirty="0" smtClean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lang="zh-CN" altLang="en-US" sz="2000" dirty="0" smtClean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lang="zh-CN" altLang="en-US" sz="2000" dirty="0" smtClean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DRAM</a:t>
            </a: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存储原理</a:t>
            </a:r>
          </a:p>
          <a:p>
            <a:pPr marL="457200" marR="0" lvl="1" indent="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利用电容电荷存储数据</a:t>
            </a:r>
          </a:p>
          <a:p>
            <a:pPr marL="457200" marR="0" lvl="1" indent="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电容不能永久保存电荷</a:t>
            </a:r>
          </a:p>
          <a:p>
            <a:pPr marL="457200" marR="0" lvl="1" indent="0" algn="l" defTabSz="914400" rtl="0" eaLnBrk="1" fontAlgn="base" latinLnBrk="0" hangingPunct="1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必须增加额外电路补充</a:t>
            </a:r>
          </a:p>
        </p:txBody>
      </p:sp>
      <p:sp>
        <p:nvSpPr>
          <p:cNvPr id="417" name="矩形 416">
            <a:extLst>
              <a:ext uri="{FF2B5EF4-FFF2-40B4-BE49-F238E27FC236}">
                <a16:creationId xmlns:a16="http://schemas.microsoft.com/office/drawing/2014/main" id="{E4BE9330-3F4C-4C62-8971-4D5FF414E5CF}"/>
              </a:ext>
            </a:extLst>
          </p:cNvPr>
          <p:cNvSpPr/>
          <p:nvPr/>
        </p:nvSpPr>
        <p:spPr>
          <a:xfrm>
            <a:off x="4483752" y="742232"/>
            <a:ext cx="4435830" cy="66255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FC000"/>
              </a:buClr>
              <a:defRPr/>
            </a:pPr>
            <a:r>
              <a:rPr lang="en-US" altLang="zh-CN" sz="28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  T</a:t>
            </a:r>
            <a:r>
              <a:rPr lang="en-US" altLang="zh-CN" sz="2800" baseline="-250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9</a:t>
            </a:r>
            <a:r>
              <a:rPr lang="zh-CN" altLang="en-US" sz="28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、</a:t>
            </a:r>
            <a:r>
              <a:rPr lang="en-US" altLang="zh-CN" sz="28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T</a:t>
            </a:r>
            <a:r>
              <a:rPr lang="en-US" altLang="zh-CN" sz="2800" baseline="-250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10</a:t>
            </a:r>
            <a:r>
              <a:rPr lang="zh-CN" altLang="en-US" sz="28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、</a:t>
            </a:r>
            <a:r>
              <a:rPr lang="en-US" altLang="zh-CN" sz="28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T</a:t>
            </a:r>
            <a:r>
              <a:rPr lang="en-US" altLang="zh-CN" sz="2800" baseline="-250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7</a:t>
            </a:r>
            <a:r>
              <a:rPr lang="zh-CN" altLang="en-US" sz="28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、</a:t>
            </a:r>
            <a:r>
              <a:rPr lang="en-US" altLang="zh-CN" sz="28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T</a:t>
            </a:r>
            <a:r>
              <a:rPr lang="en-US" altLang="zh-CN" sz="2800" baseline="-250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8</a:t>
            </a:r>
            <a:r>
              <a:rPr lang="zh-CN" altLang="en-US" sz="2800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/>
                <a:ea typeface="微软雅黑"/>
              </a:rPr>
              <a:t>共享电路</a:t>
            </a:r>
          </a:p>
        </p:txBody>
      </p:sp>
    </p:spTree>
    <p:extLst>
      <p:ext uri="{BB962C8B-B14F-4D97-AF65-F5344CB8AC3E}">
        <p14:creationId xmlns:p14="http://schemas.microsoft.com/office/powerpoint/2010/main" val="13209697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6" grpId="0" animBg="1"/>
      <p:bldP spid="417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780" y="200661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8E8EE6-EECA-4E4A-B784-321472C3BF5B}"/>
              </a:ext>
            </a:extLst>
          </p:cNvPr>
          <p:cNvSpPr/>
          <p:nvPr/>
        </p:nvSpPr>
        <p:spPr>
          <a:xfrm>
            <a:off x="395536" y="785436"/>
            <a:ext cx="307488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1.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四管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DRAM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存储器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4" name="Line 105">
            <a:extLst>
              <a:ext uri="{FF2B5EF4-FFF2-40B4-BE49-F238E27FC236}">
                <a16:creationId xmlns:a16="http://schemas.microsoft.com/office/drawing/2014/main" id="{6280F386-27C3-4495-9BA7-959E8314BF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430867" y="2373778"/>
            <a:ext cx="418611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3C0E5C7D-4A5E-4C6D-B6FD-D4718C105B04}"/>
              </a:ext>
            </a:extLst>
          </p:cNvPr>
          <p:cNvGrpSpPr>
            <a:grpSpLocks/>
          </p:cNvGrpSpPr>
          <p:nvPr/>
        </p:nvGrpSpPr>
        <p:grpSpPr bwMode="auto">
          <a:xfrm>
            <a:off x="2072740" y="5135063"/>
            <a:ext cx="2930283" cy="334889"/>
            <a:chOff x="1992" y="3264"/>
            <a:chExt cx="1680" cy="192"/>
          </a:xfrm>
        </p:grpSpPr>
        <p:grpSp>
          <p:nvGrpSpPr>
            <p:cNvPr id="6" name="Group 3">
              <a:extLst>
                <a:ext uri="{FF2B5EF4-FFF2-40B4-BE49-F238E27FC236}">
                  <a16:creationId xmlns:a16="http://schemas.microsoft.com/office/drawing/2014/main" id="{7973E913-F646-4A6A-B370-6641E657C0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92" y="3264"/>
              <a:ext cx="240" cy="192"/>
              <a:chOff x="3360" y="2544"/>
              <a:chExt cx="240" cy="192"/>
            </a:xfrm>
          </p:grpSpPr>
          <p:sp>
            <p:nvSpPr>
              <p:cNvPr id="13" name="Line 4">
                <a:extLst>
                  <a:ext uri="{FF2B5EF4-FFF2-40B4-BE49-F238E27FC236}">
                    <a16:creationId xmlns:a16="http://schemas.microsoft.com/office/drawing/2014/main" id="{A5E8A1D5-7B34-41E8-93CC-D5B022E8DE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4" name="Line 5">
                <a:extLst>
                  <a:ext uri="{FF2B5EF4-FFF2-40B4-BE49-F238E27FC236}">
                    <a16:creationId xmlns:a16="http://schemas.microsoft.com/office/drawing/2014/main" id="{FF4558CB-0A0F-4570-9082-559C9DC6970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5" name="Line 6">
                <a:extLst>
                  <a:ext uri="{FF2B5EF4-FFF2-40B4-BE49-F238E27FC236}">
                    <a16:creationId xmlns:a16="http://schemas.microsoft.com/office/drawing/2014/main" id="{96516066-ECE3-48FC-81B1-18C61B3A992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6" name="Line 7">
                <a:extLst>
                  <a:ext uri="{FF2B5EF4-FFF2-40B4-BE49-F238E27FC236}">
                    <a16:creationId xmlns:a16="http://schemas.microsoft.com/office/drawing/2014/main" id="{C8EBB216-D8F2-490A-AE9E-D68F8D3376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7" name="Line 8">
                <a:extLst>
                  <a:ext uri="{FF2B5EF4-FFF2-40B4-BE49-F238E27FC236}">
                    <a16:creationId xmlns:a16="http://schemas.microsoft.com/office/drawing/2014/main" id="{4589FF86-AD62-4068-BEEF-EBF1B642241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7" name="Group 9">
              <a:extLst>
                <a:ext uri="{FF2B5EF4-FFF2-40B4-BE49-F238E27FC236}">
                  <a16:creationId xmlns:a16="http://schemas.microsoft.com/office/drawing/2014/main" id="{C15940F8-3A7F-49CA-8E48-5933F19633A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32" y="3264"/>
              <a:ext cx="240" cy="192"/>
              <a:chOff x="4032" y="2544"/>
              <a:chExt cx="240" cy="192"/>
            </a:xfrm>
          </p:grpSpPr>
          <p:sp>
            <p:nvSpPr>
              <p:cNvPr id="8" name="Line 10">
                <a:extLst>
                  <a:ext uri="{FF2B5EF4-FFF2-40B4-BE49-F238E27FC236}">
                    <a16:creationId xmlns:a16="http://schemas.microsoft.com/office/drawing/2014/main" id="{8AD07D32-BAFA-4C98-A6E9-43374C7F854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9" name="Line 11">
                <a:extLst>
                  <a:ext uri="{FF2B5EF4-FFF2-40B4-BE49-F238E27FC236}">
                    <a16:creationId xmlns:a16="http://schemas.microsoft.com/office/drawing/2014/main" id="{8C62F7DD-D23F-4487-B683-EE35661B3C7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28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0" name="Line 12">
                <a:extLst>
                  <a:ext uri="{FF2B5EF4-FFF2-40B4-BE49-F238E27FC236}">
                    <a16:creationId xmlns:a16="http://schemas.microsoft.com/office/drawing/2014/main" id="{BC400610-1AFE-49CB-ADD7-768DB7426D4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" name="Line 13">
                <a:extLst>
                  <a:ext uri="{FF2B5EF4-FFF2-40B4-BE49-F238E27FC236}">
                    <a16:creationId xmlns:a16="http://schemas.microsoft.com/office/drawing/2014/main" id="{67CB703D-9CEF-4FAB-8C04-1E89D110E29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2" name="Line 14">
                <a:extLst>
                  <a:ext uri="{FF2B5EF4-FFF2-40B4-BE49-F238E27FC236}">
                    <a16:creationId xmlns:a16="http://schemas.microsoft.com/office/drawing/2014/main" id="{DED18F3D-2400-43BB-8216-C3AD97D1A26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032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18" name="Rectangle 16">
            <a:extLst>
              <a:ext uri="{FF2B5EF4-FFF2-40B4-BE49-F238E27FC236}">
                <a16:creationId xmlns:a16="http://schemas.microsoft.com/office/drawing/2014/main" id="{31E896BD-E56F-4DD3-93AD-F65A20C4B8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6673" y="4545519"/>
            <a:ext cx="795363" cy="50582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 err="1">
                <a:solidFill>
                  <a:srgbClr val="00B050"/>
                </a:solidFill>
                <a:latin typeface="微软雅黑"/>
                <a:ea typeface="微软雅黑"/>
              </a:rPr>
              <a:t>V</a:t>
            </a:r>
            <a:r>
              <a:rPr lang="en-US" altLang="zh-CN" sz="1600" baseline="-25000" dirty="0" err="1">
                <a:solidFill>
                  <a:srgbClr val="00B050"/>
                </a:solidFill>
                <a:latin typeface="微软雅黑"/>
                <a:ea typeface="微软雅黑"/>
              </a:rPr>
              <a:t>ss</a:t>
            </a:r>
            <a:r>
              <a:rPr lang="en-US" altLang="zh-CN" sz="1600" dirty="0">
                <a:solidFill>
                  <a:srgbClr val="00B050"/>
                </a:solidFill>
                <a:latin typeface="微软雅黑"/>
                <a:ea typeface="微软雅黑"/>
              </a:rPr>
              <a:t>(0V)</a:t>
            </a:r>
          </a:p>
        </p:txBody>
      </p:sp>
      <p:sp>
        <p:nvSpPr>
          <p:cNvPr id="19" name="Line 17">
            <a:extLst>
              <a:ext uri="{FF2B5EF4-FFF2-40B4-BE49-F238E27FC236}">
                <a16:creationId xmlns:a16="http://schemas.microsoft.com/office/drawing/2014/main" id="{31B849B6-5B48-4599-815A-BEB7B133B2B5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728566" y="2874559"/>
            <a:ext cx="50233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20" name="Group 18">
            <a:extLst>
              <a:ext uri="{FF2B5EF4-FFF2-40B4-BE49-F238E27FC236}">
                <a16:creationId xmlns:a16="http://schemas.microsoft.com/office/drawing/2014/main" id="{DCD95C78-EE65-43FE-A192-0D38B347BD6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728566" y="3376893"/>
            <a:ext cx="418612" cy="334889"/>
            <a:chOff x="3360" y="2544"/>
            <a:chExt cx="240" cy="192"/>
          </a:xfrm>
        </p:grpSpPr>
        <p:sp>
          <p:nvSpPr>
            <p:cNvPr id="21" name="Line 19">
              <a:extLst>
                <a:ext uri="{FF2B5EF4-FFF2-40B4-BE49-F238E27FC236}">
                  <a16:creationId xmlns:a16="http://schemas.microsoft.com/office/drawing/2014/main" id="{AB636577-C26A-43CC-984D-59398E7668B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6" y="2544"/>
              <a:ext cx="0" cy="192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2" name="Line 20">
              <a:extLst>
                <a:ext uri="{FF2B5EF4-FFF2-40B4-BE49-F238E27FC236}">
                  <a16:creationId xmlns:a16="http://schemas.microsoft.com/office/drawing/2014/main" id="{A6661318-711C-4D00-BAA2-96EA4F4BB39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592"/>
              <a:ext cx="0" cy="96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Line 21">
              <a:extLst>
                <a:ext uri="{FF2B5EF4-FFF2-40B4-BE49-F238E27FC236}">
                  <a16:creationId xmlns:a16="http://schemas.microsoft.com/office/drawing/2014/main" id="{4EADCF2D-4934-4681-B60A-A598F7D787A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592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4" name="Line 22">
              <a:extLst>
                <a:ext uri="{FF2B5EF4-FFF2-40B4-BE49-F238E27FC236}">
                  <a16:creationId xmlns:a16="http://schemas.microsoft.com/office/drawing/2014/main" id="{11BEFEAC-F5DB-40C4-AF29-0D4D5631876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5" name="Line 23">
              <a:extLst>
                <a:ext uri="{FF2B5EF4-FFF2-40B4-BE49-F238E27FC236}">
                  <a16:creationId xmlns:a16="http://schemas.microsoft.com/office/drawing/2014/main" id="{9F937690-0B3A-414C-80E5-FF83754B04A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64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26" name="Line 24">
            <a:extLst>
              <a:ext uri="{FF2B5EF4-FFF2-40B4-BE49-F238E27FC236}">
                <a16:creationId xmlns:a16="http://schemas.microsoft.com/office/drawing/2014/main" id="{F9561E2B-EBC6-404E-B76E-84EDB31BFFA9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728566" y="2874559"/>
            <a:ext cx="0" cy="58605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27" name="Group 25">
            <a:extLst>
              <a:ext uri="{FF2B5EF4-FFF2-40B4-BE49-F238E27FC236}">
                <a16:creationId xmlns:a16="http://schemas.microsoft.com/office/drawing/2014/main" id="{4FC85D62-86B1-4682-B6B3-70E51BD6F91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900679" y="3376893"/>
            <a:ext cx="418612" cy="334889"/>
            <a:chOff x="4032" y="2544"/>
            <a:chExt cx="240" cy="192"/>
          </a:xfrm>
        </p:grpSpPr>
        <p:sp>
          <p:nvSpPr>
            <p:cNvPr id="28" name="Line 26">
              <a:extLst>
                <a:ext uri="{FF2B5EF4-FFF2-40B4-BE49-F238E27FC236}">
                  <a16:creationId xmlns:a16="http://schemas.microsoft.com/office/drawing/2014/main" id="{82B0E9BA-5228-444C-BB83-A13EF8D2D52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44"/>
              <a:ext cx="0" cy="192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9" name="Line 27">
              <a:extLst>
                <a:ext uri="{FF2B5EF4-FFF2-40B4-BE49-F238E27FC236}">
                  <a16:creationId xmlns:a16="http://schemas.microsoft.com/office/drawing/2014/main" id="{461187EB-FC6A-4095-8F81-ABCFF63CF5C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28" y="2592"/>
              <a:ext cx="0" cy="96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0" name="Line 28">
              <a:extLst>
                <a:ext uri="{FF2B5EF4-FFF2-40B4-BE49-F238E27FC236}">
                  <a16:creationId xmlns:a16="http://schemas.microsoft.com/office/drawing/2014/main" id="{51902528-E9EE-45C5-88E4-4DC8995D07F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92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1" name="Line 29">
              <a:extLst>
                <a:ext uri="{FF2B5EF4-FFF2-40B4-BE49-F238E27FC236}">
                  <a16:creationId xmlns:a16="http://schemas.microsoft.com/office/drawing/2014/main" id="{D2D81E55-767F-4708-8941-DADD4C5D2C5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2" name="Line 30">
              <a:extLst>
                <a:ext uri="{FF2B5EF4-FFF2-40B4-BE49-F238E27FC236}">
                  <a16:creationId xmlns:a16="http://schemas.microsoft.com/office/drawing/2014/main" id="{406CF7EB-102D-4F7D-B0F2-A5063F5E43B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032" y="264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33" name="Line 31">
            <a:extLst>
              <a:ext uri="{FF2B5EF4-FFF2-40B4-BE49-F238E27FC236}">
                <a16:creationId xmlns:a16="http://schemas.microsoft.com/office/drawing/2014/main" id="{8F770DB2-8CBA-4E06-8051-55FA755CB17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900679" y="2874559"/>
            <a:ext cx="41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" name="Line 32">
            <a:extLst>
              <a:ext uri="{FF2B5EF4-FFF2-40B4-BE49-F238E27FC236}">
                <a16:creationId xmlns:a16="http://schemas.microsoft.com/office/drawing/2014/main" id="{F8FAF251-AFC4-42DC-BFE9-A295F3B533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4622" y="2874559"/>
            <a:ext cx="586057" cy="66977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" name="Line 33">
            <a:extLst>
              <a:ext uri="{FF2B5EF4-FFF2-40B4-BE49-F238E27FC236}">
                <a16:creationId xmlns:a16="http://schemas.microsoft.com/office/drawing/2014/main" id="{D7C09F79-A47B-47A1-9E6F-C7C026B22DE9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728566" y="4130395"/>
            <a:ext cx="1590725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36" name="Line 34">
            <a:extLst>
              <a:ext uri="{FF2B5EF4-FFF2-40B4-BE49-F238E27FC236}">
                <a16:creationId xmlns:a16="http://schemas.microsoft.com/office/drawing/2014/main" id="{C494937D-FD04-48CD-A6A5-888D397CEEE3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728566" y="3628061"/>
            <a:ext cx="0" cy="502334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37" name="Line 35">
            <a:extLst>
              <a:ext uri="{FF2B5EF4-FFF2-40B4-BE49-F238E27FC236}">
                <a16:creationId xmlns:a16="http://schemas.microsoft.com/office/drawing/2014/main" id="{0E7D9845-132C-4A03-BF08-A30DFF74FA88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319291" y="3628061"/>
            <a:ext cx="0" cy="502334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38" name="Line 36">
            <a:extLst>
              <a:ext uri="{FF2B5EF4-FFF2-40B4-BE49-F238E27FC236}">
                <a16:creationId xmlns:a16="http://schemas.microsoft.com/office/drawing/2014/main" id="{7BFAED13-0076-4497-9F92-D79A979D1971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319291" y="2874559"/>
            <a:ext cx="0" cy="58605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" name="Line 37">
            <a:extLst>
              <a:ext uri="{FF2B5EF4-FFF2-40B4-BE49-F238E27FC236}">
                <a16:creationId xmlns:a16="http://schemas.microsoft.com/office/drawing/2014/main" id="{DDA8EC8B-FC0B-4DC1-9EB0-10CDC77538FF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393676" y="2874559"/>
            <a:ext cx="33488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oval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40" name="Group 38">
            <a:extLst>
              <a:ext uri="{FF2B5EF4-FFF2-40B4-BE49-F238E27FC236}">
                <a16:creationId xmlns:a16="http://schemas.microsoft.com/office/drawing/2014/main" id="{BDEFB5EE-220E-489E-93E7-5457F880EF49}"/>
              </a:ext>
            </a:extLst>
          </p:cNvPr>
          <p:cNvGrpSpPr>
            <a:grpSpLocks/>
          </p:cNvGrpSpPr>
          <p:nvPr/>
        </p:nvGrpSpPr>
        <p:grpSpPr bwMode="auto">
          <a:xfrm>
            <a:off x="2142509" y="2455947"/>
            <a:ext cx="2762838" cy="418612"/>
            <a:chOff x="2040" y="1728"/>
            <a:chExt cx="1584" cy="240"/>
          </a:xfrm>
        </p:grpSpPr>
        <p:grpSp>
          <p:nvGrpSpPr>
            <p:cNvPr id="41" name="Group 39">
              <a:extLst>
                <a:ext uri="{FF2B5EF4-FFF2-40B4-BE49-F238E27FC236}">
                  <a16:creationId xmlns:a16="http://schemas.microsoft.com/office/drawing/2014/main" id="{54883953-8539-46D7-8E12-DE4F13FFA0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2016" y="1752"/>
              <a:ext cx="240" cy="192"/>
              <a:chOff x="3360" y="2544"/>
              <a:chExt cx="240" cy="192"/>
            </a:xfrm>
          </p:grpSpPr>
          <p:sp>
            <p:nvSpPr>
              <p:cNvPr id="48" name="Line 40">
                <a:extLst>
                  <a:ext uri="{FF2B5EF4-FFF2-40B4-BE49-F238E27FC236}">
                    <a16:creationId xmlns:a16="http://schemas.microsoft.com/office/drawing/2014/main" id="{C7A39E74-93EE-45AB-9388-85C88EE5C48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9" name="Line 41">
                <a:extLst>
                  <a:ext uri="{FF2B5EF4-FFF2-40B4-BE49-F238E27FC236}">
                    <a16:creationId xmlns:a16="http://schemas.microsoft.com/office/drawing/2014/main" id="{31B5C270-6317-47BA-AC66-FF9F0E77951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0" name="Line 42">
                <a:extLst>
                  <a:ext uri="{FF2B5EF4-FFF2-40B4-BE49-F238E27FC236}">
                    <a16:creationId xmlns:a16="http://schemas.microsoft.com/office/drawing/2014/main" id="{C2AFE162-4AE7-445C-A8D8-D27B2FD4EB9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1" name="Line 43">
                <a:extLst>
                  <a:ext uri="{FF2B5EF4-FFF2-40B4-BE49-F238E27FC236}">
                    <a16:creationId xmlns:a16="http://schemas.microsoft.com/office/drawing/2014/main" id="{4353B6E5-2F11-429A-87BC-791EBCB6531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2" name="Line 44">
                <a:extLst>
                  <a:ext uri="{FF2B5EF4-FFF2-40B4-BE49-F238E27FC236}">
                    <a16:creationId xmlns:a16="http://schemas.microsoft.com/office/drawing/2014/main" id="{15783226-31BA-45CA-A2D7-E742E99C4E0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42" name="Group 45">
              <a:extLst>
                <a:ext uri="{FF2B5EF4-FFF2-40B4-BE49-F238E27FC236}">
                  <a16:creationId xmlns:a16="http://schemas.microsoft.com/office/drawing/2014/main" id="{F0BB8F61-C59E-4290-9EB7-7C6FF9AAD10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3408" y="1752"/>
              <a:ext cx="240" cy="192"/>
              <a:chOff x="3360" y="2544"/>
              <a:chExt cx="240" cy="192"/>
            </a:xfrm>
          </p:grpSpPr>
          <p:sp>
            <p:nvSpPr>
              <p:cNvPr id="43" name="Line 46">
                <a:extLst>
                  <a:ext uri="{FF2B5EF4-FFF2-40B4-BE49-F238E27FC236}">
                    <a16:creationId xmlns:a16="http://schemas.microsoft.com/office/drawing/2014/main" id="{370E70BD-B634-4466-A2DE-B24EF20CD7C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4" name="Line 47">
                <a:extLst>
                  <a:ext uri="{FF2B5EF4-FFF2-40B4-BE49-F238E27FC236}">
                    <a16:creationId xmlns:a16="http://schemas.microsoft.com/office/drawing/2014/main" id="{B8DB6EB3-DAC4-493C-A8FF-7E73041ED46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5" name="Line 48">
                <a:extLst>
                  <a:ext uri="{FF2B5EF4-FFF2-40B4-BE49-F238E27FC236}">
                    <a16:creationId xmlns:a16="http://schemas.microsoft.com/office/drawing/2014/main" id="{D18ED638-E1F4-495E-B0B5-0570BB71D05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6" name="Line 49">
                <a:extLst>
                  <a:ext uri="{FF2B5EF4-FFF2-40B4-BE49-F238E27FC236}">
                    <a16:creationId xmlns:a16="http://schemas.microsoft.com/office/drawing/2014/main" id="{243DA96C-6C18-443C-A944-22D247A99D7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7" name="Line 50">
                <a:extLst>
                  <a:ext uri="{FF2B5EF4-FFF2-40B4-BE49-F238E27FC236}">
                    <a16:creationId xmlns:a16="http://schemas.microsoft.com/office/drawing/2014/main" id="{0B9C2745-E359-4334-B7AF-D960872E961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53" name="Line 51">
            <a:extLst>
              <a:ext uri="{FF2B5EF4-FFF2-40B4-BE49-F238E27FC236}">
                <a16:creationId xmlns:a16="http://schemas.microsoft.com/office/drawing/2014/main" id="{860C1E1B-3258-4270-AE27-643258FC8D4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787" y="1869891"/>
            <a:ext cx="0" cy="3348895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4" name="Line 52">
            <a:extLst>
              <a:ext uri="{FF2B5EF4-FFF2-40B4-BE49-F238E27FC236}">
                <a16:creationId xmlns:a16="http://schemas.microsoft.com/office/drawing/2014/main" id="{6894364E-6B5E-46CB-A494-96B72D8399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58787" y="2874559"/>
            <a:ext cx="16744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oval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5" name="Line 53">
            <a:extLst>
              <a:ext uri="{FF2B5EF4-FFF2-40B4-BE49-F238E27FC236}">
                <a16:creationId xmlns:a16="http://schemas.microsoft.com/office/drawing/2014/main" id="{718DAF4E-6099-4CCB-8B93-51044E308CB3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9070" y="1869891"/>
            <a:ext cx="0" cy="3348895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6" name="Line 54">
            <a:extLst>
              <a:ext uri="{FF2B5EF4-FFF2-40B4-BE49-F238E27FC236}">
                <a16:creationId xmlns:a16="http://schemas.microsoft.com/office/drawing/2014/main" id="{1576131F-F9E2-41A0-B70B-596B937657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21625" y="2874559"/>
            <a:ext cx="16744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57" name="Group 55">
            <a:extLst>
              <a:ext uri="{FF2B5EF4-FFF2-40B4-BE49-F238E27FC236}">
                <a16:creationId xmlns:a16="http://schemas.microsoft.com/office/drawing/2014/main" id="{3648D4C6-A1CB-40CE-A744-B17A42B7E9E0}"/>
              </a:ext>
            </a:extLst>
          </p:cNvPr>
          <p:cNvGrpSpPr>
            <a:grpSpLocks/>
          </p:cNvGrpSpPr>
          <p:nvPr/>
        </p:nvGrpSpPr>
        <p:grpSpPr bwMode="auto">
          <a:xfrm>
            <a:off x="3482067" y="4130395"/>
            <a:ext cx="83722" cy="251167"/>
            <a:chOff x="3744" y="2880"/>
            <a:chExt cx="96" cy="288"/>
          </a:xfrm>
        </p:grpSpPr>
        <p:sp>
          <p:nvSpPr>
            <p:cNvPr id="58" name="Line 56">
              <a:extLst>
                <a:ext uri="{FF2B5EF4-FFF2-40B4-BE49-F238E27FC236}">
                  <a16:creationId xmlns:a16="http://schemas.microsoft.com/office/drawing/2014/main" id="{0BAF8762-31FA-46B9-9BD3-653E3A01F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880"/>
              <a:ext cx="0" cy="192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59" name="Oval 57">
              <a:extLst>
                <a:ext uri="{FF2B5EF4-FFF2-40B4-BE49-F238E27FC236}">
                  <a16:creationId xmlns:a16="http://schemas.microsoft.com/office/drawing/2014/main" id="{ED71D459-40F9-400E-95F4-98366F94B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3072"/>
              <a:ext cx="96" cy="96"/>
            </a:xfrm>
            <a:prstGeom prst="ellipse">
              <a:avLst/>
            </a:prstGeom>
            <a:noFill/>
            <a:ln w="19050" algn="ctr">
              <a:solidFill>
                <a:srgbClr val="008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60" name="Group 60">
            <a:extLst>
              <a:ext uri="{FF2B5EF4-FFF2-40B4-BE49-F238E27FC236}">
                <a16:creationId xmlns:a16="http://schemas.microsoft.com/office/drawing/2014/main" id="{71BAD8E0-4EA7-4E91-9D78-5CE8CC9FF2B5}"/>
              </a:ext>
            </a:extLst>
          </p:cNvPr>
          <p:cNvGrpSpPr>
            <a:grpSpLocks/>
          </p:cNvGrpSpPr>
          <p:nvPr/>
        </p:nvGrpSpPr>
        <p:grpSpPr bwMode="auto">
          <a:xfrm>
            <a:off x="2058787" y="5218803"/>
            <a:ext cx="2930283" cy="167445"/>
            <a:chOff x="1992" y="3312"/>
            <a:chExt cx="1680" cy="96"/>
          </a:xfrm>
        </p:grpSpPr>
        <p:grpSp>
          <p:nvGrpSpPr>
            <p:cNvPr id="61" name="Group 61">
              <a:extLst>
                <a:ext uri="{FF2B5EF4-FFF2-40B4-BE49-F238E27FC236}">
                  <a16:creationId xmlns:a16="http://schemas.microsoft.com/office/drawing/2014/main" id="{ADA662AC-CC83-4338-9C7B-0430AD32B72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92" y="3312"/>
              <a:ext cx="96" cy="96"/>
              <a:chOff x="3360" y="2592"/>
              <a:chExt cx="96" cy="96"/>
            </a:xfrm>
          </p:grpSpPr>
          <p:sp>
            <p:nvSpPr>
              <p:cNvPr id="66" name="Line 64">
                <a:extLst>
                  <a:ext uri="{FF2B5EF4-FFF2-40B4-BE49-F238E27FC236}">
                    <a16:creationId xmlns:a16="http://schemas.microsoft.com/office/drawing/2014/main" id="{DD3759EE-108E-4C1B-A68A-B470E9F15E9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67" name="Line 65">
                <a:extLst>
                  <a:ext uri="{FF2B5EF4-FFF2-40B4-BE49-F238E27FC236}">
                    <a16:creationId xmlns:a16="http://schemas.microsoft.com/office/drawing/2014/main" id="{98420BE4-9297-4577-9A15-C89790A79A9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62" name="Group 67">
              <a:extLst>
                <a:ext uri="{FF2B5EF4-FFF2-40B4-BE49-F238E27FC236}">
                  <a16:creationId xmlns:a16="http://schemas.microsoft.com/office/drawing/2014/main" id="{C69B009D-5994-4F7C-B864-ED789994439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32" y="3312"/>
              <a:ext cx="240" cy="96"/>
              <a:chOff x="4032" y="2592"/>
              <a:chExt cx="240" cy="96"/>
            </a:xfrm>
          </p:grpSpPr>
          <p:sp>
            <p:nvSpPr>
              <p:cNvPr id="63" name="Line 70">
                <a:extLst>
                  <a:ext uri="{FF2B5EF4-FFF2-40B4-BE49-F238E27FC236}">
                    <a16:creationId xmlns:a16="http://schemas.microsoft.com/office/drawing/2014/main" id="{FFCA48C4-CB03-4887-914C-A426753AD1E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64" name="Line 71">
                <a:extLst>
                  <a:ext uri="{FF2B5EF4-FFF2-40B4-BE49-F238E27FC236}">
                    <a16:creationId xmlns:a16="http://schemas.microsoft.com/office/drawing/2014/main" id="{91F0D0B7-44D5-42CA-8CFF-D5B63F0E4CA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65" name="Line 72">
                <a:extLst>
                  <a:ext uri="{FF2B5EF4-FFF2-40B4-BE49-F238E27FC236}">
                    <a16:creationId xmlns:a16="http://schemas.microsoft.com/office/drawing/2014/main" id="{3A9F7DC0-E1CE-420A-9D94-5EBC2F0A789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032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68" name="Line 73">
            <a:extLst>
              <a:ext uri="{FF2B5EF4-FFF2-40B4-BE49-F238E27FC236}">
                <a16:creationId xmlns:a16="http://schemas.microsoft.com/office/drawing/2014/main" id="{FF58DBA8-37B6-42B4-AA27-677E68BDE7F0}"/>
              </a:ext>
            </a:extLst>
          </p:cNvPr>
          <p:cNvSpPr>
            <a:spLocks noChangeShapeType="1"/>
          </p:cNvSpPr>
          <p:nvPr/>
        </p:nvSpPr>
        <p:spPr bwMode="auto">
          <a:xfrm>
            <a:off x="2477399" y="5302508"/>
            <a:ext cx="20930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69" name="Line 74">
            <a:extLst>
              <a:ext uri="{FF2B5EF4-FFF2-40B4-BE49-F238E27FC236}">
                <a16:creationId xmlns:a16="http://schemas.microsoft.com/office/drawing/2014/main" id="{18585327-DB59-4969-97F9-0228E9C55A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787" y="5386230"/>
            <a:ext cx="0" cy="58605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70" name="Line 75">
            <a:extLst>
              <a:ext uri="{FF2B5EF4-FFF2-40B4-BE49-F238E27FC236}">
                <a16:creationId xmlns:a16="http://schemas.microsoft.com/office/drawing/2014/main" id="{EAA1646A-DD1D-46D1-928D-3D66A9845DD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9070" y="5386230"/>
            <a:ext cx="0" cy="58605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71" name="Line 76">
            <a:extLst>
              <a:ext uri="{FF2B5EF4-FFF2-40B4-BE49-F238E27FC236}">
                <a16:creationId xmlns:a16="http://schemas.microsoft.com/office/drawing/2014/main" id="{2E8B6494-E9DD-4084-B915-F1D2AA5E55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482067" y="5302508"/>
            <a:ext cx="0" cy="66977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72" name="Rectangle 77">
            <a:extLst>
              <a:ext uri="{FF2B5EF4-FFF2-40B4-BE49-F238E27FC236}">
                <a16:creationId xmlns:a16="http://schemas.microsoft.com/office/drawing/2014/main" id="{697AF2EE-0BAD-4C74-917E-7360C11CF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3676" y="3460616"/>
            <a:ext cx="251167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1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73" name="Rectangle 78">
            <a:extLst>
              <a:ext uri="{FF2B5EF4-FFF2-40B4-BE49-F238E27FC236}">
                <a16:creationId xmlns:a16="http://schemas.microsoft.com/office/drawing/2014/main" id="{181991AA-FA8B-40B9-BC86-BD93F4076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6736" y="3460616"/>
            <a:ext cx="251167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2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74" name="Rectangle 79">
            <a:extLst>
              <a:ext uri="{FF2B5EF4-FFF2-40B4-BE49-F238E27FC236}">
                <a16:creationId xmlns:a16="http://schemas.microsoft.com/office/drawing/2014/main" id="{769104DC-D596-443D-9B91-84DBE8C94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2509" y="2874559"/>
            <a:ext cx="251167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5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75" name="Rectangle 80">
            <a:extLst>
              <a:ext uri="{FF2B5EF4-FFF2-40B4-BE49-F238E27FC236}">
                <a16:creationId xmlns:a16="http://schemas.microsoft.com/office/drawing/2014/main" id="{EAB625E2-800A-440E-BDD7-24C4F98D3E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3897" y="5135063"/>
            <a:ext cx="251167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7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76" name="Rectangle 81">
            <a:extLst>
              <a:ext uri="{FF2B5EF4-FFF2-40B4-BE49-F238E27FC236}">
                <a16:creationId xmlns:a16="http://schemas.microsoft.com/office/drawing/2014/main" id="{078D3C68-5932-41D4-83B3-1219BFD16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2792" y="5135063"/>
            <a:ext cx="251167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8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77" name="Rectangle 82">
            <a:extLst>
              <a:ext uri="{FF2B5EF4-FFF2-40B4-BE49-F238E27FC236}">
                <a16:creationId xmlns:a16="http://schemas.microsoft.com/office/drawing/2014/main" id="{3DA40A0E-DD6D-436A-AC84-BFAA8501A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7903" y="2874559"/>
            <a:ext cx="251167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6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78" name="Rectangle 83">
            <a:extLst>
              <a:ext uri="{FF2B5EF4-FFF2-40B4-BE49-F238E27FC236}">
                <a16:creationId xmlns:a16="http://schemas.microsoft.com/office/drawing/2014/main" id="{8D1401E1-3535-4B41-A216-370A59B25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0648" y="5721120"/>
            <a:ext cx="376751" cy="25116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I/O</a:t>
            </a:r>
          </a:p>
        </p:txBody>
      </p:sp>
      <p:sp>
        <p:nvSpPr>
          <p:cNvPr id="79" name="Rectangle 84">
            <a:extLst>
              <a:ext uri="{FF2B5EF4-FFF2-40B4-BE49-F238E27FC236}">
                <a16:creationId xmlns:a16="http://schemas.microsoft.com/office/drawing/2014/main" id="{25877B9F-9EE1-4127-BF09-0426FF97E1F7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570458" y="5804842"/>
            <a:ext cx="376751" cy="25116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u="sng">
                <a:solidFill>
                  <a:srgbClr val="954F72"/>
                </a:solidFill>
                <a:latin typeface="微软雅黑"/>
                <a:ea typeface="微软雅黑"/>
              </a:rPr>
              <a:t>O/I</a:t>
            </a:r>
          </a:p>
        </p:txBody>
      </p:sp>
      <p:grpSp>
        <p:nvGrpSpPr>
          <p:cNvPr id="80" name="Group 85">
            <a:extLst>
              <a:ext uri="{FF2B5EF4-FFF2-40B4-BE49-F238E27FC236}">
                <a16:creationId xmlns:a16="http://schemas.microsoft.com/office/drawing/2014/main" id="{64AE3CC9-1F76-443F-B58F-1EFCF3DD931F}"/>
              </a:ext>
            </a:extLst>
          </p:cNvPr>
          <p:cNvGrpSpPr>
            <a:grpSpLocks/>
          </p:cNvGrpSpPr>
          <p:nvPr/>
        </p:nvGrpSpPr>
        <p:grpSpPr bwMode="auto">
          <a:xfrm>
            <a:off x="3063455" y="3795505"/>
            <a:ext cx="167445" cy="83722"/>
            <a:chOff x="3888" y="2832"/>
            <a:chExt cx="96" cy="48"/>
          </a:xfrm>
        </p:grpSpPr>
        <p:sp>
          <p:nvSpPr>
            <p:cNvPr id="81" name="Line 86">
              <a:extLst>
                <a:ext uri="{FF2B5EF4-FFF2-40B4-BE49-F238E27FC236}">
                  <a16:creationId xmlns:a16="http://schemas.microsoft.com/office/drawing/2014/main" id="{22078BDC-CB8A-4550-A41F-112DEA855C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2" name="Line 87">
              <a:extLst>
                <a:ext uri="{FF2B5EF4-FFF2-40B4-BE49-F238E27FC236}">
                  <a16:creationId xmlns:a16="http://schemas.microsoft.com/office/drawing/2014/main" id="{7FB1C280-D496-4380-86C3-E2F71763D1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83" name="Line 88">
            <a:extLst>
              <a:ext uri="{FF2B5EF4-FFF2-40B4-BE49-F238E27FC236}">
                <a16:creationId xmlns:a16="http://schemas.microsoft.com/office/drawing/2014/main" id="{32E3DF94-DE80-406A-B667-E51ECDB4D85B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147178" y="3544338"/>
            <a:ext cx="0" cy="25116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84" name="Line 89">
            <a:extLst>
              <a:ext uri="{FF2B5EF4-FFF2-40B4-BE49-F238E27FC236}">
                <a16:creationId xmlns:a16="http://schemas.microsoft.com/office/drawing/2014/main" id="{57807476-1E1E-4EDF-9930-7D827EAFF36F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147178" y="3544338"/>
            <a:ext cx="16744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85" name="Line 90">
            <a:extLst>
              <a:ext uri="{FF2B5EF4-FFF2-40B4-BE49-F238E27FC236}">
                <a16:creationId xmlns:a16="http://schemas.microsoft.com/office/drawing/2014/main" id="{3A58B48A-5D33-47C0-9969-8C56CC490222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147178" y="3879228"/>
            <a:ext cx="0" cy="251167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86" name="Group 91">
            <a:extLst>
              <a:ext uri="{FF2B5EF4-FFF2-40B4-BE49-F238E27FC236}">
                <a16:creationId xmlns:a16="http://schemas.microsoft.com/office/drawing/2014/main" id="{B2C1EDF6-5F34-46F8-9D92-21D4E11ADCFD}"/>
              </a:ext>
            </a:extLst>
          </p:cNvPr>
          <p:cNvGrpSpPr>
            <a:grpSpLocks/>
          </p:cNvGrpSpPr>
          <p:nvPr/>
        </p:nvGrpSpPr>
        <p:grpSpPr bwMode="auto">
          <a:xfrm>
            <a:off x="3816957" y="3795505"/>
            <a:ext cx="167445" cy="83722"/>
            <a:chOff x="3888" y="2832"/>
            <a:chExt cx="96" cy="48"/>
          </a:xfrm>
        </p:grpSpPr>
        <p:sp>
          <p:nvSpPr>
            <p:cNvPr id="87" name="Line 92">
              <a:extLst>
                <a:ext uri="{FF2B5EF4-FFF2-40B4-BE49-F238E27FC236}">
                  <a16:creationId xmlns:a16="http://schemas.microsoft.com/office/drawing/2014/main" id="{ECEA03C6-0C1F-4E62-8CEE-621C3CE68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8" name="Line 93">
              <a:extLst>
                <a:ext uri="{FF2B5EF4-FFF2-40B4-BE49-F238E27FC236}">
                  <a16:creationId xmlns:a16="http://schemas.microsoft.com/office/drawing/2014/main" id="{CB70F875-431A-47B1-8A10-5178A10AD5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89" name="Line 94">
            <a:extLst>
              <a:ext uri="{FF2B5EF4-FFF2-40B4-BE49-F238E27FC236}">
                <a16:creationId xmlns:a16="http://schemas.microsoft.com/office/drawing/2014/main" id="{8F910FF9-C2B6-45B9-9349-6F54EF6C255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900679" y="3544338"/>
            <a:ext cx="0" cy="25116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90" name="Line 95">
            <a:extLst>
              <a:ext uri="{FF2B5EF4-FFF2-40B4-BE49-F238E27FC236}">
                <a16:creationId xmlns:a16="http://schemas.microsoft.com/office/drawing/2014/main" id="{A66C7736-20AF-437C-8F9C-E6D384B29AD1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900679" y="3879228"/>
            <a:ext cx="0" cy="251167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91" name="Line 96">
            <a:extLst>
              <a:ext uri="{FF2B5EF4-FFF2-40B4-BE49-F238E27FC236}">
                <a16:creationId xmlns:a16="http://schemas.microsoft.com/office/drawing/2014/main" id="{EB87818B-3C06-45B0-B714-4987557C596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733234" y="3544338"/>
            <a:ext cx="16744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92" name="Line 97">
            <a:extLst>
              <a:ext uri="{FF2B5EF4-FFF2-40B4-BE49-F238E27FC236}">
                <a16:creationId xmlns:a16="http://schemas.microsoft.com/office/drawing/2014/main" id="{EF143BAB-9DCE-4869-9C7F-3D9048DD7A3A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0900" y="2874559"/>
            <a:ext cx="502334" cy="66977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93" name="Line 98">
            <a:extLst>
              <a:ext uri="{FF2B5EF4-FFF2-40B4-BE49-F238E27FC236}">
                <a16:creationId xmlns:a16="http://schemas.microsoft.com/office/drawing/2014/main" id="{4176D43C-A528-460B-BAEB-9DA2E6A7BAE7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319291" y="2874559"/>
            <a:ext cx="33488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94" name="Group 99">
            <a:extLst>
              <a:ext uri="{FF2B5EF4-FFF2-40B4-BE49-F238E27FC236}">
                <a16:creationId xmlns:a16="http://schemas.microsoft.com/office/drawing/2014/main" id="{52A172AA-C033-43B6-A542-C6400A5167DB}"/>
              </a:ext>
            </a:extLst>
          </p:cNvPr>
          <p:cNvGrpSpPr>
            <a:grpSpLocks/>
          </p:cNvGrpSpPr>
          <p:nvPr/>
        </p:nvGrpSpPr>
        <p:grpSpPr bwMode="auto">
          <a:xfrm>
            <a:off x="1640175" y="4378073"/>
            <a:ext cx="167445" cy="83722"/>
            <a:chOff x="3888" y="2832"/>
            <a:chExt cx="96" cy="48"/>
          </a:xfrm>
        </p:grpSpPr>
        <p:sp>
          <p:nvSpPr>
            <p:cNvPr id="95" name="Line 100">
              <a:extLst>
                <a:ext uri="{FF2B5EF4-FFF2-40B4-BE49-F238E27FC236}">
                  <a16:creationId xmlns:a16="http://schemas.microsoft.com/office/drawing/2014/main" id="{A00D26E5-0C2D-4B0D-8953-896D35BE03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6" name="Line 101">
              <a:extLst>
                <a:ext uri="{FF2B5EF4-FFF2-40B4-BE49-F238E27FC236}">
                  <a16:creationId xmlns:a16="http://schemas.microsoft.com/office/drawing/2014/main" id="{159268B6-6065-4CE5-9F5A-7449B40918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97" name="Line 102">
            <a:extLst>
              <a:ext uri="{FF2B5EF4-FFF2-40B4-BE49-F238E27FC236}">
                <a16:creationId xmlns:a16="http://schemas.microsoft.com/office/drawing/2014/main" id="{F9635D79-A30B-4031-A5CA-351F9990A6A4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723897" y="4126906"/>
            <a:ext cx="0" cy="25116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98" name="Line 103">
            <a:extLst>
              <a:ext uri="{FF2B5EF4-FFF2-40B4-BE49-F238E27FC236}">
                <a16:creationId xmlns:a16="http://schemas.microsoft.com/office/drawing/2014/main" id="{6F231834-169D-46A7-AD07-BFF7D209D7C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723897" y="4126906"/>
            <a:ext cx="33488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99" name="Line 104">
            <a:extLst>
              <a:ext uri="{FF2B5EF4-FFF2-40B4-BE49-F238E27FC236}">
                <a16:creationId xmlns:a16="http://schemas.microsoft.com/office/drawing/2014/main" id="{04CB333D-2771-496A-9EC0-7402380E2A94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723897" y="4461796"/>
            <a:ext cx="0" cy="251167"/>
          </a:xfrm>
          <a:prstGeom prst="line">
            <a:avLst/>
          </a:prstGeom>
          <a:noFill/>
          <a:ln w="19050">
            <a:solidFill>
              <a:srgbClr val="00B05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00" name="Rectangle 106">
            <a:extLst>
              <a:ext uri="{FF2B5EF4-FFF2-40B4-BE49-F238E27FC236}">
                <a16:creationId xmlns:a16="http://schemas.microsoft.com/office/drawing/2014/main" id="{081B3DD8-8640-4180-99D7-823A1516C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9512" y="4214118"/>
            <a:ext cx="795363" cy="50582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 err="1">
                <a:solidFill>
                  <a:srgbClr val="00B050"/>
                </a:solidFill>
                <a:latin typeface="微软雅黑"/>
                <a:ea typeface="微软雅黑"/>
              </a:rPr>
              <a:t>V</a:t>
            </a:r>
            <a:r>
              <a:rPr lang="en-US" altLang="zh-CN" sz="1600" baseline="-25000" dirty="0" err="1">
                <a:solidFill>
                  <a:srgbClr val="00B050"/>
                </a:solidFill>
                <a:latin typeface="微软雅黑"/>
                <a:ea typeface="微软雅黑"/>
              </a:rPr>
              <a:t>ss</a:t>
            </a:r>
            <a:r>
              <a:rPr lang="en-US" altLang="zh-CN" sz="1600" dirty="0">
                <a:solidFill>
                  <a:srgbClr val="00B050"/>
                </a:solidFill>
                <a:latin typeface="微软雅黑"/>
                <a:ea typeface="微软雅黑"/>
              </a:rPr>
              <a:t>(0V)</a:t>
            </a:r>
          </a:p>
        </p:txBody>
      </p:sp>
      <p:sp>
        <p:nvSpPr>
          <p:cNvPr id="101" name="Rectangle 107">
            <a:extLst>
              <a:ext uri="{FF2B5EF4-FFF2-40B4-BE49-F238E27FC236}">
                <a16:creationId xmlns:a16="http://schemas.microsoft.com/office/drawing/2014/main" id="{F940A42E-8091-4BCA-96BE-A37F662AB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1404" y="4465285"/>
            <a:ext cx="795363" cy="50582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 err="1">
                <a:solidFill>
                  <a:srgbClr val="00B050"/>
                </a:solidFill>
                <a:latin typeface="微软雅黑"/>
                <a:ea typeface="微软雅黑"/>
              </a:rPr>
              <a:t>V</a:t>
            </a:r>
            <a:r>
              <a:rPr lang="en-US" altLang="zh-CN" sz="1600" baseline="-25000" dirty="0" err="1">
                <a:solidFill>
                  <a:srgbClr val="00B050"/>
                </a:solidFill>
                <a:latin typeface="微软雅黑"/>
                <a:ea typeface="微软雅黑"/>
              </a:rPr>
              <a:t>ss</a:t>
            </a:r>
            <a:r>
              <a:rPr lang="en-US" altLang="zh-CN" sz="1600" dirty="0">
                <a:solidFill>
                  <a:srgbClr val="00B050"/>
                </a:solidFill>
                <a:latin typeface="微软雅黑"/>
                <a:ea typeface="微软雅黑"/>
              </a:rPr>
              <a:t>(0V)</a:t>
            </a:r>
          </a:p>
        </p:txBody>
      </p:sp>
      <p:grpSp>
        <p:nvGrpSpPr>
          <p:cNvPr id="102" name="Group 108">
            <a:extLst>
              <a:ext uri="{FF2B5EF4-FFF2-40B4-BE49-F238E27FC236}">
                <a16:creationId xmlns:a16="http://schemas.microsoft.com/office/drawing/2014/main" id="{E78B0F96-44FD-422B-ADC3-AC88AF6B3E93}"/>
              </a:ext>
            </a:extLst>
          </p:cNvPr>
          <p:cNvGrpSpPr>
            <a:grpSpLocks/>
          </p:cNvGrpSpPr>
          <p:nvPr/>
        </p:nvGrpSpPr>
        <p:grpSpPr bwMode="auto">
          <a:xfrm>
            <a:off x="5240237" y="4381562"/>
            <a:ext cx="167445" cy="83722"/>
            <a:chOff x="3888" y="2832"/>
            <a:chExt cx="96" cy="48"/>
          </a:xfrm>
        </p:grpSpPr>
        <p:sp>
          <p:nvSpPr>
            <p:cNvPr id="103" name="Line 109">
              <a:extLst>
                <a:ext uri="{FF2B5EF4-FFF2-40B4-BE49-F238E27FC236}">
                  <a16:creationId xmlns:a16="http://schemas.microsoft.com/office/drawing/2014/main" id="{721A09D8-6422-445C-9F34-3B82950E59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4" name="Line 110">
              <a:extLst>
                <a:ext uri="{FF2B5EF4-FFF2-40B4-BE49-F238E27FC236}">
                  <a16:creationId xmlns:a16="http://schemas.microsoft.com/office/drawing/2014/main" id="{2D53AC64-9A0D-4046-82E5-3FC698D4DC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05" name="Line 111">
            <a:extLst>
              <a:ext uri="{FF2B5EF4-FFF2-40B4-BE49-F238E27FC236}">
                <a16:creationId xmlns:a16="http://schemas.microsoft.com/office/drawing/2014/main" id="{16B43EFA-5ABF-43D1-A37E-C97D16D5151F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5323959" y="4130395"/>
            <a:ext cx="0" cy="25116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06" name="Line 112">
            <a:extLst>
              <a:ext uri="{FF2B5EF4-FFF2-40B4-BE49-F238E27FC236}">
                <a16:creationId xmlns:a16="http://schemas.microsoft.com/office/drawing/2014/main" id="{38C55A5F-7518-42D7-8374-91A41BF67F93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989070" y="4130395"/>
            <a:ext cx="33488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07" name="Line 113">
            <a:extLst>
              <a:ext uri="{FF2B5EF4-FFF2-40B4-BE49-F238E27FC236}">
                <a16:creationId xmlns:a16="http://schemas.microsoft.com/office/drawing/2014/main" id="{AA602DE4-B9BF-4485-AA80-24005DBD2C91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5323959" y="4465284"/>
            <a:ext cx="0" cy="251167"/>
          </a:xfrm>
          <a:prstGeom prst="line">
            <a:avLst/>
          </a:prstGeom>
          <a:noFill/>
          <a:ln w="19050">
            <a:solidFill>
              <a:srgbClr val="00B05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108" name="Group 114">
            <a:extLst>
              <a:ext uri="{FF2B5EF4-FFF2-40B4-BE49-F238E27FC236}">
                <a16:creationId xmlns:a16="http://schemas.microsoft.com/office/drawing/2014/main" id="{A75074AE-1743-4243-A4A4-57CDFBDDAC3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640175" y="1618724"/>
            <a:ext cx="418612" cy="334889"/>
            <a:chOff x="4032" y="2544"/>
            <a:chExt cx="240" cy="192"/>
          </a:xfrm>
        </p:grpSpPr>
        <p:sp>
          <p:nvSpPr>
            <p:cNvPr id="109" name="Line 115">
              <a:extLst>
                <a:ext uri="{FF2B5EF4-FFF2-40B4-BE49-F238E27FC236}">
                  <a16:creationId xmlns:a16="http://schemas.microsoft.com/office/drawing/2014/main" id="{F90B2843-8807-4408-AF3F-2403630199C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44"/>
              <a:ext cx="0" cy="192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0" name="Line 116">
              <a:extLst>
                <a:ext uri="{FF2B5EF4-FFF2-40B4-BE49-F238E27FC236}">
                  <a16:creationId xmlns:a16="http://schemas.microsoft.com/office/drawing/2014/main" id="{2B559C69-C308-413E-832E-17164BFB39D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28" y="2592"/>
              <a:ext cx="0" cy="96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1" name="Line 117">
              <a:extLst>
                <a:ext uri="{FF2B5EF4-FFF2-40B4-BE49-F238E27FC236}">
                  <a16:creationId xmlns:a16="http://schemas.microsoft.com/office/drawing/2014/main" id="{41B176AF-A9CD-4A18-8606-C9640D5523C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92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2" name="Line 118">
              <a:extLst>
                <a:ext uri="{FF2B5EF4-FFF2-40B4-BE49-F238E27FC236}">
                  <a16:creationId xmlns:a16="http://schemas.microsoft.com/office/drawing/2014/main" id="{FC98FC69-0325-43D8-B783-6D2739E01BF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3" name="Line 119">
              <a:extLst>
                <a:ext uri="{FF2B5EF4-FFF2-40B4-BE49-F238E27FC236}">
                  <a16:creationId xmlns:a16="http://schemas.microsoft.com/office/drawing/2014/main" id="{D470F013-98B0-4A88-8A25-F7414911A3F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032" y="264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14" name="Group 120">
            <a:extLst>
              <a:ext uri="{FF2B5EF4-FFF2-40B4-BE49-F238E27FC236}">
                <a16:creationId xmlns:a16="http://schemas.microsoft.com/office/drawing/2014/main" id="{AF3627F2-4C23-47E7-81A2-E17ED833BB3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989070" y="1618724"/>
            <a:ext cx="418612" cy="334889"/>
            <a:chOff x="3360" y="2544"/>
            <a:chExt cx="240" cy="192"/>
          </a:xfrm>
        </p:grpSpPr>
        <p:sp>
          <p:nvSpPr>
            <p:cNvPr id="115" name="Line 121">
              <a:extLst>
                <a:ext uri="{FF2B5EF4-FFF2-40B4-BE49-F238E27FC236}">
                  <a16:creationId xmlns:a16="http://schemas.microsoft.com/office/drawing/2014/main" id="{A6211797-4DC7-46D7-AA56-14D777F0BF7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6" y="2544"/>
              <a:ext cx="0" cy="192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6" name="Line 122">
              <a:extLst>
                <a:ext uri="{FF2B5EF4-FFF2-40B4-BE49-F238E27FC236}">
                  <a16:creationId xmlns:a16="http://schemas.microsoft.com/office/drawing/2014/main" id="{6845FFFB-DE42-4CE6-83BB-2404566E960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592"/>
              <a:ext cx="0" cy="96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7" name="Line 123">
              <a:extLst>
                <a:ext uri="{FF2B5EF4-FFF2-40B4-BE49-F238E27FC236}">
                  <a16:creationId xmlns:a16="http://schemas.microsoft.com/office/drawing/2014/main" id="{5BD035B4-709D-4BFA-A890-D41A7E1D51F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592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8" name="Line 124">
              <a:extLst>
                <a:ext uri="{FF2B5EF4-FFF2-40B4-BE49-F238E27FC236}">
                  <a16:creationId xmlns:a16="http://schemas.microsoft.com/office/drawing/2014/main" id="{FF791FEB-B5F3-46BA-AE9B-A8A097951D4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9" name="Line 125">
              <a:extLst>
                <a:ext uri="{FF2B5EF4-FFF2-40B4-BE49-F238E27FC236}">
                  <a16:creationId xmlns:a16="http://schemas.microsoft.com/office/drawing/2014/main" id="{42F27B5E-01C8-4137-A18B-EF49B7D5EC7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64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20" name="Line 126">
            <a:extLst>
              <a:ext uri="{FF2B5EF4-FFF2-40B4-BE49-F238E27FC236}">
                <a16:creationId xmlns:a16="http://schemas.microsoft.com/office/drawing/2014/main" id="{F10794E0-F8FF-4795-85F3-B2D6E8E80D61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787" y="1451279"/>
            <a:ext cx="0" cy="25116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21" name="Line 127">
            <a:extLst>
              <a:ext uri="{FF2B5EF4-FFF2-40B4-BE49-F238E27FC236}">
                <a16:creationId xmlns:a16="http://schemas.microsoft.com/office/drawing/2014/main" id="{0E46E5B4-2FE0-4BE0-8419-CA1814BE921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9070" y="1451279"/>
            <a:ext cx="0" cy="25116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22" name="Line 128">
            <a:extLst>
              <a:ext uri="{FF2B5EF4-FFF2-40B4-BE49-F238E27FC236}">
                <a16:creationId xmlns:a16="http://schemas.microsoft.com/office/drawing/2014/main" id="{A0DC252F-6E7D-4A51-BBA9-FA31E62B22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72730" y="1786168"/>
            <a:ext cx="16744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oval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23" name="Line 129">
            <a:extLst>
              <a:ext uri="{FF2B5EF4-FFF2-40B4-BE49-F238E27FC236}">
                <a16:creationId xmlns:a16="http://schemas.microsoft.com/office/drawing/2014/main" id="{A65A0E5B-9421-4825-B3E5-B3811E1946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07682" y="1786168"/>
            <a:ext cx="16744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24" name="Rectangle 130">
            <a:extLst>
              <a:ext uri="{FF2B5EF4-FFF2-40B4-BE49-F238E27FC236}">
                <a16:creationId xmlns:a16="http://schemas.microsoft.com/office/drawing/2014/main" id="{DE9F95B8-31B7-4620-AE49-A57FC60D4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126" y="1786170"/>
            <a:ext cx="795363" cy="50582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600">
                <a:solidFill>
                  <a:srgbClr val="954F72"/>
                </a:solidFill>
                <a:latin typeface="微软雅黑"/>
                <a:ea typeface="微软雅黑"/>
              </a:rPr>
              <a:t>预充</a:t>
            </a:r>
          </a:p>
        </p:txBody>
      </p:sp>
      <p:sp>
        <p:nvSpPr>
          <p:cNvPr id="125" name="Rectangle 131">
            <a:extLst>
              <a:ext uri="{FF2B5EF4-FFF2-40B4-BE49-F238E27FC236}">
                <a16:creationId xmlns:a16="http://schemas.microsoft.com/office/drawing/2014/main" id="{9590E717-4793-4A4D-ADFB-B7E92E7F1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0458" y="1618724"/>
            <a:ext cx="334889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10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26" name="Rectangle 132">
            <a:extLst>
              <a:ext uri="{FF2B5EF4-FFF2-40B4-BE49-F238E27FC236}">
                <a16:creationId xmlns:a16="http://schemas.microsoft.com/office/drawing/2014/main" id="{2780A34C-5192-45EB-AA2B-B729AF6D0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2509" y="1702446"/>
            <a:ext cx="334889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9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27" name="Rectangle 134">
            <a:extLst>
              <a:ext uri="{FF2B5EF4-FFF2-40B4-BE49-F238E27FC236}">
                <a16:creationId xmlns:a16="http://schemas.microsoft.com/office/drawing/2014/main" id="{EBFB10BC-BE82-4676-AF92-99DABED1B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2319" y="1241973"/>
            <a:ext cx="334889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srgbClr val="FF0000"/>
                </a:solidFill>
                <a:latin typeface="微软雅黑"/>
                <a:ea typeface="微软雅黑"/>
              </a:rPr>
              <a:t>E</a:t>
            </a:r>
            <a:r>
              <a:rPr lang="en-US" altLang="zh-CN" sz="1600" b="1" baseline="-25000" dirty="0">
                <a:solidFill>
                  <a:srgbClr val="FF0000"/>
                </a:solidFill>
                <a:latin typeface="微软雅黑"/>
                <a:ea typeface="微软雅黑"/>
              </a:rPr>
              <a:t>D</a:t>
            </a:r>
            <a:endParaRPr lang="en-US" altLang="zh-CN" sz="1600" b="1" dirty="0">
              <a:solidFill>
                <a:srgbClr val="FF0000"/>
              </a:solidFill>
              <a:latin typeface="微软雅黑"/>
              <a:ea typeface="微软雅黑"/>
            </a:endParaRPr>
          </a:p>
        </p:txBody>
      </p:sp>
      <p:sp>
        <p:nvSpPr>
          <p:cNvPr id="128" name="Rectangle 135">
            <a:extLst>
              <a:ext uri="{FF2B5EF4-FFF2-40B4-BE49-F238E27FC236}">
                <a16:creationId xmlns:a16="http://schemas.microsoft.com/office/drawing/2014/main" id="{BFEC9D28-A341-4BA3-8D53-42BDB6FFE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96" y="2218734"/>
            <a:ext cx="1339558" cy="25116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prstClr val="black"/>
                </a:solidFill>
                <a:latin typeface="微软雅黑"/>
                <a:ea typeface="微软雅黑"/>
              </a:rPr>
              <a:t>X</a:t>
            </a: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</a:rPr>
              <a:t>地址译码线</a:t>
            </a:r>
          </a:p>
        </p:txBody>
      </p:sp>
      <p:sp>
        <p:nvSpPr>
          <p:cNvPr id="129" name="Rectangle 136">
            <a:extLst>
              <a:ext uri="{FF2B5EF4-FFF2-40B4-BE49-F238E27FC236}">
                <a16:creationId xmlns:a16="http://schemas.microsoft.com/office/drawing/2014/main" id="{8EBD91AF-A3A4-4AAE-BFE2-776A0E94F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4149" y="5972287"/>
            <a:ext cx="1339558" cy="25116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b="1" dirty="0">
                <a:solidFill>
                  <a:prstClr val="black"/>
                </a:solidFill>
                <a:latin typeface="微软雅黑"/>
                <a:ea typeface="微软雅黑"/>
              </a:rPr>
              <a:t>Y</a:t>
            </a:r>
            <a:r>
              <a:rPr lang="zh-CN" altLang="en-US" b="1" dirty="0">
                <a:solidFill>
                  <a:prstClr val="black"/>
                </a:solidFill>
                <a:latin typeface="微软雅黑"/>
                <a:ea typeface="微软雅黑"/>
              </a:rPr>
              <a:t>地址译码线</a:t>
            </a:r>
          </a:p>
        </p:txBody>
      </p:sp>
      <p:sp>
        <p:nvSpPr>
          <p:cNvPr id="130" name="Rectangle 137">
            <a:extLst>
              <a:ext uri="{FF2B5EF4-FFF2-40B4-BE49-F238E27FC236}">
                <a16:creationId xmlns:a16="http://schemas.microsoft.com/office/drawing/2014/main" id="{E9C03B2B-2442-4D63-88D9-DF7CEC4C8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6705" y="2539670"/>
            <a:ext cx="251167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prstClr val="black"/>
                </a:solidFill>
                <a:latin typeface="微软雅黑"/>
                <a:ea typeface="微软雅黑"/>
              </a:rPr>
              <a:t>A</a:t>
            </a:r>
          </a:p>
        </p:txBody>
      </p:sp>
      <p:sp>
        <p:nvSpPr>
          <p:cNvPr id="131" name="Rectangle 138">
            <a:extLst>
              <a:ext uri="{FF2B5EF4-FFF2-40B4-BE49-F238E27FC236}">
                <a16:creationId xmlns:a16="http://schemas.microsoft.com/office/drawing/2014/main" id="{1C673671-5C8E-4423-BDC1-0728981C3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3707" y="2539670"/>
            <a:ext cx="251167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prstClr val="black"/>
                </a:solidFill>
                <a:latin typeface="微软雅黑"/>
                <a:ea typeface="微软雅黑"/>
              </a:rPr>
              <a:t>B</a:t>
            </a:r>
          </a:p>
        </p:txBody>
      </p:sp>
      <p:sp>
        <p:nvSpPr>
          <p:cNvPr id="132" name="Rectangle 139">
            <a:extLst>
              <a:ext uri="{FF2B5EF4-FFF2-40B4-BE49-F238E27FC236}">
                <a16:creationId xmlns:a16="http://schemas.microsoft.com/office/drawing/2014/main" id="{C88640FC-35B3-4A2F-9A9F-52E7281A6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4149" y="3795505"/>
            <a:ext cx="334889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C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1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33" name="Rectangle 140">
            <a:extLst>
              <a:ext uri="{FF2B5EF4-FFF2-40B4-BE49-F238E27FC236}">
                <a16:creationId xmlns:a16="http://schemas.microsoft.com/office/drawing/2014/main" id="{2A6BED53-A4DA-4C0F-8EF8-4072AF252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7651" y="3795505"/>
            <a:ext cx="334889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C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2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34" name="Rectangle 141">
            <a:extLst>
              <a:ext uri="{FF2B5EF4-FFF2-40B4-BE49-F238E27FC236}">
                <a16:creationId xmlns:a16="http://schemas.microsoft.com/office/drawing/2014/main" id="{F97ADC2E-854D-4D4F-9688-D8E14D00D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3424" y="4130395"/>
            <a:ext cx="334889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C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D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35" name="Rectangle 142">
            <a:extLst>
              <a:ext uri="{FF2B5EF4-FFF2-40B4-BE49-F238E27FC236}">
                <a16:creationId xmlns:a16="http://schemas.microsoft.com/office/drawing/2014/main" id="{637292AA-2291-4BEC-9DDB-436D33F9E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9543" y="4130395"/>
            <a:ext cx="334889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C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D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36" name="Rectangle 171">
            <a:extLst>
              <a:ext uri="{FF2B5EF4-FFF2-40B4-BE49-F238E27FC236}">
                <a16:creationId xmlns:a16="http://schemas.microsoft.com/office/drawing/2014/main" id="{91C2ADF5-E370-48D5-B06E-B381A66E1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370" y="4716451"/>
            <a:ext cx="251167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D</a:t>
            </a:r>
          </a:p>
        </p:txBody>
      </p:sp>
      <p:grpSp>
        <p:nvGrpSpPr>
          <p:cNvPr id="137" name="组合 136">
            <a:extLst>
              <a:ext uri="{FF2B5EF4-FFF2-40B4-BE49-F238E27FC236}">
                <a16:creationId xmlns:a16="http://schemas.microsoft.com/office/drawing/2014/main" id="{F59756BD-C480-46CE-A26B-FCC5608B4B5F}"/>
              </a:ext>
            </a:extLst>
          </p:cNvPr>
          <p:cNvGrpSpPr/>
          <p:nvPr/>
        </p:nvGrpSpPr>
        <p:grpSpPr>
          <a:xfrm>
            <a:off x="2058787" y="2874559"/>
            <a:ext cx="2930283" cy="2344228"/>
            <a:chOff x="2800464" y="2874559"/>
            <a:chExt cx="2930283" cy="2344228"/>
          </a:xfrm>
        </p:grpSpPr>
        <p:sp>
          <p:nvSpPr>
            <p:cNvPr id="138" name="Line 175">
              <a:extLst>
                <a:ext uri="{FF2B5EF4-FFF2-40B4-BE49-F238E27FC236}">
                  <a16:creationId xmlns:a16="http://schemas.microsoft.com/office/drawing/2014/main" id="{5376FEB6-009D-42D1-B249-1B5759D302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00464" y="2874559"/>
              <a:ext cx="167445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grpSp>
          <p:nvGrpSpPr>
            <p:cNvPr id="139" name="Group 176">
              <a:extLst>
                <a:ext uri="{FF2B5EF4-FFF2-40B4-BE49-F238E27FC236}">
                  <a16:creationId xmlns:a16="http://schemas.microsoft.com/office/drawing/2014/main" id="{9DF129A4-5ADD-42AA-ADC7-F5FFC8BB32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0464" y="2874560"/>
              <a:ext cx="2930283" cy="2344227"/>
              <a:chOff x="2088" y="2064"/>
              <a:chExt cx="1680" cy="1344"/>
            </a:xfrm>
          </p:grpSpPr>
          <p:sp>
            <p:nvSpPr>
              <p:cNvPr id="141" name="Line 177">
                <a:extLst>
                  <a:ext uri="{FF2B5EF4-FFF2-40B4-BE49-F238E27FC236}">
                    <a16:creationId xmlns:a16="http://schemas.microsoft.com/office/drawing/2014/main" id="{D4CE0312-3A82-4593-AA37-47F2CD15EA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88" y="2064"/>
                <a:ext cx="0" cy="1344"/>
              </a:xfrm>
              <a:prstGeom prst="line">
                <a:avLst/>
              </a:prstGeom>
              <a:noFill/>
              <a:ln w="38100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42" name="Line 178">
                <a:extLst>
                  <a:ext uri="{FF2B5EF4-FFF2-40B4-BE49-F238E27FC236}">
                    <a16:creationId xmlns:a16="http://schemas.microsoft.com/office/drawing/2014/main" id="{A28764DB-C2CE-4E75-85FD-271F6449E1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2064"/>
                <a:ext cx="0" cy="1344"/>
              </a:xfrm>
              <a:prstGeom prst="line">
                <a:avLst/>
              </a:prstGeom>
              <a:noFill/>
              <a:ln w="38100" cap="sq">
                <a:solidFill>
                  <a:srgbClr val="008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140" name="Line 179">
              <a:extLst>
                <a:ext uri="{FF2B5EF4-FFF2-40B4-BE49-F238E27FC236}">
                  <a16:creationId xmlns:a16="http://schemas.microsoft.com/office/drawing/2014/main" id="{4707D9B3-3E8F-4227-B7E7-702F111D89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63302" y="2874559"/>
              <a:ext cx="167445" cy="0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143" name="Group 181">
            <a:extLst>
              <a:ext uri="{FF2B5EF4-FFF2-40B4-BE49-F238E27FC236}">
                <a16:creationId xmlns:a16="http://schemas.microsoft.com/office/drawing/2014/main" id="{736DCF52-920A-4DD6-81FB-45D7D671B67D}"/>
              </a:ext>
            </a:extLst>
          </p:cNvPr>
          <p:cNvGrpSpPr>
            <a:grpSpLocks/>
          </p:cNvGrpSpPr>
          <p:nvPr/>
        </p:nvGrpSpPr>
        <p:grpSpPr bwMode="auto">
          <a:xfrm>
            <a:off x="2061327" y="5396390"/>
            <a:ext cx="2930283" cy="586057"/>
            <a:chOff x="2088" y="3504"/>
            <a:chExt cx="1680" cy="336"/>
          </a:xfrm>
        </p:grpSpPr>
        <p:sp>
          <p:nvSpPr>
            <p:cNvPr id="144" name="Line 182">
              <a:extLst>
                <a:ext uri="{FF2B5EF4-FFF2-40B4-BE49-F238E27FC236}">
                  <a16:creationId xmlns:a16="http://schemas.microsoft.com/office/drawing/2014/main" id="{D9C3A6F3-71C0-4513-AA3E-068FD0C77E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" y="3504"/>
              <a:ext cx="0" cy="3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45" name="Line 183">
              <a:extLst>
                <a:ext uri="{FF2B5EF4-FFF2-40B4-BE49-F238E27FC236}">
                  <a16:creationId xmlns:a16="http://schemas.microsoft.com/office/drawing/2014/main" id="{2EE53AB0-4102-40DC-BF06-F931676F7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8" y="3504"/>
              <a:ext cx="0" cy="336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 type="triangle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146" name="Line 128">
            <a:extLst>
              <a:ext uri="{FF2B5EF4-FFF2-40B4-BE49-F238E27FC236}">
                <a16:creationId xmlns:a16="http://schemas.microsoft.com/office/drawing/2014/main" id="{44578B50-F4ED-4218-8393-C60FFD592D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28545" y="3267486"/>
            <a:ext cx="1783202" cy="11732"/>
          </a:xfrm>
          <a:prstGeom prst="line">
            <a:avLst/>
          </a:prstGeom>
          <a:noFill/>
          <a:ln w="76200">
            <a:solidFill>
              <a:srgbClr val="0000FF"/>
            </a:solidFill>
            <a:prstDash val="sysDot"/>
            <a:round/>
            <a:headEnd type="triangle" w="med" len="med"/>
            <a:tailEnd/>
          </a:ln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47" name="Line 129">
            <a:extLst>
              <a:ext uri="{FF2B5EF4-FFF2-40B4-BE49-F238E27FC236}">
                <a16:creationId xmlns:a16="http://schemas.microsoft.com/office/drawing/2014/main" id="{43EA0377-70A2-4070-BECD-86C4B91A04EA}"/>
              </a:ext>
            </a:extLst>
          </p:cNvPr>
          <p:cNvSpPr>
            <a:spLocks noChangeShapeType="1"/>
          </p:cNvSpPr>
          <p:nvPr/>
        </p:nvSpPr>
        <p:spPr bwMode="auto">
          <a:xfrm>
            <a:off x="1458776" y="3243690"/>
            <a:ext cx="0" cy="2595393"/>
          </a:xfrm>
          <a:prstGeom prst="line">
            <a:avLst/>
          </a:prstGeom>
          <a:noFill/>
          <a:ln w="76200">
            <a:solidFill>
              <a:srgbClr val="0000FF"/>
            </a:solidFill>
            <a:prstDash val="sysDot"/>
            <a:round/>
            <a:headEnd type="none" w="med" len="med"/>
            <a:tailEnd/>
          </a:ln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148" name="组合 147">
            <a:extLst>
              <a:ext uri="{FF2B5EF4-FFF2-40B4-BE49-F238E27FC236}">
                <a16:creationId xmlns:a16="http://schemas.microsoft.com/office/drawing/2014/main" id="{907C2059-3E6A-4E99-B6E7-64863EDE97A2}"/>
              </a:ext>
            </a:extLst>
          </p:cNvPr>
          <p:cNvGrpSpPr/>
          <p:nvPr/>
        </p:nvGrpSpPr>
        <p:grpSpPr>
          <a:xfrm>
            <a:off x="2065131" y="5136458"/>
            <a:ext cx="2935516" cy="837224"/>
            <a:chOff x="2809185" y="5135063"/>
            <a:chExt cx="2935516" cy="837224"/>
          </a:xfrm>
        </p:grpSpPr>
        <p:sp>
          <p:nvSpPr>
            <p:cNvPr id="149" name="Line 180">
              <a:extLst>
                <a:ext uri="{FF2B5EF4-FFF2-40B4-BE49-F238E27FC236}">
                  <a16:creationId xmlns:a16="http://schemas.microsoft.com/office/drawing/2014/main" id="{20284EB4-36D6-4E61-97DB-29D4284B6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8602" y="5300602"/>
              <a:ext cx="2093059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50" name="Line 184">
              <a:extLst>
                <a:ext uri="{FF2B5EF4-FFF2-40B4-BE49-F238E27FC236}">
                  <a16:creationId xmlns:a16="http://schemas.microsoft.com/office/drawing/2014/main" id="{218C9926-763F-4453-B82C-AF13B342DB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3744" y="5302508"/>
              <a:ext cx="0" cy="66977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 type="triangle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grpSp>
          <p:nvGrpSpPr>
            <p:cNvPr id="151" name="Group 208">
              <a:extLst>
                <a:ext uri="{FF2B5EF4-FFF2-40B4-BE49-F238E27FC236}">
                  <a16:creationId xmlns:a16="http://schemas.microsoft.com/office/drawing/2014/main" id="{1393C8ED-47CB-47D6-B2CF-971A68EC18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9185" y="5135063"/>
              <a:ext cx="2935516" cy="334889"/>
              <a:chOff x="1989" y="3264"/>
              <a:chExt cx="1683" cy="192"/>
            </a:xfrm>
          </p:grpSpPr>
          <p:grpSp>
            <p:nvGrpSpPr>
              <p:cNvPr id="152" name="Group 209">
                <a:extLst>
                  <a:ext uri="{FF2B5EF4-FFF2-40B4-BE49-F238E27FC236}">
                    <a16:creationId xmlns:a16="http://schemas.microsoft.com/office/drawing/2014/main" id="{5BB992E9-4B19-46EB-8ADB-F0BBEEBFCCCE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989" y="3264"/>
                <a:ext cx="243" cy="192"/>
                <a:chOff x="3357" y="2544"/>
                <a:chExt cx="243" cy="192"/>
              </a:xfrm>
            </p:grpSpPr>
            <p:sp>
              <p:nvSpPr>
                <p:cNvPr id="159" name="Line 210">
                  <a:extLst>
                    <a:ext uri="{FF2B5EF4-FFF2-40B4-BE49-F238E27FC236}">
                      <a16:creationId xmlns:a16="http://schemas.microsoft.com/office/drawing/2014/main" id="{DA33E351-E71D-4C3D-AC35-9972F17B9DB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453" y="2544"/>
                  <a:ext cx="0" cy="192"/>
                </a:xfrm>
                <a:prstGeom prst="line">
                  <a:avLst/>
                </a:prstGeom>
                <a:noFill/>
                <a:ln w="444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60" name="Line 211">
                  <a:extLst>
                    <a:ext uri="{FF2B5EF4-FFF2-40B4-BE49-F238E27FC236}">
                      <a16:creationId xmlns:a16="http://schemas.microsoft.com/office/drawing/2014/main" id="{FF997CFA-5ECF-41FD-9C6D-73D4EFE8C34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1" y="2592"/>
                  <a:ext cx="0" cy="96"/>
                </a:xfrm>
                <a:prstGeom prst="line">
                  <a:avLst/>
                </a:prstGeom>
                <a:noFill/>
                <a:ln w="444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61" name="Line 212">
                  <a:extLst>
                    <a:ext uri="{FF2B5EF4-FFF2-40B4-BE49-F238E27FC236}">
                      <a16:creationId xmlns:a16="http://schemas.microsoft.com/office/drawing/2014/main" id="{AFD81D06-1889-407B-ACA0-2510620E7D0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57" y="2592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62" name="Line 213">
                  <a:extLst>
                    <a:ext uri="{FF2B5EF4-FFF2-40B4-BE49-F238E27FC236}">
                      <a16:creationId xmlns:a16="http://schemas.microsoft.com/office/drawing/2014/main" id="{F641B9CE-CEA6-4818-9E53-83E6319476A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57" y="2688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63" name="Line 214">
                  <a:extLst>
                    <a:ext uri="{FF2B5EF4-FFF2-40B4-BE49-F238E27FC236}">
                      <a16:creationId xmlns:a16="http://schemas.microsoft.com/office/drawing/2014/main" id="{97DF21AE-29D2-44B2-99E4-2464201CFB1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638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153" name="Group 215">
                <a:extLst>
                  <a:ext uri="{FF2B5EF4-FFF2-40B4-BE49-F238E27FC236}">
                    <a16:creationId xmlns:a16="http://schemas.microsoft.com/office/drawing/2014/main" id="{8C0D50F9-C2C5-4B5D-B004-ADCE964FF99C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429" y="3264"/>
                <a:ext cx="243" cy="192"/>
                <a:chOff x="4029" y="2544"/>
                <a:chExt cx="243" cy="192"/>
              </a:xfrm>
            </p:grpSpPr>
            <p:sp>
              <p:nvSpPr>
                <p:cNvPr id="154" name="Line 216">
                  <a:extLst>
                    <a:ext uri="{FF2B5EF4-FFF2-40B4-BE49-F238E27FC236}">
                      <a16:creationId xmlns:a16="http://schemas.microsoft.com/office/drawing/2014/main" id="{E824EF7D-0F38-4932-A08C-83F3375400D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3" y="2544"/>
                  <a:ext cx="0" cy="192"/>
                </a:xfrm>
                <a:prstGeom prst="line">
                  <a:avLst/>
                </a:prstGeom>
                <a:noFill/>
                <a:ln w="444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55" name="Line 217">
                  <a:extLst>
                    <a:ext uri="{FF2B5EF4-FFF2-40B4-BE49-F238E27FC236}">
                      <a16:creationId xmlns:a16="http://schemas.microsoft.com/office/drawing/2014/main" id="{796A3768-7DC7-49DC-AAB3-CF850591C58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25" y="2592"/>
                  <a:ext cx="0" cy="96"/>
                </a:xfrm>
                <a:prstGeom prst="line">
                  <a:avLst/>
                </a:prstGeom>
                <a:noFill/>
                <a:ln w="444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56" name="Line 218">
                  <a:extLst>
                    <a:ext uri="{FF2B5EF4-FFF2-40B4-BE49-F238E27FC236}">
                      <a16:creationId xmlns:a16="http://schemas.microsoft.com/office/drawing/2014/main" id="{1276690B-585D-4037-9036-7FA15A82CA6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592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57" name="Line 219">
                  <a:extLst>
                    <a:ext uri="{FF2B5EF4-FFF2-40B4-BE49-F238E27FC236}">
                      <a16:creationId xmlns:a16="http://schemas.microsoft.com/office/drawing/2014/main" id="{F513B991-7C22-49E9-BAC5-A4AEBB3690D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688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58" name="Line 220">
                  <a:extLst>
                    <a:ext uri="{FF2B5EF4-FFF2-40B4-BE49-F238E27FC236}">
                      <a16:creationId xmlns:a16="http://schemas.microsoft.com/office/drawing/2014/main" id="{FA7E8351-22A7-45E8-B5A0-8C4CCE331E8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029" y="2640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</p:grpSp>
      </p:grpSp>
      <p:grpSp>
        <p:nvGrpSpPr>
          <p:cNvPr id="164" name="Group 136">
            <a:extLst>
              <a:ext uri="{FF2B5EF4-FFF2-40B4-BE49-F238E27FC236}">
                <a16:creationId xmlns:a16="http://schemas.microsoft.com/office/drawing/2014/main" id="{7B471C7D-4D10-411B-87B1-0EE66C92973A}"/>
              </a:ext>
            </a:extLst>
          </p:cNvPr>
          <p:cNvGrpSpPr>
            <a:grpSpLocks/>
          </p:cNvGrpSpPr>
          <p:nvPr/>
        </p:nvGrpSpPr>
        <p:grpSpPr bwMode="auto">
          <a:xfrm>
            <a:off x="4751856" y="4716451"/>
            <a:ext cx="251167" cy="334889"/>
            <a:chOff x="5040" y="2688"/>
            <a:chExt cx="144" cy="192"/>
          </a:xfrm>
        </p:grpSpPr>
        <p:sp>
          <p:nvSpPr>
            <p:cNvPr id="165" name="Rectangle 137">
              <a:extLst>
                <a:ext uri="{FF2B5EF4-FFF2-40B4-BE49-F238E27FC236}">
                  <a16:creationId xmlns:a16="http://schemas.microsoft.com/office/drawing/2014/main" id="{C7FACEDA-8024-4A33-B6B5-333B4265E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2688"/>
              <a:ext cx="144" cy="192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D</a:t>
              </a:r>
            </a:p>
          </p:txBody>
        </p:sp>
        <p:sp>
          <p:nvSpPr>
            <p:cNvPr id="166" name="Line 138">
              <a:extLst>
                <a:ext uri="{FF2B5EF4-FFF2-40B4-BE49-F238E27FC236}">
                  <a16:creationId xmlns:a16="http://schemas.microsoft.com/office/drawing/2014/main" id="{DBAF92C3-6E8C-4B76-AD7C-35441E557B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" y="2688"/>
              <a:ext cx="96" cy="0"/>
            </a:xfrm>
            <a:prstGeom prst="line">
              <a:avLst/>
            </a:prstGeom>
            <a:noFill/>
            <a:ln w="19050">
              <a:solidFill>
                <a:srgbClr val="954F7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67" name="Rectangle 225">
            <a:extLst>
              <a:ext uri="{FF2B5EF4-FFF2-40B4-BE49-F238E27FC236}">
                <a16:creationId xmlns:a16="http://schemas.microsoft.com/office/drawing/2014/main" id="{08D44D15-D262-4F2A-98BB-E70C59622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555" y="1241973"/>
            <a:ext cx="334889" cy="334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srgbClr val="FF0000"/>
                </a:solidFill>
                <a:latin typeface="微软雅黑"/>
                <a:ea typeface="微软雅黑"/>
              </a:rPr>
              <a:t>E</a:t>
            </a:r>
            <a:r>
              <a:rPr lang="en-US" altLang="zh-CN" sz="1600" b="1" baseline="-25000" dirty="0">
                <a:solidFill>
                  <a:srgbClr val="FF0000"/>
                </a:solidFill>
                <a:latin typeface="微软雅黑"/>
                <a:ea typeface="微软雅黑"/>
              </a:rPr>
              <a:t>D</a:t>
            </a:r>
            <a:endParaRPr lang="en-US" altLang="zh-CN" sz="1600" b="1" dirty="0">
              <a:solidFill>
                <a:srgbClr val="FF0000"/>
              </a:solidFill>
              <a:latin typeface="微软雅黑"/>
              <a:ea typeface="微软雅黑"/>
            </a:endParaRPr>
          </a:p>
        </p:txBody>
      </p:sp>
      <p:grpSp>
        <p:nvGrpSpPr>
          <p:cNvPr id="168" name="Group 38">
            <a:extLst>
              <a:ext uri="{FF2B5EF4-FFF2-40B4-BE49-F238E27FC236}">
                <a16:creationId xmlns:a16="http://schemas.microsoft.com/office/drawing/2014/main" id="{75BF1B21-BF81-4569-8AF2-F43B9D8470AF}"/>
              </a:ext>
            </a:extLst>
          </p:cNvPr>
          <p:cNvGrpSpPr>
            <a:grpSpLocks/>
          </p:cNvGrpSpPr>
          <p:nvPr/>
        </p:nvGrpSpPr>
        <p:grpSpPr bwMode="auto">
          <a:xfrm>
            <a:off x="2142509" y="2454209"/>
            <a:ext cx="2764582" cy="420357"/>
            <a:chOff x="2040" y="1727"/>
            <a:chExt cx="1585" cy="241"/>
          </a:xfrm>
        </p:grpSpPr>
        <p:grpSp>
          <p:nvGrpSpPr>
            <p:cNvPr id="169" name="Group 39">
              <a:extLst>
                <a:ext uri="{FF2B5EF4-FFF2-40B4-BE49-F238E27FC236}">
                  <a16:creationId xmlns:a16="http://schemas.microsoft.com/office/drawing/2014/main" id="{67A2997D-28A1-4C27-930A-1A9E7B61BD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2016" y="1752"/>
              <a:ext cx="240" cy="192"/>
              <a:chOff x="3360" y="2544"/>
              <a:chExt cx="240" cy="192"/>
            </a:xfrm>
          </p:grpSpPr>
          <p:sp>
            <p:nvSpPr>
              <p:cNvPr id="176" name="Line 40">
                <a:extLst>
                  <a:ext uri="{FF2B5EF4-FFF2-40B4-BE49-F238E27FC236}">
                    <a16:creationId xmlns:a16="http://schemas.microsoft.com/office/drawing/2014/main" id="{34C553F2-EA53-4D29-AB0C-80F23923BDF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77" name="Line 41">
                <a:extLst>
                  <a:ext uri="{FF2B5EF4-FFF2-40B4-BE49-F238E27FC236}">
                    <a16:creationId xmlns:a16="http://schemas.microsoft.com/office/drawing/2014/main" id="{C42A4326-C6FD-4A1F-A7AC-CB0EDC17507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78" name="Line 42">
                <a:extLst>
                  <a:ext uri="{FF2B5EF4-FFF2-40B4-BE49-F238E27FC236}">
                    <a16:creationId xmlns:a16="http://schemas.microsoft.com/office/drawing/2014/main" id="{97513AC2-6657-4061-886E-6FCD659959E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79" name="Line 43">
                <a:extLst>
                  <a:ext uri="{FF2B5EF4-FFF2-40B4-BE49-F238E27FC236}">
                    <a16:creationId xmlns:a16="http://schemas.microsoft.com/office/drawing/2014/main" id="{D933267F-5CCA-459F-9C83-7EE242E0E9F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80" name="Line 44">
                <a:extLst>
                  <a:ext uri="{FF2B5EF4-FFF2-40B4-BE49-F238E27FC236}">
                    <a16:creationId xmlns:a16="http://schemas.microsoft.com/office/drawing/2014/main" id="{77398658-6F2D-4A69-89BE-A9A5AEB95F6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170" name="Group 45">
              <a:extLst>
                <a:ext uri="{FF2B5EF4-FFF2-40B4-BE49-F238E27FC236}">
                  <a16:creationId xmlns:a16="http://schemas.microsoft.com/office/drawing/2014/main" id="{9C7DE821-191D-4BC3-A021-9925D99B46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3408" y="1752"/>
              <a:ext cx="241" cy="192"/>
              <a:chOff x="3360" y="2544"/>
              <a:chExt cx="241" cy="192"/>
            </a:xfrm>
          </p:grpSpPr>
          <p:sp>
            <p:nvSpPr>
              <p:cNvPr id="171" name="Line 46">
                <a:extLst>
                  <a:ext uri="{FF2B5EF4-FFF2-40B4-BE49-F238E27FC236}">
                    <a16:creationId xmlns:a16="http://schemas.microsoft.com/office/drawing/2014/main" id="{2D2E6C63-F41B-4C35-BCE9-CAF42DFA8AD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72" name="Line 47">
                <a:extLst>
                  <a:ext uri="{FF2B5EF4-FFF2-40B4-BE49-F238E27FC236}">
                    <a16:creationId xmlns:a16="http://schemas.microsoft.com/office/drawing/2014/main" id="{FE32A343-914E-424E-B9AD-8CA0897DE8E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73" name="Line 48">
                <a:extLst>
                  <a:ext uri="{FF2B5EF4-FFF2-40B4-BE49-F238E27FC236}">
                    <a16:creationId xmlns:a16="http://schemas.microsoft.com/office/drawing/2014/main" id="{07418907-409B-4017-A573-98A6327D82B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74" name="Line 49">
                <a:extLst>
                  <a:ext uri="{FF2B5EF4-FFF2-40B4-BE49-F238E27FC236}">
                    <a16:creationId xmlns:a16="http://schemas.microsoft.com/office/drawing/2014/main" id="{032F3C3A-B780-4A62-89A3-83E8D301C9A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75" name="Line 50">
                <a:extLst>
                  <a:ext uri="{FF2B5EF4-FFF2-40B4-BE49-F238E27FC236}">
                    <a16:creationId xmlns:a16="http://schemas.microsoft.com/office/drawing/2014/main" id="{C020ED85-9F9A-4D71-B199-56A3B987505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181" name="组合 180">
            <a:extLst>
              <a:ext uri="{FF2B5EF4-FFF2-40B4-BE49-F238E27FC236}">
                <a16:creationId xmlns:a16="http://schemas.microsoft.com/office/drawing/2014/main" id="{23AD6798-F1FB-4438-9CFE-28C6D87C7BFF}"/>
              </a:ext>
            </a:extLst>
          </p:cNvPr>
          <p:cNvGrpSpPr/>
          <p:nvPr/>
        </p:nvGrpSpPr>
        <p:grpSpPr>
          <a:xfrm>
            <a:off x="2393676" y="2874559"/>
            <a:ext cx="1928491" cy="1004668"/>
            <a:chOff x="3135353" y="2874559"/>
            <a:chExt cx="1928491" cy="1004668"/>
          </a:xfrm>
        </p:grpSpPr>
        <p:grpSp>
          <p:nvGrpSpPr>
            <p:cNvPr id="182" name="组合 181">
              <a:extLst>
                <a:ext uri="{FF2B5EF4-FFF2-40B4-BE49-F238E27FC236}">
                  <a16:creationId xmlns:a16="http://schemas.microsoft.com/office/drawing/2014/main" id="{CCFC6B84-B60C-4098-B1E3-56742E971031}"/>
                </a:ext>
              </a:extLst>
            </p:cNvPr>
            <p:cNvGrpSpPr/>
            <p:nvPr/>
          </p:nvGrpSpPr>
          <p:grpSpPr>
            <a:xfrm>
              <a:off x="3135353" y="2874559"/>
              <a:ext cx="1928491" cy="1004668"/>
              <a:chOff x="3135353" y="2874559"/>
              <a:chExt cx="1928491" cy="1004668"/>
            </a:xfrm>
          </p:grpSpPr>
          <p:grpSp>
            <p:nvGrpSpPr>
              <p:cNvPr id="184" name="Group 193">
                <a:extLst>
                  <a:ext uri="{FF2B5EF4-FFF2-40B4-BE49-F238E27FC236}">
                    <a16:creationId xmlns:a16="http://schemas.microsoft.com/office/drawing/2014/main" id="{0EADC8C8-A352-4CAA-BDF1-3CA2D9896B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58634" y="3795505"/>
                <a:ext cx="167445" cy="83722"/>
                <a:chOff x="3888" y="2832"/>
                <a:chExt cx="96" cy="48"/>
              </a:xfrm>
            </p:grpSpPr>
            <p:sp>
              <p:nvSpPr>
                <p:cNvPr id="199" name="Line 194">
                  <a:extLst>
                    <a:ext uri="{FF2B5EF4-FFF2-40B4-BE49-F238E27FC236}">
                      <a16:creationId xmlns:a16="http://schemas.microsoft.com/office/drawing/2014/main" id="{F2590621-734A-4F70-BA56-0D081299B2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32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00" name="Line 195">
                  <a:extLst>
                    <a:ext uri="{FF2B5EF4-FFF2-40B4-BE49-F238E27FC236}">
                      <a16:creationId xmlns:a16="http://schemas.microsoft.com/office/drawing/2014/main" id="{679144D8-D7F8-4114-8937-3EAF4BB6E7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80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185" name="组合 184">
                <a:extLst>
                  <a:ext uri="{FF2B5EF4-FFF2-40B4-BE49-F238E27FC236}">
                    <a16:creationId xmlns:a16="http://schemas.microsoft.com/office/drawing/2014/main" id="{9AC9D538-B50C-48C7-8F7D-A7F8268951A3}"/>
                  </a:ext>
                </a:extLst>
              </p:cNvPr>
              <p:cNvGrpSpPr/>
              <p:nvPr/>
            </p:nvGrpSpPr>
            <p:grpSpPr>
              <a:xfrm>
                <a:off x="3135353" y="2874559"/>
                <a:ext cx="1507003" cy="669779"/>
                <a:chOff x="3135353" y="2874559"/>
                <a:chExt cx="1507003" cy="669779"/>
              </a:xfrm>
            </p:grpSpPr>
            <p:sp>
              <p:nvSpPr>
                <p:cNvPr id="192" name="Line 172">
                  <a:extLst>
                    <a:ext uri="{FF2B5EF4-FFF2-40B4-BE49-F238E27FC236}">
                      <a16:creationId xmlns:a16="http://schemas.microsoft.com/office/drawing/2014/main" id="{1D5D8383-F105-4483-A653-854411B029A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470243" y="2874559"/>
                  <a:ext cx="0" cy="586057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grpSp>
              <p:nvGrpSpPr>
                <p:cNvPr id="193" name="组合 192">
                  <a:extLst>
                    <a:ext uri="{FF2B5EF4-FFF2-40B4-BE49-F238E27FC236}">
                      <a16:creationId xmlns:a16="http://schemas.microsoft.com/office/drawing/2014/main" id="{7DF94BA8-9B75-4214-8736-6FFDC54491D5}"/>
                    </a:ext>
                  </a:extLst>
                </p:cNvPr>
                <p:cNvGrpSpPr/>
                <p:nvPr/>
              </p:nvGrpSpPr>
              <p:grpSpPr>
                <a:xfrm>
                  <a:off x="3135353" y="2874559"/>
                  <a:ext cx="1507003" cy="669779"/>
                  <a:chOff x="3135353" y="2874559"/>
                  <a:chExt cx="1507003" cy="669779"/>
                </a:xfrm>
              </p:grpSpPr>
              <p:sp>
                <p:nvSpPr>
                  <p:cNvPr id="194" name="Line 174">
                    <a:extLst>
                      <a:ext uri="{FF2B5EF4-FFF2-40B4-BE49-F238E27FC236}">
                        <a16:creationId xmlns:a16="http://schemas.microsoft.com/office/drawing/2014/main" id="{14242673-48F6-4A06-B249-69FE843B097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135353" y="2874559"/>
                    <a:ext cx="334889" cy="0"/>
                  </a:xfrm>
                  <a:prstGeom prst="line">
                    <a:avLst/>
                  </a:prstGeom>
                  <a:noFill/>
                  <a:ln w="28575">
                    <a:solidFill>
                      <a:srgbClr val="FF0000"/>
                    </a:solidFill>
                    <a:round/>
                    <a:headEnd/>
                    <a:tailEnd type="oval" w="med" len="med"/>
                  </a:ln>
                </p:spPr>
                <p:txBody>
                  <a:bodyPr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zh-CN" altLang="en-US">
                      <a:solidFill>
                        <a:prstClr val="black"/>
                      </a:solidFill>
                      <a:latin typeface="微软雅黑"/>
                      <a:ea typeface="微软雅黑"/>
                    </a:endParaRPr>
                  </a:p>
                </p:txBody>
              </p:sp>
              <p:grpSp>
                <p:nvGrpSpPr>
                  <p:cNvPr id="195" name="Group 197">
                    <a:extLst>
                      <a:ext uri="{FF2B5EF4-FFF2-40B4-BE49-F238E27FC236}">
                        <a16:creationId xmlns:a16="http://schemas.microsoft.com/office/drawing/2014/main" id="{B8F4AD81-BE0A-45E1-B1DB-D083F13D7FD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470243" y="2874559"/>
                    <a:ext cx="1172113" cy="669779"/>
                    <a:chOff x="2472" y="2064"/>
                    <a:chExt cx="672" cy="384"/>
                  </a:xfrm>
                </p:grpSpPr>
                <p:sp>
                  <p:nvSpPr>
                    <p:cNvPr id="196" name="Line 198">
                      <a:extLst>
                        <a:ext uri="{FF2B5EF4-FFF2-40B4-BE49-F238E27FC236}">
                          <a16:creationId xmlns:a16="http://schemas.microsoft.com/office/drawing/2014/main" id="{EC3AF634-E177-434E-903A-3E85E6614B12}"/>
                        </a:ext>
                      </a:extLst>
                    </p:cNvPr>
                    <p:cNvSpPr>
                      <a:spLocks noChangeAspect="1" noChangeShapeType="1"/>
                    </p:cNvSpPr>
                    <p:nvPr/>
                  </p:nvSpPr>
                  <p:spPr bwMode="auto">
                    <a:xfrm>
                      <a:off x="2472" y="2064"/>
                      <a:ext cx="288" cy="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zh-CN" altLang="en-US">
                        <a:solidFill>
                          <a:prstClr val="black"/>
                        </a:solidFill>
                        <a:latin typeface="微软雅黑"/>
                        <a:ea typeface="微软雅黑"/>
                      </a:endParaRPr>
                    </a:p>
                  </p:txBody>
                </p:sp>
                <p:sp>
                  <p:nvSpPr>
                    <p:cNvPr id="197" name="Line 199">
                      <a:extLst>
                        <a:ext uri="{FF2B5EF4-FFF2-40B4-BE49-F238E27FC236}">
                          <a16:creationId xmlns:a16="http://schemas.microsoft.com/office/drawing/2014/main" id="{04692D37-7550-409B-9630-A43810BEDA0E}"/>
                        </a:ext>
                      </a:extLst>
                    </p:cNvPr>
                    <p:cNvSpPr>
                      <a:spLocks noChangeAspect="1" noChangeShapeType="1"/>
                    </p:cNvSpPr>
                    <p:nvPr/>
                  </p:nvSpPr>
                  <p:spPr bwMode="auto">
                    <a:xfrm>
                      <a:off x="3048" y="2448"/>
                      <a:ext cx="96" cy="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zh-CN" altLang="en-US">
                        <a:solidFill>
                          <a:prstClr val="black"/>
                        </a:solidFill>
                        <a:latin typeface="微软雅黑"/>
                        <a:ea typeface="微软雅黑"/>
                      </a:endParaRPr>
                    </a:p>
                  </p:txBody>
                </p:sp>
                <p:sp>
                  <p:nvSpPr>
                    <p:cNvPr id="198" name="Line 200">
                      <a:extLst>
                        <a:ext uri="{FF2B5EF4-FFF2-40B4-BE49-F238E27FC236}">
                          <a16:creationId xmlns:a16="http://schemas.microsoft.com/office/drawing/2014/main" id="{674942BA-2EDC-444F-886C-9751A728D9E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60" y="2064"/>
                      <a:ext cx="288" cy="384"/>
                    </a:xfrm>
                    <a:prstGeom prst="line">
                      <a:avLst/>
                    </a:prstGeom>
                    <a:noFill/>
                    <a:ln w="28575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zh-CN" altLang="en-US">
                        <a:solidFill>
                          <a:prstClr val="black"/>
                        </a:solidFill>
                        <a:latin typeface="微软雅黑"/>
                        <a:ea typeface="微软雅黑"/>
                      </a:endParaRPr>
                    </a:p>
                  </p:txBody>
                </p:sp>
              </p:grpSp>
            </p:grpSp>
          </p:grpSp>
          <p:grpSp>
            <p:nvGrpSpPr>
              <p:cNvPr id="186" name="Group 25">
                <a:extLst>
                  <a:ext uri="{FF2B5EF4-FFF2-40B4-BE49-F238E27FC236}">
                    <a16:creationId xmlns:a16="http://schemas.microsoft.com/office/drawing/2014/main" id="{F8C66C8E-76C1-4962-84CB-79D67A4BE08F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4645232" y="3364090"/>
                <a:ext cx="418612" cy="334889"/>
                <a:chOff x="4032" y="2544"/>
                <a:chExt cx="240" cy="192"/>
              </a:xfrm>
            </p:grpSpPr>
            <p:sp>
              <p:nvSpPr>
                <p:cNvPr id="187" name="Line 26">
                  <a:extLst>
                    <a:ext uri="{FF2B5EF4-FFF2-40B4-BE49-F238E27FC236}">
                      <a16:creationId xmlns:a16="http://schemas.microsoft.com/office/drawing/2014/main" id="{6BAFC204-59D0-4C4F-A5A4-DD4590CB25B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544"/>
                  <a:ext cx="0" cy="19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88" name="Line 27">
                  <a:extLst>
                    <a:ext uri="{FF2B5EF4-FFF2-40B4-BE49-F238E27FC236}">
                      <a16:creationId xmlns:a16="http://schemas.microsoft.com/office/drawing/2014/main" id="{D3562193-C82F-4065-B43D-D08682D4D82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28" y="2592"/>
                  <a:ext cx="0" cy="96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89" name="Line 28">
                  <a:extLst>
                    <a:ext uri="{FF2B5EF4-FFF2-40B4-BE49-F238E27FC236}">
                      <a16:creationId xmlns:a16="http://schemas.microsoft.com/office/drawing/2014/main" id="{1279AD58-789F-413F-82DE-BF6CEE42E6E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592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90" name="Line 29">
                  <a:extLst>
                    <a:ext uri="{FF2B5EF4-FFF2-40B4-BE49-F238E27FC236}">
                      <a16:creationId xmlns:a16="http://schemas.microsoft.com/office/drawing/2014/main" id="{85607221-7DDA-4108-B959-6110D6F266B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688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91" name="Line 30">
                  <a:extLst>
                    <a:ext uri="{FF2B5EF4-FFF2-40B4-BE49-F238E27FC236}">
                      <a16:creationId xmlns:a16="http://schemas.microsoft.com/office/drawing/2014/main" id="{21CE9BEF-0623-46FB-BCC5-9EA4B8F55AB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032" y="264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</p:grpSp>
        <p:sp>
          <p:nvSpPr>
            <p:cNvPr id="183" name="Line 196">
              <a:extLst>
                <a:ext uri="{FF2B5EF4-FFF2-40B4-BE49-F238E27FC236}">
                  <a16:creationId xmlns:a16="http://schemas.microsoft.com/office/drawing/2014/main" id="{256F7EA0-D538-48B6-AC3C-F56E03E5E8E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642356" y="3544338"/>
              <a:ext cx="0" cy="25116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201" name="组合 200">
            <a:extLst>
              <a:ext uri="{FF2B5EF4-FFF2-40B4-BE49-F238E27FC236}">
                <a16:creationId xmlns:a16="http://schemas.microsoft.com/office/drawing/2014/main" id="{2DF4D166-6AF2-4A5F-8477-53FC0EF825A6}"/>
              </a:ext>
            </a:extLst>
          </p:cNvPr>
          <p:cNvGrpSpPr/>
          <p:nvPr/>
        </p:nvGrpSpPr>
        <p:grpSpPr>
          <a:xfrm>
            <a:off x="2727271" y="2874559"/>
            <a:ext cx="1926909" cy="1004668"/>
            <a:chOff x="3468948" y="2874559"/>
            <a:chExt cx="1926909" cy="1004668"/>
          </a:xfrm>
        </p:grpSpPr>
        <p:sp>
          <p:nvSpPr>
            <p:cNvPr id="202" name="Line 188">
              <a:extLst>
                <a:ext uri="{FF2B5EF4-FFF2-40B4-BE49-F238E27FC236}">
                  <a16:creationId xmlns:a16="http://schemas.microsoft.com/office/drawing/2014/main" id="{9BFC1F49-2C24-4B56-87A8-BC88F353310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88855" y="3544338"/>
              <a:ext cx="0" cy="251167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grpSp>
          <p:nvGrpSpPr>
            <p:cNvPr id="203" name="组合 202">
              <a:extLst>
                <a:ext uri="{FF2B5EF4-FFF2-40B4-BE49-F238E27FC236}">
                  <a16:creationId xmlns:a16="http://schemas.microsoft.com/office/drawing/2014/main" id="{06364EDD-3E29-4336-BB7E-4759AE675B7E}"/>
                </a:ext>
              </a:extLst>
            </p:cNvPr>
            <p:cNvGrpSpPr/>
            <p:nvPr/>
          </p:nvGrpSpPr>
          <p:grpSpPr>
            <a:xfrm>
              <a:off x="3468948" y="2874559"/>
              <a:ext cx="1926909" cy="1004668"/>
              <a:chOff x="3468948" y="2874559"/>
              <a:chExt cx="1926909" cy="1004668"/>
            </a:xfrm>
          </p:grpSpPr>
          <p:grpSp>
            <p:nvGrpSpPr>
              <p:cNvPr id="204" name="Group 185">
                <a:extLst>
                  <a:ext uri="{FF2B5EF4-FFF2-40B4-BE49-F238E27FC236}">
                    <a16:creationId xmlns:a16="http://schemas.microsoft.com/office/drawing/2014/main" id="{C25C6DD9-54AB-4D32-B208-7490ECE1E6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05132" y="3795505"/>
                <a:ext cx="167445" cy="83722"/>
                <a:chOff x="3888" y="2832"/>
                <a:chExt cx="96" cy="48"/>
              </a:xfrm>
            </p:grpSpPr>
            <p:sp>
              <p:nvSpPr>
                <p:cNvPr id="218" name="Line 186">
                  <a:extLst>
                    <a:ext uri="{FF2B5EF4-FFF2-40B4-BE49-F238E27FC236}">
                      <a16:creationId xmlns:a16="http://schemas.microsoft.com/office/drawing/2014/main" id="{EA8C47B0-6AD8-45A0-BD22-C00ECC872A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32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9" name="Line 187">
                  <a:extLst>
                    <a:ext uri="{FF2B5EF4-FFF2-40B4-BE49-F238E27FC236}">
                      <a16:creationId xmlns:a16="http://schemas.microsoft.com/office/drawing/2014/main" id="{BB788984-CCF4-4F42-A09D-FEEA01CC21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80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205" name="组合 204">
                <a:extLst>
                  <a:ext uri="{FF2B5EF4-FFF2-40B4-BE49-F238E27FC236}">
                    <a16:creationId xmlns:a16="http://schemas.microsoft.com/office/drawing/2014/main" id="{96D2F67F-2F0F-447A-8806-857CE5A4A9B3}"/>
                  </a:ext>
                </a:extLst>
              </p:cNvPr>
              <p:cNvGrpSpPr/>
              <p:nvPr/>
            </p:nvGrpSpPr>
            <p:grpSpPr>
              <a:xfrm>
                <a:off x="3888855" y="2874559"/>
                <a:ext cx="1507002" cy="669779"/>
                <a:chOff x="3888855" y="2874559"/>
                <a:chExt cx="1507002" cy="669779"/>
              </a:xfrm>
            </p:grpSpPr>
            <p:sp>
              <p:nvSpPr>
                <p:cNvPr id="212" name="Line 173">
                  <a:extLst>
                    <a:ext uri="{FF2B5EF4-FFF2-40B4-BE49-F238E27FC236}">
                      <a16:creationId xmlns:a16="http://schemas.microsoft.com/office/drawing/2014/main" id="{5CB7ED91-FBBF-45A8-8F9B-B25C1184DD1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5060968" y="2874559"/>
                  <a:ext cx="0" cy="586057"/>
                </a:xfrm>
                <a:prstGeom prst="line">
                  <a:avLst/>
                </a:pr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grpSp>
              <p:nvGrpSpPr>
                <p:cNvPr id="213" name="Group 189">
                  <a:extLst>
                    <a:ext uri="{FF2B5EF4-FFF2-40B4-BE49-F238E27FC236}">
                      <a16:creationId xmlns:a16="http://schemas.microsoft.com/office/drawing/2014/main" id="{F8013449-80F0-4D05-A208-C7DD47802F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888855" y="2874559"/>
                  <a:ext cx="1172113" cy="669779"/>
                  <a:chOff x="2712" y="2064"/>
                  <a:chExt cx="672" cy="384"/>
                </a:xfrm>
              </p:grpSpPr>
              <p:sp>
                <p:nvSpPr>
                  <p:cNvPr id="215" name="Line 190">
                    <a:extLst>
                      <a:ext uri="{FF2B5EF4-FFF2-40B4-BE49-F238E27FC236}">
                        <a16:creationId xmlns:a16="http://schemas.microsoft.com/office/drawing/2014/main" id="{4D661CDE-AD39-4CAD-B518-458CC997624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144" y="2064"/>
                    <a:ext cx="240" cy="0"/>
                  </a:xfrm>
                  <a:prstGeom prst="line">
                    <a:avLst/>
                  </a:prstGeom>
                  <a:noFill/>
                  <a:ln w="28575">
                    <a:solidFill>
                      <a:srgbClr val="008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zh-CN" altLang="en-US">
                      <a:solidFill>
                        <a:prstClr val="black"/>
                      </a:solidFill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16" name="Line 191">
                    <a:extLst>
                      <a:ext uri="{FF2B5EF4-FFF2-40B4-BE49-F238E27FC236}">
                        <a16:creationId xmlns:a16="http://schemas.microsoft.com/office/drawing/2014/main" id="{096D6D81-4F04-4799-B74C-6D2801BAA4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08" y="2064"/>
                    <a:ext cx="336" cy="384"/>
                  </a:xfrm>
                  <a:prstGeom prst="line">
                    <a:avLst/>
                  </a:prstGeom>
                  <a:noFill/>
                  <a:ln w="28575">
                    <a:solidFill>
                      <a:srgbClr val="008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zh-CN" altLang="en-US">
                      <a:solidFill>
                        <a:prstClr val="black"/>
                      </a:solidFill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17" name="Line 192">
                    <a:extLst>
                      <a:ext uri="{FF2B5EF4-FFF2-40B4-BE49-F238E27FC236}">
                        <a16:creationId xmlns:a16="http://schemas.microsoft.com/office/drawing/2014/main" id="{9D54C39C-16CE-437F-B215-44C9169B520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712" y="2448"/>
                    <a:ext cx="96" cy="0"/>
                  </a:xfrm>
                  <a:prstGeom prst="line">
                    <a:avLst/>
                  </a:prstGeom>
                  <a:noFill/>
                  <a:ln w="28575">
                    <a:solidFill>
                      <a:srgbClr val="008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zh-CN" altLang="en-US">
                      <a:solidFill>
                        <a:prstClr val="black"/>
                      </a:solidFill>
                      <a:latin typeface="微软雅黑"/>
                      <a:ea typeface="微软雅黑"/>
                    </a:endParaRPr>
                  </a:p>
                </p:txBody>
              </p:sp>
            </p:grpSp>
            <p:sp>
              <p:nvSpPr>
                <p:cNvPr id="214" name="Line 201">
                  <a:extLst>
                    <a:ext uri="{FF2B5EF4-FFF2-40B4-BE49-F238E27FC236}">
                      <a16:creationId xmlns:a16="http://schemas.microsoft.com/office/drawing/2014/main" id="{799F24B2-F2C4-4246-A18E-03631BD525F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5060968" y="2874559"/>
                  <a:ext cx="334889" cy="0"/>
                </a:xfrm>
                <a:prstGeom prst="line">
                  <a:avLst/>
                </a:prstGeom>
                <a:noFill/>
                <a:ln w="28575">
                  <a:solidFill>
                    <a:srgbClr val="008000"/>
                  </a:solidFill>
                  <a:round/>
                  <a:headEnd type="oval" w="med" len="med"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206" name="Group 18">
                <a:extLst>
                  <a:ext uri="{FF2B5EF4-FFF2-40B4-BE49-F238E27FC236}">
                    <a16:creationId xmlns:a16="http://schemas.microsoft.com/office/drawing/2014/main" id="{A63A08EB-4B56-45C4-9E18-5BB17E2314AB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468948" y="3378638"/>
                <a:ext cx="418612" cy="334889"/>
                <a:chOff x="3360" y="2544"/>
                <a:chExt cx="240" cy="192"/>
              </a:xfrm>
            </p:grpSpPr>
            <p:sp>
              <p:nvSpPr>
                <p:cNvPr id="207" name="Line 19">
                  <a:extLst>
                    <a:ext uri="{FF2B5EF4-FFF2-40B4-BE49-F238E27FC236}">
                      <a16:creationId xmlns:a16="http://schemas.microsoft.com/office/drawing/2014/main" id="{AF0BC5BC-CE91-47AE-B16E-41CEA3628F9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456" y="2544"/>
                  <a:ext cx="0" cy="192"/>
                </a:xfrm>
                <a:prstGeom prst="line">
                  <a:avLst/>
                </a:prstGeom>
                <a:noFill/>
                <a:ln w="28575">
                  <a:solidFill>
                    <a:srgbClr val="339933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08" name="Line 20">
                  <a:extLst>
                    <a:ext uri="{FF2B5EF4-FFF2-40B4-BE49-F238E27FC236}">
                      <a16:creationId xmlns:a16="http://schemas.microsoft.com/office/drawing/2014/main" id="{9397EF80-AFE5-46D7-88BE-3B714902E57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592"/>
                  <a:ext cx="0" cy="96"/>
                </a:xfrm>
                <a:prstGeom prst="line">
                  <a:avLst/>
                </a:prstGeom>
                <a:noFill/>
                <a:ln w="28575">
                  <a:solidFill>
                    <a:srgbClr val="339933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09" name="Line 21">
                  <a:extLst>
                    <a:ext uri="{FF2B5EF4-FFF2-40B4-BE49-F238E27FC236}">
                      <a16:creationId xmlns:a16="http://schemas.microsoft.com/office/drawing/2014/main" id="{3A77FC8F-8AE6-4528-A859-B4C60E95058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592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339933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0" name="Line 22">
                  <a:extLst>
                    <a:ext uri="{FF2B5EF4-FFF2-40B4-BE49-F238E27FC236}">
                      <a16:creationId xmlns:a16="http://schemas.microsoft.com/office/drawing/2014/main" id="{ACDF7C16-B5E7-4726-A103-D505501DA61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688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339933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1" name="Line 23">
                  <a:extLst>
                    <a:ext uri="{FF2B5EF4-FFF2-40B4-BE49-F238E27FC236}">
                      <a16:creationId xmlns:a16="http://schemas.microsoft.com/office/drawing/2014/main" id="{106FF0B9-799F-488F-98BE-44A346431D0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64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339933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</p:grpSp>
      </p:grpSp>
      <p:sp>
        <p:nvSpPr>
          <p:cNvPr id="221" name="内容占位符 2">
            <a:extLst>
              <a:ext uri="{FF2B5EF4-FFF2-40B4-BE49-F238E27FC236}">
                <a16:creationId xmlns:a16="http://schemas.microsoft.com/office/drawing/2014/main" id="{E798E7A8-B692-4D67-9E7C-5162D19E61EC}"/>
              </a:ext>
            </a:extLst>
          </p:cNvPr>
          <p:cNvSpPr txBox="1">
            <a:spLocks/>
          </p:cNvSpPr>
          <p:nvPr/>
        </p:nvSpPr>
        <p:spPr>
          <a:xfrm>
            <a:off x="6296380" y="1466780"/>
            <a:ext cx="3192971" cy="40102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Y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地址选通</a:t>
            </a:r>
          </a:p>
          <a:p>
            <a:pPr marL="457200" marR="0" lvl="1" indent="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T7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、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T8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管导通</a:t>
            </a:r>
          </a:p>
          <a:p>
            <a:pPr marL="457200" marR="0" lvl="1" indent="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I/O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端数据写入到位线</a:t>
            </a: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X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地址选通</a:t>
            </a:r>
          </a:p>
          <a:p>
            <a:pPr marL="457200" marR="0" lvl="1" indent="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T5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、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T6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管导通</a:t>
            </a:r>
          </a:p>
          <a:p>
            <a:pPr marL="457200" marR="0" lvl="1" indent="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位线相连与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C2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相连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22" name="Line 58">
            <a:extLst>
              <a:ext uri="{FF2B5EF4-FFF2-40B4-BE49-F238E27FC236}">
                <a16:creationId xmlns:a16="http://schemas.microsoft.com/office/drawing/2014/main" id="{72E9DCE3-F036-4068-B6AC-149D5A870FC7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9952" y="2386179"/>
            <a:ext cx="0" cy="83722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23" name="Line 59">
            <a:extLst>
              <a:ext uri="{FF2B5EF4-FFF2-40B4-BE49-F238E27FC236}">
                <a16:creationId xmlns:a16="http://schemas.microsoft.com/office/drawing/2014/main" id="{5CEE440E-A1C9-4571-82EF-0439BFB821F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7901" y="2386179"/>
            <a:ext cx="0" cy="83722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224" name="组合 223">
            <a:extLst>
              <a:ext uri="{FF2B5EF4-FFF2-40B4-BE49-F238E27FC236}">
                <a16:creationId xmlns:a16="http://schemas.microsoft.com/office/drawing/2014/main" id="{4AE4B7D5-98C6-45CA-8E01-F048B572D685}"/>
              </a:ext>
            </a:extLst>
          </p:cNvPr>
          <p:cNvGrpSpPr/>
          <p:nvPr/>
        </p:nvGrpSpPr>
        <p:grpSpPr>
          <a:xfrm>
            <a:off x="1430866" y="2387139"/>
            <a:ext cx="4186120" cy="83727"/>
            <a:chOff x="2172545" y="2372221"/>
            <a:chExt cx="4186120" cy="83727"/>
          </a:xfrm>
        </p:grpSpPr>
        <p:sp>
          <p:nvSpPr>
            <p:cNvPr id="225" name="Line 58">
              <a:extLst>
                <a:ext uri="{FF2B5EF4-FFF2-40B4-BE49-F238E27FC236}">
                  <a16:creationId xmlns:a16="http://schemas.microsoft.com/office/drawing/2014/main" id="{11787145-797D-4BFC-9211-CD000E2630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631" y="2372225"/>
              <a:ext cx="0" cy="8372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26" name="Line 59">
              <a:extLst>
                <a:ext uri="{FF2B5EF4-FFF2-40B4-BE49-F238E27FC236}">
                  <a16:creationId xmlns:a16="http://schemas.microsoft.com/office/drawing/2014/main" id="{9C3DED3F-AFD7-4AAC-8D20-8D96812E03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9580" y="2372225"/>
              <a:ext cx="0" cy="8372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27" name="Line 105">
              <a:extLst>
                <a:ext uri="{FF2B5EF4-FFF2-40B4-BE49-F238E27FC236}">
                  <a16:creationId xmlns:a16="http://schemas.microsoft.com/office/drawing/2014/main" id="{F9584D35-BAE2-4A2A-9C13-53921ADA4E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2546" y="2372225"/>
              <a:ext cx="418611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28" name="Line 205">
              <a:extLst>
                <a:ext uri="{FF2B5EF4-FFF2-40B4-BE49-F238E27FC236}">
                  <a16:creationId xmlns:a16="http://schemas.microsoft.com/office/drawing/2014/main" id="{9733267F-E6B2-45AA-9448-E307E5ABC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2545" y="2372221"/>
              <a:ext cx="418611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29" name="Line 58">
              <a:extLst>
                <a:ext uri="{FF2B5EF4-FFF2-40B4-BE49-F238E27FC236}">
                  <a16:creationId xmlns:a16="http://schemas.microsoft.com/office/drawing/2014/main" id="{6014A30A-00A0-4600-8D3F-1BD8E9A8A5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625" y="2372226"/>
              <a:ext cx="0" cy="837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0" name="Line 59">
              <a:extLst>
                <a:ext uri="{FF2B5EF4-FFF2-40B4-BE49-F238E27FC236}">
                  <a16:creationId xmlns:a16="http://schemas.microsoft.com/office/drawing/2014/main" id="{868258E0-4770-48C7-9B3D-8228D06DB4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9574" y="2372221"/>
              <a:ext cx="0" cy="837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3" name="文本框 2">
            <a:extLst>
              <a:ext uri="{FF2B5EF4-FFF2-40B4-BE49-F238E27FC236}">
                <a16:creationId xmlns:a16="http://schemas.microsoft.com/office/drawing/2014/main" id="{F2CBDD30-8802-4620-85B7-97F3347809FB}"/>
              </a:ext>
            </a:extLst>
          </p:cNvPr>
          <p:cNvSpPr txBox="1"/>
          <p:nvPr/>
        </p:nvSpPr>
        <p:spPr>
          <a:xfrm>
            <a:off x="5575126" y="418214"/>
            <a:ext cx="2256123" cy="646331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r>
              <a:rPr lang="zh-CN" altLang="en-US" sz="3600" dirty="0"/>
              <a:t>写入操作</a:t>
            </a:r>
          </a:p>
        </p:txBody>
      </p:sp>
    </p:spTree>
    <p:extLst>
      <p:ext uri="{BB962C8B-B14F-4D97-AF65-F5344CB8AC3E}">
        <p14:creationId xmlns:p14="http://schemas.microsoft.com/office/powerpoint/2010/main" val="2839772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 animBg="1"/>
      <p:bldP spid="147" grpId="0" animBg="1"/>
      <p:bldP spid="221" grpId="0" uiExpand="1" build="p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08520" y="0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8E8EE6-EECA-4E4A-B784-321472C3BF5B}"/>
              </a:ext>
            </a:extLst>
          </p:cNvPr>
          <p:cNvSpPr/>
          <p:nvPr/>
        </p:nvSpPr>
        <p:spPr>
          <a:xfrm>
            <a:off x="151503" y="616417"/>
            <a:ext cx="307488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1.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四管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DRAM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存储器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D6CC7FE5-AFF3-4557-8FCE-0D62AF3D3A7D}"/>
              </a:ext>
            </a:extLst>
          </p:cNvPr>
          <p:cNvSpPr txBox="1"/>
          <p:nvPr/>
        </p:nvSpPr>
        <p:spPr>
          <a:xfrm>
            <a:off x="4716016" y="231696"/>
            <a:ext cx="2256123" cy="646331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r>
              <a:rPr lang="zh-CN" altLang="en-US" sz="3600"/>
              <a:t>读出操作</a:t>
            </a:r>
            <a:endParaRPr lang="zh-CN" altLang="en-US" sz="3600" dirty="0"/>
          </a:p>
        </p:txBody>
      </p:sp>
      <p:sp>
        <p:nvSpPr>
          <p:cNvPr id="5" name="Line 82">
            <a:extLst>
              <a:ext uri="{FF2B5EF4-FFF2-40B4-BE49-F238E27FC236}">
                <a16:creationId xmlns:a16="http://schemas.microsoft.com/office/drawing/2014/main" id="{BD4A904C-8180-4FC4-86B3-8D87179B1436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407206" y="3911092"/>
            <a:ext cx="0" cy="25127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6" name="Line 40">
            <a:extLst>
              <a:ext uri="{FF2B5EF4-FFF2-40B4-BE49-F238E27FC236}">
                <a16:creationId xmlns:a16="http://schemas.microsoft.com/office/drawing/2014/main" id="{28DED3CD-384F-46C5-BC7D-E60917461393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6043" y="1914891"/>
            <a:ext cx="0" cy="3350266"/>
          </a:xfrm>
          <a:prstGeom prst="line">
            <a:avLst/>
          </a:prstGeom>
          <a:noFill/>
          <a:ln w="3810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978447E-521C-4200-8134-A4FB196563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66" y="4577656"/>
            <a:ext cx="795688" cy="50603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 err="1">
                <a:solidFill>
                  <a:srgbClr val="00B050"/>
                </a:solidFill>
                <a:latin typeface="微软雅黑"/>
                <a:ea typeface="微软雅黑"/>
              </a:rPr>
              <a:t>V</a:t>
            </a:r>
            <a:r>
              <a:rPr lang="en-US" altLang="zh-CN" sz="1600" baseline="-25000" dirty="0" err="1">
                <a:solidFill>
                  <a:srgbClr val="00B050"/>
                </a:solidFill>
                <a:latin typeface="微软雅黑"/>
                <a:ea typeface="微软雅黑"/>
              </a:rPr>
              <a:t>ss</a:t>
            </a:r>
            <a:r>
              <a:rPr lang="en-US" altLang="zh-CN" sz="1600" dirty="0">
                <a:solidFill>
                  <a:srgbClr val="00B050"/>
                </a:solidFill>
                <a:latin typeface="微软雅黑"/>
                <a:ea typeface="微软雅黑"/>
              </a:rPr>
              <a:t>(0V)</a:t>
            </a:r>
          </a:p>
        </p:txBody>
      </p:sp>
      <p:sp>
        <p:nvSpPr>
          <p:cNvPr id="8" name="Line 4">
            <a:extLst>
              <a:ext uri="{FF2B5EF4-FFF2-40B4-BE49-F238E27FC236}">
                <a16:creationId xmlns:a16="http://schemas.microsoft.com/office/drawing/2014/main" id="{0F9DADB8-0F6C-408B-A11F-22B8D2F4EC2A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234613" y="2906012"/>
            <a:ext cx="50254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9" name="Group 5">
            <a:extLst>
              <a:ext uri="{FF2B5EF4-FFF2-40B4-BE49-F238E27FC236}">
                <a16:creationId xmlns:a16="http://schemas.microsoft.com/office/drawing/2014/main" id="{B6F77095-D6FD-432E-9833-F564C75EF28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34613" y="3408552"/>
            <a:ext cx="418783" cy="335027"/>
            <a:chOff x="3360" y="2544"/>
            <a:chExt cx="240" cy="192"/>
          </a:xfrm>
        </p:grpSpPr>
        <p:sp>
          <p:nvSpPr>
            <p:cNvPr id="10" name="Line 6">
              <a:extLst>
                <a:ext uri="{FF2B5EF4-FFF2-40B4-BE49-F238E27FC236}">
                  <a16:creationId xmlns:a16="http://schemas.microsoft.com/office/drawing/2014/main" id="{6799F7DF-3B9D-46C3-B2EB-946B5C022A6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6" y="2544"/>
              <a:ext cx="0" cy="192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1" name="Line 7">
              <a:extLst>
                <a:ext uri="{FF2B5EF4-FFF2-40B4-BE49-F238E27FC236}">
                  <a16:creationId xmlns:a16="http://schemas.microsoft.com/office/drawing/2014/main" id="{C62BB423-6AAF-4B74-8D21-9BBBFFF5591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592"/>
              <a:ext cx="0" cy="96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2" name="Line 8">
              <a:extLst>
                <a:ext uri="{FF2B5EF4-FFF2-40B4-BE49-F238E27FC236}">
                  <a16:creationId xmlns:a16="http://schemas.microsoft.com/office/drawing/2014/main" id="{D5E38544-102F-4AFC-B5BB-6E328680516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592"/>
              <a:ext cx="96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3" name="Line 9">
              <a:extLst>
                <a:ext uri="{FF2B5EF4-FFF2-40B4-BE49-F238E27FC236}">
                  <a16:creationId xmlns:a16="http://schemas.microsoft.com/office/drawing/2014/main" id="{B13B7148-1A63-41AE-8C0A-D6DD9FF6F82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688"/>
              <a:ext cx="96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4" name="Line 10">
              <a:extLst>
                <a:ext uri="{FF2B5EF4-FFF2-40B4-BE49-F238E27FC236}">
                  <a16:creationId xmlns:a16="http://schemas.microsoft.com/office/drawing/2014/main" id="{9EDAAB09-125D-4CDB-9D57-D1A4CBE7585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640"/>
              <a:ext cx="96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15" name="Line 11">
            <a:extLst>
              <a:ext uri="{FF2B5EF4-FFF2-40B4-BE49-F238E27FC236}">
                <a16:creationId xmlns:a16="http://schemas.microsoft.com/office/drawing/2014/main" id="{DEA84C87-66F0-48B1-96C7-02E80C64B75E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234613" y="2906012"/>
            <a:ext cx="0" cy="58629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16" name="Group 12">
            <a:extLst>
              <a:ext uri="{FF2B5EF4-FFF2-40B4-BE49-F238E27FC236}">
                <a16:creationId xmlns:a16="http://schemas.microsoft.com/office/drawing/2014/main" id="{FCADAEE1-A38F-4259-8DA1-A7464F02CD1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407206" y="3408552"/>
            <a:ext cx="418783" cy="335027"/>
            <a:chOff x="4032" y="2544"/>
            <a:chExt cx="240" cy="192"/>
          </a:xfrm>
        </p:grpSpPr>
        <p:sp>
          <p:nvSpPr>
            <p:cNvPr id="17" name="Line 13">
              <a:extLst>
                <a:ext uri="{FF2B5EF4-FFF2-40B4-BE49-F238E27FC236}">
                  <a16:creationId xmlns:a16="http://schemas.microsoft.com/office/drawing/2014/main" id="{6FB8DC50-3364-42D6-B7A3-8280F4EA7A6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44"/>
              <a:ext cx="0" cy="19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8" name="Line 14">
              <a:extLst>
                <a:ext uri="{FF2B5EF4-FFF2-40B4-BE49-F238E27FC236}">
                  <a16:creationId xmlns:a16="http://schemas.microsoft.com/office/drawing/2014/main" id="{F256D4B9-0B36-44B4-8866-200181FA228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28" y="2592"/>
              <a:ext cx="0" cy="9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9" name="Line 15">
              <a:extLst>
                <a:ext uri="{FF2B5EF4-FFF2-40B4-BE49-F238E27FC236}">
                  <a16:creationId xmlns:a16="http://schemas.microsoft.com/office/drawing/2014/main" id="{E46C1F2F-A40C-420F-A957-DCFE6D28801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92"/>
              <a:ext cx="9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0" name="Line 16">
              <a:extLst>
                <a:ext uri="{FF2B5EF4-FFF2-40B4-BE49-F238E27FC236}">
                  <a16:creationId xmlns:a16="http://schemas.microsoft.com/office/drawing/2014/main" id="{8642F9DA-2F74-419F-ACCB-BC16351508E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688"/>
              <a:ext cx="9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1" name="Line 17">
              <a:extLst>
                <a:ext uri="{FF2B5EF4-FFF2-40B4-BE49-F238E27FC236}">
                  <a16:creationId xmlns:a16="http://schemas.microsoft.com/office/drawing/2014/main" id="{F70350EA-6F76-4023-8E93-F30E92377EC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032" y="2640"/>
              <a:ext cx="9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22" name="Line 18">
            <a:extLst>
              <a:ext uri="{FF2B5EF4-FFF2-40B4-BE49-F238E27FC236}">
                <a16:creationId xmlns:a16="http://schemas.microsoft.com/office/drawing/2014/main" id="{AD827399-D573-4E31-AF61-BA4ED46BF432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407206" y="2906012"/>
            <a:ext cx="418783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3" name="Line 19">
            <a:extLst>
              <a:ext uri="{FF2B5EF4-FFF2-40B4-BE49-F238E27FC236}">
                <a16:creationId xmlns:a16="http://schemas.microsoft.com/office/drawing/2014/main" id="{06074386-EFA9-4DF3-BBF0-6353F8C964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20910" y="2906012"/>
            <a:ext cx="586297" cy="670053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4" name="Line 20">
            <a:extLst>
              <a:ext uri="{FF2B5EF4-FFF2-40B4-BE49-F238E27FC236}">
                <a16:creationId xmlns:a16="http://schemas.microsoft.com/office/drawing/2014/main" id="{88202560-EAA5-48FC-B7B1-163FC6FF7737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234613" y="4162362"/>
            <a:ext cx="1591377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5" name="Line 21">
            <a:extLst>
              <a:ext uri="{FF2B5EF4-FFF2-40B4-BE49-F238E27FC236}">
                <a16:creationId xmlns:a16="http://schemas.microsoft.com/office/drawing/2014/main" id="{C0BB9B85-1B5F-4CFD-BE7E-A16A1BE71FFD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234613" y="3659822"/>
            <a:ext cx="0" cy="50254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6" name="Line 22">
            <a:extLst>
              <a:ext uri="{FF2B5EF4-FFF2-40B4-BE49-F238E27FC236}">
                <a16:creationId xmlns:a16="http://schemas.microsoft.com/office/drawing/2014/main" id="{76E62081-C0DE-4FD7-AB12-445EB2DBF55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825990" y="3659822"/>
            <a:ext cx="0" cy="50254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7" name="Line 23">
            <a:extLst>
              <a:ext uri="{FF2B5EF4-FFF2-40B4-BE49-F238E27FC236}">
                <a16:creationId xmlns:a16="http://schemas.microsoft.com/office/drawing/2014/main" id="{73D855F1-D66E-4626-B322-798241B2491A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825990" y="2906012"/>
            <a:ext cx="0" cy="586297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28" name="Line 24">
            <a:extLst>
              <a:ext uri="{FF2B5EF4-FFF2-40B4-BE49-F238E27FC236}">
                <a16:creationId xmlns:a16="http://schemas.microsoft.com/office/drawing/2014/main" id="{0DCF20AB-AC33-4952-9C03-69BD0819EAD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899586" y="2906012"/>
            <a:ext cx="33502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29" name="Group 25">
            <a:extLst>
              <a:ext uri="{FF2B5EF4-FFF2-40B4-BE49-F238E27FC236}">
                <a16:creationId xmlns:a16="http://schemas.microsoft.com/office/drawing/2014/main" id="{2B5519C7-56BB-4981-A728-0E287022B881}"/>
              </a:ext>
            </a:extLst>
          </p:cNvPr>
          <p:cNvGrpSpPr>
            <a:grpSpLocks/>
          </p:cNvGrpSpPr>
          <p:nvPr/>
        </p:nvGrpSpPr>
        <p:grpSpPr bwMode="auto">
          <a:xfrm>
            <a:off x="1648316" y="2487229"/>
            <a:ext cx="2763970" cy="418783"/>
            <a:chOff x="2040" y="1728"/>
            <a:chExt cx="1584" cy="240"/>
          </a:xfrm>
        </p:grpSpPr>
        <p:grpSp>
          <p:nvGrpSpPr>
            <p:cNvPr id="30" name="Group 26">
              <a:extLst>
                <a:ext uri="{FF2B5EF4-FFF2-40B4-BE49-F238E27FC236}">
                  <a16:creationId xmlns:a16="http://schemas.microsoft.com/office/drawing/2014/main" id="{E1274CFD-BC83-4E41-9BBE-CA2B7B36B00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2016" y="1752"/>
              <a:ext cx="240" cy="192"/>
              <a:chOff x="3360" y="2544"/>
              <a:chExt cx="240" cy="192"/>
            </a:xfrm>
          </p:grpSpPr>
          <p:sp>
            <p:nvSpPr>
              <p:cNvPr id="37" name="Line 27">
                <a:extLst>
                  <a:ext uri="{FF2B5EF4-FFF2-40B4-BE49-F238E27FC236}">
                    <a16:creationId xmlns:a16="http://schemas.microsoft.com/office/drawing/2014/main" id="{D377481C-B39B-4095-9BA7-EA68F4C2CE0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38" name="Line 28">
                <a:extLst>
                  <a:ext uri="{FF2B5EF4-FFF2-40B4-BE49-F238E27FC236}">
                    <a16:creationId xmlns:a16="http://schemas.microsoft.com/office/drawing/2014/main" id="{22E8B886-7088-4A47-9234-7F84AEBFDCD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39" name="Line 29">
                <a:extLst>
                  <a:ext uri="{FF2B5EF4-FFF2-40B4-BE49-F238E27FC236}">
                    <a16:creationId xmlns:a16="http://schemas.microsoft.com/office/drawing/2014/main" id="{9F9EFD07-FBA1-48B5-9301-E8376DA75C6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0" name="Line 30">
                <a:extLst>
                  <a:ext uri="{FF2B5EF4-FFF2-40B4-BE49-F238E27FC236}">
                    <a16:creationId xmlns:a16="http://schemas.microsoft.com/office/drawing/2014/main" id="{43404501-9604-4B21-A761-A12631A5498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1" name="Line 31">
                <a:extLst>
                  <a:ext uri="{FF2B5EF4-FFF2-40B4-BE49-F238E27FC236}">
                    <a16:creationId xmlns:a16="http://schemas.microsoft.com/office/drawing/2014/main" id="{D0921FAE-84B7-473F-A8CA-9C6A87772F8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31" name="Group 32">
              <a:extLst>
                <a:ext uri="{FF2B5EF4-FFF2-40B4-BE49-F238E27FC236}">
                  <a16:creationId xmlns:a16="http://schemas.microsoft.com/office/drawing/2014/main" id="{0629BC3E-2370-4436-94BE-D35E0B73B31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3408" y="1752"/>
              <a:ext cx="240" cy="192"/>
              <a:chOff x="3360" y="2544"/>
              <a:chExt cx="240" cy="192"/>
            </a:xfrm>
          </p:grpSpPr>
          <p:sp>
            <p:nvSpPr>
              <p:cNvPr id="32" name="Line 33">
                <a:extLst>
                  <a:ext uri="{FF2B5EF4-FFF2-40B4-BE49-F238E27FC236}">
                    <a16:creationId xmlns:a16="http://schemas.microsoft.com/office/drawing/2014/main" id="{64052EE8-CAE5-41F0-9E77-015E43FBA8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33" name="Line 34">
                <a:extLst>
                  <a:ext uri="{FF2B5EF4-FFF2-40B4-BE49-F238E27FC236}">
                    <a16:creationId xmlns:a16="http://schemas.microsoft.com/office/drawing/2014/main" id="{FBCBA5A7-29C7-49A9-853B-23AB537DFAC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34" name="Line 35">
                <a:extLst>
                  <a:ext uri="{FF2B5EF4-FFF2-40B4-BE49-F238E27FC236}">
                    <a16:creationId xmlns:a16="http://schemas.microsoft.com/office/drawing/2014/main" id="{641535CE-2AA2-48E3-B277-3F2401B9B57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35" name="Line 36">
                <a:extLst>
                  <a:ext uri="{FF2B5EF4-FFF2-40B4-BE49-F238E27FC236}">
                    <a16:creationId xmlns:a16="http://schemas.microsoft.com/office/drawing/2014/main" id="{CA2C74AD-7EB5-4135-8E5E-2E77F274B8D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36" name="Line 37">
                <a:extLst>
                  <a:ext uri="{FF2B5EF4-FFF2-40B4-BE49-F238E27FC236}">
                    <a16:creationId xmlns:a16="http://schemas.microsoft.com/office/drawing/2014/main" id="{BEE4AD97-910D-40C7-911A-BA48A48632F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42" name="Line 38">
            <a:extLst>
              <a:ext uri="{FF2B5EF4-FFF2-40B4-BE49-F238E27FC236}">
                <a16:creationId xmlns:a16="http://schemas.microsoft.com/office/drawing/2014/main" id="{7A432E4A-A6AF-4666-A642-12A79908F2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4560" y="1900932"/>
            <a:ext cx="0" cy="3350266"/>
          </a:xfrm>
          <a:prstGeom prst="line">
            <a:avLst/>
          </a:prstGeom>
          <a:noFill/>
          <a:ln w="3810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" name="Line 39">
            <a:extLst>
              <a:ext uri="{FF2B5EF4-FFF2-40B4-BE49-F238E27FC236}">
                <a16:creationId xmlns:a16="http://schemas.microsoft.com/office/drawing/2014/main" id="{640F2596-00AF-4569-8120-20D6208799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64560" y="2906012"/>
            <a:ext cx="167513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oval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4" name="Line 41">
            <a:extLst>
              <a:ext uri="{FF2B5EF4-FFF2-40B4-BE49-F238E27FC236}">
                <a16:creationId xmlns:a16="http://schemas.microsoft.com/office/drawing/2014/main" id="{EBABAD47-3C32-4529-AAC5-3CEDD67F33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28530" y="2906012"/>
            <a:ext cx="167513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45" name="Group 42">
            <a:extLst>
              <a:ext uri="{FF2B5EF4-FFF2-40B4-BE49-F238E27FC236}">
                <a16:creationId xmlns:a16="http://schemas.microsoft.com/office/drawing/2014/main" id="{9F209AAC-B359-4BF6-A8B6-81F0B41ED899}"/>
              </a:ext>
            </a:extLst>
          </p:cNvPr>
          <p:cNvGrpSpPr>
            <a:grpSpLocks/>
          </p:cNvGrpSpPr>
          <p:nvPr/>
        </p:nvGrpSpPr>
        <p:grpSpPr bwMode="auto">
          <a:xfrm>
            <a:off x="2988423" y="4162362"/>
            <a:ext cx="83757" cy="251270"/>
            <a:chOff x="3744" y="2880"/>
            <a:chExt cx="96" cy="288"/>
          </a:xfrm>
        </p:grpSpPr>
        <p:sp>
          <p:nvSpPr>
            <p:cNvPr id="46" name="Line 43">
              <a:extLst>
                <a:ext uri="{FF2B5EF4-FFF2-40B4-BE49-F238E27FC236}">
                  <a16:creationId xmlns:a16="http://schemas.microsoft.com/office/drawing/2014/main" id="{DAD31C58-9DA8-4D33-976C-EB1671CE32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880"/>
              <a:ext cx="0" cy="192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47" name="Oval 44">
              <a:extLst>
                <a:ext uri="{FF2B5EF4-FFF2-40B4-BE49-F238E27FC236}">
                  <a16:creationId xmlns:a16="http://schemas.microsoft.com/office/drawing/2014/main" id="{D15851DC-F2DE-4849-8275-2D27D5FB4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3072"/>
              <a:ext cx="96" cy="96"/>
            </a:xfrm>
            <a:prstGeom prst="ellipse">
              <a:avLst/>
            </a:prstGeom>
            <a:noFill/>
            <a:ln w="19050" algn="ctr">
              <a:solidFill>
                <a:srgbClr val="008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zh-CN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48" name="Line 45">
            <a:extLst>
              <a:ext uri="{FF2B5EF4-FFF2-40B4-BE49-F238E27FC236}">
                <a16:creationId xmlns:a16="http://schemas.microsoft.com/office/drawing/2014/main" id="{2CFFFBE7-7A4C-41F0-81E2-FAD9657F6060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5830" y="2403472"/>
            <a:ext cx="0" cy="8375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9" name="Line 46">
            <a:extLst>
              <a:ext uri="{FF2B5EF4-FFF2-40B4-BE49-F238E27FC236}">
                <a16:creationId xmlns:a16="http://schemas.microsoft.com/office/drawing/2014/main" id="{89F40804-892A-4C13-BFB8-B81213076A9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4773" y="2403472"/>
            <a:ext cx="0" cy="8375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50" name="Group 47">
            <a:extLst>
              <a:ext uri="{FF2B5EF4-FFF2-40B4-BE49-F238E27FC236}">
                <a16:creationId xmlns:a16="http://schemas.microsoft.com/office/drawing/2014/main" id="{5045F74C-A1EF-4979-ACA7-B1BEB165403D}"/>
              </a:ext>
            </a:extLst>
          </p:cNvPr>
          <p:cNvGrpSpPr>
            <a:grpSpLocks/>
          </p:cNvGrpSpPr>
          <p:nvPr/>
        </p:nvGrpSpPr>
        <p:grpSpPr bwMode="auto">
          <a:xfrm>
            <a:off x="1564560" y="5167442"/>
            <a:ext cx="2931483" cy="335027"/>
            <a:chOff x="1992" y="3264"/>
            <a:chExt cx="1680" cy="192"/>
          </a:xfrm>
        </p:grpSpPr>
        <p:grpSp>
          <p:nvGrpSpPr>
            <p:cNvPr id="51" name="Group 48">
              <a:extLst>
                <a:ext uri="{FF2B5EF4-FFF2-40B4-BE49-F238E27FC236}">
                  <a16:creationId xmlns:a16="http://schemas.microsoft.com/office/drawing/2014/main" id="{A73E0C6B-C66A-4FA2-84EC-5E353559CB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92" y="3264"/>
              <a:ext cx="240" cy="192"/>
              <a:chOff x="3360" y="2544"/>
              <a:chExt cx="240" cy="192"/>
            </a:xfrm>
          </p:grpSpPr>
          <p:sp>
            <p:nvSpPr>
              <p:cNvPr id="58" name="Line 49">
                <a:extLst>
                  <a:ext uri="{FF2B5EF4-FFF2-40B4-BE49-F238E27FC236}">
                    <a16:creationId xmlns:a16="http://schemas.microsoft.com/office/drawing/2014/main" id="{E1424CAF-F3BD-4B1C-9123-E879BFB1DC7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9" name="Line 50">
                <a:extLst>
                  <a:ext uri="{FF2B5EF4-FFF2-40B4-BE49-F238E27FC236}">
                    <a16:creationId xmlns:a16="http://schemas.microsoft.com/office/drawing/2014/main" id="{351BB921-E965-4622-B95B-EFD797154D1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60" name="Line 51">
                <a:extLst>
                  <a:ext uri="{FF2B5EF4-FFF2-40B4-BE49-F238E27FC236}">
                    <a16:creationId xmlns:a16="http://schemas.microsoft.com/office/drawing/2014/main" id="{AAC01E9F-4742-48ED-8CD5-A23544B46A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61" name="Line 52">
                <a:extLst>
                  <a:ext uri="{FF2B5EF4-FFF2-40B4-BE49-F238E27FC236}">
                    <a16:creationId xmlns:a16="http://schemas.microsoft.com/office/drawing/2014/main" id="{89B48014-9DDA-4B18-921C-56776287ED4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62" name="Line 53">
                <a:extLst>
                  <a:ext uri="{FF2B5EF4-FFF2-40B4-BE49-F238E27FC236}">
                    <a16:creationId xmlns:a16="http://schemas.microsoft.com/office/drawing/2014/main" id="{A65BD345-A175-4008-96E7-E62D5D98D6B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52" name="Group 54">
              <a:extLst>
                <a:ext uri="{FF2B5EF4-FFF2-40B4-BE49-F238E27FC236}">
                  <a16:creationId xmlns:a16="http://schemas.microsoft.com/office/drawing/2014/main" id="{9DF60167-E6F4-43CB-B514-69D89E1716D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32" y="3264"/>
              <a:ext cx="240" cy="192"/>
              <a:chOff x="4032" y="2544"/>
              <a:chExt cx="240" cy="192"/>
            </a:xfrm>
          </p:grpSpPr>
          <p:sp>
            <p:nvSpPr>
              <p:cNvPr id="53" name="Line 55">
                <a:extLst>
                  <a:ext uri="{FF2B5EF4-FFF2-40B4-BE49-F238E27FC236}">
                    <a16:creationId xmlns:a16="http://schemas.microsoft.com/office/drawing/2014/main" id="{967EC6C0-CDCF-4264-AE4F-1E4571B205B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4" name="Line 56">
                <a:extLst>
                  <a:ext uri="{FF2B5EF4-FFF2-40B4-BE49-F238E27FC236}">
                    <a16:creationId xmlns:a16="http://schemas.microsoft.com/office/drawing/2014/main" id="{55B4645D-195E-406E-A870-82EC11EF7A1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28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5" name="Line 57">
                <a:extLst>
                  <a:ext uri="{FF2B5EF4-FFF2-40B4-BE49-F238E27FC236}">
                    <a16:creationId xmlns:a16="http://schemas.microsoft.com/office/drawing/2014/main" id="{6B2CD7FA-A8CA-420A-8111-3982BC4E08E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6" name="Line 58">
                <a:extLst>
                  <a:ext uri="{FF2B5EF4-FFF2-40B4-BE49-F238E27FC236}">
                    <a16:creationId xmlns:a16="http://schemas.microsoft.com/office/drawing/2014/main" id="{1EC75C08-D18D-430A-A0E1-D97FDFFE0B8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7" name="Line 59">
                <a:extLst>
                  <a:ext uri="{FF2B5EF4-FFF2-40B4-BE49-F238E27FC236}">
                    <a16:creationId xmlns:a16="http://schemas.microsoft.com/office/drawing/2014/main" id="{E4F1ADBD-98DC-4F3D-AD6A-FE6EB1A98A6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032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63" name="Line 60">
            <a:extLst>
              <a:ext uri="{FF2B5EF4-FFF2-40B4-BE49-F238E27FC236}">
                <a16:creationId xmlns:a16="http://schemas.microsoft.com/office/drawing/2014/main" id="{B1187C8D-67A6-4CBF-8F89-75243DF3B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3343" y="5334955"/>
            <a:ext cx="209391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64" name="Line 61">
            <a:extLst>
              <a:ext uri="{FF2B5EF4-FFF2-40B4-BE49-F238E27FC236}">
                <a16:creationId xmlns:a16="http://schemas.microsoft.com/office/drawing/2014/main" id="{E71AB5A4-A604-41E8-8BDE-C0452A5BCAB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4560" y="5418712"/>
            <a:ext cx="0" cy="58629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65" name="Line 62">
            <a:extLst>
              <a:ext uri="{FF2B5EF4-FFF2-40B4-BE49-F238E27FC236}">
                <a16:creationId xmlns:a16="http://schemas.microsoft.com/office/drawing/2014/main" id="{597C05BD-C7FC-4F96-8BF7-81E19D9E3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6043" y="5418712"/>
            <a:ext cx="0" cy="58629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66" name="Line 63">
            <a:extLst>
              <a:ext uri="{FF2B5EF4-FFF2-40B4-BE49-F238E27FC236}">
                <a16:creationId xmlns:a16="http://schemas.microsoft.com/office/drawing/2014/main" id="{355A9AFE-86E7-4390-B65B-EE513B72ADB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88423" y="5334955"/>
            <a:ext cx="0" cy="67005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67" name="Rectangle 64">
            <a:extLst>
              <a:ext uri="{FF2B5EF4-FFF2-40B4-BE49-F238E27FC236}">
                <a16:creationId xmlns:a16="http://schemas.microsoft.com/office/drawing/2014/main" id="{CE31E3BF-7B2E-42F9-AFE5-DA77ACD3E6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9586" y="3492308"/>
            <a:ext cx="251270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1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68" name="Rectangle 65">
            <a:extLst>
              <a:ext uri="{FF2B5EF4-FFF2-40B4-BE49-F238E27FC236}">
                <a16:creationId xmlns:a16="http://schemas.microsoft.com/office/drawing/2014/main" id="{E7E4B503-35E1-4BBB-BB3D-C4A064810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3503" y="3492308"/>
            <a:ext cx="251270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2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69" name="Rectangle 66">
            <a:extLst>
              <a:ext uri="{FF2B5EF4-FFF2-40B4-BE49-F238E27FC236}">
                <a16:creationId xmlns:a16="http://schemas.microsoft.com/office/drawing/2014/main" id="{FE272863-4F2A-4F88-B744-389C66359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8316" y="2906012"/>
            <a:ext cx="251270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5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70" name="Rectangle 67">
            <a:extLst>
              <a:ext uri="{FF2B5EF4-FFF2-40B4-BE49-F238E27FC236}">
                <a16:creationId xmlns:a16="http://schemas.microsoft.com/office/drawing/2014/main" id="{2461E0AC-9BEA-4D9A-8BB4-039B3B066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533" y="5167442"/>
            <a:ext cx="251270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7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71" name="Rectangle 68">
            <a:extLst>
              <a:ext uri="{FF2B5EF4-FFF2-40B4-BE49-F238E27FC236}">
                <a16:creationId xmlns:a16="http://schemas.microsoft.com/office/drawing/2014/main" id="{7FC409D6-AD02-4D02-B5B8-3FA90061F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9800" y="5167442"/>
            <a:ext cx="251270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8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72" name="Rectangle 69">
            <a:extLst>
              <a:ext uri="{FF2B5EF4-FFF2-40B4-BE49-F238E27FC236}">
                <a16:creationId xmlns:a16="http://schemas.microsoft.com/office/drawing/2014/main" id="{E04B8CE4-6D41-40DC-85A3-C9B465878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4773" y="2906012"/>
            <a:ext cx="251270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6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73" name="Rectangle 70">
            <a:extLst>
              <a:ext uri="{FF2B5EF4-FFF2-40B4-BE49-F238E27FC236}">
                <a16:creationId xmlns:a16="http://schemas.microsoft.com/office/drawing/2014/main" id="{756F105E-E7D9-4308-90DD-F96D87E6E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6438" y="5753738"/>
            <a:ext cx="376905" cy="25127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>
                <a:solidFill>
                  <a:prstClr val="black"/>
                </a:solidFill>
                <a:latin typeface="微软雅黑"/>
                <a:ea typeface="微软雅黑"/>
              </a:rPr>
              <a:t>I/O</a:t>
            </a:r>
          </a:p>
        </p:txBody>
      </p:sp>
      <p:sp>
        <p:nvSpPr>
          <p:cNvPr id="74" name="Rectangle 71">
            <a:extLst>
              <a:ext uri="{FF2B5EF4-FFF2-40B4-BE49-F238E27FC236}">
                <a16:creationId xmlns:a16="http://schemas.microsoft.com/office/drawing/2014/main" id="{11DF3439-4960-4BDD-9044-3A197F562C2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946554" y="5585195"/>
            <a:ext cx="494608" cy="39988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u="sng" dirty="0">
                <a:solidFill>
                  <a:prstClr val="black"/>
                </a:solidFill>
                <a:latin typeface="微软雅黑"/>
                <a:ea typeface="微软雅黑"/>
              </a:rPr>
              <a:t>O/I</a:t>
            </a:r>
          </a:p>
        </p:txBody>
      </p:sp>
      <p:grpSp>
        <p:nvGrpSpPr>
          <p:cNvPr id="75" name="Group 72">
            <a:extLst>
              <a:ext uri="{FF2B5EF4-FFF2-40B4-BE49-F238E27FC236}">
                <a16:creationId xmlns:a16="http://schemas.microsoft.com/office/drawing/2014/main" id="{35372823-7189-4371-B991-2F9ECE3C3A35}"/>
              </a:ext>
            </a:extLst>
          </p:cNvPr>
          <p:cNvGrpSpPr>
            <a:grpSpLocks/>
          </p:cNvGrpSpPr>
          <p:nvPr/>
        </p:nvGrpSpPr>
        <p:grpSpPr bwMode="auto">
          <a:xfrm>
            <a:off x="2569640" y="3827335"/>
            <a:ext cx="167513" cy="83757"/>
            <a:chOff x="3888" y="2832"/>
            <a:chExt cx="96" cy="48"/>
          </a:xfrm>
        </p:grpSpPr>
        <p:sp>
          <p:nvSpPr>
            <p:cNvPr id="76" name="Line 73">
              <a:extLst>
                <a:ext uri="{FF2B5EF4-FFF2-40B4-BE49-F238E27FC236}">
                  <a16:creationId xmlns:a16="http://schemas.microsoft.com/office/drawing/2014/main" id="{C8FA32B8-6D32-48B4-BB84-4B9A6609E5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7" name="Line 74">
              <a:extLst>
                <a:ext uri="{FF2B5EF4-FFF2-40B4-BE49-F238E27FC236}">
                  <a16:creationId xmlns:a16="http://schemas.microsoft.com/office/drawing/2014/main" id="{A39A23A0-0415-48AF-88E9-D5FF8613A1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78" name="Line 75">
            <a:extLst>
              <a:ext uri="{FF2B5EF4-FFF2-40B4-BE49-F238E27FC236}">
                <a16:creationId xmlns:a16="http://schemas.microsoft.com/office/drawing/2014/main" id="{0088366D-D2CE-4ECC-ABE1-17B435C3DE02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653396" y="3576065"/>
            <a:ext cx="0" cy="25127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79" name="Line 76">
            <a:extLst>
              <a:ext uri="{FF2B5EF4-FFF2-40B4-BE49-F238E27FC236}">
                <a16:creationId xmlns:a16="http://schemas.microsoft.com/office/drawing/2014/main" id="{ADF7D05D-70D9-4F11-BD03-A881498FFCC4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653396" y="3576065"/>
            <a:ext cx="167513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9D153730-3CFF-4572-9542-7DEE4AB623C6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653396" y="3911092"/>
            <a:ext cx="0" cy="25127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81" name="Group 78">
            <a:extLst>
              <a:ext uri="{FF2B5EF4-FFF2-40B4-BE49-F238E27FC236}">
                <a16:creationId xmlns:a16="http://schemas.microsoft.com/office/drawing/2014/main" id="{364FCF23-4E53-4C8B-8583-AAD2CD5B20C6}"/>
              </a:ext>
            </a:extLst>
          </p:cNvPr>
          <p:cNvGrpSpPr>
            <a:grpSpLocks/>
          </p:cNvGrpSpPr>
          <p:nvPr/>
        </p:nvGrpSpPr>
        <p:grpSpPr bwMode="auto">
          <a:xfrm>
            <a:off x="3323450" y="3827335"/>
            <a:ext cx="167513" cy="83757"/>
            <a:chOff x="3888" y="2832"/>
            <a:chExt cx="96" cy="48"/>
          </a:xfrm>
        </p:grpSpPr>
        <p:sp>
          <p:nvSpPr>
            <p:cNvPr id="82" name="Line 79">
              <a:extLst>
                <a:ext uri="{FF2B5EF4-FFF2-40B4-BE49-F238E27FC236}">
                  <a16:creationId xmlns:a16="http://schemas.microsoft.com/office/drawing/2014/main" id="{EE9D9803-5720-4B20-8955-6A0088D49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83" name="Line 80">
              <a:extLst>
                <a:ext uri="{FF2B5EF4-FFF2-40B4-BE49-F238E27FC236}">
                  <a16:creationId xmlns:a16="http://schemas.microsoft.com/office/drawing/2014/main" id="{DBDF3399-B70B-416F-B7DE-1084FDF61F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84" name="Line 81">
            <a:extLst>
              <a:ext uri="{FF2B5EF4-FFF2-40B4-BE49-F238E27FC236}">
                <a16:creationId xmlns:a16="http://schemas.microsoft.com/office/drawing/2014/main" id="{6DA79789-D657-4AA4-9826-3FD61B48E44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407206" y="3576065"/>
            <a:ext cx="0" cy="25127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85" name="Line 83">
            <a:extLst>
              <a:ext uri="{FF2B5EF4-FFF2-40B4-BE49-F238E27FC236}">
                <a16:creationId xmlns:a16="http://schemas.microsoft.com/office/drawing/2014/main" id="{8862E98D-60E4-43B9-B601-ACB8A4EEFF48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239693" y="3576065"/>
            <a:ext cx="1675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86" name="Line 84">
            <a:extLst>
              <a:ext uri="{FF2B5EF4-FFF2-40B4-BE49-F238E27FC236}">
                <a16:creationId xmlns:a16="http://schemas.microsoft.com/office/drawing/2014/main" id="{C30076DE-4E37-4A8B-A455-5008791BA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7153" y="2906012"/>
            <a:ext cx="502540" cy="67005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87" name="Line 85">
            <a:extLst>
              <a:ext uri="{FF2B5EF4-FFF2-40B4-BE49-F238E27FC236}">
                <a16:creationId xmlns:a16="http://schemas.microsoft.com/office/drawing/2014/main" id="{575E0432-9C61-40A1-BEED-B9CE89FD174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825990" y="2906012"/>
            <a:ext cx="335027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88" name="组合 87">
            <a:extLst>
              <a:ext uri="{FF2B5EF4-FFF2-40B4-BE49-F238E27FC236}">
                <a16:creationId xmlns:a16="http://schemas.microsoft.com/office/drawing/2014/main" id="{E7941740-1F3E-438F-A7B3-1860101B241F}"/>
              </a:ext>
            </a:extLst>
          </p:cNvPr>
          <p:cNvGrpSpPr/>
          <p:nvPr/>
        </p:nvGrpSpPr>
        <p:grpSpPr>
          <a:xfrm>
            <a:off x="1145776" y="4158872"/>
            <a:ext cx="418784" cy="586297"/>
            <a:chOff x="2382916" y="3993556"/>
            <a:chExt cx="418784" cy="586297"/>
          </a:xfrm>
        </p:grpSpPr>
        <p:sp>
          <p:nvSpPr>
            <p:cNvPr id="89" name="Line 91">
              <a:extLst>
                <a:ext uri="{FF2B5EF4-FFF2-40B4-BE49-F238E27FC236}">
                  <a16:creationId xmlns:a16="http://schemas.microsoft.com/office/drawing/2014/main" id="{D70922C7-3515-4536-9355-C8A1C0A57CD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66673" y="4328583"/>
              <a:ext cx="0" cy="25127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90" name="Group 86">
              <a:extLst>
                <a:ext uri="{FF2B5EF4-FFF2-40B4-BE49-F238E27FC236}">
                  <a16:creationId xmlns:a16="http://schemas.microsoft.com/office/drawing/2014/main" id="{020AA0A7-1D83-4795-A939-EB21A3AD4F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2916" y="4244826"/>
              <a:ext cx="167513" cy="83757"/>
              <a:chOff x="3888" y="2832"/>
              <a:chExt cx="96" cy="48"/>
            </a:xfrm>
          </p:grpSpPr>
          <p:sp>
            <p:nvSpPr>
              <p:cNvPr id="93" name="Line 87">
                <a:extLst>
                  <a:ext uri="{FF2B5EF4-FFF2-40B4-BE49-F238E27FC236}">
                    <a16:creationId xmlns:a16="http://schemas.microsoft.com/office/drawing/2014/main" id="{38AD5B51-8DE0-4FB9-B51E-F1603450C0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2832"/>
                <a:ext cx="96" cy="0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94" name="Line 88">
                <a:extLst>
                  <a:ext uri="{FF2B5EF4-FFF2-40B4-BE49-F238E27FC236}">
                    <a16:creationId xmlns:a16="http://schemas.microsoft.com/office/drawing/2014/main" id="{49F1B2A8-8C03-44CE-BBF8-50B1C1EB9C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2880"/>
                <a:ext cx="96" cy="0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91" name="Line 89">
              <a:extLst>
                <a:ext uri="{FF2B5EF4-FFF2-40B4-BE49-F238E27FC236}">
                  <a16:creationId xmlns:a16="http://schemas.microsoft.com/office/drawing/2014/main" id="{38D51661-3A81-4C65-BB9A-6A43EBF51B0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66673" y="3993556"/>
              <a:ext cx="0" cy="251270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2" name="Line 90">
              <a:extLst>
                <a:ext uri="{FF2B5EF4-FFF2-40B4-BE49-F238E27FC236}">
                  <a16:creationId xmlns:a16="http://schemas.microsoft.com/office/drawing/2014/main" id="{64083B43-9A59-4FE4-8F70-BF5C93B8B31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66673" y="3993556"/>
              <a:ext cx="335027" cy="0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95" name="Line 92">
            <a:extLst>
              <a:ext uri="{FF2B5EF4-FFF2-40B4-BE49-F238E27FC236}">
                <a16:creationId xmlns:a16="http://schemas.microsoft.com/office/drawing/2014/main" id="{059F3419-138F-4003-811C-0F88329F25B8}"/>
              </a:ext>
            </a:extLst>
          </p:cNvPr>
          <p:cNvSpPr>
            <a:spLocks noChangeShapeType="1"/>
          </p:cNvSpPr>
          <p:nvPr/>
        </p:nvSpPr>
        <p:spPr bwMode="auto">
          <a:xfrm>
            <a:off x="936385" y="2403472"/>
            <a:ext cx="4187833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96" name="Rectangle 93">
            <a:extLst>
              <a:ext uri="{FF2B5EF4-FFF2-40B4-BE49-F238E27FC236}">
                <a16:creationId xmlns:a16="http://schemas.microsoft.com/office/drawing/2014/main" id="{D050E174-D5C9-4960-8CA2-B4815C615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5936" y="4246120"/>
            <a:ext cx="795688" cy="50603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008000"/>
                </a:solidFill>
                <a:latin typeface="微软雅黑"/>
                <a:ea typeface="微软雅黑"/>
              </a:rPr>
              <a:t>V</a:t>
            </a:r>
            <a:r>
              <a:rPr lang="en-US" altLang="zh-CN" sz="1600" baseline="-25000">
                <a:solidFill>
                  <a:srgbClr val="008000"/>
                </a:solidFill>
                <a:latin typeface="微软雅黑"/>
                <a:ea typeface="微软雅黑"/>
              </a:rPr>
              <a:t>ss</a:t>
            </a:r>
            <a:r>
              <a:rPr lang="en-US" altLang="zh-CN" sz="1600">
                <a:solidFill>
                  <a:srgbClr val="008000"/>
                </a:solidFill>
                <a:latin typeface="微软雅黑"/>
                <a:ea typeface="微软雅黑"/>
              </a:rPr>
              <a:t>(0V)</a:t>
            </a:r>
          </a:p>
        </p:txBody>
      </p:sp>
      <p:sp>
        <p:nvSpPr>
          <p:cNvPr id="97" name="Rectangle 94">
            <a:extLst>
              <a:ext uri="{FF2B5EF4-FFF2-40B4-BE49-F238E27FC236}">
                <a16:creationId xmlns:a16="http://schemas.microsoft.com/office/drawing/2014/main" id="{C6995208-88AE-4437-A357-7FCD56A6E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583" y="4497389"/>
            <a:ext cx="795688" cy="50603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008000"/>
                </a:solidFill>
                <a:latin typeface="微软雅黑"/>
                <a:ea typeface="微软雅黑"/>
              </a:rPr>
              <a:t>V</a:t>
            </a:r>
            <a:r>
              <a:rPr lang="en-US" altLang="zh-CN" sz="1600" baseline="-25000">
                <a:solidFill>
                  <a:srgbClr val="008000"/>
                </a:solidFill>
                <a:latin typeface="微软雅黑"/>
                <a:ea typeface="微软雅黑"/>
              </a:rPr>
              <a:t>ss</a:t>
            </a:r>
            <a:r>
              <a:rPr lang="en-US" altLang="zh-CN" sz="1600">
                <a:solidFill>
                  <a:srgbClr val="008000"/>
                </a:solidFill>
                <a:latin typeface="微软雅黑"/>
                <a:ea typeface="微软雅黑"/>
              </a:rPr>
              <a:t>(0V)</a:t>
            </a:r>
          </a:p>
        </p:txBody>
      </p:sp>
      <p:grpSp>
        <p:nvGrpSpPr>
          <p:cNvPr id="98" name="Group 95">
            <a:extLst>
              <a:ext uri="{FF2B5EF4-FFF2-40B4-BE49-F238E27FC236}">
                <a16:creationId xmlns:a16="http://schemas.microsoft.com/office/drawing/2014/main" id="{3E5E0654-7586-4208-93F1-BE8A08A4674A}"/>
              </a:ext>
            </a:extLst>
          </p:cNvPr>
          <p:cNvGrpSpPr>
            <a:grpSpLocks/>
          </p:cNvGrpSpPr>
          <p:nvPr/>
        </p:nvGrpSpPr>
        <p:grpSpPr bwMode="auto">
          <a:xfrm>
            <a:off x="4747313" y="4413632"/>
            <a:ext cx="167513" cy="83757"/>
            <a:chOff x="3888" y="2832"/>
            <a:chExt cx="96" cy="48"/>
          </a:xfrm>
        </p:grpSpPr>
        <p:sp>
          <p:nvSpPr>
            <p:cNvPr id="99" name="Line 96">
              <a:extLst>
                <a:ext uri="{FF2B5EF4-FFF2-40B4-BE49-F238E27FC236}">
                  <a16:creationId xmlns:a16="http://schemas.microsoft.com/office/drawing/2014/main" id="{B49D0162-FEA6-4F17-828A-6ED90D62B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0" name="Line 97">
              <a:extLst>
                <a:ext uri="{FF2B5EF4-FFF2-40B4-BE49-F238E27FC236}">
                  <a16:creationId xmlns:a16="http://schemas.microsoft.com/office/drawing/2014/main" id="{7DB8F0B7-08B0-43F6-AC1A-75F813F2D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01" name="Line 98">
            <a:extLst>
              <a:ext uri="{FF2B5EF4-FFF2-40B4-BE49-F238E27FC236}">
                <a16:creationId xmlns:a16="http://schemas.microsoft.com/office/drawing/2014/main" id="{B6DD33AB-EB7E-4B80-AD9C-400119F21202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831070" y="4162362"/>
            <a:ext cx="0" cy="25127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02" name="Line 99">
            <a:extLst>
              <a:ext uri="{FF2B5EF4-FFF2-40B4-BE49-F238E27FC236}">
                <a16:creationId xmlns:a16="http://schemas.microsoft.com/office/drawing/2014/main" id="{6DEEED2D-C6B1-46CF-B5EB-16FA2A538963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496043" y="4162362"/>
            <a:ext cx="33502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03" name="Line 100">
            <a:extLst>
              <a:ext uri="{FF2B5EF4-FFF2-40B4-BE49-F238E27FC236}">
                <a16:creationId xmlns:a16="http://schemas.microsoft.com/office/drawing/2014/main" id="{FE9A2AFE-6C71-4D4F-BE0D-6FDBABDE9811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831070" y="4497388"/>
            <a:ext cx="0" cy="251270"/>
          </a:xfrm>
          <a:prstGeom prst="line">
            <a:avLst/>
          </a:prstGeom>
          <a:noFill/>
          <a:ln w="19050">
            <a:solidFill>
              <a:srgbClr val="00B05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104" name="Group 101">
            <a:extLst>
              <a:ext uri="{FF2B5EF4-FFF2-40B4-BE49-F238E27FC236}">
                <a16:creationId xmlns:a16="http://schemas.microsoft.com/office/drawing/2014/main" id="{2A551CC4-CDC1-46CC-A7AF-06B52D45EBE6}"/>
              </a:ext>
            </a:extLst>
          </p:cNvPr>
          <p:cNvGrpSpPr>
            <a:grpSpLocks/>
          </p:cNvGrpSpPr>
          <p:nvPr/>
        </p:nvGrpSpPr>
        <p:grpSpPr bwMode="auto">
          <a:xfrm>
            <a:off x="1145776" y="1649662"/>
            <a:ext cx="3769050" cy="335027"/>
            <a:chOff x="1752" y="1248"/>
            <a:chExt cx="2160" cy="192"/>
          </a:xfrm>
        </p:grpSpPr>
        <p:grpSp>
          <p:nvGrpSpPr>
            <p:cNvPr id="105" name="Group 102">
              <a:extLst>
                <a:ext uri="{FF2B5EF4-FFF2-40B4-BE49-F238E27FC236}">
                  <a16:creationId xmlns:a16="http://schemas.microsoft.com/office/drawing/2014/main" id="{D401D08D-0727-49AA-9CAB-9C8140D2BC4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52" y="1248"/>
              <a:ext cx="240" cy="192"/>
              <a:chOff x="4032" y="2544"/>
              <a:chExt cx="240" cy="192"/>
            </a:xfrm>
          </p:grpSpPr>
          <p:sp>
            <p:nvSpPr>
              <p:cNvPr id="112" name="Line 103">
                <a:extLst>
                  <a:ext uri="{FF2B5EF4-FFF2-40B4-BE49-F238E27FC236}">
                    <a16:creationId xmlns:a16="http://schemas.microsoft.com/office/drawing/2014/main" id="{B907EC0A-41BC-4681-B5A3-B517CFCBDDA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3" name="Line 104">
                <a:extLst>
                  <a:ext uri="{FF2B5EF4-FFF2-40B4-BE49-F238E27FC236}">
                    <a16:creationId xmlns:a16="http://schemas.microsoft.com/office/drawing/2014/main" id="{BBC4600B-E6BA-4F1D-904F-7F11D0CF74F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28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4" name="Line 105">
                <a:extLst>
                  <a:ext uri="{FF2B5EF4-FFF2-40B4-BE49-F238E27FC236}">
                    <a16:creationId xmlns:a16="http://schemas.microsoft.com/office/drawing/2014/main" id="{6E766EFD-BC46-46D7-BA6A-690335037E7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5" name="Line 106">
                <a:extLst>
                  <a:ext uri="{FF2B5EF4-FFF2-40B4-BE49-F238E27FC236}">
                    <a16:creationId xmlns:a16="http://schemas.microsoft.com/office/drawing/2014/main" id="{77108A7C-5BED-44EB-B511-0B0E730CAB6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6" name="Line 107">
                <a:extLst>
                  <a:ext uri="{FF2B5EF4-FFF2-40B4-BE49-F238E27FC236}">
                    <a16:creationId xmlns:a16="http://schemas.microsoft.com/office/drawing/2014/main" id="{4C6EB221-6078-4C9B-AE6D-684EE256A81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032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106" name="Group 108">
              <a:extLst>
                <a:ext uri="{FF2B5EF4-FFF2-40B4-BE49-F238E27FC236}">
                  <a16:creationId xmlns:a16="http://schemas.microsoft.com/office/drawing/2014/main" id="{5AFDA81A-E1D3-449B-A394-07CB096FE2F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72" y="1248"/>
              <a:ext cx="240" cy="192"/>
              <a:chOff x="3360" y="2544"/>
              <a:chExt cx="240" cy="192"/>
            </a:xfrm>
          </p:grpSpPr>
          <p:sp>
            <p:nvSpPr>
              <p:cNvPr id="107" name="Line 109">
                <a:extLst>
                  <a:ext uri="{FF2B5EF4-FFF2-40B4-BE49-F238E27FC236}">
                    <a16:creationId xmlns:a16="http://schemas.microsoft.com/office/drawing/2014/main" id="{CBCD3CF4-E0B3-401E-A05F-7C557EBAB8B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08" name="Line 110">
                <a:extLst>
                  <a:ext uri="{FF2B5EF4-FFF2-40B4-BE49-F238E27FC236}">
                    <a16:creationId xmlns:a16="http://schemas.microsoft.com/office/drawing/2014/main" id="{D760431F-C324-4660-9321-C41EC27B42D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09" name="Line 111">
                <a:extLst>
                  <a:ext uri="{FF2B5EF4-FFF2-40B4-BE49-F238E27FC236}">
                    <a16:creationId xmlns:a16="http://schemas.microsoft.com/office/drawing/2014/main" id="{28E6E876-FFB6-4D66-983B-F6633C1BEE3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0" name="Line 112">
                <a:extLst>
                  <a:ext uri="{FF2B5EF4-FFF2-40B4-BE49-F238E27FC236}">
                    <a16:creationId xmlns:a16="http://schemas.microsoft.com/office/drawing/2014/main" id="{980D9EAF-8C55-4A66-8298-6CE170BC8BC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1" name="Line 113">
                <a:extLst>
                  <a:ext uri="{FF2B5EF4-FFF2-40B4-BE49-F238E27FC236}">
                    <a16:creationId xmlns:a16="http://schemas.microsoft.com/office/drawing/2014/main" id="{AF7BA2DC-8EFB-4779-AF8E-EE64FFAF344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117" name="Line 114">
            <a:extLst>
              <a:ext uri="{FF2B5EF4-FFF2-40B4-BE49-F238E27FC236}">
                <a16:creationId xmlns:a16="http://schemas.microsoft.com/office/drawing/2014/main" id="{B080B349-29D9-4523-B116-6A05D1ADE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4560" y="1496108"/>
            <a:ext cx="0" cy="25127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18" name="Line 115">
            <a:extLst>
              <a:ext uri="{FF2B5EF4-FFF2-40B4-BE49-F238E27FC236}">
                <a16:creationId xmlns:a16="http://schemas.microsoft.com/office/drawing/2014/main" id="{F122201A-6866-47FE-BA7F-A6E501442463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6043" y="1482149"/>
            <a:ext cx="0" cy="25127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119" name="组合 118">
            <a:extLst>
              <a:ext uri="{FF2B5EF4-FFF2-40B4-BE49-F238E27FC236}">
                <a16:creationId xmlns:a16="http://schemas.microsoft.com/office/drawing/2014/main" id="{DBDA7398-A486-4E6A-8CF8-D7C8F014C596}"/>
              </a:ext>
            </a:extLst>
          </p:cNvPr>
          <p:cNvGrpSpPr/>
          <p:nvPr/>
        </p:nvGrpSpPr>
        <p:grpSpPr>
          <a:xfrm>
            <a:off x="978263" y="1817175"/>
            <a:ext cx="4104076" cy="0"/>
            <a:chOff x="2215403" y="1651859"/>
            <a:chExt cx="4104076" cy="0"/>
          </a:xfrm>
        </p:grpSpPr>
        <p:sp>
          <p:nvSpPr>
            <p:cNvPr id="120" name="Line 116">
              <a:extLst>
                <a:ext uri="{FF2B5EF4-FFF2-40B4-BE49-F238E27FC236}">
                  <a16:creationId xmlns:a16="http://schemas.microsoft.com/office/drawing/2014/main" id="{E3FEBA15-4130-4EF8-9F36-1F790DCA38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5403" y="1651859"/>
              <a:ext cx="167513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21" name="Line 117">
              <a:extLst>
                <a:ext uri="{FF2B5EF4-FFF2-40B4-BE49-F238E27FC236}">
                  <a16:creationId xmlns:a16="http://schemas.microsoft.com/office/drawing/2014/main" id="{E16AE1AC-8A1E-47B4-8436-B8667AF978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51966" y="1651859"/>
              <a:ext cx="167513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22" name="Rectangle 118">
            <a:extLst>
              <a:ext uri="{FF2B5EF4-FFF2-40B4-BE49-F238E27FC236}">
                <a16:creationId xmlns:a16="http://schemas.microsoft.com/office/drawing/2014/main" id="{0D72E62D-0071-47E1-8298-1E7B2C9A3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3258" y="1955425"/>
            <a:ext cx="795688" cy="50603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600" dirty="0">
                <a:solidFill>
                  <a:srgbClr val="C00000"/>
                </a:solidFill>
                <a:latin typeface="微软雅黑"/>
                <a:ea typeface="微软雅黑"/>
              </a:rPr>
              <a:t>预充</a:t>
            </a:r>
          </a:p>
        </p:txBody>
      </p:sp>
      <p:sp>
        <p:nvSpPr>
          <p:cNvPr id="123" name="Rectangle 119">
            <a:extLst>
              <a:ext uri="{FF2B5EF4-FFF2-40B4-BE49-F238E27FC236}">
                <a16:creationId xmlns:a16="http://schemas.microsoft.com/office/drawing/2014/main" id="{5B80CBEF-6E76-44D6-9618-516D68453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7260" y="1649662"/>
            <a:ext cx="335027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10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24" name="Rectangle 120">
            <a:extLst>
              <a:ext uri="{FF2B5EF4-FFF2-40B4-BE49-F238E27FC236}">
                <a16:creationId xmlns:a16="http://schemas.microsoft.com/office/drawing/2014/main" id="{485D25D5-D9C0-41F2-BC55-805A42B61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8316" y="1733419"/>
            <a:ext cx="335027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9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25" name="Rectangle 122">
            <a:extLst>
              <a:ext uri="{FF2B5EF4-FFF2-40B4-BE49-F238E27FC236}">
                <a16:creationId xmlns:a16="http://schemas.microsoft.com/office/drawing/2014/main" id="{B03AE307-8AA5-4E23-A5DB-0F24371E5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7630" y="1160122"/>
            <a:ext cx="335027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>
                <a:solidFill>
                  <a:srgbClr val="954F72"/>
                </a:solidFill>
                <a:latin typeface="微软雅黑"/>
                <a:ea typeface="微软雅黑"/>
              </a:rPr>
              <a:t>E</a:t>
            </a:r>
            <a:r>
              <a:rPr lang="en-US" altLang="zh-CN" sz="1600" baseline="-25000" dirty="0">
                <a:solidFill>
                  <a:srgbClr val="954F72"/>
                </a:solidFill>
                <a:latin typeface="微软雅黑"/>
                <a:ea typeface="微软雅黑"/>
              </a:rPr>
              <a:t>D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26" name="Rectangle 123">
            <a:extLst>
              <a:ext uri="{FF2B5EF4-FFF2-40B4-BE49-F238E27FC236}">
                <a16:creationId xmlns:a16="http://schemas.microsoft.com/office/drawing/2014/main" id="{CCB4A941-6039-4A5E-B547-B2945F9EB7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265" y="2150972"/>
            <a:ext cx="697250" cy="584761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prstClr val="black"/>
                </a:solidFill>
                <a:latin typeface="微软雅黑"/>
                <a:ea typeface="微软雅黑"/>
              </a:rPr>
              <a:t>X</a:t>
            </a: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</a:rPr>
              <a:t>地址</a:t>
            </a:r>
            <a:endParaRPr lang="en-US" altLang="zh-CN" sz="1600" b="1" dirty="0">
              <a:solidFill>
                <a:prstClr val="black"/>
              </a:solidFill>
              <a:latin typeface="微软雅黑"/>
              <a:ea typeface="微软雅黑"/>
            </a:endParaRPr>
          </a:p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</a:rPr>
              <a:t>译码线</a:t>
            </a:r>
          </a:p>
        </p:txBody>
      </p:sp>
      <p:sp>
        <p:nvSpPr>
          <p:cNvPr id="127" name="Rectangle 124">
            <a:extLst>
              <a:ext uri="{FF2B5EF4-FFF2-40B4-BE49-F238E27FC236}">
                <a16:creationId xmlns:a16="http://schemas.microsoft.com/office/drawing/2014/main" id="{AEF3E1AC-32B0-4044-A50F-3B92F0C8E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3237" y="6038296"/>
            <a:ext cx="1340107" cy="25127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prstClr val="black"/>
                </a:solidFill>
                <a:latin typeface="微软雅黑"/>
                <a:ea typeface="微软雅黑"/>
              </a:rPr>
              <a:t>Y</a:t>
            </a: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</a:rPr>
              <a:t>地址译码线</a:t>
            </a:r>
          </a:p>
        </p:txBody>
      </p:sp>
      <p:sp>
        <p:nvSpPr>
          <p:cNvPr id="128" name="Rectangle 125">
            <a:extLst>
              <a:ext uri="{FF2B5EF4-FFF2-40B4-BE49-F238E27FC236}">
                <a16:creationId xmlns:a16="http://schemas.microsoft.com/office/drawing/2014/main" id="{5D3DE1FF-2E76-493E-B59D-DA79E07400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2735" y="2570985"/>
            <a:ext cx="251270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srgbClr val="FF0000"/>
                </a:solidFill>
                <a:latin typeface="微软雅黑"/>
                <a:ea typeface="微软雅黑"/>
              </a:rPr>
              <a:t>A</a:t>
            </a:r>
          </a:p>
        </p:txBody>
      </p:sp>
      <p:sp>
        <p:nvSpPr>
          <p:cNvPr id="129" name="Rectangle 126">
            <a:extLst>
              <a:ext uri="{FF2B5EF4-FFF2-40B4-BE49-F238E27FC236}">
                <a16:creationId xmlns:a16="http://schemas.microsoft.com/office/drawing/2014/main" id="{07D02F26-6507-4253-B39A-CC18E9794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355" y="2570985"/>
            <a:ext cx="251270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srgbClr val="0D7157"/>
                </a:solidFill>
                <a:latin typeface="微软雅黑"/>
                <a:ea typeface="微软雅黑"/>
              </a:rPr>
              <a:t>B</a:t>
            </a:r>
          </a:p>
        </p:txBody>
      </p:sp>
      <p:sp>
        <p:nvSpPr>
          <p:cNvPr id="130" name="Rectangle 127">
            <a:extLst>
              <a:ext uri="{FF2B5EF4-FFF2-40B4-BE49-F238E27FC236}">
                <a16:creationId xmlns:a16="http://schemas.microsoft.com/office/drawing/2014/main" id="{72DC8E36-5D95-450C-878D-D79D5C897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0248" y="3827335"/>
            <a:ext cx="335027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C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1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31" name="Rectangle 128">
            <a:extLst>
              <a:ext uri="{FF2B5EF4-FFF2-40B4-BE49-F238E27FC236}">
                <a16:creationId xmlns:a16="http://schemas.microsoft.com/office/drawing/2014/main" id="{7F3F3F25-B448-41F2-8495-F2717E16C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4058" y="3827335"/>
            <a:ext cx="335027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C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2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32" name="Rectangle 129">
            <a:extLst>
              <a:ext uri="{FF2B5EF4-FFF2-40B4-BE49-F238E27FC236}">
                <a16:creationId xmlns:a16="http://schemas.microsoft.com/office/drawing/2014/main" id="{BAEF9462-503F-4C02-8676-2DD4D2E5F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871" y="4162362"/>
            <a:ext cx="335027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>
                <a:solidFill>
                  <a:prstClr val="black"/>
                </a:solidFill>
                <a:latin typeface="微软雅黑"/>
                <a:ea typeface="微软雅黑"/>
              </a:rPr>
              <a:t>C</a:t>
            </a:r>
            <a:r>
              <a:rPr lang="en-US" altLang="zh-CN" sz="1600" baseline="-25000" dirty="0">
                <a:solidFill>
                  <a:prstClr val="black"/>
                </a:solidFill>
                <a:latin typeface="微软雅黑"/>
                <a:ea typeface="微软雅黑"/>
              </a:rPr>
              <a:t>D</a:t>
            </a:r>
            <a:endParaRPr lang="en-US" altLang="zh-CN" sz="1600" dirty="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33" name="Rectangle 130">
            <a:extLst>
              <a:ext uri="{FF2B5EF4-FFF2-40B4-BE49-F238E27FC236}">
                <a16:creationId xmlns:a16="http://schemas.microsoft.com/office/drawing/2014/main" id="{9FF114F8-90FA-4E9C-86CF-46E1A0214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5524" y="4075115"/>
            <a:ext cx="335027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>
                <a:solidFill>
                  <a:prstClr val="black"/>
                </a:solidFill>
                <a:latin typeface="微软雅黑"/>
                <a:ea typeface="微软雅黑"/>
              </a:rPr>
              <a:t>C</a:t>
            </a:r>
            <a:r>
              <a:rPr lang="en-US" altLang="zh-CN" sz="1600" baseline="-25000" dirty="0">
                <a:solidFill>
                  <a:prstClr val="black"/>
                </a:solidFill>
                <a:latin typeface="微软雅黑"/>
                <a:ea typeface="微软雅黑"/>
              </a:rPr>
              <a:t>D</a:t>
            </a:r>
            <a:endParaRPr lang="en-US" altLang="zh-CN" sz="1600" dirty="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34" name="Freeform 131">
            <a:extLst>
              <a:ext uri="{FF2B5EF4-FFF2-40B4-BE49-F238E27FC236}">
                <a16:creationId xmlns:a16="http://schemas.microsoft.com/office/drawing/2014/main" id="{AD900318-047B-45C1-805A-0225C94B077C}"/>
              </a:ext>
            </a:extLst>
          </p:cNvPr>
          <p:cNvSpPr>
            <a:spLocks/>
          </p:cNvSpPr>
          <p:nvPr/>
        </p:nvSpPr>
        <p:spPr bwMode="auto">
          <a:xfrm>
            <a:off x="3124529" y="2895543"/>
            <a:ext cx="1615806" cy="1532049"/>
          </a:xfrm>
          <a:custGeom>
            <a:avLst/>
            <a:gdLst>
              <a:gd name="T0" fmla="*/ 2147483647 w 926"/>
              <a:gd name="T1" fmla="*/ 2147483647 h 878"/>
              <a:gd name="T2" fmla="*/ 2147483647 w 926"/>
              <a:gd name="T3" fmla="*/ 2147483647 h 878"/>
              <a:gd name="T4" fmla="*/ 2147483647 w 926"/>
              <a:gd name="T5" fmla="*/ 2147483647 h 878"/>
              <a:gd name="T6" fmla="*/ 2147483647 w 926"/>
              <a:gd name="T7" fmla="*/ 2147483647 h 878"/>
              <a:gd name="T8" fmla="*/ 2147483647 w 926"/>
              <a:gd name="T9" fmla="*/ 2147483647 h 878"/>
              <a:gd name="T10" fmla="*/ 0 w 926"/>
              <a:gd name="T11" fmla="*/ 2147483647 h 87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926"/>
              <a:gd name="T19" fmla="*/ 0 h 878"/>
              <a:gd name="T20" fmla="*/ 926 w 926"/>
              <a:gd name="T21" fmla="*/ 878 h 87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926" h="878">
                <a:moveTo>
                  <a:pt x="888" y="834"/>
                </a:moveTo>
                <a:cubicBezTo>
                  <a:pt x="879" y="676"/>
                  <a:pt x="889" y="518"/>
                  <a:pt x="894" y="360"/>
                </a:cubicBezTo>
                <a:cubicBezTo>
                  <a:pt x="892" y="252"/>
                  <a:pt x="926" y="137"/>
                  <a:pt x="888" y="36"/>
                </a:cubicBezTo>
                <a:cubicBezTo>
                  <a:pt x="875" y="0"/>
                  <a:pt x="812" y="41"/>
                  <a:pt x="774" y="42"/>
                </a:cubicBezTo>
                <a:cubicBezTo>
                  <a:pt x="662" y="45"/>
                  <a:pt x="550" y="46"/>
                  <a:pt x="438" y="48"/>
                </a:cubicBezTo>
                <a:cubicBezTo>
                  <a:pt x="431" y="878"/>
                  <a:pt x="655" y="768"/>
                  <a:pt x="0" y="768"/>
                </a:cubicBezTo>
              </a:path>
            </a:pathLst>
          </a:custGeom>
          <a:noFill/>
          <a:ln w="28575">
            <a:solidFill>
              <a:srgbClr val="008000"/>
            </a:solidFill>
            <a:prstDash val="sysDot"/>
            <a:round/>
            <a:headEnd/>
            <a:tailEnd type="triangle" w="med" len="med"/>
          </a:ln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35" name="Freeform 133">
            <a:extLst>
              <a:ext uri="{FF2B5EF4-FFF2-40B4-BE49-F238E27FC236}">
                <a16:creationId xmlns:a16="http://schemas.microsoft.com/office/drawing/2014/main" id="{3354DF46-8DA4-4BE9-B42B-00BA7A7E70F4}"/>
              </a:ext>
            </a:extLst>
          </p:cNvPr>
          <p:cNvSpPr>
            <a:spLocks/>
          </p:cNvSpPr>
          <p:nvPr/>
        </p:nvSpPr>
        <p:spPr bwMode="auto">
          <a:xfrm>
            <a:off x="1405772" y="3164262"/>
            <a:ext cx="1903719" cy="1347086"/>
          </a:xfrm>
          <a:custGeom>
            <a:avLst/>
            <a:gdLst>
              <a:gd name="T0" fmla="*/ 2147483647 w 1091"/>
              <a:gd name="T1" fmla="*/ 2147483647 h 772"/>
              <a:gd name="T2" fmla="*/ 2147483647 w 1091"/>
              <a:gd name="T3" fmla="*/ 2147483647 h 772"/>
              <a:gd name="T4" fmla="*/ 2147483647 w 1091"/>
              <a:gd name="T5" fmla="*/ 2147483647 h 772"/>
              <a:gd name="T6" fmla="*/ 2147483647 w 1091"/>
              <a:gd name="T7" fmla="*/ 2147483647 h 772"/>
              <a:gd name="T8" fmla="*/ 2147483647 w 1091"/>
              <a:gd name="T9" fmla="*/ 2147483647 h 772"/>
              <a:gd name="T10" fmla="*/ 2147483647 w 1091"/>
              <a:gd name="T11" fmla="*/ 2147483647 h 772"/>
              <a:gd name="T12" fmla="*/ 2147483647 w 1091"/>
              <a:gd name="T13" fmla="*/ 2147483647 h 772"/>
              <a:gd name="T14" fmla="*/ 2147483647 w 1091"/>
              <a:gd name="T15" fmla="*/ 2147483647 h 772"/>
              <a:gd name="T16" fmla="*/ 2147483647 w 1091"/>
              <a:gd name="T17" fmla="*/ 2147483647 h 772"/>
              <a:gd name="T18" fmla="*/ 2147483647 w 1091"/>
              <a:gd name="T19" fmla="*/ 2147483647 h 772"/>
              <a:gd name="T20" fmla="*/ 2147483647 w 1091"/>
              <a:gd name="T21" fmla="*/ 2147483647 h 77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091"/>
              <a:gd name="T34" fmla="*/ 0 h 772"/>
              <a:gd name="T35" fmla="*/ 1091 w 1091"/>
              <a:gd name="T36" fmla="*/ 772 h 77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091" h="772">
                <a:moveTo>
                  <a:pt x="27" y="772"/>
                </a:moveTo>
                <a:cubicBezTo>
                  <a:pt x="15" y="563"/>
                  <a:pt x="0" y="358"/>
                  <a:pt x="67" y="156"/>
                </a:cubicBezTo>
                <a:cubicBezTo>
                  <a:pt x="70" y="132"/>
                  <a:pt x="72" y="108"/>
                  <a:pt x="75" y="84"/>
                </a:cubicBezTo>
                <a:cubicBezTo>
                  <a:pt x="87" y="0"/>
                  <a:pt x="141" y="26"/>
                  <a:pt x="227" y="20"/>
                </a:cubicBezTo>
                <a:cubicBezTo>
                  <a:pt x="304" y="23"/>
                  <a:pt x="382" y="23"/>
                  <a:pt x="459" y="28"/>
                </a:cubicBezTo>
                <a:cubicBezTo>
                  <a:pt x="517" y="32"/>
                  <a:pt x="566" y="66"/>
                  <a:pt x="619" y="84"/>
                </a:cubicBezTo>
                <a:cubicBezTo>
                  <a:pt x="630" y="92"/>
                  <a:pt x="639" y="102"/>
                  <a:pt x="651" y="108"/>
                </a:cubicBezTo>
                <a:cubicBezTo>
                  <a:pt x="666" y="116"/>
                  <a:pt x="685" y="115"/>
                  <a:pt x="699" y="124"/>
                </a:cubicBezTo>
                <a:cubicBezTo>
                  <a:pt x="755" y="162"/>
                  <a:pt x="814" y="198"/>
                  <a:pt x="875" y="228"/>
                </a:cubicBezTo>
                <a:cubicBezTo>
                  <a:pt x="899" y="265"/>
                  <a:pt x="935" y="272"/>
                  <a:pt x="971" y="292"/>
                </a:cubicBezTo>
                <a:cubicBezTo>
                  <a:pt x="1017" y="318"/>
                  <a:pt x="1037" y="348"/>
                  <a:pt x="1091" y="348"/>
                </a:cubicBezTo>
              </a:path>
            </a:pathLst>
          </a:custGeom>
          <a:noFill/>
          <a:ln w="57150">
            <a:solidFill>
              <a:srgbClr val="FF99CC"/>
            </a:solidFill>
            <a:prstDash val="sysDot"/>
            <a:round/>
            <a:headEnd/>
            <a:tailEnd type="triangle" w="med" len="med"/>
          </a:ln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36" name="Rectangle 134">
            <a:extLst>
              <a:ext uri="{FF2B5EF4-FFF2-40B4-BE49-F238E27FC236}">
                <a16:creationId xmlns:a16="http://schemas.microsoft.com/office/drawing/2014/main" id="{DEB29854-CE72-440A-BC86-689D3D3E4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2257" y="4704598"/>
            <a:ext cx="251270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>
                <a:solidFill>
                  <a:prstClr val="black"/>
                </a:solidFill>
                <a:latin typeface="微软雅黑"/>
                <a:ea typeface="微软雅黑"/>
              </a:rPr>
              <a:t>D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19BB9149-C182-4737-9C62-B5678B40FBCD}"/>
              </a:ext>
            </a:extLst>
          </p:cNvPr>
          <p:cNvGrpSpPr>
            <a:grpSpLocks/>
          </p:cNvGrpSpPr>
          <p:nvPr/>
        </p:nvGrpSpPr>
        <p:grpSpPr bwMode="auto">
          <a:xfrm>
            <a:off x="4286651" y="4748658"/>
            <a:ext cx="251270" cy="335027"/>
            <a:chOff x="5040" y="2688"/>
            <a:chExt cx="144" cy="192"/>
          </a:xfrm>
        </p:grpSpPr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581A6109-CCBA-4296-8DB2-5E7673AA0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2688"/>
              <a:ext cx="144" cy="192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D</a:t>
              </a:r>
            </a:p>
          </p:txBody>
        </p:sp>
        <p:sp>
          <p:nvSpPr>
            <p:cNvPr id="139" name="Line 138">
              <a:extLst>
                <a:ext uri="{FF2B5EF4-FFF2-40B4-BE49-F238E27FC236}">
                  <a16:creationId xmlns:a16="http://schemas.microsoft.com/office/drawing/2014/main" id="{7FA521A2-F2AB-44F1-A78B-98298016B2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40" name="Group 141">
            <a:extLst>
              <a:ext uri="{FF2B5EF4-FFF2-40B4-BE49-F238E27FC236}">
                <a16:creationId xmlns:a16="http://schemas.microsoft.com/office/drawing/2014/main" id="{BFB22CC1-9CDD-4CE2-AFD4-6C41F593F988}"/>
              </a:ext>
            </a:extLst>
          </p:cNvPr>
          <p:cNvGrpSpPr>
            <a:grpSpLocks/>
          </p:cNvGrpSpPr>
          <p:nvPr/>
        </p:nvGrpSpPr>
        <p:grpSpPr bwMode="auto">
          <a:xfrm>
            <a:off x="4496043" y="4162362"/>
            <a:ext cx="418783" cy="335027"/>
            <a:chOff x="4392" y="2248"/>
            <a:chExt cx="240" cy="192"/>
          </a:xfrm>
        </p:grpSpPr>
        <p:grpSp>
          <p:nvGrpSpPr>
            <p:cNvPr id="141" name="Group 95">
              <a:extLst>
                <a:ext uri="{FF2B5EF4-FFF2-40B4-BE49-F238E27FC236}">
                  <a16:creationId xmlns:a16="http://schemas.microsoft.com/office/drawing/2014/main" id="{3A36CA26-A47F-43A4-B005-64F3905A8B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6" y="2392"/>
              <a:ext cx="96" cy="48"/>
              <a:chOff x="3888" y="2832"/>
              <a:chExt cx="96" cy="48"/>
            </a:xfrm>
          </p:grpSpPr>
          <p:sp>
            <p:nvSpPr>
              <p:cNvPr id="144" name="Line 96">
                <a:extLst>
                  <a:ext uri="{FF2B5EF4-FFF2-40B4-BE49-F238E27FC236}">
                    <a16:creationId xmlns:a16="http://schemas.microsoft.com/office/drawing/2014/main" id="{CC8ACF5A-1C27-4389-8BA2-173BC2703B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2832"/>
                <a:ext cx="96" cy="0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45" name="Line 97">
                <a:extLst>
                  <a:ext uri="{FF2B5EF4-FFF2-40B4-BE49-F238E27FC236}">
                    <a16:creationId xmlns:a16="http://schemas.microsoft.com/office/drawing/2014/main" id="{6173162B-867E-403F-90E1-A3AB2420DB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2880"/>
                <a:ext cx="96" cy="0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142" name="Line 98">
              <a:extLst>
                <a:ext uri="{FF2B5EF4-FFF2-40B4-BE49-F238E27FC236}">
                  <a16:creationId xmlns:a16="http://schemas.microsoft.com/office/drawing/2014/main" id="{A7C2918D-F80A-41B8-8339-40B21A862BC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584" y="2248"/>
              <a:ext cx="0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43" name="Line 99">
              <a:extLst>
                <a:ext uri="{FF2B5EF4-FFF2-40B4-BE49-F238E27FC236}">
                  <a16:creationId xmlns:a16="http://schemas.microsoft.com/office/drawing/2014/main" id="{7F641CB7-3870-482F-959C-7F4A9B83456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92" y="2248"/>
              <a:ext cx="19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46" name="Rectangle 122">
            <a:extLst>
              <a:ext uri="{FF2B5EF4-FFF2-40B4-BE49-F238E27FC236}">
                <a16:creationId xmlns:a16="http://schemas.microsoft.com/office/drawing/2014/main" id="{312E6D54-0587-4280-A77B-33F7C1275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8855" y="1178009"/>
            <a:ext cx="335027" cy="33502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>
                <a:solidFill>
                  <a:srgbClr val="954F72"/>
                </a:solidFill>
                <a:latin typeface="微软雅黑"/>
                <a:ea typeface="微软雅黑"/>
              </a:rPr>
              <a:t>E</a:t>
            </a:r>
            <a:r>
              <a:rPr lang="en-US" altLang="zh-CN" sz="1600" baseline="-25000" dirty="0">
                <a:solidFill>
                  <a:srgbClr val="954F72"/>
                </a:solidFill>
                <a:latin typeface="微软雅黑"/>
                <a:ea typeface="微软雅黑"/>
              </a:rPr>
              <a:t>D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47" name="Line 128">
            <a:extLst>
              <a:ext uri="{FF2B5EF4-FFF2-40B4-BE49-F238E27FC236}">
                <a16:creationId xmlns:a16="http://schemas.microsoft.com/office/drawing/2014/main" id="{2C5099AE-AAD6-43B7-B06A-3A4C9627F7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73695" y="3366673"/>
            <a:ext cx="2121836" cy="13959"/>
          </a:xfrm>
          <a:prstGeom prst="line">
            <a:avLst/>
          </a:prstGeom>
          <a:noFill/>
          <a:ln w="76200">
            <a:solidFill>
              <a:srgbClr val="0000FF"/>
            </a:solidFill>
            <a:prstDash val="sysDot"/>
            <a:round/>
            <a:headEnd/>
            <a:tailEnd type="none" w="med" len="med"/>
          </a:ln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48" name="Line 129">
            <a:extLst>
              <a:ext uri="{FF2B5EF4-FFF2-40B4-BE49-F238E27FC236}">
                <a16:creationId xmlns:a16="http://schemas.microsoft.com/office/drawing/2014/main" id="{B8365E08-943B-4E1E-A4AB-86430E1E6AB4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3898" y="3352714"/>
            <a:ext cx="0" cy="2596456"/>
          </a:xfrm>
          <a:prstGeom prst="line">
            <a:avLst/>
          </a:prstGeom>
          <a:noFill/>
          <a:ln w="76200">
            <a:solidFill>
              <a:srgbClr val="0000FF"/>
            </a:solidFill>
            <a:prstDash val="sysDot"/>
            <a:round/>
            <a:headEnd/>
            <a:tailEnd type="triangle" w="med" len="med"/>
          </a:ln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149" name="Group 25">
            <a:extLst>
              <a:ext uri="{FF2B5EF4-FFF2-40B4-BE49-F238E27FC236}">
                <a16:creationId xmlns:a16="http://schemas.microsoft.com/office/drawing/2014/main" id="{9FBE0219-D7A0-4955-AD61-282D737E37ED}"/>
              </a:ext>
            </a:extLst>
          </p:cNvPr>
          <p:cNvGrpSpPr>
            <a:grpSpLocks/>
          </p:cNvGrpSpPr>
          <p:nvPr/>
        </p:nvGrpSpPr>
        <p:grpSpPr bwMode="auto">
          <a:xfrm>
            <a:off x="1650122" y="2487557"/>
            <a:ext cx="2763970" cy="418783"/>
            <a:chOff x="2040" y="1728"/>
            <a:chExt cx="1584" cy="240"/>
          </a:xfrm>
        </p:grpSpPr>
        <p:grpSp>
          <p:nvGrpSpPr>
            <p:cNvPr id="150" name="Group 26">
              <a:extLst>
                <a:ext uri="{FF2B5EF4-FFF2-40B4-BE49-F238E27FC236}">
                  <a16:creationId xmlns:a16="http://schemas.microsoft.com/office/drawing/2014/main" id="{1301F38D-490B-4702-9917-6A48AC25D59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2016" y="1752"/>
              <a:ext cx="240" cy="192"/>
              <a:chOff x="3360" y="2544"/>
              <a:chExt cx="240" cy="192"/>
            </a:xfrm>
          </p:grpSpPr>
          <p:sp>
            <p:nvSpPr>
              <p:cNvPr id="157" name="Line 27">
                <a:extLst>
                  <a:ext uri="{FF2B5EF4-FFF2-40B4-BE49-F238E27FC236}">
                    <a16:creationId xmlns:a16="http://schemas.microsoft.com/office/drawing/2014/main" id="{60F1E973-102F-443F-AE9D-AD2FBE9B72A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58" name="Line 28">
                <a:extLst>
                  <a:ext uri="{FF2B5EF4-FFF2-40B4-BE49-F238E27FC236}">
                    <a16:creationId xmlns:a16="http://schemas.microsoft.com/office/drawing/2014/main" id="{52900F57-6BF6-4057-A7F8-B71D91716B9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59" name="Line 29">
                <a:extLst>
                  <a:ext uri="{FF2B5EF4-FFF2-40B4-BE49-F238E27FC236}">
                    <a16:creationId xmlns:a16="http://schemas.microsoft.com/office/drawing/2014/main" id="{62A60C82-2AA5-4D28-B690-96F91B0546D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60" name="Line 30">
                <a:extLst>
                  <a:ext uri="{FF2B5EF4-FFF2-40B4-BE49-F238E27FC236}">
                    <a16:creationId xmlns:a16="http://schemas.microsoft.com/office/drawing/2014/main" id="{84EA4A82-517A-4FE9-BCC5-D58334518A8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91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61" name="Line 31">
                <a:extLst>
                  <a:ext uri="{FF2B5EF4-FFF2-40B4-BE49-F238E27FC236}">
                    <a16:creationId xmlns:a16="http://schemas.microsoft.com/office/drawing/2014/main" id="{D0FD4B0B-1DAB-4CE9-8DBF-8C3F9AA2656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151" name="Group 32">
              <a:extLst>
                <a:ext uri="{FF2B5EF4-FFF2-40B4-BE49-F238E27FC236}">
                  <a16:creationId xmlns:a16="http://schemas.microsoft.com/office/drawing/2014/main" id="{9E6507CF-41F1-4CCD-86F2-7CDB8C1511D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6200000" flipV="1">
              <a:off x="3408" y="1752"/>
              <a:ext cx="240" cy="192"/>
              <a:chOff x="3360" y="2544"/>
              <a:chExt cx="240" cy="192"/>
            </a:xfrm>
          </p:grpSpPr>
          <p:sp>
            <p:nvSpPr>
              <p:cNvPr id="152" name="Line 33">
                <a:extLst>
                  <a:ext uri="{FF2B5EF4-FFF2-40B4-BE49-F238E27FC236}">
                    <a16:creationId xmlns:a16="http://schemas.microsoft.com/office/drawing/2014/main" id="{0EAC49E6-DB87-405E-BD69-18D6926CE8F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56" y="2544"/>
                <a:ext cx="0" cy="192"/>
              </a:xfrm>
              <a:prstGeom prst="line">
                <a:avLst/>
              </a:prstGeom>
              <a:noFill/>
              <a:ln w="28575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53" name="Line 34">
                <a:extLst>
                  <a:ext uri="{FF2B5EF4-FFF2-40B4-BE49-F238E27FC236}">
                    <a16:creationId xmlns:a16="http://schemas.microsoft.com/office/drawing/2014/main" id="{EF524D9B-55E4-48E3-993A-EBDA6E9FB9C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592"/>
                <a:ext cx="0" cy="96"/>
              </a:xfrm>
              <a:prstGeom prst="line">
                <a:avLst/>
              </a:prstGeom>
              <a:noFill/>
              <a:ln w="28575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54" name="Line 35">
                <a:extLst>
                  <a:ext uri="{FF2B5EF4-FFF2-40B4-BE49-F238E27FC236}">
                    <a16:creationId xmlns:a16="http://schemas.microsoft.com/office/drawing/2014/main" id="{16F11593-4DAE-4FB5-894E-4189515B50B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592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55" name="Line 36">
                <a:extLst>
                  <a:ext uri="{FF2B5EF4-FFF2-40B4-BE49-F238E27FC236}">
                    <a16:creationId xmlns:a16="http://schemas.microsoft.com/office/drawing/2014/main" id="{7043B286-5829-4969-946E-80B288FB6CE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360" y="2691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56" name="Line 37">
                <a:extLst>
                  <a:ext uri="{FF2B5EF4-FFF2-40B4-BE49-F238E27FC236}">
                    <a16:creationId xmlns:a16="http://schemas.microsoft.com/office/drawing/2014/main" id="{16286312-9762-48A2-8ECF-D8558B0D1A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504" y="2640"/>
                <a:ext cx="96" cy="0"/>
              </a:xfrm>
              <a:prstGeom prst="line">
                <a:avLst/>
              </a:prstGeom>
              <a:noFill/>
              <a:ln w="19050" cap="sq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162" name="组合 161">
            <a:extLst>
              <a:ext uri="{FF2B5EF4-FFF2-40B4-BE49-F238E27FC236}">
                <a16:creationId xmlns:a16="http://schemas.microsoft.com/office/drawing/2014/main" id="{9712E293-8285-4E2D-AC3D-A87A2572D0F2}"/>
              </a:ext>
            </a:extLst>
          </p:cNvPr>
          <p:cNvGrpSpPr/>
          <p:nvPr/>
        </p:nvGrpSpPr>
        <p:grpSpPr>
          <a:xfrm>
            <a:off x="978263" y="1649661"/>
            <a:ext cx="4104076" cy="335027"/>
            <a:chOff x="2215403" y="1484345"/>
            <a:chExt cx="4104076" cy="335027"/>
          </a:xfrm>
        </p:grpSpPr>
        <p:grpSp>
          <p:nvGrpSpPr>
            <p:cNvPr id="163" name="Group 101">
              <a:extLst>
                <a:ext uri="{FF2B5EF4-FFF2-40B4-BE49-F238E27FC236}">
                  <a16:creationId xmlns:a16="http://schemas.microsoft.com/office/drawing/2014/main" id="{C3224BCF-4B54-494A-AB0D-5FB939E005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1853" y="1484345"/>
              <a:ext cx="3769050" cy="335027"/>
              <a:chOff x="1752" y="1248"/>
              <a:chExt cx="2160" cy="192"/>
            </a:xfrm>
          </p:grpSpPr>
          <p:grpSp>
            <p:nvGrpSpPr>
              <p:cNvPr id="167" name="Group 102">
                <a:extLst>
                  <a:ext uri="{FF2B5EF4-FFF2-40B4-BE49-F238E27FC236}">
                    <a16:creationId xmlns:a16="http://schemas.microsoft.com/office/drawing/2014/main" id="{A7B42437-D93E-436A-B66C-E6B1C29A632B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752" y="1248"/>
                <a:ext cx="240" cy="192"/>
                <a:chOff x="4032" y="2544"/>
                <a:chExt cx="240" cy="192"/>
              </a:xfrm>
            </p:grpSpPr>
            <p:sp>
              <p:nvSpPr>
                <p:cNvPr id="174" name="Line 103">
                  <a:extLst>
                    <a:ext uri="{FF2B5EF4-FFF2-40B4-BE49-F238E27FC236}">
                      <a16:creationId xmlns:a16="http://schemas.microsoft.com/office/drawing/2014/main" id="{5246EC8F-21E5-4AAE-B1D9-D8676B5ABA1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544"/>
                  <a:ext cx="0" cy="19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75" name="Line 104">
                  <a:extLst>
                    <a:ext uri="{FF2B5EF4-FFF2-40B4-BE49-F238E27FC236}">
                      <a16:creationId xmlns:a16="http://schemas.microsoft.com/office/drawing/2014/main" id="{F3495759-26FA-4FFC-B92C-BA2C289FC57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28" y="2592"/>
                  <a:ext cx="0" cy="96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76" name="Line 105">
                  <a:extLst>
                    <a:ext uri="{FF2B5EF4-FFF2-40B4-BE49-F238E27FC236}">
                      <a16:creationId xmlns:a16="http://schemas.microsoft.com/office/drawing/2014/main" id="{FF913215-984F-46A3-94CE-5C300A36482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592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77" name="Line 106">
                  <a:extLst>
                    <a:ext uri="{FF2B5EF4-FFF2-40B4-BE49-F238E27FC236}">
                      <a16:creationId xmlns:a16="http://schemas.microsoft.com/office/drawing/2014/main" id="{DBE97502-970A-4E0F-B282-CA0674FACCF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688"/>
                  <a:ext cx="96" cy="0"/>
                </a:xfrm>
                <a:prstGeom prst="line">
                  <a:avLst/>
                </a:prstGeom>
                <a:noFill/>
                <a:ln w="19050" cap="sq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78" name="Line 107">
                  <a:extLst>
                    <a:ext uri="{FF2B5EF4-FFF2-40B4-BE49-F238E27FC236}">
                      <a16:creationId xmlns:a16="http://schemas.microsoft.com/office/drawing/2014/main" id="{F8452402-B287-4649-B21B-354226CE02B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032" y="264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168" name="Group 108">
                <a:extLst>
                  <a:ext uri="{FF2B5EF4-FFF2-40B4-BE49-F238E27FC236}">
                    <a16:creationId xmlns:a16="http://schemas.microsoft.com/office/drawing/2014/main" id="{7379B3DE-8E70-4CDD-9696-07FCDC4A8997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672" y="1248"/>
                <a:ext cx="240" cy="192"/>
                <a:chOff x="3360" y="2544"/>
                <a:chExt cx="240" cy="192"/>
              </a:xfrm>
            </p:grpSpPr>
            <p:sp>
              <p:nvSpPr>
                <p:cNvPr id="169" name="Line 109">
                  <a:extLst>
                    <a:ext uri="{FF2B5EF4-FFF2-40B4-BE49-F238E27FC236}">
                      <a16:creationId xmlns:a16="http://schemas.microsoft.com/office/drawing/2014/main" id="{505B05BA-614C-4913-B6FE-448DF38ABF5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456" y="2544"/>
                  <a:ext cx="0" cy="19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70" name="Line 110">
                  <a:extLst>
                    <a:ext uri="{FF2B5EF4-FFF2-40B4-BE49-F238E27FC236}">
                      <a16:creationId xmlns:a16="http://schemas.microsoft.com/office/drawing/2014/main" id="{8EC35632-719F-495D-86CE-4B29C90F7CF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592"/>
                  <a:ext cx="0" cy="96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71" name="Line 111">
                  <a:extLst>
                    <a:ext uri="{FF2B5EF4-FFF2-40B4-BE49-F238E27FC236}">
                      <a16:creationId xmlns:a16="http://schemas.microsoft.com/office/drawing/2014/main" id="{DBC86FD0-74D8-402E-8D5E-7AE8A9A6D56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592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72" name="Line 112">
                  <a:extLst>
                    <a:ext uri="{FF2B5EF4-FFF2-40B4-BE49-F238E27FC236}">
                      <a16:creationId xmlns:a16="http://schemas.microsoft.com/office/drawing/2014/main" id="{58832BD4-28EC-4FB3-ACF2-0B69681A1A1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688"/>
                  <a:ext cx="96" cy="0"/>
                </a:xfrm>
                <a:prstGeom prst="line">
                  <a:avLst/>
                </a:prstGeom>
                <a:noFill/>
                <a:ln w="19050" cap="sq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73" name="Line 113">
                  <a:extLst>
                    <a:ext uri="{FF2B5EF4-FFF2-40B4-BE49-F238E27FC236}">
                      <a16:creationId xmlns:a16="http://schemas.microsoft.com/office/drawing/2014/main" id="{8537B394-B097-4D4D-9433-6ECB069E4DE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64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</p:grpSp>
        <p:grpSp>
          <p:nvGrpSpPr>
            <p:cNvPr id="164" name="组合 163">
              <a:extLst>
                <a:ext uri="{FF2B5EF4-FFF2-40B4-BE49-F238E27FC236}">
                  <a16:creationId xmlns:a16="http://schemas.microsoft.com/office/drawing/2014/main" id="{429D70FD-ECC1-4519-B8ED-272CC0CF7738}"/>
                </a:ext>
              </a:extLst>
            </p:cNvPr>
            <p:cNvGrpSpPr/>
            <p:nvPr/>
          </p:nvGrpSpPr>
          <p:grpSpPr>
            <a:xfrm>
              <a:off x="2215403" y="1650882"/>
              <a:ext cx="4104076" cy="0"/>
              <a:chOff x="2215403" y="1651859"/>
              <a:chExt cx="4104076" cy="0"/>
            </a:xfrm>
          </p:grpSpPr>
          <p:sp>
            <p:nvSpPr>
              <p:cNvPr id="165" name="Line 116">
                <a:extLst>
                  <a:ext uri="{FF2B5EF4-FFF2-40B4-BE49-F238E27FC236}">
                    <a16:creationId xmlns:a16="http://schemas.microsoft.com/office/drawing/2014/main" id="{A455B64F-D57F-496B-900C-FCD9F5BD4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15403" y="1651859"/>
                <a:ext cx="16751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oval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66" name="Line 117">
                <a:extLst>
                  <a:ext uri="{FF2B5EF4-FFF2-40B4-BE49-F238E27FC236}">
                    <a16:creationId xmlns:a16="http://schemas.microsoft.com/office/drawing/2014/main" id="{39234587-156D-41B3-8EB6-5E37E34863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151966" y="1651859"/>
                <a:ext cx="16751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 type="oval" w="med" len="med"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179" name="组合 178">
            <a:extLst>
              <a:ext uri="{FF2B5EF4-FFF2-40B4-BE49-F238E27FC236}">
                <a16:creationId xmlns:a16="http://schemas.microsoft.com/office/drawing/2014/main" id="{B8EE648A-5779-4C2B-B9D2-0EF44C3CDFF2}"/>
              </a:ext>
            </a:extLst>
          </p:cNvPr>
          <p:cNvGrpSpPr/>
          <p:nvPr/>
        </p:nvGrpSpPr>
        <p:grpSpPr>
          <a:xfrm>
            <a:off x="936385" y="2403468"/>
            <a:ext cx="4187833" cy="83758"/>
            <a:chOff x="2173523" y="2042886"/>
            <a:chExt cx="4187833" cy="83758"/>
          </a:xfrm>
        </p:grpSpPr>
        <p:sp>
          <p:nvSpPr>
            <p:cNvPr id="180" name="Line 92">
              <a:extLst>
                <a:ext uri="{FF2B5EF4-FFF2-40B4-BE49-F238E27FC236}">
                  <a16:creationId xmlns:a16="http://schemas.microsoft.com/office/drawing/2014/main" id="{D2292B57-DF3F-46A0-B30C-8AF7D64F51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3523" y="2043124"/>
              <a:ext cx="418783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81" name="Line 45">
              <a:extLst>
                <a:ext uri="{FF2B5EF4-FFF2-40B4-BE49-F238E27FC236}">
                  <a16:creationId xmlns:a16="http://schemas.microsoft.com/office/drawing/2014/main" id="{60F1DFB9-71BB-4D2F-8D0D-9CB7CDE8B8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2970" y="2042887"/>
              <a:ext cx="0" cy="837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82" name="Line 45">
              <a:extLst>
                <a:ext uri="{FF2B5EF4-FFF2-40B4-BE49-F238E27FC236}">
                  <a16:creationId xmlns:a16="http://schemas.microsoft.com/office/drawing/2014/main" id="{E95DC5E6-F570-4D0F-8B72-F2746DB80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4008" y="2042886"/>
              <a:ext cx="0" cy="837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183" name="组合 182">
            <a:extLst>
              <a:ext uri="{FF2B5EF4-FFF2-40B4-BE49-F238E27FC236}">
                <a16:creationId xmlns:a16="http://schemas.microsoft.com/office/drawing/2014/main" id="{D27EF537-ECBB-4515-8D2F-0FFB12EBDAAC}"/>
              </a:ext>
            </a:extLst>
          </p:cNvPr>
          <p:cNvGrpSpPr/>
          <p:nvPr/>
        </p:nvGrpSpPr>
        <p:grpSpPr>
          <a:xfrm>
            <a:off x="1141899" y="1893669"/>
            <a:ext cx="3769049" cy="3365538"/>
            <a:chOff x="2382916" y="1720344"/>
            <a:chExt cx="3769049" cy="3365538"/>
          </a:xfrm>
        </p:grpSpPr>
        <p:grpSp>
          <p:nvGrpSpPr>
            <p:cNvPr id="184" name="组合 183">
              <a:extLst>
                <a:ext uri="{FF2B5EF4-FFF2-40B4-BE49-F238E27FC236}">
                  <a16:creationId xmlns:a16="http://schemas.microsoft.com/office/drawing/2014/main" id="{39B4763C-7D88-4BD7-A15C-501221ECB392}"/>
                </a:ext>
              </a:extLst>
            </p:cNvPr>
            <p:cNvGrpSpPr/>
            <p:nvPr/>
          </p:nvGrpSpPr>
          <p:grpSpPr>
            <a:xfrm>
              <a:off x="2382916" y="1720344"/>
              <a:ext cx="3769049" cy="3365538"/>
              <a:chOff x="2382916" y="1720344"/>
              <a:chExt cx="3769049" cy="3365538"/>
            </a:xfrm>
          </p:grpSpPr>
          <p:grpSp>
            <p:nvGrpSpPr>
              <p:cNvPr id="187" name="组合 186">
                <a:extLst>
                  <a:ext uri="{FF2B5EF4-FFF2-40B4-BE49-F238E27FC236}">
                    <a16:creationId xmlns:a16="http://schemas.microsoft.com/office/drawing/2014/main" id="{34AEB9A1-D1B5-4B7E-9E69-ACDF032D2C9F}"/>
                  </a:ext>
                </a:extLst>
              </p:cNvPr>
              <p:cNvGrpSpPr/>
              <p:nvPr/>
            </p:nvGrpSpPr>
            <p:grpSpPr>
              <a:xfrm>
                <a:off x="5733182" y="1720344"/>
                <a:ext cx="418783" cy="3365538"/>
                <a:chOff x="5733182" y="1720344"/>
                <a:chExt cx="418783" cy="3365538"/>
              </a:xfrm>
            </p:grpSpPr>
            <p:sp>
              <p:nvSpPr>
                <p:cNvPr id="196" name="Line 38">
                  <a:extLst>
                    <a:ext uri="{FF2B5EF4-FFF2-40B4-BE49-F238E27FC236}">
                      <a16:creationId xmlns:a16="http://schemas.microsoft.com/office/drawing/2014/main" id="{37E6F74C-1B23-4515-ACB1-A460422692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33183" y="1720344"/>
                  <a:ext cx="0" cy="3365538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grpSp>
              <p:nvGrpSpPr>
                <p:cNvPr id="197" name="Group 141">
                  <a:extLst>
                    <a:ext uri="{FF2B5EF4-FFF2-40B4-BE49-F238E27FC236}">
                      <a16:creationId xmlns:a16="http://schemas.microsoft.com/office/drawing/2014/main" id="{A18420D4-6FDC-4863-9389-F1883D52C2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733182" y="3990065"/>
                  <a:ext cx="418783" cy="335027"/>
                  <a:chOff x="4392" y="2248"/>
                  <a:chExt cx="240" cy="192"/>
                </a:xfrm>
              </p:grpSpPr>
              <p:grpSp>
                <p:nvGrpSpPr>
                  <p:cNvPr id="198" name="Group 95">
                    <a:extLst>
                      <a:ext uri="{FF2B5EF4-FFF2-40B4-BE49-F238E27FC236}">
                        <a16:creationId xmlns:a16="http://schemas.microsoft.com/office/drawing/2014/main" id="{77125302-8EAB-4A6F-8404-755D0EE434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536" y="2392"/>
                    <a:ext cx="96" cy="48"/>
                    <a:chOff x="3888" y="2832"/>
                    <a:chExt cx="96" cy="48"/>
                  </a:xfrm>
                </p:grpSpPr>
                <p:sp>
                  <p:nvSpPr>
                    <p:cNvPr id="201" name="Line 96">
                      <a:extLst>
                        <a:ext uri="{FF2B5EF4-FFF2-40B4-BE49-F238E27FC236}">
                          <a16:creationId xmlns:a16="http://schemas.microsoft.com/office/drawing/2014/main" id="{FB6BE551-0EBD-4EDA-8F1F-DCA02028E5B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888" y="2832"/>
                      <a:ext cx="96" cy="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zh-CN" altLang="en-US">
                        <a:solidFill>
                          <a:prstClr val="black"/>
                        </a:solidFill>
                        <a:latin typeface="微软雅黑"/>
                        <a:ea typeface="微软雅黑"/>
                      </a:endParaRPr>
                    </a:p>
                  </p:txBody>
                </p:sp>
                <p:sp>
                  <p:nvSpPr>
                    <p:cNvPr id="202" name="Line 97">
                      <a:extLst>
                        <a:ext uri="{FF2B5EF4-FFF2-40B4-BE49-F238E27FC236}">
                          <a16:creationId xmlns:a16="http://schemas.microsoft.com/office/drawing/2014/main" id="{A8E1E5ED-B9F6-46D1-A218-F0F53947126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888" y="2880"/>
                      <a:ext cx="96" cy="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zh-CN" altLang="en-US">
                        <a:solidFill>
                          <a:prstClr val="black"/>
                        </a:solidFill>
                        <a:latin typeface="微软雅黑"/>
                        <a:ea typeface="微软雅黑"/>
                      </a:endParaRPr>
                    </a:p>
                  </p:txBody>
                </p:sp>
              </p:grpSp>
              <p:sp>
                <p:nvSpPr>
                  <p:cNvPr id="199" name="Line 98">
                    <a:extLst>
                      <a:ext uri="{FF2B5EF4-FFF2-40B4-BE49-F238E27FC236}">
                        <a16:creationId xmlns:a16="http://schemas.microsoft.com/office/drawing/2014/main" id="{7D5FAE08-C34E-49F7-A2C6-4F2E078D56C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584" y="2248"/>
                    <a:ext cx="0" cy="144"/>
                  </a:xfrm>
                  <a:prstGeom prst="line">
                    <a:avLst/>
                  </a:prstGeom>
                  <a:noFill/>
                  <a:ln w="19050" cap="sq">
                    <a:solidFill>
                      <a:srgbClr val="FF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zh-CN" altLang="en-US">
                      <a:solidFill>
                        <a:prstClr val="black"/>
                      </a:solidFill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200" name="Line 99">
                    <a:extLst>
                      <a:ext uri="{FF2B5EF4-FFF2-40B4-BE49-F238E27FC236}">
                        <a16:creationId xmlns:a16="http://schemas.microsoft.com/office/drawing/2014/main" id="{BC891056-B281-42D4-A222-DBB27C99239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392" y="2248"/>
                    <a:ext cx="192" cy="0"/>
                  </a:xfrm>
                  <a:prstGeom prst="line">
                    <a:avLst/>
                  </a:prstGeom>
                  <a:noFill/>
                  <a:ln w="19050" cap="sq">
                    <a:solidFill>
                      <a:srgbClr val="FF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zh-CN" altLang="en-US">
                      <a:solidFill>
                        <a:prstClr val="black"/>
                      </a:solidFill>
                      <a:latin typeface="微软雅黑"/>
                      <a:ea typeface="微软雅黑"/>
                    </a:endParaRPr>
                  </a:p>
                </p:txBody>
              </p:sp>
            </p:grpSp>
          </p:grpSp>
          <p:grpSp>
            <p:nvGrpSpPr>
              <p:cNvPr id="188" name="组合 187">
                <a:extLst>
                  <a:ext uri="{FF2B5EF4-FFF2-40B4-BE49-F238E27FC236}">
                    <a16:creationId xmlns:a16="http://schemas.microsoft.com/office/drawing/2014/main" id="{42DF6052-35A3-4A9A-A861-D53AF8697E00}"/>
                  </a:ext>
                </a:extLst>
              </p:cNvPr>
              <p:cNvGrpSpPr/>
              <p:nvPr/>
            </p:nvGrpSpPr>
            <p:grpSpPr>
              <a:xfrm>
                <a:off x="2382916" y="1745140"/>
                <a:ext cx="418784" cy="3325470"/>
                <a:chOff x="2382916" y="1745140"/>
                <a:chExt cx="418784" cy="3325470"/>
              </a:xfrm>
            </p:grpSpPr>
            <p:sp>
              <p:nvSpPr>
                <p:cNvPr id="189" name="Line 38">
                  <a:extLst>
                    <a:ext uri="{FF2B5EF4-FFF2-40B4-BE49-F238E27FC236}">
                      <a16:creationId xmlns:a16="http://schemas.microsoft.com/office/drawing/2014/main" id="{F8F7210E-DDBB-417C-949B-A8DE88BC0A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01700" y="1745140"/>
                  <a:ext cx="0" cy="3325470"/>
                </a:xfrm>
                <a:prstGeom prst="line">
                  <a:avLst/>
                </a:prstGeom>
                <a:noFill/>
                <a:ln w="38100" cap="sq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grpSp>
              <p:nvGrpSpPr>
                <p:cNvPr id="190" name="组合 189">
                  <a:extLst>
                    <a:ext uri="{FF2B5EF4-FFF2-40B4-BE49-F238E27FC236}">
                      <a16:creationId xmlns:a16="http://schemas.microsoft.com/office/drawing/2014/main" id="{10AA2EA0-5C37-428F-8678-2B0D386D2E3F}"/>
                    </a:ext>
                  </a:extLst>
                </p:cNvPr>
                <p:cNvGrpSpPr/>
                <p:nvPr/>
              </p:nvGrpSpPr>
              <p:grpSpPr>
                <a:xfrm>
                  <a:off x="2382916" y="3987206"/>
                  <a:ext cx="418784" cy="334397"/>
                  <a:chOff x="2382916" y="3987206"/>
                  <a:chExt cx="418784" cy="334397"/>
                </a:xfrm>
              </p:grpSpPr>
              <p:grpSp>
                <p:nvGrpSpPr>
                  <p:cNvPr id="191" name="Group 86">
                    <a:extLst>
                      <a:ext uri="{FF2B5EF4-FFF2-40B4-BE49-F238E27FC236}">
                        <a16:creationId xmlns:a16="http://schemas.microsoft.com/office/drawing/2014/main" id="{386956CA-7B1A-4111-BB99-D0650C5F0F0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82916" y="4237846"/>
                    <a:ext cx="167513" cy="83757"/>
                    <a:chOff x="3888" y="2828"/>
                    <a:chExt cx="96" cy="48"/>
                  </a:xfrm>
                </p:grpSpPr>
                <p:sp>
                  <p:nvSpPr>
                    <p:cNvPr id="194" name="Line 87">
                      <a:extLst>
                        <a:ext uri="{FF2B5EF4-FFF2-40B4-BE49-F238E27FC236}">
                          <a16:creationId xmlns:a16="http://schemas.microsoft.com/office/drawing/2014/main" id="{AB9DFE6E-821A-4FBC-ABDB-53B1E55735E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888" y="2828"/>
                      <a:ext cx="96" cy="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zh-CN" altLang="en-US">
                        <a:solidFill>
                          <a:prstClr val="black"/>
                        </a:solidFill>
                        <a:latin typeface="微软雅黑"/>
                        <a:ea typeface="微软雅黑"/>
                      </a:endParaRPr>
                    </a:p>
                  </p:txBody>
                </p:sp>
                <p:sp>
                  <p:nvSpPr>
                    <p:cNvPr id="195" name="Line 88">
                      <a:extLst>
                        <a:ext uri="{FF2B5EF4-FFF2-40B4-BE49-F238E27FC236}">
                          <a16:creationId xmlns:a16="http://schemas.microsoft.com/office/drawing/2014/main" id="{FC61DD71-6137-402E-B4DB-675AF51A179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888" y="2876"/>
                      <a:ext cx="96" cy="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zh-CN" altLang="en-US">
                        <a:solidFill>
                          <a:prstClr val="black"/>
                        </a:solidFill>
                        <a:latin typeface="微软雅黑"/>
                        <a:ea typeface="微软雅黑"/>
                      </a:endParaRPr>
                    </a:p>
                  </p:txBody>
                </p:sp>
              </p:grpSp>
              <p:sp>
                <p:nvSpPr>
                  <p:cNvPr id="192" name="Line 89">
                    <a:extLst>
                      <a:ext uri="{FF2B5EF4-FFF2-40B4-BE49-F238E27FC236}">
                        <a16:creationId xmlns:a16="http://schemas.microsoft.com/office/drawing/2014/main" id="{34FB55E3-62E6-4623-9594-82EC94E084C2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466673" y="3993556"/>
                    <a:ext cx="0" cy="251270"/>
                  </a:xfrm>
                  <a:prstGeom prst="line">
                    <a:avLst/>
                  </a:prstGeom>
                  <a:noFill/>
                  <a:ln w="19050" cap="sq">
                    <a:solidFill>
                      <a:srgbClr val="FF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zh-CN" altLang="en-US">
                      <a:solidFill>
                        <a:prstClr val="black"/>
                      </a:solidFill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193" name="Line 90">
                    <a:extLst>
                      <a:ext uri="{FF2B5EF4-FFF2-40B4-BE49-F238E27FC236}">
                        <a16:creationId xmlns:a16="http://schemas.microsoft.com/office/drawing/2014/main" id="{2DF91893-B9A3-4FE2-9320-D3022738639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466673" y="3987206"/>
                    <a:ext cx="335027" cy="0"/>
                  </a:xfrm>
                  <a:prstGeom prst="line">
                    <a:avLst/>
                  </a:prstGeom>
                  <a:noFill/>
                  <a:ln w="19050" cap="sq">
                    <a:solidFill>
                      <a:srgbClr val="FF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zh-CN" altLang="en-US">
                      <a:solidFill>
                        <a:prstClr val="black"/>
                      </a:solidFill>
                      <a:latin typeface="微软雅黑"/>
                      <a:ea typeface="微软雅黑"/>
                    </a:endParaRPr>
                  </a:p>
                </p:txBody>
              </p:sp>
            </p:grpSp>
          </p:grpSp>
        </p:grpSp>
        <p:sp>
          <p:nvSpPr>
            <p:cNvPr id="185" name="Line 39">
              <a:extLst>
                <a:ext uri="{FF2B5EF4-FFF2-40B4-BE49-F238E27FC236}">
                  <a16:creationId xmlns:a16="http://schemas.microsoft.com/office/drawing/2014/main" id="{47AED90D-092C-4667-BBD0-0D93E1E55D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01699" y="2738191"/>
              <a:ext cx="1675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86" name="Line 41">
              <a:extLst>
                <a:ext uri="{FF2B5EF4-FFF2-40B4-BE49-F238E27FC236}">
                  <a16:creationId xmlns:a16="http://schemas.microsoft.com/office/drawing/2014/main" id="{7E007701-1F4D-4115-9ECE-70E0FD25CE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65669" y="2740450"/>
              <a:ext cx="1675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203" name="组合 202">
            <a:extLst>
              <a:ext uri="{FF2B5EF4-FFF2-40B4-BE49-F238E27FC236}">
                <a16:creationId xmlns:a16="http://schemas.microsoft.com/office/drawing/2014/main" id="{7A12AFBD-AF47-4BD2-93B8-6AFCD03B2652}"/>
              </a:ext>
            </a:extLst>
          </p:cNvPr>
          <p:cNvGrpSpPr/>
          <p:nvPr/>
        </p:nvGrpSpPr>
        <p:grpSpPr>
          <a:xfrm>
            <a:off x="1564560" y="5169259"/>
            <a:ext cx="2931483" cy="835109"/>
            <a:chOff x="2801700" y="5003943"/>
            <a:chExt cx="2931483" cy="835109"/>
          </a:xfrm>
        </p:grpSpPr>
        <p:grpSp>
          <p:nvGrpSpPr>
            <p:cNvPr id="204" name="Group 47">
              <a:extLst>
                <a:ext uri="{FF2B5EF4-FFF2-40B4-BE49-F238E27FC236}">
                  <a16:creationId xmlns:a16="http://schemas.microsoft.com/office/drawing/2014/main" id="{0D96E50F-395E-4802-AC50-70FF4B668F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1700" y="5003943"/>
              <a:ext cx="2931483" cy="335027"/>
              <a:chOff x="1992" y="3264"/>
              <a:chExt cx="1680" cy="192"/>
            </a:xfrm>
          </p:grpSpPr>
          <p:grpSp>
            <p:nvGrpSpPr>
              <p:cNvPr id="208" name="Group 48">
                <a:extLst>
                  <a:ext uri="{FF2B5EF4-FFF2-40B4-BE49-F238E27FC236}">
                    <a16:creationId xmlns:a16="http://schemas.microsoft.com/office/drawing/2014/main" id="{34270821-C0B8-4305-99CC-587B617D6558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992" y="3264"/>
                <a:ext cx="240" cy="192"/>
                <a:chOff x="3360" y="2544"/>
                <a:chExt cx="240" cy="192"/>
              </a:xfrm>
            </p:grpSpPr>
            <p:sp>
              <p:nvSpPr>
                <p:cNvPr id="215" name="Line 49">
                  <a:extLst>
                    <a:ext uri="{FF2B5EF4-FFF2-40B4-BE49-F238E27FC236}">
                      <a16:creationId xmlns:a16="http://schemas.microsoft.com/office/drawing/2014/main" id="{4C4F995F-05AD-47E1-9F59-C7C495FF991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456" y="2544"/>
                  <a:ext cx="0" cy="19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6" name="Line 50">
                  <a:extLst>
                    <a:ext uri="{FF2B5EF4-FFF2-40B4-BE49-F238E27FC236}">
                      <a16:creationId xmlns:a16="http://schemas.microsoft.com/office/drawing/2014/main" id="{941F47D8-5322-410F-92C6-AB7A83B10EC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592"/>
                  <a:ext cx="0" cy="96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7" name="Line 51">
                  <a:extLst>
                    <a:ext uri="{FF2B5EF4-FFF2-40B4-BE49-F238E27FC236}">
                      <a16:creationId xmlns:a16="http://schemas.microsoft.com/office/drawing/2014/main" id="{FDD30F3D-BAAF-4BC0-AE65-9836D2C5B41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592"/>
                  <a:ext cx="96" cy="0"/>
                </a:xfrm>
                <a:prstGeom prst="line">
                  <a:avLst/>
                </a:prstGeom>
                <a:noFill/>
                <a:ln w="19050" cap="sq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8" name="Line 52">
                  <a:extLst>
                    <a:ext uri="{FF2B5EF4-FFF2-40B4-BE49-F238E27FC236}">
                      <a16:creationId xmlns:a16="http://schemas.microsoft.com/office/drawing/2014/main" id="{5B518452-EE98-4C91-93FB-E82F4C957A6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688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9" name="Line 53">
                  <a:extLst>
                    <a:ext uri="{FF2B5EF4-FFF2-40B4-BE49-F238E27FC236}">
                      <a16:creationId xmlns:a16="http://schemas.microsoft.com/office/drawing/2014/main" id="{DDAED8BC-5D46-47AE-A009-1A082C7A8F7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64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209" name="Group 54">
                <a:extLst>
                  <a:ext uri="{FF2B5EF4-FFF2-40B4-BE49-F238E27FC236}">
                    <a16:creationId xmlns:a16="http://schemas.microsoft.com/office/drawing/2014/main" id="{AB418B55-A569-440E-A44B-DB9F800D373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432" y="3264"/>
                <a:ext cx="240" cy="192"/>
                <a:chOff x="4032" y="2544"/>
                <a:chExt cx="240" cy="192"/>
              </a:xfrm>
            </p:grpSpPr>
            <p:sp>
              <p:nvSpPr>
                <p:cNvPr id="210" name="Line 55">
                  <a:extLst>
                    <a:ext uri="{FF2B5EF4-FFF2-40B4-BE49-F238E27FC236}">
                      <a16:creationId xmlns:a16="http://schemas.microsoft.com/office/drawing/2014/main" id="{3CBAFB5F-8EFA-4350-A211-2AA7DA0C940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544"/>
                  <a:ext cx="0" cy="19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1" name="Line 56">
                  <a:extLst>
                    <a:ext uri="{FF2B5EF4-FFF2-40B4-BE49-F238E27FC236}">
                      <a16:creationId xmlns:a16="http://schemas.microsoft.com/office/drawing/2014/main" id="{098BABAE-0631-4FBA-B447-955389989AC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28" y="2592"/>
                  <a:ext cx="0" cy="96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2" name="Line 57">
                  <a:extLst>
                    <a:ext uri="{FF2B5EF4-FFF2-40B4-BE49-F238E27FC236}">
                      <a16:creationId xmlns:a16="http://schemas.microsoft.com/office/drawing/2014/main" id="{E4958BC3-0A41-4EFA-B513-F763885C130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592"/>
                  <a:ext cx="96" cy="0"/>
                </a:xfrm>
                <a:prstGeom prst="line">
                  <a:avLst/>
                </a:prstGeom>
                <a:noFill/>
                <a:ln w="19050" cap="sq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3" name="Line 58">
                  <a:extLst>
                    <a:ext uri="{FF2B5EF4-FFF2-40B4-BE49-F238E27FC236}">
                      <a16:creationId xmlns:a16="http://schemas.microsoft.com/office/drawing/2014/main" id="{B399B939-8665-4CB8-8F67-C7B353695B1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688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14" name="Line 59">
                  <a:extLst>
                    <a:ext uri="{FF2B5EF4-FFF2-40B4-BE49-F238E27FC236}">
                      <a16:creationId xmlns:a16="http://schemas.microsoft.com/office/drawing/2014/main" id="{543D8339-B586-401A-83F7-51112F55010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032" y="264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</p:grpSp>
        <p:grpSp>
          <p:nvGrpSpPr>
            <p:cNvPr id="205" name="组合 204">
              <a:extLst>
                <a:ext uri="{FF2B5EF4-FFF2-40B4-BE49-F238E27FC236}">
                  <a16:creationId xmlns:a16="http://schemas.microsoft.com/office/drawing/2014/main" id="{5F55C59B-7747-40FA-B27D-D204652A260B}"/>
                </a:ext>
              </a:extLst>
            </p:cNvPr>
            <p:cNvGrpSpPr/>
            <p:nvPr/>
          </p:nvGrpSpPr>
          <p:grpSpPr>
            <a:xfrm>
              <a:off x="3224438" y="5168999"/>
              <a:ext cx="2093917" cy="670053"/>
              <a:chOff x="3372883" y="5322039"/>
              <a:chExt cx="2093917" cy="670053"/>
            </a:xfrm>
          </p:grpSpPr>
          <p:sp>
            <p:nvSpPr>
              <p:cNvPr id="206" name="Line 60">
                <a:extLst>
                  <a:ext uri="{FF2B5EF4-FFF2-40B4-BE49-F238E27FC236}">
                    <a16:creationId xmlns:a16="http://schemas.microsoft.com/office/drawing/2014/main" id="{B9D5963F-EE68-45BB-8D6F-E04598D72D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72883" y="5322039"/>
                <a:ext cx="209391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207" name="Line 63">
                <a:extLst>
                  <a:ext uri="{FF2B5EF4-FFF2-40B4-BE49-F238E27FC236}">
                    <a16:creationId xmlns:a16="http://schemas.microsoft.com/office/drawing/2014/main" id="{767142FC-85F3-4DC7-A22C-88260C51F6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963" y="5322039"/>
                <a:ext cx="0" cy="67005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 type="triangle" w="med" len="med"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220" name="组合 219">
            <a:extLst>
              <a:ext uri="{FF2B5EF4-FFF2-40B4-BE49-F238E27FC236}">
                <a16:creationId xmlns:a16="http://schemas.microsoft.com/office/drawing/2014/main" id="{F7FD6131-BA0D-4C1D-9CBC-766A7DCAF07D}"/>
              </a:ext>
            </a:extLst>
          </p:cNvPr>
          <p:cNvGrpSpPr/>
          <p:nvPr/>
        </p:nvGrpSpPr>
        <p:grpSpPr>
          <a:xfrm>
            <a:off x="4493671" y="1893669"/>
            <a:ext cx="419846" cy="3350266"/>
            <a:chOff x="5732120" y="1720344"/>
            <a:chExt cx="419846" cy="3350266"/>
          </a:xfrm>
        </p:grpSpPr>
        <p:sp>
          <p:nvSpPr>
            <p:cNvPr id="221" name="Line 40">
              <a:extLst>
                <a:ext uri="{FF2B5EF4-FFF2-40B4-BE49-F238E27FC236}">
                  <a16:creationId xmlns:a16="http://schemas.microsoft.com/office/drawing/2014/main" id="{F828DE23-B205-4C2C-A47B-36FC6691E0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32120" y="1720344"/>
              <a:ext cx="0" cy="3350266"/>
            </a:xfrm>
            <a:prstGeom prst="line">
              <a:avLst/>
            </a:prstGeom>
            <a:noFill/>
            <a:ln w="38100">
              <a:solidFill>
                <a:srgbClr val="339933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grpSp>
          <p:nvGrpSpPr>
            <p:cNvPr id="222" name="组合 221">
              <a:extLst>
                <a:ext uri="{FF2B5EF4-FFF2-40B4-BE49-F238E27FC236}">
                  <a16:creationId xmlns:a16="http://schemas.microsoft.com/office/drawing/2014/main" id="{40513036-10EC-449C-BAAE-5236E5849C30}"/>
                </a:ext>
              </a:extLst>
            </p:cNvPr>
            <p:cNvGrpSpPr/>
            <p:nvPr/>
          </p:nvGrpSpPr>
          <p:grpSpPr>
            <a:xfrm>
              <a:off x="5733183" y="3990064"/>
              <a:ext cx="418783" cy="335027"/>
              <a:chOff x="5885582" y="4142465"/>
              <a:chExt cx="418783" cy="335027"/>
            </a:xfrm>
          </p:grpSpPr>
          <p:sp>
            <p:nvSpPr>
              <p:cNvPr id="223" name="Line 96">
                <a:extLst>
                  <a:ext uri="{FF2B5EF4-FFF2-40B4-BE49-F238E27FC236}">
                    <a16:creationId xmlns:a16="http://schemas.microsoft.com/office/drawing/2014/main" id="{1E0275FF-0061-498E-B45A-FE7E4AE99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36852" y="4393735"/>
                <a:ext cx="167513" cy="0"/>
              </a:xfrm>
              <a:prstGeom prst="line">
                <a:avLst/>
              </a:prstGeom>
              <a:noFill/>
              <a:ln w="28575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224" name="Line 97">
                <a:extLst>
                  <a:ext uri="{FF2B5EF4-FFF2-40B4-BE49-F238E27FC236}">
                    <a16:creationId xmlns:a16="http://schemas.microsoft.com/office/drawing/2014/main" id="{BBB08243-2CF2-4DB5-B2EF-90C54076A2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36852" y="4477492"/>
                <a:ext cx="167513" cy="0"/>
              </a:xfrm>
              <a:prstGeom prst="line">
                <a:avLst/>
              </a:prstGeom>
              <a:noFill/>
              <a:ln w="28575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225" name="Line 98">
                <a:extLst>
                  <a:ext uri="{FF2B5EF4-FFF2-40B4-BE49-F238E27FC236}">
                    <a16:creationId xmlns:a16="http://schemas.microsoft.com/office/drawing/2014/main" id="{5F7E57D3-4C80-4DFA-AAA8-CF70DF4DB25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6220608" y="4142465"/>
                <a:ext cx="0" cy="251270"/>
              </a:xfrm>
              <a:prstGeom prst="line">
                <a:avLst/>
              </a:prstGeom>
              <a:noFill/>
              <a:ln w="19050" cap="sq">
                <a:solidFill>
                  <a:srgbClr val="00B05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226" name="Line 99">
                <a:extLst>
                  <a:ext uri="{FF2B5EF4-FFF2-40B4-BE49-F238E27FC236}">
                    <a16:creationId xmlns:a16="http://schemas.microsoft.com/office/drawing/2014/main" id="{0AA0A6D8-C387-4F21-8831-0E5F012A428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5885582" y="4142465"/>
                <a:ext cx="335026" cy="0"/>
              </a:xfrm>
              <a:prstGeom prst="line">
                <a:avLst/>
              </a:prstGeom>
              <a:noFill/>
              <a:ln w="19050" cap="sq">
                <a:solidFill>
                  <a:srgbClr val="00B05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227" name="组合 226">
            <a:extLst>
              <a:ext uri="{FF2B5EF4-FFF2-40B4-BE49-F238E27FC236}">
                <a16:creationId xmlns:a16="http://schemas.microsoft.com/office/drawing/2014/main" id="{D23C19F0-A5AD-42BA-9089-FC7CDD0BF2E1}"/>
              </a:ext>
            </a:extLst>
          </p:cNvPr>
          <p:cNvGrpSpPr/>
          <p:nvPr/>
        </p:nvGrpSpPr>
        <p:grpSpPr>
          <a:xfrm>
            <a:off x="1564558" y="5418071"/>
            <a:ext cx="2931483" cy="586297"/>
            <a:chOff x="2954100" y="5405796"/>
            <a:chExt cx="2931483" cy="586297"/>
          </a:xfrm>
        </p:grpSpPr>
        <p:sp>
          <p:nvSpPr>
            <p:cNvPr id="228" name="Line 61">
              <a:extLst>
                <a:ext uri="{FF2B5EF4-FFF2-40B4-BE49-F238E27FC236}">
                  <a16:creationId xmlns:a16="http://schemas.microsoft.com/office/drawing/2014/main" id="{BDBB1AFB-65CE-455B-AEA1-2124FD1FB9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4100" y="5405796"/>
              <a:ext cx="0" cy="58629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29" name="Line 62">
              <a:extLst>
                <a:ext uri="{FF2B5EF4-FFF2-40B4-BE49-F238E27FC236}">
                  <a16:creationId xmlns:a16="http://schemas.microsoft.com/office/drawing/2014/main" id="{0E44D562-10FC-4E26-857A-831786E76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5583" y="5405796"/>
              <a:ext cx="0" cy="586297"/>
            </a:xfrm>
            <a:prstGeom prst="line">
              <a:avLst/>
            </a:prstGeom>
            <a:noFill/>
            <a:ln w="38100">
              <a:solidFill>
                <a:srgbClr val="00B05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230" name="组合 229">
            <a:extLst>
              <a:ext uri="{FF2B5EF4-FFF2-40B4-BE49-F238E27FC236}">
                <a16:creationId xmlns:a16="http://schemas.microsoft.com/office/drawing/2014/main" id="{3B22A0C6-B020-4624-96D7-B3FE28F84ED4}"/>
              </a:ext>
            </a:extLst>
          </p:cNvPr>
          <p:cNvGrpSpPr/>
          <p:nvPr/>
        </p:nvGrpSpPr>
        <p:grpSpPr>
          <a:xfrm>
            <a:off x="978262" y="1648582"/>
            <a:ext cx="4104077" cy="335027"/>
            <a:chOff x="2215402" y="1483266"/>
            <a:chExt cx="4104077" cy="335027"/>
          </a:xfrm>
        </p:grpSpPr>
        <p:grpSp>
          <p:nvGrpSpPr>
            <p:cNvPr id="231" name="Group 101">
              <a:extLst>
                <a:ext uri="{FF2B5EF4-FFF2-40B4-BE49-F238E27FC236}">
                  <a16:creationId xmlns:a16="http://schemas.microsoft.com/office/drawing/2014/main" id="{8B01EB52-93F6-4681-833D-B1E606722F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4755" y="1483266"/>
              <a:ext cx="3769050" cy="335027"/>
              <a:chOff x="1752" y="1247"/>
              <a:chExt cx="2160" cy="192"/>
            </a:xfrm>
          </p:grpSpPr>
          <p:grpSp>
            <p:nvGrpSpPr>
              <p:cNvPr id="234" name="Group 102">
                <a:extLst>
                  <a:ext uri="{FF2B5EF4-FFF2-40B4-BE49-F238E27FC236}">
                    <a16:creationId xmlns:a16="http://schemas.microsoft.com/office/drawing/2014/main" id="{B8DD29C2-2CDB-47B6-A414-7B3F4231F42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752" y="1247"/>
                <a:ext cx="240" cy="192"/>
                <a:chOff x="4032" y="2543"/>
                <a:chExt cx="240" cy="192"/>
              </a:xfrm>
            </p:grpSpPr>
            <p:sp>
              <p:nvSpPr>
                <p:cNvPr id="241" name="Line 103">
                  <a:extLst>
                    <a:ext uri="{FF2B5EF4-FFF2-40B4-BE49-F238E27FC236}">
                      <a16:creationId xmlns:a16="http://schemas.microsoft.com/office/drawing/2014/main" id="{A92415EB-8535-48B1-A98E-4F1B6D8821B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5" y="2543"/>
                  <a:ext cx="0" cy="192"/>
                </a:xfrm>
                <a:prstGeom prst="line">
                  <a:avLst/>
                </a:prstGeom>
                <a:noFill/>
                <a:ln w="28575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42" name="Line 104">
                  <a:extLst>
                    <a:ext uri="{FF2B5EF4-FFF2-40B4-BE49-F238E27FC236}">
                      <a16:creationId xmlns:a16="http://schemas.microsoft.com/office/drawing/2014/main" id="{DB68EA69-E31C-44FE-823B-DAE57495A01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27" y="2592"/>
                  <a:ext cx="0" cy="96"/>
                </a:xfrm>
                <a:prstGeom prst="line">
                  <a:avLst/>
                </a:prstGeom>
                <a:noFill/>
                <a:ln w="28575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43" name="Line 105">
                  <a:extLst>
                    <a:ext uri="{FF2B5EF4-FFF2-40B4-BE49-F238E27FC236}">
                      <a16:creationId xmlns:a16="http://schemas.microsoft.com/office/drawing/2014/main" id="{1BD0BBDA-A128-4A2B-801C-851A7B36E03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592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44" name="Line 106">
                  <a:extLst>
                    <a:ext uri="{FF2B5EF4-FFF2-40B4-BE49-F238E27FC236}">
                      <a16:creationId xmlns:a16="http://schemas.microsoft.com/office/drawing/2014/main" id="{36D5BE61-C05C-4FC4-AB77-875CDBE17A7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176" y="2688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45" name="Line 107">
                  <a:extLst>
                    <a:ext uri="{FF2B5EF4-FFF2-40B4-BE49-F238E27FC236}">
                      <a16:creationId xmlns:a16="http://schemas.microsoft.com/office/drawing/2014/main" id="{80C194B8-6582-4654-AFEF-06E68D42534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4032" y="2639"/>
                  <a:ext cx="96" cy="0"/>
                </a:xfrm>
                <a:prstGeom prst="line">
                  <a:avLst/>
                </a:prstGeom>
                <a:noFill/>
                <a:ln w="22225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235" name="Group 108">
                <a:extLst>
                  <a:ext uri="{FF2B5EF4-FFF2-40B4-BE49-F238E27FC236}">
                    <a16:creationId xmlns:a16="http://schemas.microsoft.com/office/drawing/2014/main" id="{4A286819-7EA5-4B12-800F-419133A8E895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672" y="1247"/>
                <a:ext cx="240" cy="192"/>
                <a:chOff x="3360" y="2543"/>
                <a:chExt cx="240" cy="192"/>
              </a:xfrm>
            </p:grpSpPr>
            <p:sp>
              <p:nvSpPr>
                <p:cNvPr id="236" name="Line 109">
                  <a:extLst>
                    <a:ext uri="{FF2B5EF4-FFF2-40B4-BE49-F238E27FC236}">
                      <a16:creationId xmlns:a16="http://schemas.microsoft.com/office/drawing/2014/main" id="{C1E0A52D-C8DC-4105-A4D5-4493F61538C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456" y="2543"/>
                  <a:ext cx="0" cy="192"/>
                </a:xfrm>
                <a:prstGeom prst="line">
                  <a:avLst/>
                </a:prstGeom>
                <a:noFill/>
                <a:ln w="38100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37" name="Line 110">
                  <a:extLst>
                    <a:ext uri="{FF2B5EF4-FFF2-40B4-BE49-F238E27FC236}">
                      <a16:creationId xmlns:a16="http://schemas.microsoft.com/office/drawing/2014/main" id="{C0FE3AF1-42E6-439F-AE68-4298F19967F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592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38" name="Line 111">
                  <a:extLst>
                    <a:ext uri="{FF2B5EF4-FFF2-40B4-BE49-F238E27FC236}">
                      <a16:creationId xmlns:a16="http://schemas.microsoft.com/office/drawing/2014/main" id="{478B7D36-2B48-43E5-84DD-AB7B9B9983F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592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39" name="Line 112">
                  <a:extLst>
                    <a:ext uri="{FF2B5EF4-FFF2-40B4-BE49-F238E27FC236}">
                      <a16:creationId xmlns:a16="http://schemas.microsoft.com/office/drawing/2014/main" id="{718940D3-22AA-4A8B-B701-96496D2C27A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688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240" name="Line 113">
                  <a:extLst>
                    <a:ext uri="{FF2B5EF4-FFF2-40B4-BE49-F238E27FC236}">
                      <a16:creationId xmlns:a16="http://schemas.microsoft.com/office/drawing/2014/main" id="{528D3D6A-E6E1-4494-8D10-5D53CCEEC8F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639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</p:grpSp>
        <p:sp>
          <p:nvSpPr>
            <p:cNvPr id="232" name="Line 116">
              <a:extLst>
                <a:ext uri="{FF2B5EF4-FFF2-40B4-BE49-F238E27FC236}">
                  <a16:creationId xmlns:a16="http://schemas.microsoft.com/office/drawing/2014/main" id="{BF81639B-0564-49DA-8601-F298B5715B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5402" y="1650882"/>
              <a:ext cx="195432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33" name="Line 117">
              <a:extLst>
                <a:ext uri="{FF2B5EF4-FFF2-40B4-BE49-F238E27FC236}">
                  <a16:creationId xmlns:a16="http://schemas.microsoft.com/office/drawing/2014/main" id="{4BB2A3DB-FCC2-4D8F-BE42-30DBD29408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51966" y="1650882"/>
              <a:ext cx="167513" cy="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246" name="内容占位符 2">
            <a:extLst>
              <a:ext uri="{FF2B5EF4-FFF2-40B4-BE49-F238E27FC236}">
                <a16:creationId xmlns:a16="http://schemas.microsoft.com/office/drawing/2014/main" id="{7426A843-0C10-42D4-9EF6-75D088C94A13}"/>
              </a:ext>
            </a:extLst>
          </p:cNvPr>
          <p:cNvSpPr txBox="1">
            <a:spLocks/>
          </p:cNvSpPr>
          <p:nvPr/>
        </p:nvSpPr>
        <p:spPr>
          <a:xfrm>
            <a:off x="5783044" y="1306184"/>
            <a:ext cx="3525206" cy="522225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5600" marR="0" lvl="0" indent="-355600" algn="just" defTabSz="914400" rtl="0" eaLnBrk="1" fontAlgn="auto" latinLnBrk="0" hangingPunct="1">
              <a:lnSpc>
                <a:spcPct val="14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给出预充信号</a:t>
            </a:r>
          </a:p>
          <a:p>
            <a:pPr marL="552450" marR="0" lvl="1" indent="-285750" algn="just" defTabSz="914400" rtl="0" eaLnBrk="1" fontAlgn="auto" latinLnBrk="0" hangingPunct="1">
              <a:lnSpc>
                <a:spcPct val="14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T9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、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T10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导通</a:t>
            </a:r>
          </a:p>
          <a:p>
            <a:pPr marL="552450" marR="0" lvl="1" indent="-285750" algn="just" defTabSz="914400" rtl="0" eaLnBrk="1" fontAlgn="auto" latinLnBrk="0" hangingPunct="1">
              <a:lnSpc>
                <a:spcPct val="14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充电电压给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</a:t>
            </a:r>
            <a:r>
              <a:rPr kumimoji="0" lang="en-US" altLang="zh-CN" sz="1600" b="0" i="0" u="none" strike="noStrike" kern="1200" cap="none" spc="0" normalizeH="0" baseline="-2500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D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充电</a:t>
            </a:r>
          </a:p>
          <a:p>
            <a:pPr marL="355600" marR="0" lvl="0" indent="-355600" algn="just" defTabSz="914400" rtl="0" eaLnBrk="1" fontAlgn="auto" latinLnBrk="0" hangingPunct="1">
              <a:lnSpc>
                <a:spcPct val="14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撤除预充信号</a:t>
            </a:r>
          </a:p>
          <a:p>
            <a:pPr marL="355600" marR="0" lvl="0" indent="-355600" algn="just" defTabSz="914400" rtl="0" eaLnBrk="1" fontAlgn="auto" latinLnBrk="0" hangingPunct="1">
              <a:lnSpc>
                <a:spcPct val="14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en-US" altLang="zh-CN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X</a:t>
            </a:r>
            <a:r>
              <a:rPr kumimoji="0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地址选通</a:t>
            </a:r>
          </a:p>
          <a:p>
            <a:pPr marL="552450" marR="0" lvl="1" indent="-285750" algn="just" defTabSz="914400" rtl="0" eaLnBrk="1" fontAlgn="auto" latinLnBrk="0" hangingPunct="1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T5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、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T6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管导通</a:t>
            </a:r>
          </a:p>
          <a:p>
            <a:pPr marL="552450" marR="0" lvl="1" indent="-285750" algn="just" defTabSz="914400" rtl="0" eaLnBrk="1" fontAlgn="auto" latinLnBrk="0" hangingPunct="1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位线相连与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</a:t>
            </a:r>
            <a:r>
              <a:rPr kumimoji="0" lang="en-US" altLang="zh-CN" sz="1600" b="0" i="0" u="none" strike="noStrike" kern="1200" cap="none" spc="0" normalizeH="0" baseline="-2500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相连</a:t>
            </a:r>
          </a:p>
          <a:p>
            <a:pPr marL="552450" marR="0" lvl="1" indent="-285750" algn="just" defTabSz="914400" rtl="0" eaLnBrk="1" fontAlgn="auto" latinLnBrk="0" hangingPunct="1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</a:t>
            </a:r>
            <a:r>
              <a:rPr kumimoji="0" lang="en-US" altLang="zh-CN" sz="1600" b="0" i="0" u="none" strike="noStrike" kern="1200" cap="none" spc="0" normalizeH="0" baseline="-2500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D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给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</a:t>
            </a:r>
            <a:r>
              <a:rPr kumimoji="0" lang="en-US" altLang="zh-CN" sz="1600" b="0" i="0" u="none" strike="noStrike" kern="1200" cap="none" spc="0" normalizeH="0" baseline="-2500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充电</a:t>
            </a:r>
          </a:p>
          <a:p>
            <a:pPr marL="552450" marR="0" lvl="1" indent="-285750" algn="just" defTabSz="914400" rtl="0" eaLnBrk="1" fontAlgn="auto" latinLnBrk="0" hangingPunct="1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补充电荷</a:t>
            </a:r>
          </a:p>
          <a:p>
            <a:pPr marL="355600" marR="0" lvl="0" indent="-355600" algn="just" defTabSz="914400" rtl="0" eaLnBrk="1" fontAlgn="auto" latinLnBrk="0" hangingPunct="1">
              <a:lnSpc>
                <a:spcPct val="14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en-US" altLang="zh-CN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Y</a:t>
            </a:r>
            <a:r>
              <a:rPr kumimoji="0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地址选通</a:t>
            </a:r>
          </a:p>
          <a:p>
            <a:pPr marL="552450" marR="0" lvl="1" indent="-285750" algn="just" defTabSz="914400" rtl="0" eaLnBrk="1" fontAlgn="auto" latinLnBrk="0" hangingPunct="1">
              <a:lnSpc>
                <a:spcPct val="16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T7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、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T8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管导通</a:t>
            </a:r>
          </a:p>
          <a:p>
            <a:pPr marL="552450" marR="0" lvl="1" indent="-285750" algn="just" defTabSz="914400" rtl="0" eaLnBrk="1" fontAlgn="auto" latinLnBrk="0" hangingPunct="1">
              <a:lnSpc>
                <a:spcPct val="16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</a:t>
            </a:r>
            <a:r>
              <a:rPr kumimoji="0" lang="en-US" altLang="zh-CN" sz="1600" b="0" i="0" u="none" strike="noStrike" kern="1200" cap="none" spc="0" normalizeH="0" baseline="-2500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数据读出到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I/O</a:t>
            </a:r>
          </a:p>
          <a:p>
            <a:pPr marL="355600" marR="0" lvl="0" indent="-355600" algn="just" defTabSz="914400" rtl="0" eaLnBrk="1" fontAlgn="auto" latinLnBrk="0" hangingPunct="1">
              <a:lnSpc>
                <a:spcPct val="14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读过程比写复杂、速度慢</a:t>
            </a:r>
          </a:p>
          <a:p>
            <a:pPr marL="533400" marR="0" lvl="1" indent="-266700" algn="just" defTabSz="914400" rtl="0" eaLnBrk="1" fontAlgn="auto" latinLnBrk="0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en-US" altLang="zh-CN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0192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2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1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500"/>
                            </p:stCondLst>
                            <p:childTnLst>
                              <p:par>
                                <p:cTn id="51" presetID="22" presetClass="entr" presetSubtype="1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2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24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4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500"/>
                            </p:stCondLst>
                            <p:childTnLst>
                              <p:par>
                                <p:cTn id="88" presetID="22" presetClass="entr" presetSubtype="1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4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24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4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4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500"/>
                                        <p:tgtEl>
                                          <p:spTgt spid="246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4" grpId="0" animBg="1"/>
      <p:bldP spid="135" grpId="0" animBg="1"/>
      <p:bldP spid="147" grpId="0" animBg="1"/>
      <p:bldP spid="148" grpId="0" animBg="1"/>
      <p:bldP spid="246" grpId="0" uiExpand="1" build="p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780" y="200661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8E8EE6-EECA-4E4A-B784-321472C3BF5B}"/>
              </a:ext>
            </a:extLst>
          </p:cNvPr>
          <p:cNvSpPr/>
          <p:nvPr/>
        </p:nvSpPr>
        <p:spPr>
          <a:xfrm>
            <a:off x="395536" y="785436"/>
            <a:ext cx="343074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进一步提高存储密度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4" name="Line 9">
            <a:extLst>
              <a:ext uri="{FF2B5EF4-FFF2-40B4-BE49-F238E27FC236}">
                <a16:creationId xmlns:a16="http://schemas.microsoft.com/office/drawing/2014/main" id="{15B6325E-5C00-494B-A301-15DE605F9D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71800" y="2852936"/>
            <a:ext cx="581779" cy="664891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5" name="Line 10">
            <a:extLst>
              <a:ext uri="{FF2B5EF4-FFF2-40B4-BE49-F238E27FC236}">
                <a16:creationId xmlns:a16="http://schemas.microsoft.com/office/drawing/2014/main" id="{ABF1B979-72D8-453F-951A-5051A455E948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605576" y="4099606"/>
            <a:ext cx="1163559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6" name="Group 12">
            <a:extLst>
              <a:ext uri="{FF2B5EF4-FFF2-40B4-BE49-F238E27FC236}">
                <a16:creationId xmlns:a16="http://schemas.microsoft.com/office/drawing/2014/main" id="{16505BA4-5F0F-48CD-9335-6600BF9B6380}"/>
              </a:ext>
            </a:extLst>
          </p:cNvPr>
          <p:cNvGrpSpPr>
            <a:grpSpLocks noChangeAspect="1"/>
          </p:cNvGrpSpPr>
          <p:nvPr/>
        </p:nvGrpSpPr>
        <p:grpSpPr bwMode="auto">
          <a:xfrm rot="16200000" flipV="1">
            <a:off x="3976914" y="2478935"/>
            <a:ext cx="415557" cy="332445"/>
            <a:chOff x="3360" y="2544"/>
            <a:chExt cx="240" cy="192"/>
          </a:xfrm>
        </p:grpSpPr>
        <p:sp>
          <p:nvSpPr>
            <p:cNvPr id="7" name="Line 13">
              <a:extLst>
                <a:ext uri="{FF2B5EF4-FFF2-40B4-BE49-F238E27FC236}">
                  <a16:creationId xmlns:a16="http://schemas.microsoft.com/office/drawing/2014/main" id="{ADAFBAEA-A5BB-447E-AA51-1F2356E9C00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6" y="2544"/>
              <a:ext cx="0" cy="192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" name="Line 14">
              <a:extLst>
                <a:ext uri="{FF2B5EF4-FFF2-40B4-BE49-F238E27FC236}">
                  <a16:creationId xmlns:a16="http://schemas.microsoft.com/office/drawing/2014/main" id="{84918A3D-CD70-4602-9D6E-B858F6DB18C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592"/>
              <a:ext cx="0" cy="96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" name="Line 15">
              <a:extLst>
                <a:ext uri="{FF2B5EF4-FFF2-40B4-BE49-F238E27FC236}">
                  <a16:creationId xmlns:a16="http://schemas.microsoft.com/office/drawing/2014/main" id="{133D81E8-78D5-4351-BB49-F091DEA4E44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592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" name="Line 16">
              <a:extLst>
                <a:ext uri="{FF2B5EF4-FFF2-40B4-BE49-F238E27FC236}">
                  <a16:creationId xmlns:a16="http://schemas.microsoft.com/office/drawing/2014/main" id="{0B5E1EFB-E9D1-4646-8A7B-FEDF281B27C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Line 17">
              <a:extLst>
                <a:ext uri="{FF2B5EF4-FFF2-40B4-BE49-F238E27FC236}">
                  <a16:creationId xmlns:a16="http://schemas.microsoft.com/office/drawing/2014/main" id="{8814062C-EF96-4AF7-83E2-5C3CB2BDE56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64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2" name="Line 19">
            <a:extLst>
              <a:ext uri="{FF2B5EF4-FFF2-40B4-BE49-F238E27FC236}">
                <a16:creationId xmlns:a16="http://schemas.microsoft.com/office/drawing/2014/main" id="{7A902A3E-5329-406A-B403-3FECFECA93D3}"/>
              </a:ext>
            </a:extLst>
          </p:cNvPr>
          <p:cNvSpPr>
            <a:spLocks noChangeShapeType="1"/>
          </p:cNvSpPr>
          <p:nvPr/>
        </p:nvSpPr>
        <p:spPr bwMode="auto">
          <a:xfrm>
            <a:off x="4434027" y="2852934"/>
            <a:ext cx="0" cy="232711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3" name="Line 20">
            <a:extLst>
              <a:ext uri="{FF2B5EF4-FFF2-40B4-BE49-F238E27FC236}">
                <a16:creationId xmlns:a16="http://schemas.microsoft.com/office/drawing/2014/main" id="{1C2200F6-F687-47C3-A81A-2CA02D076B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7804" y="2852936"/>
            <a:ext cx="166223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14" name="Group 21">
            <a:extLst>
              <a:ext uri="{FF2B5EF4-FFF2-40B4-BE49-F238E27FC236}">
                <a16:creationId xmlns:a16="http://schemas.microsoft.com/office/drawing/2014/main" id="{BD3B9970-26DD-4B8F-BAC9-2E343592505D}"/>
              </a:ext>
            </a:extLst>
          </p:cNvPr>
          <p:cNvGrpSpPr>
            <a:grpSpLocks/>
          </p:cNvGrpSpPr>
          <p:nvPr/>
        </p:nvGrpSpPr>
        <p:grpSpPr bwMode="auto">
          <a:xfrm>
            <a:off x="2938022" y="4099606"/>
            <a:ext cx="83111" cy="249334"/>
            <a:chOff x="3744" y="2880"/>
            <a:chExt cx="96" cy="288"/>
          </a:xfrm>
        </p:grpSpPr>
        <p:sp>
          <p:nvSpPr>
            <p:cNvPr id="15" name="Line 22">
              <a:extLst>
                <a:ext uri="{FF2B5EF4-FFF2-40B4-BE49-F238E27FC236}">
                  <a16:creationId xmlns:a16="http://schemas.microsoft.com/office/drawing/2014/main" id="{3EAEF5D2-0B32-4534-87A3-208D862C9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880"/>
              <a:ext cx="0" cy="192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6" name="Oval 23">
              <a:extLst>
                <a:ext uri="{FF2B5EF4-FFF2-40B4-BE49-F238E27FC236}">
                  <a16:creationId xmlns:a16="http://schemas.microsoft.com/office/drawing/2014/main" id="{1AC1B91C-4A42-4216-A89A-7C4634A91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3072"/>
              <a:ext cx="96" cy="96"/>
            </a:xfrm>
            <a:prstGeom prst="ellipse">
              <a:avLst/>
            </a:prstGeom>
            <a:noFill/>
            <a:ln w="19050" algn="ctr">
              <a:solidFill>
                <a:srgbClr val="008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zh-CN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17" name="Line 24">
            <a:extLst>
              <a:ext uri="{FF2B5EF4-FFF2-40B4-BE49-F238E27FC236}">
                <a16:creationId xmlns:a16="http://schemas.microsoft.com/office/drawing/2014/main" id="{5CAFFC01-C28C-4E56-855D-9C65C15E90BD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4692" y="2354268"/>
            <a:ext cx="0" cy="83111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18" name="Group 25">
            <a:extLst>
              <a:ext uri="{FF2B5EF4-FFF2-40B4-BE49-F238E27FC236}">
                <a16:creationId xmlns:a16="http://schemas.microsoft.com/office/drawing/2014/main" id="{650A4C98-FE16-4A20-9B93-DAA18C1C1EA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018470" y="5096942"/>
            <a:ext cx="415557" cy="332445"/>
            <a:chOff x="4032" y="2544"/>
            <a:chExt cx="240" cy="192"/>
          </a:xfrm>
        </p:grpSpPr>
        <p:sp>
          <p:nvSpPr>
            <p:cNvPr id="19" name="Line 26">
              <a:extLst>
                <a:ext uri="{FF2B5EF4-FFF2-40B4-BE49-F238E27FC236}">
                  <a16:creationId xmlns:a16="http://schemas.microsoft.com/office/drawing/2014/main" id="{81A9323D-083A-42FF-AE5D-99E44E04132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44"/>
              <a:ext cx="0" cy="192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0" name="Line 27">
              <a:extLst>
                <a:ext uri="{FF2B5EF4-FFF2-40B4-BE49-F238E27FC236}">
                  <a16:creationId xmlns:a16="http://schemas.microsoft.com/office/drawing/2014/main" id="{71AE5736-A7A8-4A17-93F7-2AE982DA798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28" y="2592"/>
              <a:ext cx="0" cy="96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1" name="Line 28">
              <a:extLst>
                <a:ext uri="{FF2B5EF4-FFF2-40B4-BE49-F238E27FC236}">
                  <a16:creationId xmlns:a16="http://schemas.microsoft.com/office/drawing/2014/main" id="{6F3C1CE0-F565-40DE-8108-9B921AFF368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592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2" name="Line 29">
              <a:extLst>
                <a:ext uri="{FF2B5EF4-FFF2-40B4-BE49-F238E27FC236}">
                  <a16:creationId xmlns:a16="http://schemas.microsoft.com/office/drawing/2014/main" id="{AE7B2BAA-C31C-4F53-A6E6-7F839175B08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76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Line 30">
              <a:extLst>
                <a:ext uri="{FF2B5EF4-FFF2-40B4-BE49-F238E27FC236}">
                  <a16:creationId xmlns:a16="http://schemas.microsoft.com/office/drawing/2014/main" id="{FB7A1043-D492-4744-8C19-43D63AECE27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032" y="264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24" name="Line 31">
            <a:extLst>
              <a:ext uri="{FF2B5EF4-FFF2-40B4-BE49-F238E27FC236}">
                <a16:creationId xmlns:a16="http://schemas.microsoft.com/office/drawing/2014/main" id="{DC28BF67-A06C-4CB6-9C9E-FB30497864E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38022" y="5263165"/>
            <a:ext cx="108044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5" name="Line 32">
            <a:extLst>
              <a:ext uri="{FF2B5EF4-FFF2-40B4-BE49-F238E27FC236}">
                <a16:creationId xmlns:a16="http://schemas.microsoft.com/office/drawing/2014/main" id="{E9F95F17-7ECB-4F09-8C60-B4AD781E6CB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34027" y="5346276"/>
            <a:ext cx="0" cy="58177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6" name="Line 33">
            <a:extLst>
              <a:ext uri="{FF2B5EF4-FFF2-40B4-BE49-F238E27FC236}">
                <a16:creationId xmlns:a16="http://schemas.microsoft.com/office/drawing/2014/main" id="{7F9EECBF-A6BC-4E13-A4A3-6CDC6D46AB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38022" y="5263165"/>
            <a:ext cx="0" cy="664891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7" name="Rectangle 35">
            <a:extLst>
              <a:ext uri="{FF2B5EF4-FFF2-40B4-BE49-F238E27FC236}">
                <a16:creationId xmlns:a16="http://schemas.microsoft.com/office/drawing/2014/main" id="{86F424D3-B8F2-4588-9851-4D6B65229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7138" y="5096942"/>
            <a:ext cx="249334" cy="33244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8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28" name="Rectangle 36">
            <a:extLst>
              <a:ext uri="{FF2B5EF4-FFF2-40B4-BE49-F238E27FC236}">
                <a16:creationId xmlns:a16="http://schemas.microsoft.com/office/drawing/2014/main" id="{4407CCCE-472B-44C1-9277-0DAEB59BD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692" y="2852936"/>
            <a:ext cx="249334" cy="33244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6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29" name="Rectangle 37">
            <a:extLst>
              <a:ext uri="{FF2B5EF4-FFF2-40B4-BE49-F238E27FC236}">
                <a16:creationId xmlns:a16="http://schemas.microsoft.com/office/drawing/2014/main" id="{CE37653E-CDA7-4275-A63D-BE40754FCDD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018470" y="5761833"/>
            <a:ext cx="374001" cy="24933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u="sng">
                <a:solidFill>
                  <a:srgbClr val="954F72"/>
                </a:solidFill>
                <a:latin typeface="微软雅黑"/>
                <a:ea typeface="微软雅黑"/>
              </a:rPr>
              <a:t>O/I</a:t>
            </a:r>
          </a:p>
        </p:txBody>
      </p:sp>
      <p:grpSp>
        <p:nvGrpSpPr>
          <p:cNvPr id="30" name="Group 38">
            <a:extLst>
              <a:ext uri="{FF2B5EF4-FFF2-40B4-BE49-F238E27FC236}">
                <a16:creationId xmlns:a16="http://schemas.microsoft.com/office/drawing/2014/main" id="{E4D2749F-0BE2-4308-B22C-158DE6307C19}"/>
              </a:ext>
            </a:extLst>
          </p:cNvPr>
          <p:cNvGrpSpPr>
            <a:grpSpLocks/>
          </p:cNvGrpSpPr>
          <p:nvPr/>
        </p:nvGrpSpPr>
        <p:grpSpPr bwMode="auto">
          <a:xfrm>
            <a:off x="2522466" y="3767161"/>
            <a:ext cx="166223" cy="83111"/>
            <a:chOff x="3888" y="2832"/>
            <a:chExt cx="96" cy="48"/>
          </a:xfrm>
        </p:grpSpPr>
        <p:sp>
          <p:nvSpPr>
            <p:cNvPr id="31" name="Line 39">
              <a:extLst>
                <a:ext uri="{FF2B5EF4-FFF2-40B4-BE49-F238E27FC236}">
                  <a16:creationId xmlns:a16="http://schemas.microsoft.com/office/drawing/2014/main" id="{CAD64045-A89F-4754-B8B9-53D0E95172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2" name="Line 40">
              <a:extLst>
                <a:ext uri="{FF2B5EF4-FFF2-40B4-BE49-F238E27FC236}">
                  <a16:creationId xmlns:a16="http://schemas.microsoft.com/office/drawing/2014/main" id="{9C86BA16-60FC-412A-B20E-C91374B5A6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33" name="Line 41">
            <a:extLst>
              <a:ext uri="{FF2B5EF4-FFF2-40B4-BE49-F238E27FC236}">
                <a16:creationId xmlns:a16="http://schemas.microsoft.com/office/drawing/2014/main" id="{5F30489F-5CE4-4A97-B2FD-3C52D830AD54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605577" y="3517826"/>
            <a:ext cx="0" cy="249334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34" name="Line 42">
            <a:extLst>
              <a:ext uri="{FF2B5EF4-FFF2-40B4-BE49-F238E27FC236}">
                <a16:creationId xmlns:a16="http://schemas.microsoft.com/office/drawing/2014/main" id="{0B7EFF1F-5FFA-4343-94BE-134C1070D74B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605577" y="3517826"/>
            <a:ext cx="166223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35" name="Line 43">
            <a:extLst>
              <a:ext uri="{FF2B5EF4-FFF2-40B4-BE49-F238E27FC236}">
                <a16:creationId xmlns:a16="http://schemas.microsoft.com/office/drawing/2014/main" id="{45A65EBF-A83C-48D8-A480-E4A9835530B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605577" y="3850272"/>
            <a:ext cx="0" cy="249334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 type="oval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36" name="Line 44">
            <a:extLst>
              <a:ext uri="{FF2B5EF4-FFF2-40B4-BE49-F238E27FC236}">
                <a16:creationId xmlns:a16="http://schemas.microsoft.com/office/drawing/2014/main" id="{3F9871A5-01F1-41A2-8961-C77EE2585EB1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769136" y="2852936"/>
            <a:ext cx="332445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37" name="Line 45">
            <a:extLst>
              <a:ext uri="{FF2B5EF4-FFF2-40B4-BE49-F238E27FC236}">
                <a16:creationId xmlns:a16="http://schemas.microsoft.com/office/drawing/2014/main" id="{748A175F-151C-4A0F-9176-9C907D7D8DEF}"/>
              </a:ext>
            </a:extLst>
          </p:cNvPr>
          <p:cNvSpPr>
            <a:spLocks noChangeShapeType="1"/>
          </p:cNvSpPr>
          <p:nvPr/>
        </p:nvSpPr>
        <p:spPr bwMode="auto">
          <a:xfrm>
            <a:off x="901794" y="2354268"/>
            <a:ext cx="415556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" name="Rectangle 46">
            <a:extLst>
              <a:ext uri="{FF2B5EF4-FFF2-40B4-BE49-F238E27FC236}">
                <a16:creationId xmlns:a16="http://schemas.microsoft.com/office/drawing/2014/main" id="{87649534-6A79-4F7B-8C38-46DD707D0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4245" y="4182718"/>
            <a:ext cx="789558" cy="502131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008000"/>
                </a:solidFill>
                <a:latin typeface="微软雅黑"/>
                <a:ea typeface="微软雅黑"/>
              </a:rPr>
              <a:t>V</a:t>
            </a:r>
            <a:r>
              <a:rPr lang="en-US" altLang="zh-CN" sz="1600" baseline="-25000">
                <a:solidFill>
                  <a:srgbClr val="008000"/>
                </a:solidFill>
                <a:latin typeface="微软雅黑"/>
                <a:ea typeface="微软雅黑"/>
              </a:rPr>
              <a:t>ss</a:t>
            </a:r>
            <a:r>
              <a:rPr lang="en-US" altLang="zh-CN" sz="1600">
                <a:solidFill>
                  <a:srgbClr val="008000"/>
                </a:solidFill>
                <a:latin typeface="微软雅黑"/>
                <a:ea typeface="微软雅黑"/>
              </a:rPr>
              <a:t>(0V)</a:t>
            </a:r>
          </a:p>
        </p:txBody>
      </p:sp>
      <p:sp>
        <p:nvSpPr>
          <p:cNvPr id="39" name="Rectangle 70">
            <a:extLst>
              <a:ext uri="{FF2B5EF4-FFF2-40B4-BE49-F238E27FC236}">
                <a16:creationId xmlns:a16="http://schemas.microsoft.com/office/drawing/2014/main" id="{A8DB06B0-481D-4140-9654-AD3F443B7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901" y="2111654"/>
            <a:ext cx="1329781" cy="24933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prstClr val="black"/>
                </a:solidFill>
                <a:latin typeface="微软雅黑"/>
                <a:ea typeface="微软雅黑"/>
              </a:rPr>
              <a:t>X</a:t>
            </a: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</a:rPr>
              <a:t>地址</a:t>
            </a:r>
            <a:endParaRPr lang="en-US" altLang="zh-CN" sz="1600" b="1" dirty="0">
              <a:solidFill>
                <a:prstClr val="black"/>
              </a:solidFill>
              <a:latin typeface="微软雅黑"/>
              <a:ea typeface="微软雅黑"/>
            </a:endParaRPr>
          </a:p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</a:rPr>
              <a:t>译码线</a:t>
            </a:r>
          </a:p>
        </p:txBody>
      </p:sp>
      <p:sp>
        <p:nvSpPr>
          <p:cNvPr id="40" name="Rectangle 71">
            <a:extLst>
              <a:ext uri="{FF2B5EF4-FFF2-40B4-BE49-F238E27FC236}">
                <a16:creationId xmlns:a16="http://schemas.microsoft.com/office/drawing/2014/main" id="{2F9CD1A0-FC1B-4510-9D74-CF22A091C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6243" y="5903962"/>
            <a:ext cx="1329781" cy="24933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 dirty="0">
                <a:solidFill>
                  <a:prstClr val="black"/>
                </a:solidFill>
                <a:latin typeface="微软雅黑"/>
                <a:ea typeface="微软雅黑"/>
              </a:rPr>
              <a:t>Y</a:t>
            </a:r>
            <a:r>
              <a:rPr lang="zh-CN" altLang="en-US" sz="1600" b="1" dirty="0">
                <a:solidFill>
                  <a:prstClr val="black"/>
                </a:solidFill>
                <a:latin typeface="微软雅黑"/>
                <a:ea typeface="微软雅黑"/>
              </a:rPr>
              <a:t>地址译码线</a:t>
            </a:r>
          </a:p>
        </p:txBody>
      </p:sp>
      <p:grpSp>
        <p:nvGrpSpPr>
          <p:cNvPr id="41" name="Group 72">
            <a:extLst>
              <a:ext uri="{FF2B5EF4-FFF2-40B4-BE49-F238E27FC236}">
                <a16:creationId xmlns:a16="http://schemas.microsoft.com/office/drawing/2014/main" id="{DBFC3885-E4D9-410F-8E98-A0E3E155811C}"/>
              </a:ext>
            </a:extLst>
          </p:cNvPr>
          <p:cNvGrpSpPr>
            <a:grpSpLocks/>
          </p:cNvGrpSpPr>
          <p:nvPr/>
        </p:nvGrpSpPr>
        <p:grpSpPr bwMode="auto">
          <a:xfrm>
            <a:off x="1525130" y="2354268"/>
            <a:ext cx="1662227" cy="1163559"/>
            <a:chOff x="1992" y="1680"/>
            <a:chExt cx="960" cy="672"/>
          </a:xfrm>
        </p:grpSpPr>
        <p:sp>
          <p:nvSpPr>
            <p:cNvPr id="42" name="Rectangle 73">
              <a:extLst>
                <a:ext uri="{FF2B5EF4-FFF2-40B4-BE49-F238E27FC236}">
                  <a16:creationId xmlns:a16="http://schemas.microsoft.com/office/drawing/2014/main" id="{A3E0BBC7-CCA6-4C07-BF19-994D10919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1968"/>
              <a:ext cx="144" cy="192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T</a:t>
              </a:r>
              <a:r>
                <a:rPr kumimoji="0" lang="en-US" altLang="zh-CN" sz="1600" b="0" i="0" u="none" strike="noStrike" kern="0" cap="none" spc="0" normalizeH="0" baseline="-2500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5</a:t>
              </a:r>
              <a:endParaRPr kumimoji="0" lang="en-US" altLang="zh-CN" sz="1600" b="0" i="0" u="none" strike="noStrike" kern="0" cap="none" spc="0" normalizeH="0" baseline="0" noProof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43" name="Group 74">
              <a:extLst>
                <a:ext uri="{FF2B5EF4-FFF2-40B4-BE49-F238E27FC236}">
                  <a16:creationId xmlns:a16="http://schemas.microsoft.com/office/drawing/2014/main" id="{1F86D322-F636-484D-A63E-8B8AF66546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680"/>
              <a:ext cx="960" cy="672"/>
              <a:chOff x="1992" y="1680"/>
              <a:chExt cx="960" cy="672"/>
            </a:xfrm>
          </p:grpSpPr>
          <p:grpSp>
            <p:nvGrpSpPr>
              <p:cNvPr id="44" name="Group 75">
                <a:extLst>
                  <a:ext uri="{FF2B5EF4-FFF2-40B4-BE49-F238E27FC236}">
                    <a16:creationId xmlns:a16="http://schemas.microsoft.com/office/drawing/2014/main" id="{D8CC2578-AAF7-44C8-B6B5-825E53286BA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16200000" flipV="1">
                <a:off x="2016" y="1752"/>
                <a:ext cx="240" cy="192"/>
                <a:chOff x="3360" y="2544"/>
                <a:chExt cx="240" cy="192"/>
              </a:xfrm>
            </p:grpSpPr>
            <p:sp>
              <p:nvSpPr>
                <p:cNvPr id="54" name="Line 76">
                  <a:extLst>
                    <a:ext uri="{FF2B5EF4-FFF2-40B4-BE49-F238E27FC236}">
                      <a16:creationId xmlns:a16="http://schemas.microsoft.com/office/drawing/2014/main" id="{DA645A63-9B5D-4F22-BC84-44A179867AF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456" y="2544"/>
                  <a:ext cx="0" cy="192"/>
                </a:xfrm>
                <a:prstGeom prst="line">
                  <a:avLst/>
                </a:prstGeom>
                <a:noFill/>
                <a:ln w="28575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55" name="Line 77">
                  <a:extLst>
                    <a:ext uri="{FF2B5EF4-FFF2-40B4-BE49-F238E27FC236}">
                      <a16:creationId xmlns:a16="http://schemas.microsoft.com/office/drawing/2014/main" id="{8A5B42DC-F37A-4B0C-80D5-18F491F2A16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592"/>
                  <a:ext cx="0" cy="96"/>
                </a:xfrm>
                <a:prstGeom prst="line">
                  <a:avLst/>
                </a:prstGeom>
                <a:noFill/>
                <a:ln w="28575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56" name="Line 78">
                  <a:extLst>
                    <a:ext uri="{FF2B5EF4-FFF2-40B4-BE49-F238E27FC236}">
                      <a16:creationId xmlns:a16="http://schemas.microsoft.com/office/drawing/2014/main" id="{663DE580-17E4-4766-94EC-3B5BF3FA099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592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57" name="Line 79">
                  <a:extLst>
                    <a:ext uri="{FF2B5EF4-FFF2-40B4-BE49-F238E27FC236}">
                      <a16:creationId xmlns:a16="http://schemas.microsoft.com/office/drawing/2014/main" id="{C43055ED-7B49-4190-A911-F77FEF5C1CC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688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58" name="Line 80">
                  <a:extLst>
                    <a:ext uri="{FF2B5EF4-FFF2-40B4-BE49-F238E27FC236}">
                      <a16:creationId xmlns:a16="http://schemas.microsoft.com/office/drawing/2014/main" id="{BC4B0FD6-8FC4-4B4B-8DB5-C8144C41AE8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64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45" name="Group 81">
                <a:extLst>
                  <a:ext uri="{FF2B5EF4-FFF2-40B4-BE49-F238E27FC236}">
                    <a16:creationId xmlns:a16="http://schemas.microsoft.com/office/drawing/2014/main" id="{DFA50A80-0B65-44D6-8E37-A13BF114F9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1680"/>
                <a:ext cx="960" cy="672"/>
                <a:chOff x="1992" y="1680"/>
                <a:chExt cx="960" cy="672"/>
              </a:xfrm>
            </p:grpSpPr>
            <p:sp>
              <p:nvSpPr>
                <p:cNvPr id="46" name="Line 82">
                  <a:extLst>
                    <a:ext uri="{FF2B5EF4-FFF2-40B4-BE49-F238E27FC236}">
                      <a16:creationId xmlns:a16="http://schemas.microsoft.com/office/drawing/2014/main" id="{627BDA9D-9EAE-4338-A604-17944BD33C4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376" y="1968"/>
                  <a:ext cx="288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grpSp>
              <p:nvGrpSpPr>
                <p:cNvPr id="47" name="Group 83">
                  <a:extLst>
                    <a:ext uri="{FF2B5EF4-FFF2-40B4-BE49-F238E27FC236}">
                      <a16:creationId xmlns:a16="http://schemas.microsoft.com/office/drawing/2014/main" id="{E8F6D0A0-724A-45BD-9319-F5B385DB0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992" y="1680"/>
                  <a:ext cx="960" cy="672"/>
                  <a:chOff x="1992" y="1680"/>
                  <a:chExt cx="960" cy="672"/>
                </a:xfrm>
              </p:grpSpPr>
              <p:sp>
                <p:nvSpPr>
                  <p:cNvPr id="48" name="Line 84">
                    <a:extLst>
                      <a:ext uri="{FF2B5EF4-FFF2-40B4-BE49-F238E27FC236}">
                        <a16:creationId xmlns:a16="http://schemas.microsoft.com/office/drawing/2014/main" id="{1630830C-B6D9-4648-A948-EC0F72F11EC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376" y="1968"/>
                    <a:ext cx="0" cy="336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49" name="Line 85">
                    <a:extLst>
                      <a:ext uri="{FF2B5EF4-FFF2-40B4-BE49-F238E27FC236}">
                        <a16:creationId xmlns:a16="http://schemas.microsoft.com/office/drawing/2014/main" id="{7FE62070-D11B-44E8-A40E-0A03252BDD2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184" y="1968"/>
                    <a:ext cx="192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 type="oval" w="med" len="med"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50" name="Line 86">
                    <a:extLst>
                      <a:ext uri="{FF2B5EF4-FFF2-40B4-BE49-F238E27FC236}">
                        <a16:creationId xmlns:a16="http://schemas.microsoft.com/office/drawing/2014/main" id="{36072C61-F2D7-4C5C-8C05-7463802770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92" y="1968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ysClr val="windowText" lastClr="000000"/>
                    </a:solidFill>
                    <a:round/>
                    <a:headEnd/>
                    <a:tailEnd type="oval" w="med" len="med"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51" name="Line 87">
                    <a:extLst>
                      <a:ext uri="{FF2B5EF4-FFF2-40B4-BE49-F238E27FC236}">
                        <a16:creationId xmlns:a16="http://schemas.microsoft.com/office/drawing/2014/main" id="{C6DFC0A9-A7B2-49FC-860A-7726AA21F9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36" y="1680"/>
                    <a:ext cx="0" cy="48"/>
                  </a:xfrm>
                  <a:prstGeom prst="line">
                    <a:avLst/>
                  </a:prstGeom>
                  <a:noFill/>
                  <a:ln w="19050">
                    <a:solidFill>
                      <a:sysClr val="windowText" lastClr="000000"/>
                    </a:solidFill>
                    <a:round/>
                    <a:headEnd type="oval" w="med" len="med"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52" name="Line 88">
                    <a:extLst>
                      <a:ext uri="{FF2B5EF4-FFF2-40B4-BE49-F238E27FC236}">
                        <a16:creationId xmlns:a16="http://schemas.microsoft.com/office/drawing/2014/main" id="{5909478C-841B-4EDE-B7FA-B217282541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64" y="1968"/>
                    <a:ext cx="288" cy="38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53" name="Rectangle 89">
                    <a:extLst>
                      <a:ext uri="{FF2B5EF4-FFF2-40B4-BE49-F238E27FC236}">
                        <a16:creationId xmlns:a16="http://schemas.microsoft.com/office/drawing/2014/main" id="{689A02FC-8985-45B2-AB86-14CCB7C09E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1776"/>
                    <a:ext cx="144" cy="192"/>
                  </a:xfrm>
                  <a:prstGeom prst="rect">
                    <a:avLst/>
                  </a:prstGeom>
                  <a:noFill/>
                  <a:ln w="12700">
                    <a:noFill/>
                    <a:miter lim="800000"/>
                    <a:headEnd/>
                    <a:tailEnd/>
                  </a:ln>
                </p:spPr>
                <p:txBody>
                  <a:bodyPr lIns="12700" tIns="12700" rIns="12700" bIns="12700"/>
                  <a:lstStyle/>
                  <a:p>
                    <a:pPr marL="0" marR="0" lvl="0" indent="0" algn="just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A</a:t>
                    </a:r>
                  </a:p>
                </p:txBody>
              </p:sp>
            </p:grpSp>
          </p:grpSp>
        </p:grpSp>
      </p:grpSp>
      <p:sp>
        <p:nvSpPr>
          <p:cNvPr id="59" name="Rectangle 90">
            <a:extLst>
              <a:ext uri="{FF2B5EF4-FFF2-40B4-BE49-F238E27FC236}">
                <a16:creationId xmlns:a16="http://schemas.microsoft.com/office/drawing/2014/main" id="{D17E1D5B-6BA7-471A-8898-897238BBC6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4687" y="3767161"/>
            <a:ext cx="332445" cy="33244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C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1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60" name="Line 100">
            <a:extLst>
              <a:ext uri="{FF2B5EF4-FFF2-40B4-BE49-F238E27FC236}">
                <a16:creationId xmlns:a16="http://schemas.microsoft.com/office/drawing/2014/main" id="{0381AF26-652E-453E-BDF6-59DFAACF4D00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353579" y="2852936"/>
            <a:ext cx="415557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61" name="Rectangle 101">
            <a:extLst>
              <a:ext uri="{FF2B5EF4-FFF2-40B4-BE49-F238E27FC236}">
                <a16:creationId xmlns:a16="http://schemas.microsoft.com/office/drawing/2014/main" id="{287A5947-8108-4FE3-BF00-D928E8FB3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4469" y="2520490"/>
            <a:ext cx="249334" cy="33244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0D7157"/>
                </a:solidFill>
                <a:latin typeface="微软雅黑"/>
                <a:ea typeface="微软雅黑"/>
              </a:rPr>
              <a:t>B</a:t>
            </a:r>
          </a:p>
        </p:txBody>
      </p:sp>
      <p:grpSp>
        <p:nvGrpSpPr>
          <p:cNvPr id="62" name="Group 102">
            <a:extLst>
              <a:ext uri="{FF2B5EF4-FFF2-40B4-BE49-F238E27FC236}">
                <a16:creationId xmlns:a16="http://schemas.microsoft.com/office/drawing/2014/main" id="{8BDCA1AE-BA1E-4C79-9A26-8FDD8FBE411A}"/>
              </a:ext>
            </a:extLst>
          </p:cNvPr>
          <p:cNvGrpSpPr>
            <a:grpSpLocks/>
          </p:cNvGrpSpPr>
          <p:nvPr/>
        </p:nvGrpSpPr>
        <p:grpSpPr bwMode="auto">
          <a:xfrm>
            <a:off x="3062689" y="2852936"/>
            <a:ext cx="1122003" cy="1246670"/>
            <a:chOff x="2880" y="1968"/>
            <a:chExt cx="648" cy="720"/>
          </a:xfrm>
        </p:grpSpPr>
        <p:sp>
          <p:nvSpPr>
            <p:cNvPr id="63" name="Line 103">
              <a:extLst>
                <a:ext uri="{FF2B5EF4-FFF2-40B4-BE49-F238E27FC236}">
                  <a16:creationId xmlns:a16="http://schemas.microsoft.com/office/drawing/2014/main" id="{BF4AAE60-BA4F-4C5D-8121-F1C822D2C3B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88" y="1968"/>
              <a:ext cx="0" cy="336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grpSp>
          <p:nvGrpSpPr>
            <p:cNvPr id="64" name="Group 104">
              <a:extLst>
                <a:ext uri="{FF2B5EF4-FFF2-40B4-BE49-F238E27FC236}">
                  <a16:creationId xmlns:a16="http://schemas.microsoft.com/office/drawing/2014/main" id="{D4417BBF-6725-4B74-93C5-FB8F5D95C9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048" y="2256"/>
              <a:ext cx="240" cy="192"/>
              <a:chOff x="4032" y="2544"/>
              <a:chExt cx="240" cy="192"/>
            </a:xfrm>
          </p:grpSpPr>
          <p:sp>
            <p:nvSpPr>
              <p:cNvPr id="74" name="Line 105">
                <a:extLst>
                  <a:ext uri="{FF2B5EF4-FFF2-40B4-BE49-F238E27FC236}">
                    <a16:creationId xmlns:a16="http://schemas.microsoft.com/office/drawing/2014/main" id="{CF172AFF-D5AE-41E1-BFDB-EBC9EEAA738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44"/>
                <a:ext cx="0" cy="19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75" name="Line 106">
                <a:extLst>
                  <a:ext uri="{FF2B5EF4-FFF2-40B4-BE49-F238E27FC236}">
                    <a16:creationId xmlns:a16="http://schemas.microsoft.com/office/drawing/2014/main" id="{4A3CD1D4-85EB-4E55-9467-1F6C3AEFF0D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28" y="2592"/>
                <a:ext cx="0" cy="9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76" name="Line 107">
                <a:extLst>
                  <a:ext uri="{FF2B5EF4-FFF2-40B4-BE49-F238E27FC236}">
                    <a16:creationId xmlns:a16="http://schemas.microsoft.com/office/drawing/2014/main" id="{DF57F6B1-BD79-473A-82DA-F50667DCF48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592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77" name="Line 108">
                <a:extLst>
                  <a:ext uri="{FF2B5EF4-FFF2-40B4-BE49-F238E27FC236}">
                    <a16:creationId xmlns:a16="http://schemas.microsoft.com/office/drawing/2014/main" id="{BA5E7530-092B-4708-A80A-55A3929F66B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76" y="268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78" name="Line 109">
                <a:extLst>
                  <a:ext uri="{FF2B5EF4-FFF2-40B4-BE49-F238E27FC236}">
                    <a16:creationId xmlns:a16="http://schemas.microsoft.com/office/drawing/2014/main" id="{1105561D-44B2-4873-AD5F-B2C2F419007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032" y="2640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65" name="Line 110">
              <a:extLst>
                <a:ext uri="{FF2B5EF4-FFF2-40B4-BE49-F238E27FC236}">
                  <a16:creationId xmlns:a16="http://schemas.microsoft.com/office/drawing/2014/main" id="{60377A6E-BA6E-4897-B429-3F1C9D2A4B6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88" y="2400"/>
              <a:ext cx="0" cy="28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6" name="Rectangle 111">
              <a:extLst>
                <a:ext uri="{FF2B5EF4-FFF2-40B4-BE49-F238E27FC236}">
                  <a16:creationId xmlns:a16="http://schemas.microsoft.com/office/drawing/2014/main" id="{16FCCD1B-9CCB-4917-B364-429799D89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2304"/>
              <a:ext cx="144" cy="192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>
                  <a:solidFill>
                    <a:srgbClr val="954F72"/>
                  </a:solidFill>
                  <a:latin typeface="微软雅黑"/>
                  <a:ea typeface="微软雅黑"/>
                </a:rPr>
                <a:t>T</a:t>
              </a:r>
              <a:r>
                <a:rPr lang="en-US" altLang="zh-CN" sz="1600" baseline="-25000">
                  <a:solidFill>
                    <a:srgbClr val="954F72"/>
                  </a:solidFill>
                  <a:latin typeface="微软雅黑"/>
                  <a:ea typeface="微软雅黑"/>
                </a:rPr>
                <a:t>2</a:t>
              </a:r>
              <a:endParaRPr lang="en-US" altLang="zh-CN" sz="1600">
                <a:solidFill>
                  <a:srgbClr val="954F72"/>
                </a:solidFill>
                <a:latin typeface="微软雅黑"/>
                <a:ea typeface="微软雅黑"/>
              </a:endParaRPr>
            </a:p>
          </p:txBody>
        </p:sp>
        <p:grpSp>
          <p:nvGrpSpPr>
            <p:cNvPr id="67" name="Group 112">
              <a:extLst>
                <a:ext uri="{FF2B5EF4-FFF2-40B4-BE49-F238E27FC236}">
                  <a16:creationId xmlns:a16="http://schemas.microsoft.com/office/drawing/2014/main" id="{939F8F09-2F13-41F2-A1AA-1D7AFF0B74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0" y="2496"/>
              <a:ext cx="96" cy="48"/>
              <a:chOff x="3888" y="2832"/>
              <a:chExt cx="96" cy="48"/>
            </a:xfrm>
          </p:grpSpPr>
          <p:sp>
            <p:nvSpPr>
              <p:cNvPr id="72" name="Line 113">
                <a:extLst>
                  <a:ext uri="{FF2B5EF4-FFF2-40B4-BE49-F238E27FC236}">
                    <a16:creationId xmlns:a16="http://schemas.microsoft.com/office/drawing/2014/main" id="{2C59A5D5-0BC2-42AF-8918-A107D4A43A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2832"/>
                <a:ext cx="96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73" name="Line 114">
                <a:extLst>
                  <a:ext uri="{FF2B5EF4-FFF2-40B4-BE49-F238E27FC236}">
                    <a16:creationId xmlns:a16="http://schemas.microsoft.com/office/drawing/2014/main" id="{AF0B5DC0-C3A2-4F39-88DF-56651B14E5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8" y="2880"/>
                <a:ext cx="96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68" name="Line 115">
              <a:extLst>
                <a:ext uri="{FF2B5EF4-FFF2-40B4-BE49-F238E27FC236}">
                  <a16:creationId xmlns:a16="http://schemas.microsoft.com/office/drawing/2014/main" id="{306CFBEA-1AA7-4A5D-B54A-463E79BEB50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48" y="2352"/>
              <a:ext cx="0" cy="1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 type="oval" w="med" len="med"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9" name="Line 116">
              <a:extLst>
                <a:ext uri="{FF2B5EF4-FFF2-40B4-BE49-F238E27FC236}">
                  <a16:creationId xmlns:a16="http://schemas.microsoft.com/office/drawing/2014/main" id="{8791A461-D050-4DE8-9AE6-D8674B446E2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48" y="2544"/>
              <a:ext cx="0" cy="144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0" name="Line 117">
              <a:extLst>
                <a:ext uri="{FF2B5EF4-FFF2-40B4-BE49-F238E27FC236}">
                  <a16:creationId xmlns:a16="http://schemas.microsoft.com/office/drawing/2014/main" id="{B962AF82-BB42-4B4D-A5BB-D97E7544A63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52" y="2352"/>
              <a:ext cx="9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1" name="Rectangle 118">
              <a:extLst>
                <a:ext uri="{FF2B5EF4-FFF2-40B4-BE49-F238E27FC236}">
                  <a16:creationId xmlns:a16="http://schemas.microsoft.com/office/drawing/2014/main" id="{248C15F0-7087-4C5F-B18F-2CFB04769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496"/>
              <a:ext cx="192" cy="192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>
                  <a:solidFill>
                    <a:srgbClr val="954F72"/>
                  </a:solidFill>
                  <a:latin typeface="微软雅黑"/>
                  <a:ea typeface="微软雅黑"/>
                </a:rPr>
                <a:t>C</a:t>
              </a:r>
              <a:r>
                <a:rPr lang="en-US" altLang="zh-CN" sz="1600" baseline="-25000">
                  <a:solidFill>
                    <a:srgbClr val="954F72"/>
                  </a:solidFill>
                  <a:latin typeface="微软雅黑"/>
                  <a:ea typeface="微软雅黑"/>
                </a:rPr>
                <a:t>2</a:t>
              </a:r>
              <a:endParaRPr lang="en-US" altLang="zh-CN" sz="1600" dirty="0">
                <a:solidFill>
                  <a:srgbClr val="954F72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C9518BA2-A204-456B-9A79-2AE21EFF57EE}"/>
              </a:ext>
            </a:extLst>
          </p:cNvPr>
          <p:cNvGrpSpPr/>
          <p:nvPr/>
        </p:nvGrpSpPr>
        <p:grpSpPr>
          <a:xfrm>
            <a:off x="361571" y="4096148"/>
            <a:ext cx="5320858" cy="947124"/>
            <a:chOff x="3291433" y="3975511"/>
            <a:chExt cx="5320858" cy="947124"/>
          </a:xfrm>
        </p:grpSpPr>
        <p:grpSp>
          <p:nvGrpSpPr>
            <p:cNvPr id="80" name="Group 91">
              <a:extLst>
                <a:ext uri="{FF2B5EF4-FFF2-40B4-BE49-F238E27FC236}">
                  <a16:creationId xmlns:a16="http://schemas.microsoft.com/office/drawing/2014/main" id="{6ABB5FA2-4418-4933-A891-8696C69ECB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91433" y="3975511"/>
              <a:ext cx="5320858" cy="947124"/>
              <a:chOff x="1320" y="2686"/>
              <a:chExt cx="3073" cy="547"/>
            </a:xfrm>
          </p:grpSpPr>
          <p:sp>
            <p:nvSpPr>
              <p:cNvPr id="89" name="Line 98">
                <a:extLst>
                  <a:ext uri="{FF2B5EF4-FFF2-40B4-BE49-F238E27FC236}">
                    <a16:creationId xmlns:a16="http://schemas.microsoft.com/office/drawing/2014/main" id="{859AFFC6-7945-459E-B9FB-1F368FEE27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00" y="2878"/>
                <a:ext cx="0" cy="144"/>
              </a:xfrm>
              <a:prstGeom prst="line">
                <a:avLst/>
              </a:prstGeom>
              <a:noFill/>
              <a:ln w="19050">
                <a:solidFill>
                  <a:srgbClr val="00B050"/>
                </a:solidFill>
                <a:round/>
                <a:headEnd/>
                <a:tailEnd type="oval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90" name="Rectangle 92">
                <a:extLst>
                  <a:ext uri="{FF2B5EF4-FFF2-40B4-BE49-F238E27FC236}">
                    <a16:creationId xmlns:a16="http://schemas.microsoft.com/office/drawing/2014/main" id="{C8AB5224-FDFB-4BF1-8C92-B9EC881CD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926"/>
                <a:ext cx="456" cy="290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marL="0" marR="0" lvl="0" indent="0" algn="just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V</a:t>
                </a:r>
                <a:r>
                  <a:rPr kumimoji="0" lang="en-US" altLang="zh-CN" sz="1600" b="0" i="0" u="none" strike="noStrike" kern="0" cap="none" spc="0" normalizeH="0" baseline="-25000" noProof="0" dirty="0" err="1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ss</a:t>
                </a: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(0V)</a:t>
                </a:r>
              </a:p>
            </p:txBody>
          </p:sp>
          <p:grpSp>
            <p:nvGrpSpPr>
              <p:cNvPr id="91" name="Group 93">
                <a:extLst>
                  <a:ext uri="{FF2B5EF4-FFF2-40B4-BE49-F238E27FC236}">
                    <a16:creationId xmlns:a16="http://schemas.microsoft.com/office/drawing/2014/main" id="{5B86A349-2768-4605-995F-33591ED920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2" y="2830"/>
                <a:ext cx="96" cy="48"/>
                <a:chOff x="3888" y="2832"/>
                <a:chExt cx="96" cy="48"/>
              </a:xfrm>
            </p:grpSpPr>
            <p:sp>
              <p:nvSpPr>
                <p:cNvPr id="96" name="Line 94">
                  <a:extLst>
                    <a:ext uri="{FF2B5EF4-FFF2-40B4-BE49-F238E27FC236}">
                      <a16:creationId xmlns:a16="http://schemas.microsoft.com/office/drawing/2014/main" id="{BF88B064-7D14-4968-A71F-3563383694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32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97" name="Line 95">
                  <a:extLst>
                    <a:ext uri="{FF2B5EF4-FFF2-40B4-BE49-F238E27FC236}">
                      <a16:creationId xmlns:a16="http://schemas.microsoft.com/office/drawing/2014/main" id="{6186ABD6-7F63-40C4-B411-6787B586EA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80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sp>
            <p:nvSpPr>
              <p:cNvPr id="92" name="Line 96">
                <a:extLst>
                  <a:ext uri="{FF2B5EF4-FFF2-40B4-BE49-F238E27FC236}">
                    <a16:creationId xmlns:a16="http://schemas.microsoft.com/office/drawing/2014/main" id="{89756DAD-C2DD-4E66-9C16-407B417D6C3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00" y="2686"/>
                <a:ext cx="0" cy="144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93" name="Line 97">
                <a:extLst>
                  <a:ext uri="{FF2B5EF4-FFF2-40B4-BE49-F238E27FC236}">
                    <a16:creationId xmlns:a16="http://schemas.microsoft.com/office/drawing/2014/main" id="{69026318-FB98-46C3-A87F-56510095CF3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00" y="2686"/>
                <a:ext cx="192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94" name="Rectangle 99">
                <a:extLst>
                  <a:ext uri="{FF2B5EF4-FFF2-40B4-BE49-F238E27FC236}">
                    <a16:creationId xmlns:a16="http://schemas.microsoft.com/office/drawing/2014/main" id="{0AEB07F4-2A64-4423-8DAD-E2F2202DB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688"/>
                <a:ext cx="192" cy="19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marL="0" marR="0" lvl="0" indent="0" algn="just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954F72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C</a:t>
                </a:r>
                <a:r>
                  <a:rPr kumimoji="0" lang="en-US" altLang="zh-CN" sz="1600" b="0" i="0" u="none" strike="noStrike" kern="0" cap="none" spc="0" normalizeH="0" baseline="-25000" noProof="0">
                    <a:ln>
                      <a:noFill/>
                    </a:ln>
                    <a:solidFill>
                      <a:srgbClr val="954F72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D</a:t>
                </a:r>
                <a:endPara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95" name="Rectangle 92">
                <a:extLst>
                  <a:ext uri="{FF2B5EF4-FFF2-40B4-BE49-F238E27FC236}">
                    <a16:creationId xmlns:a16="http://schemas.microsoft.com/office/drawing/2014/main" id="{C425D3FE-4FED-454B-803C-4696F33C9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2943"/>
                <a:ext cx="456" cy="290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marL="0" marR="0" lvl="0" indent="0" algn="just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V</a:t>
                </a:r>
                <a:r>
                  <a:rPr kumimoji="0" lang="en-US" altLang="zh-CN" sz="1600" b="0" i="0" u="none" strike="noStrike" kern="0" cap="none" spc="0" normalizeH="0" baseline="-25000" noProof="0" dirty="0" err="1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ss</a:t>
                </a: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(0V)</a:t>
                </a:r>
              </a:p>
            </p:txBody>
          </p:sp>
        </p:grpSp>
        <p:grpSp>
          <p:nvGrpSpPr>
            <p:cNvPr id="81" name="Group 120">
              <a:extLst>
                <a:ext uri="{FF2B5EF4-FFF2-40B4-BE49-F238E27FC236}">
                  <a16:creationId xmlns:a16="http://schemas.microsoft.com/office/drawing/2014/main" id="{031AB5CE-E546-4B51-AC01-D20D1B0F63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3889" y="3978969"/>
              <a:ext cx="789558" cy="581779"/>
              <a:chOff x="3672" y="2688"/>
              <a:chExt cx="456" cy="336"/>
            </a:xfrm>
          </p:grpSpPr>
          <p:sp>
            <p:nvSpPr>
              <p:cNvPr id="82" name="Line 125">
                <a:extLst>
                  <a:ext uri="{FF2B5EF4-FFF2-40B4-BE49-F238E27FC236}">
                    <a16:creationId xmlns:a16="http://schemas.microsoft.com/office/drawing/2014/main" id="{B4565F26-DC86-45F1-9E5C-2E4A559E872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864" y="2880"/>
                <a:ext cx="0" cy="144"/>
              </a:xfrm>
              <a:prstGeom prst="line">
                <a:avLst/>
              </a:prstGeom>
              <a:noFill/>
              <a:ln w="19050">
                <a:solidFill>
                  <a:srgbClr val="00B050"/>
                </a:solidFill>
                <a:round/>
                <a:headEnd/>
                <a:tailEnd type="oval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grpSp>
            <p:nvGrpSpPr>
              <p:cNvPr id="83" name="Group 121">
                <a:extLst>
                  <a:ext uri="{FF2B5EF4-FFF2-40B4-BE49-F238E27FC236}">
                    <a16:creationId xmlns:a16="http://schemas.microsoft.com/office/drawing/2014/main" id="{EA0F801F-2B6F-4B80-8506-904B2A5440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16" y="2832"/>
                <a:ext cx="96" cy="48"/>
                <a:chOff x="3888" y="2832"/>
                <a:chExt cx="96" cy="48"/>
              </a:xfrm>
            </p:grpSpPr>
            <p:sp>
              <p:nvSpPr>
                <p:cNvPr id="87" name="Line 122">
                  <a:extLst>
                    <a:ext uri="{FF2B5EF4-FFF2-40B4-BE49-F238E27FC236}">
                      <a16:creationId xmlns:a16="http://schemas.microsoft.com/office/drawing/2014/main" id="{7648AD86-65E5-4011-B28B-11278ABC5A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32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88" name="Line 123">
                  <a:extLst>
                    <a:ext uri="{FF2B5EF4-FFF2-40B4-BE49-F238E27FC236}">
                      <a16:creationId xmlns:a16="http://schemas.microsoft.com/office/drawing/2014/main" id="{C3B45AE1-80C6-4877-AAFB-F43FCD9EE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88" y="2880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sp>
            <p:nvSpPr>
              <p:cNvPr id="84" name="Line 124">
                <a:extLst>
                  <a:ext uri="{FF2B5EF4-FFF2-40B4-BE49-F238E27FC236}">
                    <a16:creationId xmlns:a16="http://schemas.microsoft.com/office/drawing/2014/main" id="{CB0080A7-66B0-4F97-B4BA-6A5D7836BA5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864" y="2688"/>
                <a:ext cx="0" cy="144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85" name="Line 126">
                <a:extLst>
                  <a:ext uri="{FF2B5EF4-FFF2-40B4-BE49-F238E27FC236}">
                    <a16:creationId xmlns:a16="http://schemas.microsoft.com/office/drawing/2014/main" id="{494D5278-3461-4053-902C-BBE0B99FAA9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672" y="2688"/>
                <a:ext cx="192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86" name="Rectangle 127">
                <a:extLst>
                  <a:ext uri="{FF2B5EF4-FFF2-40B4-BE49-F238E27FC236}">
                    <a16:creationId xmlns:a16="http://schemas.microsoft.com/office/drawing/2014/main" id="{ED364F05-2B9B-46C0-A591-197830D9D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6" y="2688"/>
                <a:ext cx="192" cy="19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marL="0" marR="0" lvl="0" indent="0" algn="just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954F72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C</a:t>
                </a:r>
                <a:r>
                  <a:rPr kumimoji="0" lang="en-US" altLang="zh-CN" sz="1600" b="0" i="0" u="none" strike="noStrike" kern="0" cap="none" spc="0" normalizeH="0" baseline="-25000" noProof="0">
                    <a:ln>
                      <a:noFill/>
                    </a:ln>
                    <a:solidFill>
                      <a:srgbClr val="954F72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D</a:t>
                </a:r>
                <a:endPara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98" name="Group 143">
            <a:extLst>
              <a:ext uri="{FF2B5EF4-FFF2-40B4-BE49-F238E27FC236}">
                <a16:creationId xmlns:a16="http://schemas.microsoft.com/office/drawing/2014/main" id="{42FF13D7-DEB7-4267-9BA8-F86ECC5AC2DB}"/>
              </a:ext>
            </a:extLst>
          </p:cNvPr>
          <p:cNvGrpSpPr>
            <a:grpSpLocks/>
          </p:cNvGrpSpPr>
          <p:nvPr/>
        </p:nvGrpSpPr>
        <p:grpSpPr bwMode="auto">
          <a:xfrm>
            <a:off x="4226248" y="4625978"/>
            <a:ext cx="249334" cy="332445"/>
            <a:chOff x="5040" y="2688"/>
            <a:chExt cx="144" cy="192"/>
          </a:xfrm>
        </p:grpSpPr>
        <p:sp>
          <p:nvSpPr>
            <p:cNvPr id="99" name="Rectangle 144">
              <a:extLst>
                <a:ext uri="{FF2B5EF4-FFF2-40B4-BE49-F238E27FC236}">
                  <a16:creationId xmlns:a16="http://schemas.microsoft.com/office/drawing/2014/main" id="{BDBBC6FC-037E-41E7-9B1F-9DE90B5F9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2688"/>
              <a:ext cx="144" cy="192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D</a:t>
              </a:r>
            </a:p>
          </p:txBody>
        </p:sp>
        <p:sp>
          <p:nvSpPr>
            <p:cNvPr id="100" name="Line 145">
              <a:extLst>
                <a:ext uri="{FF2B5EF4-FFF2-40B4-BE49-F238E27FC236}">
                  <a16:creationId xmlns:a16="http://schemas.microsoft.com/office/drawing/2014/main" id="{92FD7015-8AC2-47D8-AFCB-C0B326552A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" y="2688"/>
              <a:ext cx="96" cy="0"/>
            </a:xfrm>
            <a:prstGeom prst="line">
              <a:avLst/>
            </a:prstGeom>
            <a:noFill/>
            <a:ln w="19050">
              <a:solidFill>
                <a:srgbClr val="954F7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01" name="组合 100">
            <a:extLst>
              <a:ext uri="{FF2B5EF4-FFF2-40B4-BE49-F238E27FC236}">
                <a16:creationId xmlns:a16="http://schemas.microsoft.com/office/drawing/2014/main" id="{808CA488-5450-4DA1-B904-9A5ABA3863B7}"/>
              </a:ext>
            </a:extLst>
          </p:cNvPr>
          <p:cNvGrpSpPr/>
          <p:nvPr/>
        </p:nvGrpSpPr>
        <p:grpSpPr>
          <a:xfrm>
            <a:off x="943350" y="1117987"/>
            <a:ext cx="5028237" cy="1734947"/>
            <a:chOff x="3873212" y="997350"/>
            <a:chExt cx="5028237" cy="1734947"/>
          </a:xfrm>
        </p:grpSpPr>
        <p:grpSp>
          <p:nvGrpSpPr>
            <p:cNvPr id="102" name="Group 48">
              <a:extLst>
                <a:ext uri="{FF2B5EF4-FFF2-40B4-BE49-F238E27FC236}">
                  <a16:creationId xmlns:a16="http://schemas.microsoft.com/office/drawing/2014/main" id="{9D7C57E7-8D40-425F-8FC2-A48F6A057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73212" y="997350"/>
              <a:ext cx="5028237" cy="999067"/>
              <a:chOff x="1656" y="966"/>
              <a:chExt cx="2904" cy="577"/>
            </a:xfrm>
          </p:grpSpPr>
          <p:grpSp>
            <p:nvGrpSpPr>
              <p:cNvPr id="105" name="Group 49">
                <a:extLst>
                  <a:ext uri="{FF2B5EF4-FFF2-40B4-BE49-F238E27FC236}">
                    <a16:creationId xmlns:a16="http://schemas.microsoft.com/office/drawing/2014/main" id="{4F7D53CD-6E35-4B75-AB00-91F2CDFF72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2" y="1248"/>
                <a:ext cx="2160" cy="192"/>
                <a:chOff x="1752" y="1248"/>
                <a:chExt cx="2160" cy="192"/>
              </a:xfrm>
            </p:grpSpPr>
            <p:grpSp>
              <p:nvGrpSpPr>
                <p:cNvPr id="115" name="Group 50">
                  <a:extLst>
                    <a:ext uri="{FF2B5EF4-FFF2-40B4-BE49-F238E27FC236}">
                      <a16:creationId xmlns:a16="http://schemas.microsoft.com/office/drawing/2014/main" id="{AE5BF40E-5D85-485F-B0AD-CEC1A3EBC81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752" y="1248"/>
                  <a:ext cx="240" cy="192"/>
                  <a:chOff x="4032" y="2544"/>
                  <a:chExt cx="240" cy="192"/>
                </a:xfrm>
              </p:grpSpPr>
              <p:sp>
                <p:nvSpPr>
                  <p:cNvPr id="122" name="Line 51">
                    <a:extLst>
                      <a:ext uri="{FF2B5EF4-FFF2-40B4-BE49-F238E27FC236}">
                        <a16:creationId xmlns:a16="http://schemas.microsoft.com/office/drawing/2014/main" id="{B88D2B2E-C748-4263-9AD9-BCA2569C6CD2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76" y="2544"/>
                    <a:ext cx="0" cy="192"/>
                  </a:xfrm>
                  <a:prstGeom prst="line">
                    <a:avLst/>
                  </a:prstGeom>
                  <a:noFill/>
                  <a:ln w="28575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123" name="Line 52">
                    <a:extLst>
                      <a:ext uri="{FF2B5EF4-FFF2-40B4-BE49-F238E27FC236}">
                        <a16:creationId xmlns:a16="http://schemas.microsoft.com/office/drawing/2014/main" id="{D07CEFCF-2DEB-490B-A6E3-58360EEF829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28" y="2592"/>
                    <a:ext cx="0" cy="96"/>
                  </a:xfrm>
                  <a:prstGeom prst="line">
                    <a:avLst/>
                  </a:prstGeom>
                  <a:noFill/>
                  <a:ln w="28575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124" name="Line 53">
                    <a:extLst>
                      <a:ext uri="{FF2B5EF4-FFF2-40B4-BE49-F238E27FC236}">
                        <a16:creationId xmlns:a16="http://schemas.microsoft.com/office/drawing/2014/main" id="{D5E3BB02-7AAD-4949-9494-3A062B7CDA7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76" y="2592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125" name="Line 54">
                    <a:extLst>
                      <a:ext uri="{FF2B5EF4-FFF2-40B4-BE49-F238E27FC236}">
                        <a16:creationId xmlns:a16="http://schemas.microsoft.com/office/drawing/2014/main" id="{08ED5073-62DC-43AB-B644-3C680FCBA2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176" y="2688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126" name="Line 55">
                    <a:extLst>
                      <a:ext uri="{FF2B5EF4-FFF2-40B4-BE49-F238E27FC236}">
                        <a16:creationId xmlns:a16="http://schemas.microsoft.com/office/drawing/2014/main" id="{FB8DDB0B-8860-4574-BA6A-6B96BE2BDAA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4032" y="2640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116" name="Group 56">
                  <a:extLst>
                    <a:ext uri="{FF2B5EF4-FFF2-40B4-BE49-F238E27FC236}">
                      <a16:creationId xmlns:a16="http://schemas.microsoft.com/office/drawing/2014/main" id="{C54A608F-AF1E-422D-8488-967D95B181C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3672" y="1248"/>
                  <a:ext cx="240" cy="192"/>
                  <a:chOff x="3360" y="2544"/>
                  <a:chExt cx="240" cy="192"/>
                </a:xfrm>
              </p:grpSpPr>
              <p:sp>
                <p:nvSpPr>
                  <p:cNvPr id="117" name="Line 57">
                    <a:extLst>
                      <a:ext uri="{FF2B5EF4-FFF2-40B4-BE49-F238E27FC236}">
                        <a16:creationId xmlns:a16="http://schemas.microsoft.com/office/drawing/2014/main" id="{83F36EFC-15C3-43F9-A781-2A6DE359CAD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456" y="2544"/>
                    <a:ext cx="0" cy="192"/>
                  </a:xfrm>
                  <a:prstGeom prst="line">
                    <a:avLst/>
                  </a:prstGeom>
                  <a:noFill/>
                  <a:ln w="28575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118" name="Line 58">
                    <a:extLst>
                      <a:ext uri="{FF2B5EF4-FFF2-40B4-BE49-F238E27FC236}">
                        <a16:creationId xmlns:a16="http://schemas.microsoft.com/office/drawing/2014/main" id="{B3E4743B-3B87-4389-AA7B-A955A100556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504" y="2592"/>
                    <a:ext cx="0" cy="96"/>
                  </a:xfrm>
                  <a:prstGeom prst="line">
                    <a:avLst/>
                  </a:prstGeom>
                  <a:noFill/>
                  <a:ln w="28575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119" name="Line 59">
                    <a:extLst>
                      <a:ext uri="{FF2B5EF4-FFF2-40B4-BE49-F238E27FC236}">
                        <a16:creationId xmlns:a16="http://schemas.microsoft.com/office/drawing/2014/main" id="{64FDA296-6FDB-4736-BD98-128C638321E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360" y="2592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120" name="Line 60">
                    <a:extLst>
                      <a:ext uri="{FF2B5EF4-FFF2-40B4-BE49-F238E27FC236}">
                        <a16:creationId xmlns:a16="http://schemas.microsoft.com/office/drawing/2014/main" id="{F52337EA-FD93-4894-B7E4-F43A7D314D9E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360" y="2688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  <p:sp>
                <p:nvSpPr>
                  <p:cNvPr id="121" name="Line 61">
                    <a:extLst>
                      <a:ext uri="{FF2B5EF4-FFF2-40B4-BE49-F238E27FC236}">
                        <a16:creationId xmlns:a16="http://schemas.microsoft.com/office/drawing/2014/main" id="{9AF8815C-6EF4-4472-9A90-5046CD8EDEEE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504" y="2640"/>
                    <a:ext cx="96" cy="0"/>
                  </a:xfrm>
                  <a:prstGeom prst="line">
                    <a:avLst/>
                  </a:prstGeom>
                  <a:noFill/>
                  <a:ln w="19050">
                    <a:solidFill>
                      <a:sysClr val="windowText" lastClr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</p:grpSp>
          <p:sp>
            <p:nvSpPr>
              <p:cNvPr id="106" name="Line 62">
                <a:extLst>
                  <a:ext uri="{FF2B5EF4-FFF2-40B4-BE49-F238E27FC236}">
                    <a16:creationId xmlns:a16="http://schemas.microsoft.com/office/drawing/2014/main" id="{DB7567CB-D1DC-4E9E-A77F-E25DC3249C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2" y="1152"/>
                <a:ext cx="0" cy="14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 type="oval" w="med" len="med"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07" name="Line 63">
                <a:extLst>
                  <a:ext uri="{FF2B5EF4-FFF2-40B4-BE49-F238E27FC236}">
                    <a16:creationId xmlns:a16="http://schemas.microsoft.com/office/drawing/2014/main" id="{DF80EE60-77E9-4C67-A6CC-DBD78CDE96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2" y="1152"/>
                <a:ext cx="0" cy="14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 type="oval" w="med" len="med"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08" name="Line 64">
                <a:extLst>
                  <a:ext uri="{FF2B5EF4-FFF2-40B4-BE49-F238E27FC236}">
                    <a16:creationId xmlns:a16="http://schemas.microsoft.com/office/drawing/2014/main" id="{5D3FCA23-E87A-4F4C-92C7-28A4ACA942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56" y="1344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 type="oval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09" name="Line 65">
                <a:extLst>
                  <a:ext uri="{FF2B5EF4-FFF2-40B4-BE49-F238E27FC236}">
                    <a16:creationId xmlns:a16="http://schemas.microsoft.com/office/drawing/2014/main" id="{895BB156-6075-43A0-A322-040B4DA0ED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12" y="1344"/>
                <a:ext cx="96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 type="oval" w="med" len="med"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0" name="Rectangle 66">
                <a:extLst>
                  <a:ext uri="{FF2B5EF4-FFF2-40B4-BE49-F238E27FC236}">
                    <a16:creationId xmlns:a16="http://schemas.microsoft.com/office/drawing/2014/main" id="{EA5EF02A-D3CA-47BF-85D6-CA0585F2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4" y="1253"/>
                <a:ext cx="456" cy="290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marL="0" marR="0" lvl="0" indent="0" algn="just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954F72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预充</a:t>
                </a:r>
              </a:p>
            </p:txBody>
          </p:sp>
          <p:sp>
            <p:nvSpPr>
              <p:cNvPr id="111" name="Rectangle 67">
                <a:extLst>
                  <a:ext uri="{FF2B5EF4-FFF2-40B4-BE49-F238E27FC236}">
                    <a16:creationId xmlns:a16="http://schemas.microsoft.com/office/drawing/2014/main" id="{E03D8886-8ECE-408D-B8A2-F4E8C0203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1248"/>
                <a:ext cx="192" cy="19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marL="0" marR="0" lvl="0" indent="0" algn="just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954F72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T</a:t>
                </a:r>
                <a:r>
                  <a:rPr kumimoji="0" lang="en-US" altLang="zh-CN" sz="1600" b="0" i="0" u="none" strike="noStrike" kern="0" cap="none" spc="0" normalizeH="0" baseline="-25000" noProof="0">
                    <a:ln>
                      <a:noFill/>
                    </a:ln>
                    <a:solidFill>
                      <a:srgbClr val="954F72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10</a:t>
                </a:r>
                <a:endPara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2" name="Rectangle 68">
                <a:extLst>
                  <a:ext uri="{FF2B5EF4-FFF2-40B4-BE49-F238E27FC236}">
                    <a16:creationId xmlns:a16="http://schemas.microsoft.com/office/drawing/2014/main" id="{BDF515E5-CFF7-45B3-A8E0-54DE64009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296"/>
                <a:ext cx="192" cy="19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marL="0" marR="0" lvl="0" indent="0" algn="just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954F72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T</a:t>
                </a:r>
                <a:r>
                  <a:rPr kumimoji="0" lang="en-US" altLang="zh-CN" sz="16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954F72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9</a:t>
                </a:r>
                <a:endPara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3" name="Rectangle 69">
                <a:extLst>
                  <a:ext uri="{FF2B5EF4-FFF2-40B4-BE49-F238E27FC236}">
                    <a16:creationId xmlns:a16="http://schemas.microsoft.com/office/drawing/2014/main" id="{4C68FC5E-A781-4F28-AFD2-C7FDBCC16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990"/>
                <a:ext cx="192" cy="19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marL="0" marR="0" lvl="0" indent="0" algn="just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E</a:t>
                </a:r>
                <a:r>
                  <a:rPr kumimoji="0" lang="en-US" altLang="zh-CN" sz="16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D</a:t>
                </a:r>
                <a:endPara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4" name="Rectangle 69">
                <a:extLst>
                  <a:ext uri="{FF2B5EF4-FFF2-40B4-BE49-F238E27FC236}">
                    <a16:creationId xmlns:a16="http://schemas.microsoft.com/office/drawing/2014/main" id="{DF047C89-6C8C-4736-802C-498D32813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966"/>
                <a:ext cx="192" cy="19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12700" tIns="12700" rIns="12700" bIns="12700"/>
              <a:lstStyle/>
              <a:p>
                <a:pPr marL="0" marR="0" lvl="0" indent="0" algn="just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E</a:t>
                </a:r>
                <a:r>
                  <a:rPr kumimoji="0" lang="en-US" altLang="zh-CN" sz="16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D</a:t>
                </a:r>
                <a:endPara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103" name="Line 19">
              <a:extLst>
                <a:ext uri="{FF2B5EF4-FFF2-40B4-BE49-F238E27FC236}">
                  <a16:creationId xmlns:a16="http://schemas.microsoft.com/office/drawing/2014/main" id="{E5E8DD34-192B-4D47-BB67-21C5EF87FF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3888" y="1734962"/>
              <a:ext cx="0" cy="997335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4" name="Line 18">
              <a:extLst>
                <a:ext uri="{FF2B5EF4-FFF2-40B4-BE49-F238E27FC236}">
                  <a16:creationId xmlns:a16="http://schemas.microsoft.com/office/drawing/2014/main" id="{B8B8FE5A-112F-44C9-9D7E-F3C9764987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4991" y="1734961"/>
              <a:ext cx="0" cy="997336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27" name="组合 126">
            <a:extLst>
              <a:ext uri="{FF2B5EF4-FFF2-40B4-BE49-F238E27FC236}">
                <a16:creationId xmlns:a16="http://schemas.microsoft.com/office/drawing/2014/main" id="{033BC6A8-91B8-4D2E-BBD8-EE9B0267C520}"/>
              </a:ext>
            </a:extLst>
          </p:cNvPr>
          <p:cNvGrpSpPr/>
          <p:nvPr/>
        </p:nvGrpSpPr>
        <p:grpSpPr>
          <a:xfrm>
            <a:off x="1857575" y="3351604"/>
            <a:ext cx="872669" cy="744540"/>
            <a:chOff x="4787437" y="3230967"/>
            <a:chExt cx="872669" cy="744540"/>
          </a:xfrm>
        </p:grpSpPr>
        <p:sp>
          <p:nvSpPr>
            <p:cNvPr id="128" name="Rectangle 34">
              <a:extLst>
                <a:ext uri="{FF2B5EF4-FFF2-40B4-BE49-F238E27FC236}">
                  <a16:creationId xmlns:a16="http://schemas.microsoft.com/office/drawing/2014/main" id="{8C2A6A01-1556-456F-BCD8-B1884769A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437" y="3314078"/>
              <a:ext cx="249334" cy="332445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dirty="0">
                  <a:solidFill>
                    <a:srgbClr val="954F72"/>
                  </a:solidFill>
                  <a:latin typeface="微软雅黑"/>
                  <a:ea typeface="微软雅黑"/>
                </a:rPr>
                <a:t>T</a:t>
              </a:r>
              <a:r>
                <a:rPr lang="en-US" altLang="zh-CN" sz="1600" baseline="-25000" dirty="0">
                  <a:solidFill>
                    <a:srgbClr val="954F72"/>
                  </a:solidFill>
                  <a:latin typeface="微软雅黑"/>
                  <a:ea typeface="微软雅黑"/>
                </a:rPr>
                <a:t>1</a:t>
              </a:r>
              <a:endParaRPr lang="en-US" altLang="zh-CN" sz="1600" dirty="0">
                <a:solidFill>
                  <a:srgbClr val="954F72"/>
                </a:solidFill>
                <a:latin typeface="微软雅黑"/>
                <a:ea typeface="微软雅黑"/>
              </a:endParaRPr>
            </a:p>
          </p:txBody>
        </p:sp>
        <p:grpSp>
          <p:nvGrpSpPr>
            <p:cNvPr id="129" name="组合 128">
              <a:extLst>
                <a:ext uri="{FF2B5EF4-FFF2-40B4-BE49-F238E27FC236}">
                  <a16:creationId xmlns:a16="http://schemas.microsoft.com/office/drawing/2014/main" id="{E54FE0C0-9133-4A89-B2DC-92366496240D}"/>
                </a:ext>
              </a:extLst>
            </p:cNvPr>
            <p:cNvGrpSpPr/>
            <p:nvPr/>
          </p:nvGrpSpPr>
          <p:grpSpPr>
            <a:xfrm>
              <a:off x="5119882" y="3230967"/>
              <a:ext cx="540224" cy="744540"/>
              <a:chOff x="5119882" y="3230967"/>
              <a:chExt cx="540224" cy="744540"/>
            </a:xfrm>
          </p:grpSpPr>
          <p:grpSp>
            <p:nvGrpSpPr>
              <p:cNvPr id="130" name="Group 3">
                <a:extLst>
                  <a:ext uri="{FF2B5EF4-FFF2-40B4-BE49-F238E27FC236}">
                    <a16:creationId xmlns:a16="http://schemas.microsoft.com/office/drawing/2014/main" id="{D2901A7F-DC62-4AC8-A36A-B3390A1CEB16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5119882" y="3230967"/>
                <a:ext cx="415557" cy="332445"/>
                <a:chOff x="3360" y="2544"/>
                <a:chExt cx="240" cy="192"/>
              </a:xfrm>
            </p:grpSpPr>
            <p:sp>
              <p:nvSpPr>
                <p:cNvPr id="133" name="Line 4">
                  <a:extLst>
                    <a:ext uri="{FF2B5EF4-FFF2-40B4-BE49-F238E27FC236}">
                      <a16:creationId xmlns:a16="http://schemas.microsoft.com/office/drawing/2014/main" id="{1136BDDF-E756-444D-BCF6-2123A1005E2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456" y="2544"/>
                  <a:ext cx="0" cy="192"/>
                </a:xfrm>
                <a:prstGeom prst="line">
                  <a:avLst/>
                </a:pr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34" name="Line 5">
                  <a:extLst>
                    <a:ext uri="{FF2B5EF4-FFF2-40B4-BE49-F238E27FC236}">
                      <a16:creationId xmlns:a16="http://schemas.microsoft.com/office/drawing/2014/main" id="{30ADD607-DEC1-4E4D-887E-66508BB4EF2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592"/>
                  <a:ext cx="0" cy="96"/>
                </a:xfrm>
                <a:prstGeom prst="line">
                  <a:avLst/>
                </a:pr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35" name="Line 6">
                  <a:extLst>
                    <a:ext uri="{FF2B5EF4-FFF2-40B4-BE49-F238E27FC236}">
                      <a16:creationId xmlns:a16="http://schemas.microsoft.com/office/drawing/2014/main" id="{D014800A-C82F-426E-A483-753082935B0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592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008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36" name="Line 7">
                  <a:extLst>
                    <a:ext uri="{FF2B5EF4-FFF2-40B4-BE49-F238E27FC236}">
                      <a16:creationId xmlns:a16="http://schemas.microsoft.com/office/drawing/2014/main" id="{8CE7B494-B126-4A74-86A1-C9B1B025A9D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360" y="2688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008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137" name="Line 8">
                  <a:extLst>
                    <a:ext uri="{FF2B5EF4-FFF2-40B4-BE49-F238E27FC236}">
                      <a16:creationId xmlns:a16="http://schemas.microsoft.com/office/drawing/2014/main" id="{B733BB30-5A9D-44C8-A4F4-80422CB6558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3504" y="264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rgbClr val="008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</a:pPr>
                  <a:endParaRPr lang="zh-CN" altLang="en-US">
                    <a:solidFill>
                      <a:prstClr val="black"/>
                    </a:solidFill>
                    <a:latin typeface="微软雅黑"/>
                    <a:ea typeface="微软雅黑"/>
                  </a:endParaRPr>
                </a:p>
              </p:txBody>
            </p:sp>
          </p:grpSp>
          <p:sp>
            <p:nvSpPr>
              <p:cNvPr id="131" name="Line 11">
                <a:extLst>
                  <a:ext uri="{FF2B5EF4-FFF2-40B4-BE49-F238E27FC236}">
                    <a16:creationId xmlns:a16="http://schemas.microsoft.com/office/drawing/2014/main" id="{71B16E51-B6B9-48F7-8241-3541EA37E3B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5119882" y="3480301"/>
                <a:ext cx="0" cy="495206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132" name="Line 10">
                <a:extLst>
                  <a:ext uri="{FF2B5EF4-FFF2-40B4-BE49-F238E27FC236}">
                    <a16:creationId xmlns:a16="http://schemas.microsoft.com/office/drawing/2014/main" id="{D42FEC23-EFA0-44B5-8D81-3393C181CE1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5119882" y="3975507"/>
                <a:ext cx="540224" cy="0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138" name="组合 137">
            <a:extLst>
              <a:ext uri="{FF2B5EF4-FFF2-40B4-BE49-F238E27FC236}">
                <a16:creationId xmlns:a16="http://schemas.microsoft.com/office/drawing/2014/main" id="{9B643786-BC7C-4C8B-ABFD-17AB130379DD}"/>
              </a:ext>
            </a:extLst>
          </p:cNvPr>
          <p:cNvGrpSpPr/>
          <p:nvPr/>
        </p:nvGrpSpPr>
        <p:grpSpPr>
          <a:xfrm>
            <a:off x="1192684" y="2852934"/>
            <a:ext cx="1745338" cy="3075121"/>
            <a:chOff x="4122546" y="2732297"/>
            <a:chExt cx="1745338" cy="3075121"/>
          </a:xfrm>
        </p:grpSpPr>
        <p:sp>
          <p:nvSpPr>
            <p:cNvPr id="139" name="Line 18">
              <a:extLst>
                <a:ext uri="{FF2B5EF4-FFF2-40B4-BE49-F238E27FC236}">
                  <a16:creationId xmlns:a16="http://schemas.microsoft.com/office/drawing/2014/main" id="{923C2F58-33D7-4D0F-803E-3EDA735C7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4992" y="2732297"/>
              <a:ext cx="0" cy="232712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140" name="组合 139">
              <a:extLst>
                <a:ext uri="{FF2B5EF4-FFF2-40B4-BE49-F238E27FC236}">
                  <a16:creationId xmlns:a16="http://schemas.microsoft.com/office/drawing/2014/main" id="{30557B74-A099-4279-A9E6-B3CBB5C984E2}"/>
                </a:ext>
              </a:extLst>
            </p:cNvPr>
            <p:cNvGrpSpPr/>
            <p:nvPr/>
          </p:nvGrpSpPr>
          <p:grpSpPr>
            <a:xfrm>
              <a:off x="4122546" y="4477637"/>
              <a:ext cx="1745338" cy="1329781"/>
              <a:chOff x="4122546" y="4477637"/>
              <a:chExt cx="1745338" cy="1329781"/>
            </a:xfrm>
          </p:grpSpPr>
          <p:grpSp>
            <p:nvGrpSpPr>
              <p:cNvPr id="141" name="Group 128">
                <a:extLst>
                  <a:ext uri="{FF2B5EF4-FFF2-40B4-BE49-F238E27FC236}">
                    <a16:creationId xmlns:a16="http://schemas.microsoft.com/office/drawing/2014/main" id="{A1281806-0283-4497-8724-B644E6D3BA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2546" y="4477637"/>
                <a:ext cx="748002" cy="1329781"/>
                <a:chOff x="1800" y="2976"/>
                <a:chExt cx="432" cy="768"/>
              </a:xfrm>
            </p:grpSpPr>
            <p:grpSp>
              <p:nvGrpSpPr>
                <p:cNvPr id="143" name="Group 129">
                  <a:extLst>
                    <a:ext uri="{FF2B5EF4-FFF2-40B4-BE49-F238E27FC236}">
                      <a16:creationId xmlns:a16="http://schemas.microsoft.com/office/drawing/2014/main" id="{E502E8AD-1E1D-4A56-915D-9D507FF3C2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0" y="3264"/>
                  <a:ext cx="432" cy="480"/>
                  <a:chOff x="1800" y="3264"/>
                  <a:chExt cx="432" cy="480"/>
                </a:xfrm>
              </p:grpSpPr>
              <p:grpSp>
                <p:nvGrpSpPr>
                  <p:cNvPr id="145" name="Group 130">
                    <a:extLst>
                      <a:ext uri="{FF2B5EF4-FFF2-40B4-BE49-F238E27FC236}">
                        <a16:creationId xmlns:a16="http://schemas.microsoft.com/office/drawing/2014/main" id="{6B24CE6E-B5BF-4B5C-A1EE-685B04CB4BE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800" y="3264"/>
                    <a:ext cx="432" cy="480"/>
                    <a:chOff x="1800" y="3264"/>
                    <a:chExt cx="432" cy="480"/>
                  </a:xfrm>
                </p:grpSpPr>
                <p:grpSp>
                  <p:nvGrpSpPr>
                    <p:cNvPr id="147" name="Group 131">
                      <a:extLst>
                        <a:ext uri="{FF2B5EF4-FFF2-40B4-BE49-F238E27FC236}">
                          <a16:creationId xmlns:a16="http://schemas.microsoft.com/office/drawing/2014/main" id="{AA82C802-2EBE-41C2-93B3-F5A42CDD847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992" y="3264"/>
                      <a:ext cx="240" cy="480"/>
                      <a:chOff x="1992" y="3264"/>
                      <a:chExt cx="240" cy="480"/>
                    </a:xfrm>
                  </p:grpSpPr>
                  <p:grpSp>
                    <p:nvGrpSpPr>
                      <p:cNvPr id="149" name="Group 132">
                        <a:extLst>
                          <a:ext uri="{FF2B5EF4-FFF2-40B4-BE49-F238E27FC236}">
                            <a16:creationId xmlns:a16="http://schemas.microsoft.com/office/drawing/2014/main" id="{5F184B00-378F-43B3-AEED-4D67DF227B6F}"/>
                          </a:ext>
                        </a:extLst>
                      </p:cNvPr>
                      <p:cNvGrpSpPr>
                        <a:grpSpLocks noChangeAspect="1"/>
                      </p:cNvGrpSpPr>
                      <p:nvPr/>
                    </p:nvGrpSpPr>
                    <p:grpSpPr bwMode="auto">
                      <a:xfrm>
                        <a:off x="1992" y="3264"/>
                        <a:ext cx="240" cy="192"/>
                        <a:chOff x="3360" y="2544"/>
                        <a:chExt cx="240" cy="192"/>
                      </a:xfrm>
                    </p:grpSpPr>
                    <p:sp>
                      <p:nvSpPr>
                        <p:cNvPr id="151" name="Line 133">
                          <a:extLst>
                            <a:ext uri="{FF2B5EF4-FFF2-40B4-BE49-F238E27FC236}">
                              <a16:creationId xmlns:a16="http://schemas.microsoft.com/office/drawing/2014/main" id="{1BB6EDC1-E425-444A-BD19-AECE2C75AFBB}"/>
                            </a:ext>
                          </a:extLst>
                        </p:cNvPr>
                        <p:cNvSpPr>
                          <a:spLocks noChangeAspect="1" noChangeShapeType="1"/>
                        </p:cNvSpPr>
                        <p:nvPr/>
                      </p:nvSpPr>
                      <p:spPr bwMode="auto">
                        <a:xfrm>
                          <a:off x="3456" y="2544"/>
                          <a:ext cx="0" cy="192"/>
                        </a:xfrm>
                        <a:prstGeom prst="line">
                          <a:avLst/>
                        </a:prstGeom>
                        <a:noFill/>
                        <a:ln w="28575">
                          <a:solidFill>
                            <a:sysClr val="windowText" lastClr="00000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defTabSz="91440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微软雅黑"/>
                            <a:ea typeface="微软雅黑"/>
                          </a:endParaRPr>
                        </a:p>
                      </p:txBody>
                    </p:sp>
                    <p:sp>
                      <p:nvSpPr>
                        <p:cNvPr id="152" name="Line 134">
                          <a:extLst>
                            <a:ext uri="{FF2B5EF4-FFF2-40B4-BE49-F238E27FC236}">
                              <a16:creationId xmlns:a16="http://schemas.microsoft.com/office/drawing/2014/main" id="{F0421965-EE0C-4F10-820E-FA7CF106F740}"/>
                            </a:ext>
                          </a:extLst>
                        </p:cNvPr>
                        <p:cNvSpPr>
                          <a:spLocks noChangeAspect="1" noChangeShapeType="1"/>
                        </p:cNvSpPr>
                        <p:nvPr/>
                      </p:nvSpPr>
                      <p:spPr bwMode="auto">
                        <a:xfrm>
                          <a:off x="3504" y="2592"/>
                          <a:ext cx="0" cy="96"/>
                        </a:xfrm>
                        <a:prstGeom prst="line">
                          <a:avLst/>
                        </a:prstGeom>
                        <a:noFill/>
                        <a:ln w="28575">
                          <a:solidFill>
                            <a:sysClr val="windowText" lastClr="00000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defTabSz="91440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微软雅黑"/>
                            <a:ea typeface="微软雅黑"/>
                          </a:endParaRPr>
                        </a:p>
                      </p:txBody>
                    </p:sp>
                    <p:sp>
                      <p:nvSpPr>
                        <p:cNvPr id="153" name="Line 135">
                          <a:extLst>
                            <a:ext uri="{FF2B5EF4-FFF2-40B4-BE49-F238E27FC236}">
                              <a16:creationId xmlns:a16="http://schemas.microsoft.com/office/drawing/2014/main" id="{9CB4233D-BAAF-4EF5-9A75-8141F9390E0E}"/>
                            </a:ext>
                          </a:extLst>
                        </p:cNvPr>
                        <p:cNvSpPr>
                          <a:spLocks noChangeAspect="1" noChangeShapeType="1"/>
                        </p:cNvSpPr>
                        <p:nvPr/>
                      </p:nvSpPr>
                      <p:spPr bwMode="auto">
                        <a:xfrm>
                          <a:off x="3360" y="2592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ysClr val="windowText" lastClr="00000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defTabSz="91440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微软雅黑"/>
                            <a:ea typeface="微软雅黑"/>
                          </a:endParaRPr>
                        </a:p>
                      </p:txBody>
                    </p:sp>
                    <p:sp>
                      <p:nvSpPr>
                        <p:cNvPr id="154" name="Line 136">
                          <a:extLst>
                            <a:ext uri="{FF2B5EF4-FFF2-40B4-BE49-F238E27FC236}">
                              <a16:creationId xmlns:a16="http://schemas.microsoft.com/office/drawing/2014/main" id="{8C617C68-9321-4710-887B-E7AAF49E6168}"/>
                            </a:ext>
                          </a:extLst>
                        </p:cNvPr>
                        <p:cNvSpPr>
                          <a:spLocks noChangeAspect="1" noChangeShapeType="1"/>
                        </p:cNvSpPr>
                        <p:nvPr/>
                      </p:nvSpPr>
                      <p:spPr bwMode="auto">
                        <a:xfrm>
                          <a:off x="3360" y="2688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ysClr val="windowText" lastClr="00000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defTabSz="91440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微软雅黑"/>
                            <a:ea typeface="微软雅黑"/>
                          </a:endParaRPr>
                        </a:p>
                      </p:txBody>
                    </p:sp>
                    <p:sp>
                      <p:nvSpPr>
                        <p:cNvPr id="155" name="Line 137">
                          <a:extLst>
                            <a:ext uri="{FF2B5EF4-FFF2-40B4-BE49-F238E27FC236}">
                              <a16:creationId xmlns:a16="http://schemas.microsoft.com/office/drawing/2014/main" id="{BB3DBA43-C7DC-471D-81C3-90171ED2FA33}"/>
                            </a:ext>
                          </a:extLst>
                        </p:cNvPr>
                        <p:cNvSpPr>
                          <a:spLocks noChangeAspect="1" noChangeShapeType="1"/>
                        </p:cNvSpPr>
                        <p:nvPr/>
                      </p:nvSpPr>
                      <p:spPr bwMode="auto">
                        <a:xfrm>
                          <a:off x="3504" y="2640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ysClr val="windowText" lastClr="00000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defTabSz="91440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18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微软雅黑"/>
                            <a:ea typeface="微软雅黑"/>
                          </a:endParaRPr>
                        </a:p>
                      </p:txBody>
                    </p:sp>
                  </p:grpSp>
                  <p:sp>
                    <p:nvSpPr>
                      <p:cNvPr id="150" name="Line 138">
                        <a:extLst>
                          <a:ext uri="{FF2B5EF4-FFF2-40B4-BE49-F238E27FC236}">
                            <a16:creationId xmlns:a16="http://schemas.microsoft.com/office/drawing/2014/main" id="{AABC9442-0013-44AD-A497-4EEDC43D4F37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1992" y="3408"/>
                        <a:ext cx="0" cy="3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ysClr val="windowText" lastClr="000000"/>
                        </a:solidFill>
                        <a:round/>
                        <a:headEnd/>
                        <a:tailEnd type="triangle" w="med" len="med"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微软雅黑"/>
                          <a:ea typeface="微软雅黑"/>
                        </a:endParaRPr>
                      </a:p>
                    </p:txBody>
                  </p:sp>
                </p:grpSp>
                <p:sp>
                  <p:nvSpPr>
                    <p:cNvPr id="148" name="Rectangle 139">
                      <a:extLst>
                        <a:ext uri="{FF2B5EF4-FFF2-40B4-BE49-F238E27FC236}">
                          <a16:creationId xmlns:a16="http://schemas.microsoft.com/office/drawing/2014/main" id="{78929825-A788-4610-8B74-A5F20415AEF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00" y="3264"/>
                      <a:ext cx="144" cy="192"/>
                    </a:xfrm>
                    <a:prstGeom prst="rect">
                      <a:avLst/>
                    </a:prstGeom>
                    <a:noFill/>
                    <a:ln w="12700">
                      <a:noFill/>
                      <a:miter lim="800000"/>
                      <a:headEnd/>
                      <a:tailEnd/>
                    </a:ln>
                  </p:spPr>
                  <p:txBody>
                    <a:bodyPr lIns="12700" tIns="12700" rIns="12700" bIns="12700"/>
                    <a:lstStyle/>
                    <a:p>
                      <a:pPr marL="0" marR="0" lvl="0" indent="0" algn="just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1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954F72"/>
                          </a:solidFill>
                          <a:effectLst/>
                          <a:uLnTx/>
                          <a:uFillTx/>
                          <a:latin typeface="微软雅黑"/>
                          <a:ea typeface="微软雅黑"/>
                        </a:rPr>
                        <a:t>T</a:t>
                      </a:r>
                      <a:r>
                        <a:rPr kumimoji="0" lang="en-US" altLang="zh-CN" sz="1600" b="0" i="0" u="none" strike="noStrike" kern="0" cap="none" spc="0" normalizeH="0" baseline="-25000" noProof="0">
                          <a:ln>
                            <a:noFill/>
                          </a:ln>
                          <a:solidFill>
                            <a:srgbClr val="954F72"/>
                          </a:solidFill>
                          <a:effectLst/>
                          <a:uLnTx/>
                          <a:uFillTx/>
                          <a:latin typeface="微软雅黑"/>
                          <a:ea typeface="微软雅黑"/>
                        </a:rPr>
                        <a:t>7</a:t>
                      </a:r>
                      <a:endParaRPr kumimoji="0" lang="en-US" altLang="zh-CN" sz="1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954F72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endParaRPr>
                    </a:p>
                  </p:txBody>
                </p:sp>
              </p:grpSp>
              <p:sp>
                <p:nvSpPr>
                  <p:cNvPr id="146" name="Rectangle 140">
                    <a:extLst>
                      <a:ext uri="{FF2B5EF4-FFF2-40B4-BE49-F238E27FC236}">
                        <a16:creationId xmlns:a16="http://schemas.microsoft.com/office/drawing/2014/main" id="{950377C2-0426-42B4-BD33-460A9A428D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3600"/>
                    <a:ext cx="216" cy="144"/>
                  </a:xfrm>
                  <a:prstGeom prst="rect">
                    <a:avLst/>
                  </a:prstGeom>
                  <a:noFill/>
                  <a:ln w="12700">
                    <a:noFill/>
                    <a:miter lim="800000"/>
                    <a:headEnd/>
                    <a:tailEnd/>
                  </a:ln>
                </p:spPr>
                <p:txBody>
                  <a:bodyPr lIns="12700" tIns="12700" rIns="12700" bIns="12700"/>
                  <a:lstStyle/>
                  <a:p>
                    <a:pPr marL="0" marR="0" lvl="0" indent="0" algn="just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954F72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I/O</a:t>
                    </a:r>
                  </a:p>
                </p:txBody>
              </p:sp>
            </p:grpSp>
            <p:sp>
              <p:nvSpPr>
                <p:cNvPr id="144" name="Rectangle 141">
                  <a:extLst>
                    <a:ext uri="{FF2B5EF4-FFF2-40B4-BE49-F238E27FC236}">
                      <a16:creationId xmlns:a16="http://schemas.microsoft.com/office/drawing/2014/main" id="{F56C02FB-FF72-4ABB-A1A4-2948300D6D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6" y="2976"/>
                  <a:ext cx="144" cy="192"/>
                </a:xfrm>
                <a:prstGeom prst="rect">
                  <a:avLst/>
                </a:prstGeom>
                <a:noFill/>
                <a:ln w="12700">
                  <a:noFill/>
                  <a:miter lim="800000"/>
                  <a:headEnd/>
                  <a:tailEnd/>
                </a:ln>
              </p:spPr>
              <p:txBody>
                <a:bodyPr lIns="12700" tIns="12700" rIns="12700" bIns="12700"/>
                <a:lstStyle/>
                <a:p>
                  <a:pPr marL="0" marR="0" lvl="0" indent="0" algn="just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954F72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D</a:t>
                  </a:r>
                </a:p>
              </p:txBody>
            </p:sp>
          </p:grpSp>
          <p:sp>
            <p:nvSpPr>
              <p:cNvPr id="142" name="Line 31">
                <a:extLst>
                  <a:ext uri="{FF2B5EF4-FFF2-40B4-BE49-F238E27FC236}">
                    <a16:creationId xmlns:a16="http://schemas.microsoft.com/office/drawing/2014/main" id="{57B42202-DB7D-4EB0-842C-0AC6C5F29A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4325" y="5144694"/>
                <a:ext cx="1163559" cy="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156" name="内容占位符 2">
            <a:extLst>
              <a:ext uri="{FF2B5EF4-FFF2-40B4-BE49-F238E27FC236}">
                <a16:creationId xmlns:a16="http://schemas.microsoft.com/office/drawing/2014/main" id="{4AAC7141-2C0C-45BE-AA5D-39B6328D9F96}"/>
              </a:ext>
            </a:extLst>
          </p:cNvPr>
          <p:cNvSpPr txBox="1">
            <a:spLocks/>
          </p:cNvSpPr>
          <p:nvPr/>
        </p:nvSpPr>
        <p:spPr>
          <a:xfrm>
            <a:off x="5073013" y="2399703"/>
            <a:ext cx="4041147" cy="187574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进一步提高存储密度</a:t>
            </a: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核心是电容</a:t>
            </a: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裁剪冗余电路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591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780" y="200661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8E8EE6-EECA-4E4A-B784-321472C3BF5B}"/>
              </a:ext>
            </a:extLst>
          </p:cNvPr>
          <p:cNvSpPr/>
          <p:nvPr/>
        </p:nvSpPr>
        <p:spPr>
          <a:xfrm>
            <a:off x="395536" y="785436"/>
            <a:ext cx="163057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单管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DRAM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ea typeface="+mn-ea"/>
            </a:endParaRPr>
          </a:p>
        </p:txBody>
      </p:sp>
      <p:grpSp>
        <p:nvGrpSpPr>
          <p:cNvPr id="4" name="Group 37">
            <a:extLst>
              <a:ext uri="{FF2B5EF4-FFF2-40B4-BE49-F238E27FC236}">
                <a16:creationId xmlns:a16="http://schemas.microsoft.com/office/drawing/2014/main" id="{B7B426C7-4275-4852-9B3B-EAE89E3F8CC0}"/>
              </a:ext>
            </a:extLst>
          </p:cNvPr>
          <p:cNvGrpSpPr>
            <a:grpSpLocks/>
          </p:cNvGrpSpPr>
          <p:nvPr/>
        </p:nvGrpSpPr>
        <p:grpSpPr bwMode="auto">
          <a:xfrm>
            <a:off x="4673351" y="2861444"/>
            <a:ext cx="457200" cy="304800"/>
            <a:chOff x="2304" y="2064"/>
            <a:chExt cx="288" cy="192"/>
          </a:xfrm>
        </p:grpSpPr>
        <p:sp>
          <p:nvSpPr>
            <p:cNvPr id="5" name="Line 38">
              <a:extLst>
                <a:ext uri="{FF2B5EF4-FFF2-40B4-BE49-F238E27FC236}">
                  <a16:creationId xmlns:a16="http://schemas.microsoft.com/office/drawing/2014/main" id="{CA003AC2-0BD8-48DD-BF2A-DBF1A6EC60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04" y="2064"/>
              <a:ext cx="288" cy="0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6" name="Line 39">
              <a:extLst>
                <a:ext uri="{FF2B5EF4-FFF2-40B4-BE49-F238E27FC236}">
                  <a16:creationId xmlns:a16="http://schemas.microsoft.com/office/drawing/2014/main" id="{1267A624-57E1-4CB2-A6D6-DA74E5C3AF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2064"/>
              <a:ext cx="0" cy="192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7" name="Line 2">
            <a:extLst>
              <a:ext uri="{FF2B5EF4-FFF2-40B4-BE49-F238E27FC236}">
                <a16:creationId xmlns:a16="http://schemas.microsoft.com/office/drawing/2014/main" id="{EFCB0827-B162-46B8-86FE-85E7F0226D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3351" y="3242444"/>
            <a:ext cx="0" cy="22860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oval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8" name="Line 3">
            <a:extLst>
              <a:ext uri="{FF2B5EF4-FFF2-40B4-BE49-F238E27FC236}">
                <a16:creationId xmlns:a16="http://schemas.microsoft.com/office/drawing/2014/main" id="{692C13A7-DC2C-4477-82DA-D0E7D5C31966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147889" y="2056581"/>
            <a:ext cx="1897062" cy="0"/>
          </a:xfrm>
          <a:prstGeom prst="line">
            <a:avLst/>
          </a:prstGeom>
          <a:noFill/>
          <a:ln w="2857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024BD808-CB30-4DBD-AE51-F89F54EF51E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368552" y="3580582"/>
            <a:ext cx="803275" cy="51117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V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ss</a:t>
            </a: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(0V)</a:t>
            </a:r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12CF145F-3AB9-4005-ADB8-2742D9E00F0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82951" y="2996382"/>
            <a:ext cx="254000" cy="33972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 dirty="0">
                <a:solidFill>
                  <a:srgbClr val="954F72"/>
                </a:solidFill>
                <a:latin typeface="微软雅黑"/>
                <a:ea typeface="微软雅黑"/>
              </a:rPr>
              <a:t>1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grpSp>
        <p:nvGrpSpPr>
          <p:cNvPr id="11" name="Group 7">
            <a:extLst>
              <a:ext uri="{FF2B5EF4-FFF2-40B4-BE49-F238E27FC236}">
                <a16:creationId xmlns:a16="http://schemas.microsoft.com/office/drawing/2014/main" id="{28684BB4-63DF-4351-8F51-88C87C5261A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579689" y="3166245"/>
            <a:ext cx="169862" cy="84137"/>
            <a:chOff x="3888" y="2832"/>
            <a:chExt cx="96" cy="48"/>
          </a:xfrm>
        </p:grpSpPr>
        <p:sp>
          <p:nvSpPr>
            <p:cNvPr id="12" name="Line 8">
              <a:extLst>
                <a:ext uri="{FF2B5EF4-FFF2-40B4-BE49-F238E27FC236}">
                  <a16:creationId xmlns:a16="http://schemas.microsoft.com/office/drawing/2014/main" id="{FE0098C5-D131-4167-B976-D2477C87121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88" y="2832"/>
              <a:ext cx="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3" name="Line 9">
              <a:extLst>
                <a:ext uri="{FF2B5EF4-FFF2-40B4-BE49-F238E27FC236}">
                  <a16:creationId xmlns:a16="http://schemas.microsoft.com/office/drawing/2014/main" id="{A009A0D5-6E82-4494-88A8-4275445AA4C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88" y="2880"/>
              <a:ext cx="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14" name="Rectangle 10">
            <a:extLst>
              <a:ext uri="{FF2B5EF4-FFF2-40B4-BE49-F238E27FC236}">
                <a16:creationId xmlns:a16="http://schemas.microsoft.com/office/drawing/2014/main" id="{2CEA1B8D-877C-45ED-94D1-E1422FA9F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2551" y="3580581"/>
            <a:ext cx="228600" cy="3048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D</a:t>
            </a:r>
          </a:p>
        </p:txBody>
      </p:sp>
      <p:sp>
        <p:nvSpPr>
          <p:cNvPr id="15" name="Rectangle 11">
            <a:extLst>
              <a:ext uri="{FF2B5EF4-FFF2-40B4-BE49-F238E27FC236}">
                <a16:creationId xmlns:a16="http://schemas.microsoft.com/office/drawing/2014/main" id="{0BC0895C-6654-4C36-814F-C83957CEB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7889" y="1904181"/>
            <a:ext cx="1219200" cy="2286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dirty="0">
                <a:solidFill>
                  <a:srgbClr val="954F72"/>
                </a:solidFill>
                <a:latin typeface="微软雅黑"/>
                <a:ea typeface="微软雅黑"/>
              </a:rPr>
              <a:t>X</a:t>
            </a:r>
            <a:r>
              <a:rPr lang="zh-CN" altLang="en-US" sz="1600" dirty="0">
                <a:solidFill>
                  <a:srgbClr val="954F72"/>
                </a:solidFill>
                <a:latin typeface="微软雅黑"/>
                <a:ea typeface="微软雅黑"/>
              </a:rPr>
              <a:t>地址译码线</a:t>
            </a:r>
          </a:p>
        </p:txBody>
      </p:sp>
      <p:sp>
        <p:nvSpPr>
          <p:cNvPr id="16" name="Line 12">
            <a:extLst>
              <a:ext uri="{FF2B5EF4-FFF2-40B4-BE49-F238E27FC236}">
                <a16:creationId xmlns:a16="http://schemas.microsoft.com/office/drawing/2014/main" id="{B04326C2-6860-43E6-BA9E-BC14AE8A081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489" y="2056581"/>
            <a:ext cx="914400" cy="0"/>
          </a:xfrm>
          <a:prstGeom prst="line">
            <a:avLst/>
          </a:prstGeom>
          <a:noFill/>
          <a:ln w="28575">
            <a:solidFill>
              <a:sysClr val="windowText" lastClr="000000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7" name="Rectangle 13">
            <a:extLst>
              <a:ext uri="{FF2B5EF4-FFF2-40B4-BE49-F238E27FC236}">
                <a16:creationId xmlns:a16="http://schemas.microsoft.com/office/drawing/2014/main" id="{82D01FC3-4B55-4F14-9020-4DFA6E480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5689" y="3090044"/>
            <a:ext cx="304800" cy="3048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C</a:t>
            </a:r>
            <a:endParaRPr lang="en-US" altLang="zh-CN" sz="16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18" name="AutoShape 14">
            <a:extLst>
              <a:ext uri="{FF2B5EF4-FFF2-40B4-BE49-F238E27FC236}">
                <a16:creationId xmlns:a16="http://schemas.microsoft.com/office/drawing/2014/main" id="{E668E2BA-203E-46E4-AAB4-1CC379D9F7EB}"/>
              </a:ext>
            </a:extLst>
          </p:cNvPr>
          <p:cNvSpPr>
            <a:spLocks noChangeArrowheads="1"/>
          </p:cNvSpPr>
          <p:nvPr/>
        </p:nvSpPr>
        <p:spPr bwMode="auto">
          <a:xfrm flipH="1" flipV="1">
            <a:off x="599089" y="3863333"/>
            <a:ext cx="3238108" cy="1720495"/>
          </a:xfrm>
          <a:prstGeom prst="wedgeEllipseCallout">
            <a:avLst>
              <a:gd name="adj1" fmla="val -69907"/>
              <a:gd name="adj2" fmla="val 79005"/>
            </a:avLst>
          </a:prstGeom>
          <a:solidFill>
            <a:srgbClr val="99FFCC"/>
          </a:solidFill>
          <a:ln w="12700" algn="ctr">
            <a:solidFill>
              <a:sysClr val="windowText" lastClr="000000"/>
            </a:solidFill>
            <a:prstDash val="solid"/>
            <a:miter lim="800000"/>
            <a:headEnd/>
            <a:tailEnd/>
          </a:ln>
        </p:spPr>
        <p:txBody>
          <a:bodyPr rot="10800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电容用于存储电荷，有电荷</a:t>
            </a:r>
            <a:r>
              <a:rPr kumimoji="0" lang="zh-CN" altLang="en-US" sz="20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代表</a:t>
            </a:r>
            <a:r>
              <a:rPr kumimoji="0" lang="en-US" altLang="zh-CN" sz="20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1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否则</a:t>
            </a: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代表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0</a:t>
            </a:r>
          </a:p>
        </p:txBody>
      </p:sp>
      <p:sp>
        <p:nvSpPr>
          <p:cNvPr id="19" name="Rectangle 15">
            <a:extLst>
              <a:ext uri="{FF2B5EF4-FFF2-40B4-BE49-F238E27FC236}">
                <a16:creationId xmlns:a16="http://schemas.microsoft.com/office/drawing/2014/main" id="{4637D16B-15F7-43FA-A319-F9854738F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3989" y="4723581"/>
            <a:ext cx="342900" cy="2286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I/O</a:t>
            </a:r>
          </a:p>
        </p:txBody>
      </p:sp>
      <p:grpSp>
        <p:nvGrpSpPr>
          <p:cNvPr id="20" name="Group 16">
            <a:extLst>
              <a:ext uri="{FF2B5EF4-FFF2-40B4-BE49-F238E27FC236}">
                <a16:creationId xmlns:a16="http://schemas.microsoft.com/office/drawing/2014/main" id="{A2DD54AB-3433-42A9-B472-EAD8BAB1357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21151" y="3961581"/>
            <a:ext cx="381000" cy="304800"/>
            <a:chOff x="3360" y="2544"/>
            <a:chExt cx="240" cy="192"/>
          </a:xfrm>
        </p:grpSpPr>
        <p:sp>
          <p:nvSpPr>
            <p:cNvPr id="21" name="Line 17">
              <a:extLst>
                <a:ext uri="{FF2B5EF4-FFF2-40B4-BE49-F238E27FC236}">
                  <a16:creationId xmlns:a16="http://schemas.microsoft.com/office/drawing/2014/main" id="{19FFE2B9-442E-4E12-8B22-90F36556EC7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6" y="2544"/>
              <a:ext cx="0" cy="192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2" name="Line 18">
              <a:extLst>
                <a:ext uri="{FF2B5EF4-FFF2-40B4-BE49-F238E27FC236}">
                  <a16:creationId xmlns:a16="http://schemas.microsoft.com/office/drawing/2014/main" id="{E938923A-386F-48A8-A41F-17CB86A78B4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592"/>
              <a:ext cx="0" cy="96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Line 19">
              <a:extLst>
                <a:ext uri="{FF2B5EF4-FFF2-40B4-BE49-F238E27FC236}">
                  <a16:creationId xmlns:a16="http://schemas.microsoft.com/office/drawing/2014/main" id="{6496B3BA-0BBF-4FFB-A025-E698529B29C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592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4" name="Line 20">
              <a:extLst>
                <a:ext uri="{FF2B5EF4-FFF2-40B4-BE49-F238E27FC236}">
                  <a16:creationId xmlns:a16="http://schemas.microsoft.com/office/drawing/2014/main" id="{BFB7E4A6-AC4D-4F65-A3C3-A5FA662FDC6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5" name="Line 21">
              <a:extLst>
                <a:ext uri="{FF2B5EF4-FFF2-40B4-BE49-F238E27FC236}">
                  <a16:creationId xmlns:a16="http://schemas.microsoft.com/office/drawing/2014/main" id="{4B6B0849-B39B-4A18-8D5C-EB6EF4066F5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64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26" name="Line 22">
            <a:extLst>
              <a:ext uri="{FF2B5EF4-FFF2-40B4-BE49-F238E27FC236}">
                <a16:creationId xmlns:a16="http://schemas.microsoft.com/office/drawing/2014/main" id="{0F42EA3F-CE18-4747-BD01-17E2AF41754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1151" y="4190181"/>
            <a:ext cx="0" cy="53340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7" name="Line 23">
            <a:extLst>
              <a:ext uri="{FF2B5EF4-FFF2-40B4-BE49-F238E27FC236}">
                <a16:creationId xmlns:a16="http://schemas.microsoft.com/office/drawing/2014/main" id="{EB19EAFA-F269-43AF-A8FE-4361C12FE0A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2151" y="4113981"/>
            <a:ext cx="11430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8" name="Rectangle 24">
            <a:extLst>
              <a:ext uri="{FF2B5EF4-FFF2-40B4-BE49-F238E27FC236}">
                <a16:creationId xmlns:a16="http://schemas.microsoft.com/office/drawing/2014/main" id="{21DD084A-2EF7-4BEF-9480-F75BE48A6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151" y="4342581"/>
            <a:ext cx="1219200" cy="2286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Y</a:t>
            </a:r>
            <a:r>
              <a:rPr lang="zh-CN" altLang="en-US" sz="1600">
                <a:solidFill>
                  <a:srgbClr val="954F72"/>
                </a:solidFill>
                <a:latin typeface="微软雅黑"/>
                <a:ea typeface="微软雅黑"/>
              </a:rPr>
              <a:t>地址译码线</a:t>
            </a:r>
          </a:p>
        </p:txBody>
      </p:sp>
      <p:sp>
        <p:nvSpPr>
          <p:cNvPr id="29" name="Line 25">
            <a:extLst>
              <a:ext uri="{FF2B5EF4-FFF2-40B4-BE49-F238E27FC236}">
                <a16:creationId xmlns:a16="http://schemas.microsoft.com/office/drawing/2014/main" id="{E4778697-52D3-4C89-94BC-5637A6C7271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2151" y="4113981"/>
            <a:ext cx="11430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30" name="Line 27">
            <a:extLst>
              <a:ext uri="{FF2B5EF4-FFF2-40B4-BE49-F238E27FC236}">
                <a16:creationId xmlns:a16="http://schemas.microsoft.com/office/drawing/2014/main" id="{D50A2C02-F6C0-449F-A965-DEB3FC49520A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139952" y="2056581"/>
            <a:ext cx="1897063" cy="0"/>
          </a:xfrm>
          <a:prstGeom prst="line">
            <a:avLst/>
          </a:prstGeom>
          <a:noFill/>
          <a:ln w="50800" cap="sq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31" name="Line 28">
            <a:extLst>
              <a:ext uri="{FF2B5EF4-FFF2-40B4-BE49-F238E27FC236}">
                <a16:creationId xmlns:a16="http://schemas.microsoft.com/office/drawing/2014/main" id="{5E762D85-6BC2-432D-AD4B-1CD279694E52}"/>
              </a:ext>
            </a:extLst>
          </p:cNvPr>
          <p:cNvSpPr>
            <a:spLocks noChangeShapeType="1"/>
          </p:cNvSpPr>
          <p:nvPr/>
        </p:nvSpPr>
        <p:spPr bwMode="auto">
          <a:xfrm>
            <a:off x="5206751" y="2056581"/>
            <a:ext cx="0" cy="45720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" name="Line 29">
            <a:extLst>
              <a:ext uri="{FF2B5EF4-FFF2-40B4-BE49-F238E27FC236}">
                <a16:creationId xmlns:a16="http://schemas.microsoft.com/office/drawing/2014/main" id="{B2E42907-CA2E-4FCD-B735-348FE53BFF8E}"/>
              </a:ext>
            </a:extLst>
          </p:cNvPr>
          <p:cNvSpPr>
            <a:spLocks noChangeShapeType="1"/>
          </p:cNvSpPr>
          <p:nvPr/>
        </p:nvSpPr>
        <p:spPr bwMode="auto">
          <a:xfrm>
            <a:off x="5206751" y="2056581"/>
            <a:ext cx="0" cy="4572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oval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33" name="Group 30">
            <a:extLst>
              <a:ext uri="{FF2B5EF4-FFF2-40B4-BE49-F238E27FC236}">
                <a16:creationId xmlns:a16="http://schemas.microsoft.com/office/drawing/2014/main" id="{088BA9D8-88A8-40BB-AED2-0D192CCDB1C2}"/>
              </a:ext>
            </a:extLst>
          </p:cNvPr>
          <p:cNvGrpSpPr>
            <a:grpSpLocks noChangeAspect="1"/>
          </p:cNvGrpSpPr>
          <p:nvPr/>
        </p:nvGrpSpPr>
        <p:grpSpPr bwMode="auto">
          <a:xfrm rot="-5400000">
            <a:off x="5016251" y="2513781"/>
            <a:ext cx="381000" cy="304800"/>
            <a:chOff x="3360" y="2544"/>
            <a:chExt cx="240" cy="192"/>
          </a:xfrm>
        </p:grpSpPr>
        <p:sp>
          <p:nvSpPr>
            <p:cNvPr id="34" name="Line 31">
              <a:extLst>
                <a:ext uri="{FF2B5EF4-FFF2-40B4-BE49-F238E27FC236}">
                  <a16:creationId xmlns:a16="http://schemas.microsoft.com/office/drawing/2014/main" id="{75D5075C-B50A-4F6D-82D4-68E02171EA3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6" y="2544"/>
              <a:ext cx="0" cy="192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5" name="Line 32">
              <a:extLst>
                <a:ext uri="{FF2B5EF4-FFF2-40B4-BE49-F238E27FC236}">
                  <a16:creationId xmlns:a16="http://schemas.microsoft.com/office/drawing/2014/main" id="{6C4CFD85-6D2E-46DE-A4E6-D82C693778E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592"/>
              <a:ext cx="0" cy="96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6" name="Line 33">
              <a:extLst>
                <a:ext uri="{FF2B5EF4-FFF2-40B4-BE49-F238E27FC236}">
                  <a16:creationId xmlns:a16="http://schemas.microsoft.com/office/drawing/2014/main" id="{74113E65-F7CF-4E2B-9EB6-93B2F7EFB9A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592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7" name="Line 34">
              <a:extLst>
                <a:ext uri="{FF2B5EF4-FFF2-40B4-BE49-F238E27FC236}">
                  <a16:creationId xmlns:a16="http://schemas.microsoft.com/office/drawing/2014/main" id="{F526BE79-C448-4887-94B6-6C78A405210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688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8" name="Line 35">
              <a:extLst>
                <a:ext uri="{FF2B5EF4-FFF2-40B4-BE49-F238E27FC236}">
                  <a16:creationId xmlns:a16="http://schemas.microsoft.com/office/drawing/2014/main" id="{386337F7-6F84-4B2C-BF39-666152E7E44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640"/>
              <a:ext cx="9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39" name="Line 36">
            <a:extLst>
              <a:ext uri="{FF2B5EF4-FFF2-40B4-BE49-F238E27FC236}">
                <a16:creationId xmlns:a16="http://schemas.microsoft.com/office/drawing/2014/main" id="{22A8D1BD-7836-45DE-9601-410F4A598FB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82951" y="2861444"/>
            <a:ext cx="8382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oval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" name="Line 40">
            <a:extLst>
              <a:ext uri="{FF2B5EF4-FFF2-40B4-BE49-F238E27FC236}">
                <a16:creationId xmlns:a16="http://schemas.microsoft.com/office/drawing/2014/main" id="{F626B021-5889-4DD0-89B3-A503092402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21151" y="1599381"/>
            <a:ext cx="0" cy="243840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" name="Rectangle 46">
            <a:extLst>
              <a:ext uri="{FF2B5EF4-FFF2-40B4-BE49-F238E27FC236}">
                <a16:creationId xmlns:a16="http://schemas.microsoft.com/office/drawing/2014/main" id="{4A1F9517-E325-4D9C-AF5B-2B62CA43EB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9751" y="3580581"/>
            <a:ext cx="228600" cy="3048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>
                <a:solidFill>
                  <a:srgbClr val="954F72"/>
                </a:solidFill>
                <a:latin typeface="微软雅黑"/>
                <a:ea typeface="微软雅黑"/>
              </a:rPr>
              <a:t>T</a:t>
            </a:r>
            <a:r>
              <a:rPr lang="en-US" altLang="zh-CN" sz="1600" baseline="-25000">
                <a:solidFill>
                  <a:srgbClr val="954F72"/>
                </a:solidFill>
                <a:latin typeface="微软雅黑"/>
                <a:ea typeface="微软雅黑"/>
              </a:rPr>
              <a:t>2</a:t>
            </a:r>
            <a:endParaRPr lang="en-US" altLang="zh-CN" sz="16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grpSp>
        <p:nvGrpSpPr>
          <p:cNvPr id="42" name="Group 30">
            <a:extLst>
              <a:ext uri="{FF2B5EF4-FFF2-40B4-BE49-F238E27FC236}">
                <a16:creationId xmlns:a16="http://schemas.microsoft.com/office/drawing/2014/main" id="{8B9E5A5D-30F0-47A6-8422-5828B686B0A6}"/>
              </a:ext>
            </a:extLst>
          </p:cNvPr>
          <p:cNvGrpSpPr>
            <a:grpSpLocks noChangeAspect="1"/>
          </p:cNvGrpSpPr>
          <p:nvPr/>
        </p:nvGrpSpPr>
        <p:grpSpPr bwMode="auto">
          <a:xfrm rot="-5400000">
            <a:off x="5008698" y="2520905"/>
            <a:ext cx="395289" cy="304800"/>
            <a:chOff x="3351" y="2545"/>
            <a:chExt cx="249" cy="192"/>
          </a:xfrm>
        </p:grpSpPr>
        <p:sp>
          <p:nvSpPr>
            <p:cNvPr id="43" name="Line 31">
              <a:extLst>
                <a:ext uri="{FF2B5EF4-FFF2-40B4-BE49-F238E27FC236}">
                  <a16:creationId xmlns:a16="http://schemas.microsoft.com/office/drawing/2014/main" id="{00379742-DA25-4171-A7AF-8B3CCFF7829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6" y="2545"/>
              <a:ext cx="0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44" name="Line 32">
              <a:extLst>
                <a:ext uri="{FF2B5EF4-FFF2-40B4-BE49-F238E27FC236}">
                  <a16:creationId xmlns:a16="http://schemas.microsoft.com/office/drawing/2014/main" id="{D39D69F9-0F6C-41ED-A03A-7E7D93806C2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593"/>
              <a:ext cx="0" cy="9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45" name="Line 33">
              <a:extLst>
                <a:ext uri="{FF2B5EF4-FFF2-40B4-BE49-F238E27FC236}">
                  <a16:creationId xmlns:a16="http://schemas.microsoft.com/office/drawing/2014/main" id="{23A698B8-24CD-4496-9FC4-3A927CED6B7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53" y="2592"/>
              <a:ext cx="1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46" name="Line 34">
              <a:extLst>
                <a:ext uri="{FF2B5EF4-FFF2-40B4-BE49-F238E27FC236}">
                  <a16:creationId xmlns:a16="http://schemas.microsoft.com/office/drawing/2014/main" id="{B3BE340B-E7AC-4455-9D19-42F0ABF8259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51" y="2688"/>
              <a:ext cx="1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47" name="Line 35">
              <a:extLst>
                <a:ext uri="{FF2B5EF4-FFF2-40B4-BE49-F238E27FC236}">
                  <a16:creationId xmlns:a16="http://schemas.microsoft.com/office/drawing/2014/main" id="{1E477502-4961-4024-9625-8C5B8BB96CB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642"/>
              <a:ext cx="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48" name="Group 16">
            <a:extLst>
              <a:ext uri="{FF2B5EF4-FFF2-40B4-BE49-F238E27FC236}">
                <a16:creationId xmlns:a16="http://schemas.microsoft.com/office/drawing/2014/main" id="{221592F3-1E55-4516-8994-AB9F764CC88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21151" y="3961581"/>
            <a:ext cx="381000" cy="304800"/>
            <a:chOff x="3360" y="2544"/>
            <a:chExt cx="240" cy="192"/>
          </a:xfrm>
        </p:grpSpPr>
        <p:sp>
          <p:nvSpPr>
            <p:cNvPr id="49" name="Line 17">
              <a:extLst>
                <a:ext uri="{FF2B5EF4-FFF2-40B4-BE49-F238E27FC236}">
                  <a16:creationId xmlns:a16="http://schemas.microsoft.com/office/drawing/2014/main" id="{34D2C952-6E02-42B5-852B-5D4400E3911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6" y="2544"/>
              <a:ext cx="0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50" name="Line 18">
              <a:extLst>
                <a:ext uri="{FF2B5EF4-FFF2-40B4-BE49-F238E27FC236}">
                  <a16:creationId xmlns:a16="http://schemas.microsoft.com/office/drawing/2014/main" id="{B56BA040-D7C1-4644-88C0-E7F231F13EB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592"/>
              <a:ext cx="0" cy="9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51" name="Line 19">
              <a:extLst>
                <a:ext uri="{FF2B5EF4-FFF2-40B4-BE49-F238E27FC236}">
                  <a16:creationId xmlns:a16="http://schemas.microsoft.com/office/drawing/2014/main" id="{191BEC70-4510-46DF-AE34-D7CEFE63884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592"/>
              <a:ext cx="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52" name="Line 20">
              <a:extLst>
                <a:ext uri="{FF2B5EF4-FFF2-40B4-BE49-F238E27FC236}">
                  <a16:creationId xmlns:a16="http://schemas.microsoft.com/office/drawing/2014/main" id="{6D8EFB71-567B-4538-9A28-86A8F158B3C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60" y="2688"/>
              <a:ext cx="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53" name="Line 21">
              <a:extLst>
                <a:ext uri="{FF2B5EF4-FFF2-40B4-BE49-F238E27FC236}">
                  <a16:creationId xmlns:a16="http://schemas.microsoft.com/office/drawing/2014/main" id="{2F4145EC-760A-4401-9419-473470306C8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4" y="2640"/>
              <a:ext cx="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54" name="Line 45">
            <a:extLst>
              <a:ext uri="{FF2B5EF4-FFF2-40B4-BE49-F238E27FC236}">
                <a16:creationId xmlns:a16="http://schemas.microsoft.com/office/drawing/2014/main" id="{06287969-4CE0-4756-B3C0-F5B479E5994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21151" y="1612873"/>
            <a:ext cx="0" cy="2417763"/>
          </a:xfrm>
          <a:prstGeom prst="line">
            <a:avLst/>
          </a:prstGeom>
          <a:noFill/>
          <a:ln w="50800" cap="sq">
            <a:solidFill>
              <a:srgbClr val="FF00FF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55" name="Line 44">
            <a:extLst>
              <a:ext uri="{FF2B5EF4-FFF2-40B4-BE49-F238E27FC236}">
                <a16:creationId xmlns:a16="http://schemas.microsoft.com/office/drawing/2014/main" id="{620DA632-2A4D-4ED5-9298-5E2E00ED200E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5243" y="2863031"/>
            <a:ext cx="825908" cy="0"/>
          </a:xfrm>
          <a:prstGeom prst="line">
            <a:avLst/>
          </a:prstGeom>
          <a:noFill/>
          <a:ln w="50800" cap="sq">
            <a:solidFill>
              <a:srgbClr val="FF00FF"/>
            </a:solidFill>
            <a:miter lim="800000"/>
            <a:headEnd/>
            <a:tailEnd type="oval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grpSp>
        <p:nvGrpSpPr>
          <p:cNvPr id="56" name="Group 41">
            <a:extLst>
              <a:ext uri="{FF2B5EF4-FFF2-40B4-BE49-F238E27FC236}">
                <a16:creationId xmlns:a16="http://schemas.microsoft.com/office/drawing/2014/main" id="{A55B01B1-A66A-422A-95E8-4D285C47AD4C}"/>
              </a:ext>
            </a:extLst>
          </p:cNvPr>
          <p:cNvGrpSpPr>
            <a:grpSpLocks/>
          </p:cNvGrpSpPr>
          <p:nvPr/>
        </p:nvGrpSpPr>
        <p:grpSpPr bwMode="auto">
          <a:xfrm>
            <a:off x="4671355" y="2863826"/>
            <a:ext cx="442913" cy="268288"/>
            <a:chOff x="2304" y="2064"/>
            <a:chExt cx="272" cy="169"/>
          </a:xfrm>
        </p:grpSpPr>
        <p:sp>
          <p:nvSpPr>
            <p:cNvPr id="57" name="Line 42">
              <a:extLst>
                <a:ext uri="{FF2B5EF4-FFF2-40B4-BE49-F238E27FC236}">
                  <a16:creationId xmlns:a16="http://schemas.microsoft.com/office/drawing/2014/main" id="{5A832F8D-5B7E-4B9F-AD50-D77E2B5625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04" y="2064"/>
              <a:ext cx="272" cy="0"/>
            </a:xfrm>
            <a:prstGeom prst="line">
              <a:avLst/>
            </a:prstGeom>
            <a:noFill/>
            <a:ln w="50800" cap="sq">
              <a:solidFill>
                <a:srgbClr val="FF00FF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58" name="Line 43">
              <a:extLst>
                <a:ext uri="{FF2B5EF4-FFF2-40B4-BE49-F238E27FC236}">
                  <a16:creationId xmlns:a16="http://schemas.microsoft.com/office/drawing/2014/main" id="{A20B52DF-F33A-4B8D-B203-E97731492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2064"/>
              <a:ext cx="0" cy="169"/>
            </a:xfrm>
            <a:prstGeom prst="line">
              <a:avLst/>
            </a:prstGeom>
            <a:noFill/>
            <a:ln w="50800" cap="sq">
              <a:solidFill>
                <a:srgbClr val="FF00FF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59" name="Line 26">
            <a:extLst>
              <a:ext uri="{FF2B5EF4-FFF2-40B4-BE49-F238E27FC236}">
                <a16:creationId xmlns:a16="http://schemas.microsoft.com/office/drawing/2014/main" id="{5B168EAE-05DB-4412-B115-64832A022C37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1151" y="4194151"/>
            <a:ext cx="0" cy="533400"/>
          </a:xfrm>
          <a:prstGeom prst="line">
            <a:avLst/>
          </a:prstGeom>
          <a:noFill/>
          <a:ln w="50800" cap="sq">
            <a:solidFill>
              <a:srgbClr val="FF00FF"/>
            </a:solidFill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</p:spTree>
    <p:extLst>
      <p:ext uri="{BB962C8B-B14F-4D97-AF65-F5344CB8AC3E}">
        <p14:creationId xmlns:p14="http://schemas.microsoft.com/office/powerpoint/2010/main" val="3133571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2" grpId="0" animBg="1"/>
      <p:bldP spid="54" grpId="0" animBg="1"/>
      <p:bldP spid="55" grpId="0" animBg="1"/>
      <p:bldP spid="59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780" y="200661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8E8EE6-EECA-4E4A-B784-321472C3BF5B}"/>
              </a:ext>
            </a:extLst>
          </p:cNvPr>
          <p:cNvSpPr/>
          <p:nvPr/>
        </p:nvSpPr>
        <p:spPr>
          <a:xfrm>
            <a:off x="395536" y="785436"/>
            <a:ext cx="271741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2.DRAM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芯片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4116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F95292C4-FAA4-4A17-AF50-04D02B59B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1639" y="1772815"/>
            <a:ext cx="17234673" cy="45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4" name="对象 3">
            <a:extLst>
              <a:ext uri="{FF2B5EF4-FFF2-40B4-BE49-F238E27FC236}">
                <a16:creationId xmlns:a16="http://schemas.microsoft.com/office/drawing/2014/main" id="{3EA8B64D-801C-4533-B144-1D69F29B9780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583854056"/>
              </p:ext>
            </p:extLst>
          </p:nvPr>
        </p:nvGraphicFramePr>
        <p:xfrm>
          <a:off x="1331640" y="1772816"/>
          <a:ext cx="5510570" cy="3600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2388" name="Visio" r:id="rId4" imgW="2904564" imgH="1890345" progId="Visio.Drawing.11">
                  <p:embed/>
                </p:oleObj>
              </mc:Choice>
              <mc:Fallback>
                <p:oleObj name="Visio" r:id="rId4" imgW="2904564" imgH="1890345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1640" y="1772816"/>
                        <a:ext cx="5510570" cy="3600400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06129365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780" y="200661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8E8EE6-EECA-4E4A-B784-321472C3BF5B}"/>
              </a:ext>
            </a:extLst>
          </p:cNvPr>
          <p:cNvSpPr/>
          <p:nvPr/>
        </p:nvSpPr>
        <p:spPr>
          <a:xfrm>
            <a:off x="395536" y="785436"/>
            <a:ext cx="271741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/>
                <a:ea typeface="宋体"/>
                <a:cs typeface="+mn-cs"/>
              </a:rPr>
              <a:t>2.DRAM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/>
                <a:ea typeface="宋体"/>
                <a:cs typeface="+mn-cs"/>
              </a:rPr>
              <a:t>芯片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/>
                <a:ea typeface="宋体"/>
                <a:cs typeface="+mn-cs"/>
              </a:rPr>
              <a:t>4116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宋体"/>
              <a:ea typeface="宋体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F95292C4-FAA4-4A17-AF50-04D02B59B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0362" y="3545631"/>
            <a:ext cx="17234673" cy="45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E0F693F1-9A05-4674-B676-7E586FDA16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723" y="1772816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pSp>
        <p:nvGrpSpPr>
          <p:cNvPr id="8" name="Group 2">
            <a:extLst>
              <a:ext uri="{FF2B5EF4-FFF2-40B4-BE49-F238E27FC236}">
                <a16:creationId xmlns:a16="http://schemas.microsoft.com/office/drawing/2014/main" id="{05A30590-4EFE-4CD9-86A1-397DB46B58A5}"/>
              </a:ext>
            </a:extLst>
          </p:cNvPr>
          <p:cNvGrpSpPr>
            <a:grpSpLocks/>
          </p:cNvGrpSpPr>
          <p:nvPr/>
        </p:nvGrpSpPr>
        <p:grpSpPr bwMode="auto">
          <a:xfrm>
            <a:off x="258762" y="1308656"/>
            <a:ext cx="8626475" cy="5456238"/>
            <a:chOff x="278" y="756"/>
            <a:chExt cx="5434" cy="3437"/>
          </a:xfrm>
        </p:grpSpPr>
        <p:grpSp>
          <p:nvGrpSpPr>
            <p:cNvPr id="9" name="Group 3">
              <a:extLst>
                <a:ext uri="{FF2B5EF4-FFF2-40B4-BE49-F238E27FC236}">
                  <a16:creationId xmlns:a16="http://schemas.microsoft.com/office/drawing/2014/main" id="{363326DC-1B33-4467-9992-011F94777F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756"/>
              <a:ext cx="5434" cy="3437"/>
              <a:chOff x="278" y="756"/>
              <a:chExt cx="5434" cy="3437"/>
            </a:xfrm>
          </p:grpSpPr>
          <p:sp>
            <p:nvSpPr>
              <p:cNvPr id="12" name="Rectangle 4">
                <a:extLst>
                  <a:ext uri="{FF2B5EF4-FFF2-40B4-BE49-F238E27FC236}">
                    <a16:creationId xmlns:a16="http://schemas.microsoft.com/office/drawing/2014/main" id="{C6144334-DD89-4FB7-B778-EB7ED09D9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2" y="784"/>
                <a:ext cx="3015" cy="6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" name="Rectangle 5">
                <a:extLst>
                  <a:ext uri="{FF2B5EF4-FFF2-40B4-BE49-F238E27FC236}">
                    <a16:creationId xmlns:a16="http://schemas.microsoft.com/office/drawing/2014/main" id="{067AF2A0-D58E-44DD-8961-0EB19D202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1" y="966"/>
                <a:ext cx="123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时序与控制 </a:t>
                </a: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" name="Rectangle 6">
                <a:extLst>
                  <a:ext uri="{FF2B5EF4-FFF2-40B4-BE49-F238E27FC236}">
                    <a16:creationId xmlns:a16="http://schemas.microsoft.com/office/drawing/2014/main" id="{DE425979-279F-4240-9232-F050BF278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8" y="766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行时钟</a:t>
                </a:r>
                <a:endPara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" name="Rectangle 7">
                <a:extLst>
                  <a:ext uri="{FF2B5EF4-FFF2-40B4-BE49-F238E27FC236}">
                    <a16:creationId xmlns:a16="http://schemas.microsoft.com/office/drawing/2014/main" id="{FCD802DE-B281-469D-856D-11E577BDD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8" y="1004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列时钟</a:t>
                </a:r>
                <a:endPara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" name="Rectangle 8">
                <a:extLst>
                  <a:ext uri="{FF2B5EF4-FFF2-40B4-BE49-F238E27FC236}">
                    <a16:creationId xmlns:a16="http://schemas.microsoft.com/office/drawing/2014/main" id="{FEF5B6F8-4045-4EAD-9BAB-25D446CB4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8" y="1242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写时钟</a:t>
                </a:r>
                <a:endPara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" name="Rectangle 9">
                <a:extLst>
                  <a:ext uri="{FF2B5EF4-FFF2-40B4-BE49-F238E27FC236}">
                    <a16:creationId xmlns:a16="http://schemas.microsoft.com/office/drawing/2014/main" id="{118AE888-A9EA-4A81-9200-AF2C6622E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0" y="1229"/>
                <a:ext cx="337" cy="2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WE</a:t>
                </a:r>
              </a:p>
            </p:txBody>
          </p:sp>
          <p:sp>
            <p:nvSpPr>
              <p:cNvPr id="18" name="Line 10">
                <a:extLst>
                  <a:ext uri="{FF2B5EF4-FFF2-40B4-BE49-F238E27FC236}">
                    <a16:creationId xmlns:a16="http://schemas.microsoft.com/office/drawing/2014/main" id="{36B68A33-FE80-4C1B-BCD2-C4F8CC38B6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8" y="1243"/>
                <a:ext cx="33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" name="Rectangle 11">
                <a:extLst>
                  <a:ext uri="{FF2B5EF4-FFF2-40B4-BE49-F238E27FC236}">
                    <a16:creationId xmlns:a16="http://schemas.microsoft.com/office/drawing/2014/main" id="{6EBD89E0-BB9A-4C62-8EE9-7CD095E36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" y="756"/>
                <a:ext cx="352" cy="2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RAS</a:t>
                </a:r>
              </a:p>
            </p:txBody>
          </p:sp>
          <p:sp>
            <p:nvSpPr>
              <p:cNvPr id="20" name="Line 12">
                <a:extLst>
                  <a:ext uri="{FF2B5EF4-FFF2-40B4-BE49-F238E27FC236}">
                    <a16:creationId xmlns:a16="http://schemas.microsoft.com/office/drawing/2014/main" id="{884A5976-F674-4EF7-BAB6-5DDCB37AAB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768"/>
                <a:ext cx="40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" name="Rectangle 13">
                <a:extLst>
                  <a:ext uri="{FF2B5EF4-FFF2-40B4-BE49-F238E27FC236}">
                    <a16:creationId xmlns:a16="http://schemas.microsoft.com/office/drawing/2014/main" id="{4D4BC174-DBAB-4104-8D45-8E488E1F5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" y="992"/>
                <a:ext cx="352" cy="2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CAS</a:t>
                </a:r>
              </a:p>
            </p:txBody>
          </p:sp>
          <p:sp>
            <p:nvSpPr>
              <p:cNvPr id="22" name="Line 14">
                <a:extLst>
                  <a:ext uri="{FF2B5EF4-FFF2-40B4-BE49-F238E27FC236}">
                    <a16:creationId xmlns:a16="http://schemas.microsoft.com/office/drawing/2014/main" id="{D33EAF98-62C7-42D5-84F7-CE353F6A29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004"/>
                <a:ext cx="40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" name="Rectangle 15">
                <a:extLst>
                  <a:ext uri="{FF2B5EF4-FFF2-40B4-BE49-F238E27FC236}">
                    <a16:creationId xmlns:a16="http://schemas.microsoft.com/office/drawing/2014/main" id="{9D3DEB9D-AA31-4075-A1ED-8DD57FF12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" y="1618"/>
                <a:ext cx="525" cy="85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" name="Rectangle 16">
                <a:extLst>
                  <a:ext uri="{FF2B5EF4-FFF2-40B4-BE49-F238E27FC236}">
                    <a16:creationId xmlns:a16="http://schemas.microsoft.com/office/drawing/2014/main" id="{CD00A83D-0404-48C6-8013-7268619A0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" y="3107"/>
                <a:ext cx="525" cy="857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" name="Rectangle 17">
                <a:extLst>
                  <a:ext uri="{FF2B5EF4-FFF2-40B4-BE49-F238E27FC236}">
                    <a16:creationId xmlns:a16="http://schemas.microsoft.com/office/drawing/2014/main" id="{ED1F51BB-6BD4-4040-B05D-6FD70FCE9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785" y="2301"/>
                <a:ext cx="80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</a:t>
                </a:r>
              </a:p>
            </p:txBody>
          </p:sp>
          <p:sp>
            <p:nvSpPr>
              <p:cNvPr id="26" name="Rectangle 18">
                <a:extLst>
                  <a:ext uri="{FF2B5EF4-FFF2-40B4-BE49-F238E27FC236}">
                    <a16:creationId xmlns:a16="http://schemas.microsoft.com/office/drawing/2014/main" id="{05FAA05F-F8A9-402E-9431-D2415BFC6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" y="1714"/>
                <a:ext cx="287" cy="4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" name="Rectangle 19">
                <a:extLst>
                  <a:ext uri="{FF2B5EF4-FFF2-40B4-BE49-F238E27FC236}">
                    <a16:creationId xmlns:a16="http://schemas.microsoft.com/office/drawing/2014/main" id="{59F8D005-BD04-415B-BC9E-F12A71F2A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" y="1743"/>
                <a:ext cx="121" cy="2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1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endPara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" name="Rectangle 20">
                <a:extLst>
                  <a:ext uri="{FF2B5EF4-FFF2-40B4-BE49-F238E27FC236}">
                    <a16:creationId xmlns:a16="http://schemas.microsoft.com/office/drawing/2014/main" id="{276847EB-C676-4A65-A609-8D2AF417B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1718"/>
                <a:ext cx="3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'</a:t>
                </a:r>
                <a:endPara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" name="Rectangle 21">
                <a:extLst>
                  <a:ext uri="{FF2B5EF4-FFF2-40B4-BE49-F238E27FC236}">
                    <a16:creationId xmlns:a16="http://schemas.microsoft.com/office/drawing/2014/main" id="{C9302913-7426-4DB2-8980-74317F858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" y="1822"/>
                <a:ext cx="6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  <a:endPara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" name="Rectangle 22">
                <a:extLst>
                  <a:ext uri="{FF2B5EF4-FFF2-40B4-BE49-F238E27FC236}">
                    <a16:creationId xmlns:a16="http://schemas.microsoft.com/office/drawing/2014/main" id="{FE12F395-AADD-453B-A17C-5E2E4AB61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" y="2071"/>
                <a:ext cx="121" cy="2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1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endPara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" name="Rectangle 23">
                <a:extLst>
                  <a:ext uri="{FF2B5EF4-FFF2-40B4-BE49-F238E27FC236}">
                    <a16:creationId xmlns:a16="http://schemas.microsoft.com/office/drawing/2014/main" id="{04B07BDC-0911-4CC6-8C23-9999F94CB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2054"/>
                <a:ext cx="3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'</a:t>
                </a:r>
                <a:endPara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" name="Rectangle 24">
                <a:extLst>
                  <a:ext uri="{FF2B5EF4-FFF2-40B4-BE49-F238E27FC236}">
                    <a16:creationId xmlns:a16="http://schemas.microsoft.com/office/drawing/2014/main" id="{1C5AEF39-3FAF-46FA-A783-FFEE9D23F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" y="2150"/>
                <a:ext cx="6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endPara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" name="Rectangle 25">
                <a:extLst>
                  <a:ext uri="{FF2B5EF4-FFF2-40B4-BE49-F238E27FC236}">
                    <a16:creationId xmlns:a16="http://schemas.microsoft.com/office/drawing/2014/main" id="{596B7F0C-97C8-472C-88FC-C202F17DC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016"/>
                <a:ext cx="48" cy="1536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" name="Rectangle 26">
                <a:extLst>
                  <a:ext uri="{FF2B5EF4-FFF2-40B4-BE49-F238E27FC236}">
                    <a16:creationId xmlns:a16="http://schemas.microsoft.com/office/drawing/2014/main" id="{C4125F60-F648-426F-BC9E-E8CADD856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3696"/>
                <a:ext cx="1152" cy="3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存储单元阵列</a:t>
                </a:r>
              </a:p>
            </p:txBody>
          </p:sp>
          <p:sp>
            <p:nvSpPr>
              <p:cNvPr id="35" name="Rectangle 27">
                <a:extLst>
                  <a:ext uri="{FF2B5EF4-FFF2-40B4-BE49-F238E27FC236}">
                    <a16:creationId xmlns:a16="http://schemas.microsoft.com/office/drawing/2014/main" id="{CD08181C-0677-469A-9290-29578BABF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4" y="3336"/>
                <a:ext cx="1152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基准单元</a:t>
                </a:r>
              </a:p>
            </p:txBody>
          </p:sp>
          <p:sp>
            <p:nvSpPr>
              <p:cNvPr id="36" name="Rectangle 28">
                <a:extLst>
                  <a:ext uri="{FF2B5EF4-FFF2-40B4-BE49-F238E27FC236}">
                    <a16:creationId xmlns:a16="http://schemas.microsoft.com/office/drawing/2014/main" id="{9BF59120-0CF2-418B-A77B-83CBC6B93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3264"/>
                <a:ext cx="288" cy="7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9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行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译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37" name="Rectangle 29">
                <a:extLst>
                  <a:ext uri="{FF2B5EF4-FFF2-40B4-BE49-F238E27FC236}">
                    <a16:creationId xmlns:a16="http://schemas.microsoft.com/office/drawing/2014/main" id="{0524E9EF-C607-4EAE-8424-2AAD41F0A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2948"/>
                <a:ext cx="1152" cy="3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列译码器</a:t>
                </a:r>
              </a:p>
            </p:txBody>
          </p:sp>
          <p:sp>
            <p:nvSpPr>
              <p:cNvPr id="38" name="Rectangle 30">
                <a:extLst>
                  <a:ext uri="{FF2B5EF4-FFF2-40B4-BE49-F238E27FC236}">
                    <a16:creationId xmlns:a16="http://schemas.microsoft.com/office/drawing/2014/main" id="{BC15DE89-9B5D-4D21-83CA-63E23D8B8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2597"/>
                <a:ext cx="1152" cy="3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再生放大器</a:t>
                </a:r>
              </a:p>
            </p:txBody>
          </p:sp>
          <p:sp>
            <p:nvSpPr>
              <p:cNvPr id="39" name="Rectangle 31">
                <a:extLst>
                  <a:ext uri="{FF2B5EF4-FFF2-40B4-BE49-F238E27FC236}">
                    <a16:creationId xmlns:a16="http://schemas.microsoft.com/office/drawing/2014/main" id="{F8698839-52E4-4FBE-B3E0-618CB8EC3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2319"/>
                <a:ext cx="115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列译码器</a:t>
                </a:r>
              </a:p>
            </p:txBody>
          </p:sp>
          <p:sp>
            <p:nvSpPr>
              <p:cNvPr id="40" name="Rectangle 32">
                <a:extLst>
                  <a:ext uri="{FF2B5EF4-FFF2-40B4-BE49-F238E27FC236}">
                    <a16:creationId xmlns:a16="http://schemas.microsoft.com/office/drawing/2014/main" id="{61064547-4C33-47A1-88CD-E6779542D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2279"/>
                <a:ext cx="288" cy="9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9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读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出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放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大</a:t>
                </a:r>
              </a:p>
            </p:txBody>
          </p:sp>
          <p:sp>
            <p:nvSpPr>
              <p:cNvPr id="41" name="Rectangle 33">
                <a:extLst>
                  <a:ext uri="{FF2B5EF4-FFF2-40B4-BE49-F238E27FC236}">
                    <a16:creationId xmlns:a16="http://schemas.microsoft.com/office/drawing/2014/main" id="{D7DD7736-90BA-40B4-B01A-D47FE10EA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970"/>
                <a:ext cx="1152" cy="3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基准单元</a:t>
                </a:r>
                <a:endPara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" name="Rectangle 34">
                <a:extLst>
                  <a:ext uri="{FF2B5EF4-FFF2-40B4-BE49-F238E27FC236}">
                    <a16:creationId xmlns:a16="http://schemas.microsoft.com/office/drawing/2014/main" id="{8005D391-7BB7-4CC8-94C9-25AB18286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596"/>
                <a:ext cx="1152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存储单元阵列</a:t>
                </a:r>
              </a:p>
            </p:txBody>
          </p:sp>
          <p:sp>
            <p:nvSpPr>
              <p:cNvPr id="43" name="Rectangle 35">
                <a:extLst>
                  <a:ext uri="{FF2B5EF4-FFF2-40B4-BE49-F238E27FC236}">
                    <a16:creationId xmlns:a16="http://schemas.microsoft.com/office/drawing/2014/main" id="{71B87317-6B38-4BBB-8CC0-3510CF61B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536"/>
                <a:ext cx="288" cy="7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9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行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译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码</a:t>
                </a:r>
              </a:p>
            </p:txBody>
          </p:sp>
          <p:sp>
            <p:nvSpPr>
              <p:cNvPr id="44" name="Line 36">
                <a:extLst>
                  <a:ext uri="{FF2B5EF4-FFF2-40B4-BE49-F238E27FC236}">
                    <a16:creationId xmlns:a16="http://schemas.microsoft.com/office/drawing/2014/main" id="{135BFA93-3BDC-41BC-8090-A80EF1096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" y="2279"/>
                <a:ext cx="14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" name="Line 37">
                <a:extLst>
                  <a:ext uri="{FF2B5EF4-FFF2-40B4-BE49-F238E27FC236}">
                    <a16:creationId xmlns:a16="http://schemas.microsoft.com/office/drawing/2014/main" id="{2049DC14-D9A7-4DE7-BEAF-0FF8CE3FAF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" y="3264"/>
                <a:ext cx="14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6" name="Line 38">
                <a:extLst>
                  <a:ext uri="{FF2B5EF4-FFF2-40B4-BE49-F238E27FC236}">
                    <a16:creationId xmlns:a16="http://schemas.microsoft.com/office/drawing/2014/main" id="{D2A496C8-9CA5-402A-A2DC-359C2F533C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" y="4007"/>
                <a:ext cx="1440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" name="Line 39">
                <a:extLst>
                  <a:ext uri="{FF2B5EF4-FFF2-40B4-BE49-F238E27FC236}">
                    <a16:creationId xmlns:a16="http://schemas.microsoft.com/office/drawing/2014/main" id="{0D7D432F-A6EA-41CD-BEBD-E61A4C82AB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" y="1536"/>
                <a:ext cx="0" cy="2471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8" name="Line 40">
                <a:extLst>
                  <a:ext uri="{FF2B5EF4-FFF2-40B4-BE49-F238E27FC236}">
                    <a16:creationId xmlns:a16="http://schemas.microsoft.com/office/drawing/2014/main" id="{391AED01-C92D-4035-8F46-15B7FAA293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1536"/>
                <a:ext cx="0" cy="247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" name="Line 41">
                <a:extLst>
                  <a:ext uri="{FF2B5EF4-FFF2-40B4-BE49-F238E27FC236}">
                    <a16:creationId xmlns:a16="http://schemas.microsoft.com/office/drawing/2014/main" id="{F2594385-8D57-446A-863C-10BD65E1C1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60" y="1536"/>
                <a:ext cx="0" cy="2471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" name="Freeform 42">
                <a:extLst>
                  <a:ext uri="{FF2B5EF4-FFF2-40B4-BE49-F238E27FC236}">
                    <a16:creationId xmlns:a16="http://schemas.microsoft.com/office/drawing/2014/main" id="{5FF612A5-4D9C-4FA9-A17D-554BD1FB2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533"/>
                <a:ext cx="1437" cy="4"/>
              </a:xfrm>
              <a:custGeom>
                <a:avLst/>
                <a:gdLst>
                  <a:gd name="T0" fmla="*/ 0 w 1437"/>
                  <a:gd name="T1" fmla="*/ 0 h 4"/>
                  <a:gd name="T2" fmla="*/ 1437 w 1437"/>
                  <a:gd name="T3" fmla="*/ 4 h 4"/>
                  <a:gd name="T4" fmla="*/ 0 60000 65536"/>
                  <a:gd name="T5" fmla="*/ 0 60000 65536"/>
                  <a:gd name="T6" fmla="*/ 0 w 1437"/>
                  <a:gd name="T7" fmla="*/ 0 h 4"/>
                  <a:gd name="T8" fmla="*/ 1437 w 1437"/>
                  <a:gd name="T9" fmla="*/ 4 h 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37" h="4">
                    <a:moveTo>
                      <a:pt x="0" y="0"/>
                    </a:moveTo>
                    <a:lnTo>
                      <a:pt x="1437" y="4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" name="Line 43">
                <a:extLst>
                  <a:ext uri="{FF2B5EF4-FFF2-40B4-BE49-F238E27FC236}">
                    <a16:creationId xmlns:a16="http://schemas.microsoft.com/office/drawing/2014/main" id="{15A85397-F85C-4EA3-B62F-315C46E5EF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1920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2" name="Line 44">
                <a:extLst>
                  <a:ext uri="{FF2B5EF4-FFF2-40B4-BE49-F238E27FC236}">
                    <a16:creationId xmlns:a16="http://schemas.microsoft.com/office/drawing/2014/main" id="{A1ABFE20-94D9-4C43-A7A2-6E52C12379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2567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" name="Line 45">
                <a:extLst>
                  <a:ext uri="{FF2B5EF4-FFF2-40B4-BE49-F238E27FC236}">
                    <a16:creationId xmlns:a16="http://schemas.microsoft.com/office/drawing/2014/main" id="{89597FD9-CF08-42DA-A61C-E7EAB982B2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2928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4" name="Line 46">
                <a:extLst>
                  <a:ext uri="{FF2B5EF4-FFF2-40B4-BE49-F238E27FC236}">
                    <a16:creationId xmlns:a16="http://schemas.microsoft.com/office/drawing/2014/main" id="{E6F244B8-146D-4B79-A683-D3BDE9DDC7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648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" name="Rectangle 47">
                <a:extLst>
                  <a:ext uri="{FF2B5EF4-FFF2-40B4-BE49-F238E27FC236}">
                    <a16:creationId xmlns:a16="http://schemas.microsoft.com/office/drawing/2014/main" id="{6CB0EB81-DA81-41EC-9DA9-A4BF0950B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2497"/>
                <a:ext cx="740" cy="62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6" name="Rectangle 48">
                <a:extLst>
                  <a:ext uri="{FF2B5EF4-FFF2-40B4-BE49-F238E27FC236}">
                    <a16:creationId xmlns:a16="http://schemas.microsoft.com/office/drawing/2014/main" id="{9474E615-99BD-49AC-852C-DB8ED9632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568"/>
                <a:ext cx="498" cy="2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   </a:t>
                </a:r>
                <a:r>
                  <a:rPr kumimoji="1" lang="en-US" altLang="zh-CN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</a:t>
                </a:r>
                <a:r>
                  <a:rPr kumimoji="1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I/O</a:t>
                </a:r>
              </a:p>
            </p:txBody>
          </p:sp>
          <p:sp>
            <p:nvSpPr>
              <p:cNvPr id="57" name="Rectangle 49">
                <a:extLst>
                  <a:ext uri="{FF2B5EF4-FFF2-40B4-BE49-F238E27FC236}">
                    <a16:creationId xmlns:a16="http://schemas.microsoft.com/office/drawing/2014/main" id="{1B211046-5A7A-405F-9CF6-16D47879E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2802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缓存器</a:t>
                </a:r>
                <a:endPara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8" name="Rectangle 50">
                <a:extLst>
                  <a:ext uri="{FF2B5EF4-FFF2-40B4-BE49-F238E27FC236}">
                    <a16:creationId xmlns:a16="http://schemas.microsoft.com/office/drawing/2014/main" id="{0F2FBCC4-D9B1-4DED-A6CE-E290C6AF7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2" y="3547"/>
                <a:ext cx="73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9" name="Rectangle 51">
                <a:extLst>
                  <a:ext uri="{FF2B5EF4-FFF2-40B4-BE49-F238E27FC236}">
                    <a16:creationId xmlns:a16="http://schemas.microsoft.com/office/drawing/2014/main" id="{249ABC93-5664-4B36-9204-D8A1C3D87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3592"/>
                <a:ext cx="644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数据输出</a:t>
                </a:r>
                <a:endPara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" name="Rectangle 52">
                <a:extLst>
                  <a:ext uri="{FF2B5EF4-FFF2-40B4-BE49-F238E27FC236}">
                    <a16:creationId xmlns:a16="http://schemas.microsoft.com/office/drawing/2014/main" id="{ABF6EDB7-3B15-41B8-B234-3BB781EFA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7" y="3815"/>
                <a:ext cx="322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驱动</a:t>
                </a:r>
                <a:endPara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1" name="Rectangle 53">
                <a:extLst>
                  <a:ext uri="{FF2B5EF4-FFF2-40B4-BE49-F238E27FC236}">
                    <a16:creationId xmlns:a16="http://schemas.microsoft.com/office/drawing/2014/main" id="{61610868-CED9-4FD1-91FE-F2AB6E249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692"/>
                <a:ext cx="740" cy="48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2" name="Rectangle 54">
                <a:extLst>
                  <a:ext uri="{FF2B5EF4-FFF2-40B4-BE49-F238E27FC236}">
                    <a16:creationId xmlns:a16="http://schemas.microsoft.com/office/drawing/2014/main" id="{93ECE6A7-37AD-4B86-BE2D-FB06AB6E4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1718"/>
                <a:ext cx="644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数据输入</a:t>
                </a:r>
                <a:endPara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3" name="Rectangle 55">
                <a:extLst>
                  <a:ext uri="{FF2B5EF4-FFF2-40B4-BE49-F238E27FC236}">
                    <a16:creationId xmlns:a16="http://schemas.microsoft.com/office/drawing/2014/main" id="{5959CB4F-62E5-460C-B81F-A90224722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1958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寄存器</a:t>
                </a:r>
                <a:endPara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4" name="Rectangle 56">
                <a:extLst>
                  <a:ext uri="{FF2B5EF4-FFF2-40B4-BE49-F238E27FC236}">
                    <a16:creationId xmlns:a16="http://schemas.microsoft.com/office/drawing/2014/main" id="{849F3C47-7EFF-4190-B391-01ECCD5AF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389"/>
                <a:ext cx="48" cy="1795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" name="Rectangle 57">
                <a:extLst>
                  <a:ext uri="{FF2B5EF4-FFF2-40B4-BE49-F238E27FC236}">
                    <a16:creationId xmlns:a16="http://schemas.microsoft.com/office/drawing/2014/main" id="{4645011B-35A5-4C48-AF6C-E2AEE4D04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2524"/>
                <a:ext cx="42" cy="2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</a:t>
                </a:r>
                <a:endParaRPr kumimoji="1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" name="Rectangle 58">
                <a:extLst>
                  <a:ext uri="{FF2B5EF4-FFF2-40B4-BE49-F238E27FC236}">
                    <a16:creationId xmlns:a16="http://schemas.microsoft.com/office/drawing/2014/main" id="{6A96C97C-E7D9-44EB-86E2-F71C44600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479" y="2917"/>
                <a:ext cx="48" cy="2487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" name="Rectangle 59">
                <a:extLst>
                  <a:ext uri="{FF2B5EF4-FFF2-40B4-BE49-F238E27FC236}">
                    <a16:creationId xmlns:a16="http://schemas.microsoft.com/office/drawing/2014/main" id="{69A41538-DEB5-416D-AB42-06F2C6793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975"/>
                <a:ext cx="48" cy="218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" name="Freeform 60">
                <a:extLst>
                  <a:ext uri="{FF2B5EF4-FFF2-40B4-BE49-F238E27FC236}">
                    <a16:creationId xmlns:a16="http://schemas.microsoft.com/office/drawing/2014/main" id="{37001186-6843-4227-8D4F-6250FF3C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181"/>
                <a:ext cx="1" cy="315"/>
              </a:xfrm>
              <a:custGeom>
                <a:avLst/>
                <a:gdLst>
                  <a:gd name="T0" fmla="*/ 0 w 1"/>
                  <a:gd name="T1" fmla="*/ 0 h 315"/>
                  <a:gd name="T2" fmla="*/ 1 w 1"/>
                  <a:gd name="T3" fmla="*/ 315 h 315"/>
                  <a:gd name="T4" fmla="*/ 0 60000 65536"/>
                  <a:gd name="T5" fmla="*/ 0 60000 65536"/>
                  <a:gd name="T6" fmla="*/ 0 w 1"/>
                  <a:gd name="T7" fmla="*/ 0 h 315"/>
                  <a:gd name="T8" fmla="*/ 1 w 1"/>
                  <a:gd name="T9" fmla="*/ 315 h 3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15">
                    <a:moveTo>
                      <a:pt x="0" y="0"/>
                    </a:moveTo>
                    <a:lnTo>
                      <a:pt x="1" y="31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9" name="Freeform 61">
                <a:extLst>
                  <a:ext uri="{FF2B5EF4-FFF2-40B4-BE49-F238E27FC236}">
                    <a16:creationId xmlns:a16="http://schemas.microsoft.com/office/drawing/2014/main" id="{2348F8E8-2872-4D7E-AC1D-7AE9AEAB8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117"/>
                <a:ext cx="1" cy="429"/>
              </a:xfrm>
              <a:custGeom>
                <a:avLst/>
                <a:gdLst>
                  <a:gd name="T0" fmla="*/ 0 w 1"/>
                  <a:gd name="T1" fmla="*/ 0 h 429"/>
                  <a:gd name="T2" fmla="*/ 1 w 1"/>
                  <a:gd name="T3" fmla="*/ 429 h 429"/>
                  <a:gd name="T4" fmla="*/ 0 60000 65536"/>
                  <a:gd name="T5" fmla="*/ 0 60000 65536"/>
                  <a:gd name="T6" fmla="*/ 0 w 1"/>
                  <a:gd name="T7" fmla="*/ 0 h 429"/>
                  <a:gd name="T8" fmla="*/ 1 w 1"/>
                  <a:gd name="T9" fmla="*/ 429 h 42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29">
                    <a:moveTo>
                      <a:pt x="0" y="0"/>
                    </a:moveTo>
                    <a:lnTo>
                      <a:pt x="1" y="42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0" name="Line 62">
                <a:extLst>
                  <a:ext uri="{FF2B5EF4-FFF2-40B4-BE49-F238E27FC236}">
                    <a16:creationId xmlns:a16="http://schemas.microsoft.com/office/drawing/2014/main" id="{EF158CF9-D94F-4DCA-90F6-7B303A602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44" y="1968"/>
                <a:ext cx="3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" name="Line 63">
                <a:extLst>
                  <a:ext uri="{FF2B5EF4-FFF2-40B4-BE49-F238E27FC236}">
                    <a16:creationId xmlns:a16="http://schemas.microsoft.com/office/drawing/2014/main" id="{3F41862B-A8D8-41E4-9448-36B06406F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 flipH="1">
                <a:off x="4938" y="3792"/>
                <a:ext cx="3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" name="Text Box 64">
                <a:extLst>
                  <a:ext uri="{FF2B5EF4-FFF2-40B4-BE49-F238E27FC236}">
                    <a16:creationId xmlns:a16="http://schemas.microsoft.com/office/drawing/2014/main" id="{953A0C6F-F1C5-4845-9FD1-0BF37D2132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40" y="1968"/>
                <a:ext cx="48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IN</a:t>
                </a:r>
              </a:p>
            </p:txBody>
          </p:sp>
          <p:sp>
            <p:nvSpPr>
              <p:cNvPr id="73" name="Text Box 65">
                <a:extLst>
                  <a:ext uri="{FF2B5EF4-FFF2-40B4-BE49-F238E27FC236}">
                    <a16:creationId xmlns:a16="http://schemas.microsoft.com/office/drawing/2014/main" id="{92B29079-A528-4B0E-8401-B43DC62CE6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92" y="3801"/>
                <a:ext cx="72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OUT</a:t>
                </a:r>
              </a:p>
            </p:txBody>
          </p:sp>
          <p:sp>
            <p:nvSpPr>
              <p:cNvPr id="74" name="Line 66">
                <a:extLst>
                  <a:ext uri="{FF2B5EF4-FFF2-40B4-BE49-F238E27FC236}">
                    <a16:creationId xmlns:a16="http://schemas.microsoft.com/office/drawing/2014/main" id="{2CEEA6D3-CB15-4061-8539-0BAE38E61C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6" y="862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5" name="Line 67">
                <a:extLst>
                  <a:ext uri="{FF2B5EF4-FFF2-40B4-BE49-F238E27FC236}">
                    <a16:creationId xmlns:a16="http://schemas.microsoft.com/office/drawing/2014/main" id="{7D8F8B4E-A104-4102-ACC8-7205C4A430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6" y="1098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6" name="Line 68">
                <a:extLst>
                  <a:ext uri="{FF2B5EF4-FFF2-40B4-BE49-F238E27FC236}">
                    <a16:creationId xmlns:a16="http://schemas.microsoft.com/office/drawing/2014/main" id="{091E40F1-1CD0-4241-833D-1F280933C6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6" y="1334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" name="Line 69">
                <a:extLst>
                  <a:ext uri="{FF2B5EF4-FFF2-40B4-BE49-F238E27FC236}">
                    <a16:creationId xmlns:a16="http://schemas.microsoft.com/office/drawing/2014/main" id="{5F3C45FA-8EB2-44A9-B94F-FA9B844EB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8" y="864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" name="Line 70">
                <a:extLst>
                  <a:ext uri="{FF2B5EF4-FFF2-40B4-BE49-F238E27FC236}">
                    <a16:creationId xmlns:a16="http://schemas.microsoft.com/office/drawing/2014/main" id="{0776FD08-7BED-48F2-BA79-0650D54D6A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8" y="1100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9" name="Line 71">
                <a:extLst>
                  <a:ext uri="{FF2B5EF4-FFF2-40B4-BE49-F238E27FC236}">
                    <a16:creationId xmlns:a16="http://schemas.microsoft.com/office/drawing/2014/main" id="{8AF1EF4B-8C9B-47DD-9C9B-C0DA8E1E8C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8" y="1336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" name="AutoShape 72">
                <a:extLst>
                  <a:ext uri="{FF2B5EF4-FFF2-40B4-BE49-F238E27FC236}">
                    <a16:creationId xmlns:a16="http://schemas.microsoft.com/office/drawing/2014/main" id="{986514C4-3CC0-4270-A66F-CD8A2988E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" y="1980"/>
                <a:ext cx="388" cy="100"/>
              </a:xfrm>
              <a:prstGeom prst="rightArrow">
                <a:avLst>
                  <a:gd name="adj1" fmla="val 50000"/>
                  <a:gd name="adj2" fmla="val 9700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1" name="AutoShape 73">
                <a:extLst>
                  <a:ext uri="{FF2B5EF4-FFF2-40B4-BE49-F238E27FC236}">
                    <a16:creationId xmlns:a16="http://schemas.microsoft.com/office/drawing/2014/main" id="{B8C303A0-C540-4370-A7FD-25268B03B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3488"/>
                <a:ext cx="320" cy="100"/>
              </a:xfrm>
              <a:prstGeom prst="rightArrow">
                <a:avLst>
                  <a:gd name="adj1" fmla="val 50000"/>
                  <a:gd name="adj2" fmla="val 8000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" name="Rectangle 74">
                <a:extLst>
                  <a:ext uri="{FF2B5EF4-FFF2-40B4-BE49-F238E27FC236}">
                    <a16:creationId xmlns:a16="http://schemas.microsoft.com/office/drawing/2014/main" id="{50FD1ADB-4E74-4311-BDB4-8CB74CE1E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2" y="2004"/>
                <a:ext cx="48" cy="1536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" name="AutoShape 75">
                <a:extLst>
                  <a:ext uri="{FF2B5EF4-FFF2-40B4-BE49-F238E27FC236}">
                    <a16:creationId xmlns:a16="http://schemas.microsoft.com/office/drawing/2014/main" id="{F5C0F1A7-B192-4BC2-9F30-207057BFE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968"/>
                <a:ext cx="433" cy="100"/>
              </a:xfrm>
              <a:prstGeom prst="rightArrow">
                <a:avLst>
                  <a:gd name="adj1" fmla="val 50000"/>
                  <a:gd name="adj2" fmla="val 10825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" name="AutoShape 76">
                <a:extLst>
                  <a:ext uri="{FF2B5EF4-FFF2-40B4-BE49-F238E27FC236}">
                    <a16:creationId xmlns:a16="http://schemas.microsoft.com/office/drawing/2014/main" id="{78D41453-7D8E-402C-AABE-C20A724E5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3476"/>
                <a:ext cx="342" cy="100"/>
              </a:xfrm>
              <a:prstGeom prst="rightArrow">
                <a:avLst>
                  <a:gd name="adj1" fmla="val 50000"/>
                  <a:gd name="adj2" fmla="val 8550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" name="AutoShape 77">
                <a:extLst>
                  <a:ext uri="{FF2B5EF4-FFF2-40B4-BE49-F238E27FC236}">
                    <a16:creationId xmlns:a16="http://schemas.microsoft.com/office/drawing/2014/main" id="{D7C79D31-50E6-44BE-8633-54486BBEB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3359" y="2348"/>
                <a:ext cx="433" cy="100"/>
              </a:xfrm>
              <a:prstGeom prst="rightArrow">
                <a:avLst>
                  <a:gd name="adj1" fmla="val 50000"/>
                  <a:gd name="adj2" fmla="val 10825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" name="AutoShape 78">
                <a:extLst>
                  <a:ext uri="{FF2B5EF4-FFF2-40B4-BE49-F238E27FC236}">
                    <a16:creationId xmlns:a16="http://schemas.microsoft.com/office/drawing/2014/main" id="{4103E4D7-D821-49E6-BA45-714F6A085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3360" y="3036"/>
                <a:ext cx="433" cy="100"/>
              </a:xfrm>
              <a:prstGeom prst="rightArrow">
                <a:avLst>
                  <a:gd name="adj1" fmla="val 50000"/>
                  <a:gd name="adj2" fmla="val 10825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" name="AutoShape 79">
                <a:extLst>
                  <a:ext uri="{FF2B5EF4-FFF2-40B4-BE49-F238E27FC236}">
                    <a16:creationId xmlns:a16="http://schemas.microsoft.com/office/drawing/2014/main" id="{D3C2D423-6999-4869-87E6-1617F3340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2700"/>
                <a:ext cx="841" cy="96"/>
              </a:xfrm>
              <a:prstGeom prst="leftRightArrow">
                <a:avLst>
                  <a:gd name="adj1" fmla="val 52083"/>
                  <a:gd name="adj2" fmla="val 115589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" name="Text Box 80">
                <a:extLst>
                  <a:ext uri="{FF2B5EF4-FFF2-40B4-BE49-F238E27FC236}">
                    <a16:creationId xmlns:a16="http://schemas.microsoft.com/office/drawing/2014/main" id="{3C778765-A09A-472C-8FA1-B1C7366E81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8" y="1920"/>
                <a:ext cx="346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~</a:t>
                </a:r>
              </a:p>
            </p:txBody>
          </p:sp>
        </p:grpSp>
        <p:sp>
          <p:nvSpPr>
            <p:cNvPr id="10" name="Text Box 81">
              <a:extLst>
                <a:ext uri="{FF2B5EF4-FFF2-40B4-BE49-F238E27FC236}">
                  <a16:creationId xmlns:a16="http://schemas.microsoft.com/office/drawing/2014/main" id="{4AC2023C-75B9-43D1-83F6-A8A3EF3428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9" y="1797"/>
              <a:ext cx="726" cy="5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行地址</a:t>
              </a:r>
            </a:p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缓存器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zh-CN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" name="Text Box 82">
              <a:extLst>
                <a:ext uri="{FF2B5EF4-FFF2-40B4-BE49-F238E27FC236}">
                  <a16:creationId xmlns:a16="http://schemas.microsoft.com/office/drawing/2014/main" id="{52403B70-0C55-4516-AEB6-A93E47147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9" y="3319"/>
              <a:ext cx="726" cy="5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列地址</a:t>
              </a:r>
            </a:p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缓存器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zh-CN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89" name="Group 85">
            <a:extLst>
              <a:ext uri="{FF2B5EF4-FFF2-40B4-BE49-F238E27FC236}">
                <a16:creationId xmlns:a16="http://schemas.microsoft.com/office/drawing/2014/main" id="{AAB174E6-7BAA-4D0E-9C68-E52F4DBB9AEC}"/>
              </a:ext>
            </a:extLst>
          </p:cNvPr>
          <p:cNvGrpSpPr>
            <a:grpSpLocks/>
          </p:cNvGrpSpPr>
          <p:nvPr/>
        </p:nvGrpSpPr>
        <p:grpSpPr bwMode="auto">
          <a:xfrm>
            <a:off x="7656512" y="3232706"/>
            <a:ext cx="1228725" cy="3367088"/>
            <a:chOff x="4938" y="1968"/>
            <a:chExt cx="774" cy="2121"/>
          </a:xfrm>
        </p:grpSpPr>
        <p:sp>
          <p:nvSpPr>
            <p:cNvPr id="90" name="Text Box 86">
              <a:extLst>
                <a:ext uri="{FF2B5EF4-FFF2-40B4-BE49-F238E27FC236}">
                  <a16:creationId xmlns:a16="http://schemas.microsoft.com/office/drawing/2014/main" id="{FDDD857A-54AA-4482-B0AE-1F2CD2B4FB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0" y="1968"/>
              <a:ext cx="48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IN</a:t>
              </a:r>
            </a:p>
          </p:txBody>
        </p:sp>
        <p:sp>
          <p:nvSpPr>
            <p:cNvPr id="91" name="Line 87">
              <a:extLst>
                <a:ext uri="{FF2B5EF4-FFF2-40B4-BE49-F238E27FC236}">
                  <a16:creationId xmlns:a16="http://schemas.microsoft.com/office/drawing/2014/main" id="{67028E46-1D2F-4985-B281-24A1C9B419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4" y="1968"/>
              <a:ext cx="33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" name="Line 88">
              <a:extLst>
                <a:ext uri="{FF2B5EF4-FFF2-40B4-BE49-F238E27FC236}">
                  <a16:creationId xmlns:a16="http://schemas.microsoft.com/office/drawing/2014/main" id="{9AC480EF-6ACA-402E-BE57-78BAEF75B3A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938" y="3792"/>
              <a:ext cx="33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" name="Text Box 89">
              <a:extLst>
                <a:ext uri="{FF2B5EF4-FFF2-40B4-BE49-F238E27FC236}">
                  <a16:creationId xmlns:a16="http://schemas.microsoft.com/office/drawing/2014/main" id="{999F8D78-9D76-4498-860D-DBD736BD5C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2" y="3801"/>
              <a:ext cx="72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OUT</a:t>
              </a:r>
            </a:p>
          </p:txBody>
        </p:sp>
      </p:grpSp>
      <p:grpSp>
        <p:nvGrpSpPr>
          <p:cNvPr id="94" name="Group 90">
            <a:extLst>
              <a:ext uri="{FF2B5EF4-FFF2-40B4-BE49-F238E27FC236}">
                <a16:creationId xmlns:a16="http://schemas.microsoft.com/office/drawing/2014/main" id="{C3C3A6B2-2FC1-4CC1-A3BC-BB559CB2DE34}"/>
              </a:ext>
            </a:extLst>
          </p:cNvPr>
          <p:cNvGrpSpPr>
            <a:grpSpLocks/>
          </p:cNvGrpSpPr>
          <p:nvPr/>
        </p:nvGrpSpPr>
        <p:grpSpPr bwMode="auto">
          <a:xfrm>
            <a:off x="258762" y="2829481"/>
            <a:ext cx="549275" cy="936625"/>
            <a:chOff x="278" y="1714"/>
            <a:chExt cx="346" cy="590"/>
          </a:xfrm>
        </p:grpSpPr>
        <p:sp>
          <p:nvSpPr>
            <p:cNvPr id="95" name="Rectangle 91">
              <a:extLst>
                <a:ext uri="{FF2B5EF4-FFF2-40B4-BE49-F238E27FC236}">
                  <a16:creationId xmlns:a16="http://schemas.microsoft.com/office/drawing/2014/main" id="{327FD21D-62A7-4F32-AA34-ADB5C1C97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1714"/>
              <a:ext cx="287" cy="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6" name="Rectangle 92">
              <a:extLst>
                <a:ext uri="{FF2B5EF4-FFF2-40B4-BE49-F238E27FC236}">
                  <a16:creationId xmlns:a16="http://schemas.microsoft.com/office/drawing/2014/main" id="{61FC8C12-0773-4F00-9176-C08219555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1743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1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" name="Rectangle 93">
              <a:extLst>
                <a:ext uri="{FF2B5EF4-FFF2-40B4-BE49-F238E27FC236}">
                  <a16:creationId xmlns:a16="http://schemas.microsoft.com/office/drawing/2014/main" id="{191FE186-A4B5-4FF2-B551-EA6627186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1718"/>
              <a:ext cx="3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'</a:t>
              </a:r>
              <a:endPara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8" name="Rectangle 94">
              <a:extLst>
                <a:ext uri="{FF2B5EF4-FFF2-40B4-BE49-F238E27FC236}">
                  <a16:creationId xmlns:a16="http://schemas.microsoft.com/office/drawing/2014/main" id="{F3C89ADE-B598-4E41-8C54-050A2D16F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" y="1822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endPara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" name="Rectangle 95">
              <a:extLst>
                <a:ext uri="{FF2B5EF4-FFF2-40B4-BE49-F238E27FC236}">
                  <a16:creationId xmlns:a16="http://schemas.microsoft.com/office/drawing/2014/main" id="{F24F96B0-588E-4BBD-95B1-E6A1E9587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071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1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0" name="Rectangle 96">
              <a:extLst>
                <a:ext uri="{FF2B5EF4-FFF2-40B4-BE49-F238E27FC236}">
                  <a16:creationId xmlns:a16="http://schemas.microsoft.com/office/drawing/2014/main" id="{40366922-4FE5-46E0-A1B7-9C917B185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2054"/>
              <a:ext cx="3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'</a:t>
              </a:r>
              <a:endPara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1" name="Rectangle 97">
              <a:extLst>
                <a:ext uri="{FF2B5EF4-FFF2-40B4-BE49-F238E27FC236}">
                  <a16:creationId xmlns:a16="http://schemas.microsoft.com/office/drawing/2014/main" id="{AB142702-96C7-491B-92E1-30AFA9958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" y="2150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" name="Text Box 98">
              <a:extLst>
                <a:ext uri="{FF2B5EF4-FFF2-40B4-BE49-F238E27FC236}">
                  <a16:creationId xmlns:a16="http://schemas.microsoft.com/office/drawing/2014/main" id="{A1D3D001-6C75-4573-A4FB-6288786F6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" y="1920"/>
              <a:ext cx="346" cy="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~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77362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7" name="Text Box 3">
            <a:extLst>
              <a:ext uri="{FF2B5EF4-FFF2-40B4-BE49-F238E27FC236}">
                <a16:creationId xmlns:a16="http://schemas.microsoft.com/office/drawing/2014/main" id="{7C302F8D-D9AF-487E-94F7-B79FA6E4F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6388" y="1610317"/>
            <a:ext cx="5410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行、列地址分开传送</a:t>
            </a:r>
          </a:p>
        </p:txBody>
      </p:sp>
      <p:sp>
        <p:nvSpPr>
          <p:cNvPr id="57348" name="Text Box 4">
            <a:extLst>
              <a:ext uri="{FF2B5EF4-FFF2-40B4-BE49-F238E27FC236}">
                <a16:creationId xmlns:a16="http://schemas.microsoft.com/office/drawing/2014/main" id="{FE7FF45B-EF7A-4291-8128-CB6641A1DD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438400"/>
            <a:ext cx="24384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写时序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4E57592A-8023-473D-B958-303602CE8231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3190875"/>
            <a:ext cx="3200400" cy="519113"/>
            <a:chOff x="528" y="2106"/>
            <a:chExt cx="2016" cy="327"/>
          </a:xfrm>
        </p:grpSpPr>
        <p:sp>
          <p:nvSpPr>
            <p:cNvPr id="62490" name="Text Box 6">
              <a:extLst>
                <a:ext uri="{FF2B5EF4-FFF2-40B4-BE49-F238E27FC236}">
                  <a16:creationId xmlns:a16="http://schemas.microsoft.com/office/drawing/2014/main" id="{F2DF9DAC-F0C3-412A-A0D1-6AD73A469A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106"/>
              <a:ext cx="2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行地址 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RAS 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有效</a:t>
              </a:r>
            </a:p>
          </p:txBody>
        </p:sp>
        <p:sp>
          <p:nvSpPr>
            <p:cNvPr id="62491" name="Freeform 7">
              <a:extLst>
                <a:ext uri="{FF2B5EF4-FFF2-40B4-BE49-F238E27FC236}">
                  <a16:creationId xmlns:a16="http://schemas.microsoft.com/office/drawing/2014/main" id="{9C1DBFE5-67B5-4DAD-A2C9-1C81BC62F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142"/>
              <a:ext cx="501" cy="1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  <a:gd name="T6" fmla="*/ 0 w 501"/>
                <a:gd name="T7" fmla="*/ 0 h 1"/>
                <a:gd name="T8" fmla="*/ 501 w 5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" name="Group 8">
            <a:extLst>
              <a:ext uri="{FF2B5EF4-FFF2-40B4-BE49-F238E27FC236}">
                <a16:creationId xmlns:a16="http://schemas.microsoft.com/office/drawing/2014/main" id="{6DF0092D-33A2-41E3-B45F-0361623CAB9A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3914775"/>
            <a:ext cx="3657600" cy="519113"/>
            <a:chOff x="528" y="2562"/>
            <a:chExt cx="2304" cy="327"/>
          </a:xfrm>
        </p:grpSpPr>
        <p:sp>
          <p:nvSpPr>
            <p:cNvPr id="62488" name="Text Box 9">
              <a:extLst>
                <a:ext uri="{FF2B5EF4-FFF2-40B4-BE49-F238E27FC236}">
                  <a16:creationId xmlns:a16="http://schemas.microsoft.com/office/drawing/2014/main" id="{EF999BEC-9BCF-4444-8A24-9CE1F0E9F1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562"/>
              <a:ext cx="23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写允许 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  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有效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高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62489" name="Line 10">
              <a:extLst>
                <a:ext uri="{FF2B5EF4-FFF2-40B4-BE49-F238E27FC236}">
                  <a16:creationId xmlns:a16="http://schemas.microsoft.com/office/drawing/2014/main" id="{092C3093-FFAC-491A-897B-B0408F34A1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" y="2592"/>
              <a:ext cx="43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57355" name="Text Box 11">
            <a:extLst>
              <a:ext uri="{FF2B5EF4-FFF2-40B4-BE49-F238E27FC236}">
                <a16:creationId xmlns:a16="http://schemas.microsoft.com/office/drawing/2014/main" id="{10A0C04F-35F3-4E14-A4EE-4C99ACE7E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5364163"/>
            <a:ext cx="3200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D</a:t>
            </a:r>
            <a:r>
              <a:rPr kumimoji="1" lang="en-US" altLang="zh-CN" sz="22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OUT</a:t>
            </a:r>
            <a:r>
              <a:rPr kumimoji="1" lang="en-US" altLang="zh-CN" sz="22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有效</a:t>
            </a:r>
          </a:p>
        </p:txBody>
      </p:sp>
      <p:sp>
        <p:nvSpPr>
          <p:cNvPr id="57356" name="Text Box 12">
            <a:extLst>
              <a:ext uri="{FF2B5EF4-FFF2-40B4-BE49-F238E27FC236}">
                <a16:creationId xmlns:a16="http://schemas.microsoft.com/office/drawing/2014/main" id="{F821DB1E-DDEB-4EFA-AEAB-0A6C31DCB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4638675"/>
            <a:ext cx="3733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 </a:t>
            </a: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D</a:t>
            </a:r>
            <a:r>
              <a:rPr kumimoji="1" lang="en-US" altLang="zh-CN" sz="22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IN </a:t>
            </a:r>
            <a:r>
              <a:rPr kumimoji="1" lang="en-US" altLang="zh-CN" sz="22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有效</a:t>
            </a:r>
          </a:p>
        </p:txBody>
      </p:sp>
      <p:sp>
        <p:nvSpPr>
          <p:cNvPr id="57357" name="Text Box 13">
            <a:extLst>
              <a:ext uri="{FF2B5EF4-FFF2-40B4-BE49-F238E27FC236}">
                <a16:creationId xmlns:a16="http://schemas.microsoft.com/office/drawing/2014/main" id="{3B826133-8E0A-4D23-8D4D-314A1DC24C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2438400"/>
            <a:ext cx="17526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读时序</a:t>
            </a:r>
          </a:p>
        </p:txBody>
      </p:sp>
      <p:grpSp>
        <p:nvGrpSpPr>
          <p:cNvPr id="4" name="Group 15">
            <a:extLst>
              <a:ext uri="{FF2B5EF4-FFF2-40B4-BE49-F238E27FC236}">
                <a16:creationId xmlns:a16="http://schemas.microsoft.com/office/drawing/2014/main" id="{A4DAB922-3C65-4409-867F-FE5AF7C75FB7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3190875"/>
            <a:ext cx="3200400" cy="519113"/>
            <a:chOff x="3168" y="2106"/>
            <a:chExt cx="2016" cy="327"/>
          </a:xfrm>
        </p:grpSpPr>
        <p:sp>
          <p:nvSpPr>
            <p:cNvPr id="62486" name="Text Box 16">
              <a:extLst>
                <a:ext uri="{FF2B5EF4-FFF2-40B4-BE49-F238E27FC236}">
                  <a16:creationId xmlns:a16="http://schemas.microsoft.com/office/drawing/2014/main" id="{C27B66DC-E6BB-4D1C-BB8B-AA14365267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2106"/>
              <a:ext cx="2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行地址 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RAS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有效</a:t>
              </a:r>
            </a:p>
          </p:txBody>
        </p:sp>
        <p:sp>
          <p:nvSpPr>
            <p:cNvPr id="62487" name="Freeform 17">
              <a:extLst>
                <a:ext uri="{FF2B5EF4-FFF2-40B4-BE49-F238E27FC236}">
                  <a16:creationId xmlns:a16="http://schemas.microsoft.com/office/drawing/2014/main" id="{FB6A6DF0-F0BF-4771-9665-E535420CC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142"/>
              <a:ext cx="501" cy="1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  <a:gd name="T6" fmla="*/ 0 w 501"/>
                <a:gd name="T7" fmla="*/ 0 h 1"/>
                <a:gd name="T8" fmla="*/ 501 w 5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" name="Group 18">
            <a:extLst>
              <a:ext uri="{FF2B5EF4-FFF2-40B4-BE49-F238E27FC236}">
                <a16:creationId xmlns:a16="http://schemas.microsoft.com/office/drawing/2014/main" id="{CB15DABC-EBC0-4B8E-BDDE-9252029E39AF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3914775"/>
            <a:ext cx="3657600" cy="519113"/>
            <a:chOff x="3168" y="2562"/>
            <a:chExt cx="2304" cy="327"/>
          </a:xfrm>
        </p:grpSpPr>
        <p:sp>
          <p:nvSpPr>
            <p:cNvPr id="62484" name="Text Box 19">
              <a:extLst>
                <a:ext uri="{FF2B5EF4-FFF2-40B4-BE49-F238E27FC236}">
                  <a16:creationId xmlns:a16="http://schemas.microsoft.com/office/drawing/2014/main" id="{0A60623A-E39C-4C90-8CAE-301D8BAEEF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2562"/>
              <a:ext cx="23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写允许 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WE 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有效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低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62485" name="Line 20">
              <a:extLst>
                <a:ext uri="{FF2B5EF4-FFF2-40B4-BE49-F238E27FC236}">
                  <a16:creationId xmlns:a16="http://schemas.microsoft.com/office/drawing/2014/main" id="{34752BC3-C0F8-4008-A268-E9EB7B9D58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4" y="2592"/>
              <a:ext cx="43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6" name="Group 21">
            <a:extLst>
              <a:ext uri="{FF2B5EF4-FFF2-40B4-BE49-F238E27FC236}">
                <a16:creationId xmlns:a16="http://schemas.microsoft.com/office/drawing/2014/main" id="{6E395E54-55A7-44E4-B1C1-AA4594967AC2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4638675"/>
            <a:ext cx="3200400" cy="519113"/>
            <a:chOff x="528" y="3018"/>
            <a:chExt cx="2016" cy="327"/>
          </a:xfrm>
        </p:grpSpPr>
        <p:sp>
          <p:nvSpPr>
            <p:cNvPr id="62482" name="Text Box 22">
              <a:extLst>
                <a:ext uri="{FF2B5EF4-FFF2-40B4-BE49-F238E27FC236}">
                  <a16:creationId xmlns:a16="http://schemas.microsoft.com/office/drawing/2014/main" id="{B07D987D-38E5-4537-A610-28BA977458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3018"/>
              <a:ext cx="2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列地址 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CAS 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有效</a:t>
              </a:r>
            </a:p>
          </p:txBody>
        </p:sp>
        <p:sp>
          <p:nvSpPr>
            <p:cNvPr id="62483" name="Freeform 23">
              <a:extLst>
                <a:ext uri="{FF2B5EF4-FFF2-40B4-BE49-F238E27FC236}">
                  <a16:creationId xmlns:a16="http://schemas.microsoft.com/office/drawing/2014/main" id="{D83EFF3A-D271-47A0-B3B2-24ACAC6F8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3049"/>
              <a:ext cx="501" cy="1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  <a:gd name="T6" fmla="*/ 0 w 501"/>
                <a:gd name="T7" fmla="*/ 0 h 1"/>
                <a:gd name="T8" fmla="*/ 501 w 5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" name="Group 24">
            <a:extLst>
              <a:ext uri="{FF2B5EF4-FFF2-40B4-BE49-F238E27FC236}">
                <a16:creationId xmlns:a16="http://schemas.microsoft.com/office/drawing/2014/main" id="{A6D46066-AFC2-44CC-8B28-4B78A7D0D9AC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5424488"/>
            <a:ext cx="3200400" cy="519112"/>
            <a:chOff x="3168" y="3513"/>
            <a:chExt cx="2016" cy="327"/>
          </a:xfrm>
        </p:grpSpPr>
        <p:sp>
          <p:nvSpPr>
            <p:cNvPr id="62480" name="Text Box 25">
              <a:extLst>
                <a:ext uri="{FF2B5EF4-FFF2-40B4-BE49-F238E27FC236}">
                  <a16:creationId xmlns:a16="http://schemas.microsoft.com/office/drawing/2014/main" id="{4D513C3E-E9A4-48D2-925C-C22A3CCD2D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3513"/>
              <a:ext cx="2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列地址 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CAS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有效</a:t>
              </a:r>
            </a:p>
          </p:txBody>
        </p:sp>
        <p:sp>
          <p:nvSpPr>
            <p:cNvPr id="62481" name="Freeform 26">
              <a:extLst>
                <a:ext uri="{FF2B5EF4-FFF2-40B4-BE49-F238E27FC236}">
                  <a16:creationId xmlns:a16="http://schemas.microsoft.com/office/drawing/2014/main" id="{2092DA75-571D-468B-A473-7EFDD8BD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551"/>
              <a:ext cx="501" cy="1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  <a:gd name="T6" fmla="*/ 0 w 501"/>
                <a:gd name="T7" fmla="*/ 0 h 1"/>
                <a:gd name="T8" fmla="*/ 501 w 5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8" name="Text Box 55">
            <a:extLst>
              <a:ext uri="{FF2B5EF4-FFF2-40B4-BE49-F238E27FC236}">
                <a16:creationId xmlns:a16="http://schemas.microsoft.com/office/drawing/2014/main" id="{9557F91C-517B-4B81-BA2C-C264519BB5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780" y="200661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1B8DD423-580F-4DB3-8A93-64F2AC6AB82F}"/>
              </a:ext>
            </a:extLst>
          </p:cNvPr>
          <p:cNvSpPr/>
          <p:nvPr/>
        </p:nvSpPr>
        <p:spPr>
          <a:xfrm>
            <a:off x="395536" y="785436"/>
            <a:ext cx="325602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3.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 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DRAM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的读写时序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57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7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7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7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7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57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347" grpId="0" autoUpdateAnimBg="0"/>
      <p:bldP spid="57348" grpId="0" autoUpdateAnimBg="0"/>
      <p:bldP spid="57355" grpId="0" autoUpdateAnimBg="0"/>
      <p:bldP spid="57356" grpId="0" autoUpdateAnimBg="0"/>
      <p:bldP spid="57357" grpId="0" autoUpdateAnimBg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780" y="200661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8E8EE6-EECA-4E4A-B784-321472C3BF5B}"/>
              </a:ext>
            </a:extLst>
          </p:cNvPr>
          <p:cNvSpPr/>
          <p:nvPr/>
        </p:nvSpPr>
        <p:spPr>
          <a:xfrm>
            <a:off x="395536" y="785436"/>
            <a:ext cx="325602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3.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 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DRAM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n-ea"/>
                <a:ea typeface="+mn-ea"/>
                <a:cs typeface="+mj-cs"/>
              </a:rPr>
              <a:t>的读写时序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161DEA1-D557-4B17-9E20-F96BDF2B4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1600" y="1893431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4" name="对象 3">
            <a:extLst>
              <a:ext uri="{FF2B5EF4-FFF2-40B4-BE49-F238E27FC236}">
                <a16:creationId xmlns:a16="http://schemas.microsoft.com/office/drawing/2014/main" id="{2F796E5E-B083-490C-ABB6-C270730854C8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096925641"/>
              </p:ext>
            </p:extLst>
          </p:nvPr>
        </p:nvGraphicFramePr>
        <p:xfrm>
          <a:off x="683568" y="1700808"/>
          <a:ext cx="7056784" cy="420381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0341" name="Visio" r:id="rId4" imgW="4222955" imgH="2517940" progId="Visio.Drawing.11">
                  <p:embed/>
                </p:oleObj>
              </mc:Choice>
              <mc:Fallback>
                <p:oleObj name="Visio" r:id="rId4" imgW="4222955" imgH="2517940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3568" y="1700808"/>
                        <a:ext cx="7056784" cy="4203815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矩形 5">
            <a:extLst>
              <a:ext uri="{FF2B5EF4-FFF2-40B4-BE49-F238E27FC236}">
                <a16:creationId xmlns:a16="http://schemas.microsoft.com/office/drawing/2014/main" id="{4CA9F62E-0C27-4E3A-BD40-6480074D08B3}"/>
              </a:ext>
            </a:extLst>
          </p:cNvPr>
          <p:cNvSpPr/>
          <p:nvPr/>
        </p:nvSpPr>
        <p:spPr>
          <a:xfrm>
            <a:off x="5868144" y="493048"/>
            <a:ext cx="1980029" cy="523220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r>
              <a:rPr lang="zh-CN" altLang="zh-CN" sz="28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读出时序图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98142416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780" y="200661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8E8EE6-EECA-4E4A-B784-321472C3BF5B}"/>
              </a:ext>
            </a:extLst>
          </p:cNvPr>
          <p:cNvSpPr/>
          <p:nvPr/>
        </p:nvSpPr>
        <p:spPr>
          <a:xfrm>
            <a:off x="395536" y="785436"/>
            <a:ext cx="325602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/>
                <a:ea typeface="宋体"/>
                <a:cs typeface="+mn-cs"/>
              </a:rPr>
              <a:t>3.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/>
                <a:ea typeface="宋体"/>
                <a:cs typeface="+mn-cs"/>
              </a:rPr>
              <a:t> 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/>
                <a:ea typeface="宋体"/>
                <a:cs typeface="+mn-cs"/>
              </a:rPr>
              <a:t>DRAM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/>
                <a:ea typeface="宋体"/>
                <a:cs typeface="+mn-cs"/>
              </a:rPr>
              <a:t>的读写时序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宋体"/>
              <a:ea typeface="宋体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161DEA1-D557-4B17-9E20-F96BDF2B4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1600" y="1893431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4CA9F62E-0C27-4E3A-BD40-6480074D08B3}"/>
              </a:ext>
            </a:extLst>
          </p:cNvPr>
          <p:cNvSpPr/>
          <p:nvPr/>
        </p:nvSpPr>
        <p:spPr>
          <a:xfrm>
            <a:off x="5868144" y="493048"/>
            <a:ext cx="1980029" cy="523220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  <a:cs typeface="Times New Roman" panose="02020603050405020304" pitchFamily="18" charset="0"/>
              </a:rPr>
              <a:t>写入</a:t>
            </a: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  <a:cs typeface="Times New Roman" panose="02020603050405020304" pitchFamily="18" charset="0"/>
              </a:rPr>
              <a:t>时序图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E9C082A1-0AE5-4521-A68D-B0FB09A2D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7" name="对象 6">
            <a:extLst>
              <a:ext uri="{FF2B5EF4-FFF2-40B4-BE49-F238E27FC236}">
                <a16:creationId xmlns:a16="http://schemas.microsoft.com/office/drawing/2014/main" id="{C10501CC-C6E4-4DF6-94EE-7CE283227BF3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796115042"/>
              </p:ext>
            </p:extLst>
          </p:nvPr>
        </p:nvGraphicFramePr>
        <p:xfrm>
          <a:off x="316780" y="1556791"/>
          <a:ext cx="8233181" cy="43924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052" name="Visio" r:id="rId4" imgW="4146292" imgH="2210216" progId="Visio.Drawing.11">
                  <p:embed/>
                </p:oleObj>
              </mc:Choice>
              <mc:Fallback>
                <p:oleObj name="Visio" r:id="rId4" imgW="4146292" imgH="2210216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6780" y="1556791"/>
                        <a:ext cx="8233181" cy="4392487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49599894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Text Box 55">
            <a:extLst>
              <a:ext uri="{FF2B5EF4-FFF2-40B4-BE49-F238E27FC236}">
                <a16:creationId xmlns:a16="http://schemas.microsoft.com/office/drawing/2014/main" id="{45869FAF-6BD5-4320-8ACC-7E5EA72A6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01" y="15976"/>
            <a:ext cx="66698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3.3.2 DRAM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8E8EE6-EECA-4E4A-B784-321472C3BF5B}"/>
              </a:ext>
            </a:extLst>
          </p:cNvPr>
          <p:cNvSpPr/>
          <p:nvPr/>
        </p:nvSpPr>
        <p:spPr>
          <a:xfrm>
            <a:off x="178701" y="600142"/>
            <a:ext cx="21739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/>
                <a:ea typeface="宋体"/>
                <a:cs typeface="+mn-cs"/>
              </a:rPr>
              <a:t>4.</a:t>
            </a:r>
            <a:r>
              <a:rPr lang="en-US" altLang="zh-CN" sz="2800" b="1" kern="0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宋体"/>
                <a:ea typeface="宋体"/>
              </a:rPr>
              <a:t>DRAM </a:t>
            </a:r>
            <a:r>
              <a:rPr lang="zh-CN" altLang="en-US" sz="2800" b="1" kern="0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宋体"/>
                <a:ea typeface="宋体"/>
              </a:rPr>
              <a:t>刷新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宋体"/>
              <a:ea typeface="宋体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161DEA1-D557-4B17-9E20-F96BDF2B4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1600" y="1893431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E9C082A1-0AE5-4521-A68D-B0FB09A2D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sp>
        <p:nvSpPr>
          <p:cNvPr id="8" name="内容占位符 2">
            <a:extLst>
              <a:ext uri="{FF2B5EF4-FFF2-40B4-BE49-F238E27FC236}">
                <a16:creationId xmlns:a16="http://schemas.microsoft.com/office/drawing/2014/main" id="{3E3CC41C-5FC7-483D-AFC3-6650D8B031EF}"/>
              </a:ext>
            </a:extLst>
          </p:cNvPr>
          <p:cNvSpPr txBox="1">
            <a:spLocks/>
          </p:cNvSpPr>
          <p:nvPr/>
        </p:nvSpPr>
        <p:spPr>
          <a:xfrm>
            <a:off x="431032" y="1153420"/>
            <a:ext cx="8712968" cy="563702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1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(1</a:t>
            </a:r>
            <a:r>
              <a:rPr kumimoji="1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）基本概念</a:t>
            </a:r>
            <a:endParaRPr kumimoji="1" lang="en-US" altLang="zh-CN" sz="26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1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刷新：</a:t>
            </a:r>
            <a:r>
              <a:rPr kumimoji="1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定期补充电荷以避免电荷泄露引起的信息丢失</a:t>
            </a:r>
            <a:endParaRPr kumimoji="1" lang="en-US" altLang="zh-CN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电容存在泄露电流</a:t>
            </a: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1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刷新周期</a:t>
            </a:r>
            <a:r>
              <a:rPr kumimoji="1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:  </a:t>
            </a:r>
            <a:r>
              <a:rPr kumimoji="1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存储器两次完整刷新之间的时间间隔</a:t>
            </a:r>
            <a:endParaRPr kumimoji="1" lang="en-US" altLang="zh-CN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信息存储到泄漏之间必须完成刷新，称为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最大刷新周期</a:t>
            </a:r>
            <a:endParaRPr kumimoji="1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1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按行刷新</a:t>
            </a:r>
            <a:endParaRPr kumimoji="1" lang="en-US" altLang="zh-CN" sz="26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存储体采用双译码结构，刷新地址计数器给出刷新行地址</a:t>
            </a:r>
            <a:endParaRPr kumimoji="1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1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刷新方式</a:t>
            </a:r>
            <a:endParaRPr kumimoji="1" lang="en-US" altLang="zh-CN" sz="26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1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CPU</a:t>
            </a: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与刷新控制器对</a:t>
            </a:r>
            <a:r>
              <a:rPr kumimoji="1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DRAM</a:t>
            </a: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的争用问题</a:t>
            </a:r>
            <a:endParaRPr kumimoji="1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集中式、分散式、异步式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1" lang="en-US" altLang="zh-CN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endParaRPr kumimoji="1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1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019738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81F8149-53DB-4256-84EA-F3E85CB3F4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3528" y="0"/>
            <a:ext cx="8229600" cy="850106"/>
          </a:xfrm>
        </p:spPr>
        <p:txBody>
          <a:bodyPr/>
          <a:lstStyle/>
          <a:p>
            <a:pPr algn="l"/>
            <a:r>
              <a:rPr lang="en-US" altLang="zh-CN" dirty="0">
                <a:solidFill>
                  <a:srgbClr val="FF0000"/>
                </a:solidFill>
                <a:latin typeface="+mn-ea"/>
                <a:ea typeface="+mn-ea"/>
              </a:rPr>
              <a:t>(2)</a:t>
            </a:r>
            <a:r>
              <a:rPr lang="zh-CN" altLang="en-US" dirty="0">
                <a:solidFill>
                  <a:srgbClr val="FF0000"/>
                </a:solidFill>
                <a:latin typeface="+mn-ea"/>
                <a:ea typeface="+mn-ea"/>
              </a:rPr>
              <a:t>刷新方式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24605F5-6D32-4472-95D2-85EF9735D6A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7504" y="845221"/>
            <a:ext cx="8229600" cy="590054"/>
          </a:xfrm>
        </p:spPr>
        <p:txBody>
          <a:bodyPr/>
          <a:lstStyle/>
          <a:p>
            <a:r>
              <a:rPr lang="zh-CN" altLang="en-US" dirty="0"/>
              <a:t>①集中刷新方式</a:t>
            </a:r>
          </a:p>
        </p:txBody>
      </p:sp>
      <p:sp>
        <p:nvSpPr>
          <p:cNvPr id="67" name="Line 58">
            <a:extLst>
              <a:ext uri="{FF2B5EF4-FFF2-40B4-BE49-F238E27FC236}">
                <a16:creationId xmlns:a16="http://schemas.microsoft.com/office/drawing/2014/main" id="{C18F72C4-2110-4207-8A93-0BA395345C9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-29015" y="5186238"/>
            <a:ext cx="8921496" cy="18423"/>
          </a:xfrm>
          <a:prstGeom prst="line">
            <a:avLst/>
          </a:prstGeom>
          <a:noFill/>
          <a:ln w="3810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68" name="Group 59">
            <a:extLst>
              <a:ext uri="{FF2B5EF4-FFF2-40B4-BE49-F238E27FC236}">
                <a16:creationId xmlns:a16="http://schemas.microsoft.com/office/drawing/2014/main" id="{3515273B-A58C-411F-8C26-F29CDD37234B}"/>
              </a:ext>
            </a:extLst>
          </p:cNvPr>
          <p:cNvGrpSpPr>
            <a:grpSpLocks/>
          </p:cNvGrpSpPr>
          <p:nvPr/>
        </p:nvGrpSpPr>
        <p:grpSpPr bwMode="auto">
          <a:xfrm>
            <a:off x="742133" y="5182541"/>
            <a:ext cx="7820025" cy="1084716"/>
            <a:chOff x="816" y="2016"/>
            <a:chExt cx="4926" cy="542"/>
          </a:xfrm>
        </p:grpSpPr>
        <p:sp>
          <p:nvSpPr>
            <p:cNvPr id="69" name="Line 60">
              <a:extLst>
                <a:ext uri="{FF2B5EF4-FFF2-40B4-BE49-F238E27FC236}">
                  <a16:creationId xmlns:a16="http://schemas.microsoft.com/office/drawing/2014/main" id="{0284CCC9-04D3-4CE3-9F1E-614265A8D0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2016"/>
              <a:ext cx="0" cy="52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70" name="Line 61">
              <a:extLst>
                <a:ext uri="{FF2B5EF4-FFF2-40B4-BE49-F238E27FC236}">
                  <a16:creationId xmlns:a16="http://schemas.microsoft.com/office/drawing/2014/main" id="{558BA2CA-D6B6-4265-B815-7CB3C6D21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2" y="2030"/>
              <a:ext cx="0" cy="52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71" name="Group 62">
            <a:extLst>
              <a:ext uri="{FF2B5EF4-FFF2-40B4-BE49-F238E27FC236}">
                <a16:creationId xmlns:a16="http://schemas.microsoft.com/office/drawing/2014/main" id="{A064F185-A175-4BE6-A155-6F607EF73483}"/>
              </a:ext>
            </a:extLst>
          </p:cNvPr>
          <p:cNvGrpSpPr>
            <a:grpSpLocks/>
          </p:cNvGrpSpPr>
          <p:nvPr/>
        </p:nvGrpSpPr>
        <p:grpSpPr bwMode="auto">
          <a:xfrm>
            <a:off x="747035" y="5895159"/>
            <a:ext cx="7816032" cy="304800"/>
            <a:chOff x="816" y="2400"/>
            <a:chExt cx="3456" cy="192"/>
          </a:xfrm>
        </p:grpSpPr>
        <p:sp>
          <p:nvSpPr>
            <p:cNvPr id="72" name="Line 63">
              <a:extLst>
                <a:ext uri="{FF2B5EF4-FFF2-40B4-BE49-F238E27FC236}">
                  <a16:creationId xmlns:a16="http://schemas.microsoft.com/office/drawing/2014/main" id="{A6F31FA8-1508-47CC-AE1D-DB503E1553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4" y="2496"/>
              <a:ext cx="141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73" name="Line 64">
              <a:extLst>
                <a:ext uri="{FF2B5EF4-FFF2-40B4-BE49-F238E27FC236}">
                  <a16:creationId xmlns:a16="http://schemas.microsoft.com/office/drawing/2014/main" id="{C3CB2D9F-3E7A-4E6B-8217-5CE9A57CD2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6" y="2496"/>
              <a:ext cx="144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74" name="Text Box 65">
              <a:extLst>
                <a:ext uri="{FF2B5EF4-FFF2-40B4-BE49-F238E27FC236}">
                  <a16:creationId xmlns:a16="http://schemas.microsoft.com/office/drawing/2014/main" id="{D3EDC96D-9635-40EF-9054-DE786749D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7" y="2400"/>
              <a:ext cx="556" cy="192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刷新间隔</a:t>
              </a: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2ms</a:t>
              </a:r>
            </a:p>
          </p:txBody>
        </p:sp>
      </p:grpSp>
      <p:grpSp>
        <p:nvGrpSpPr>
          <p:cNvPr id="75" name="Group 69">
            <a:extLst>
              <a:ext uri="{FF2B5EF4-FFF2-40B4-BE49-F238E27FC236}">
                <a16:creationId xmlns:a16="http://schemas.microsoft.com/office/drawing/2014/main" id="{181C86CB-1429-447D-93D3-10CC5EFF9306}"/>
              </a:ext>
            </a:extLst>
          </p:cNvPr>
          <p:cNvGrpSpPr>
            <a:grpSpLocks/>
          </p:cNvGrpSpPr>
          <p:nvPr/>
        </p:nvGrpSpPr>
        <p:grpSpPr bwMode="auto">
          <a:xfrm>
            <a:off x="754539" y="4250032"/>
            <a:ext cx="3888217" cy="304800"/>
            <a:chOff x="816" y="1488"/>
            <a:chExt cx="1728" cy="192"/>
          </a:xfrm>
        </p:grpSpPr>
        <p:sp>
          <p:nvSpPr>
            <p:cNvPr id="76" name="Line 70">
              <a:extLst>
                <a:ext uri="{FF2B5EF4-FFF2-40B4-BE49-F238E27FC236}">
                  <a16:creationId xmlns:a16="http://schemas.microsoft.com/office/drawing/2014/main" id="{CE8159E1-C5E6-4D01-BC83-FE1F165F8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0" y="1584"/>
              <a:ext cx="64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77" name="Line 71">
              <a:extLst>
                <a:ext uri="{FF2B5EF4-FFF2-40B4-BE49-F238E27FC236}">
                  <a16:creationId xmlns:a16="http://schemas.microsoft.com/office/drawing/2014/main" id="{D27638D1-E547-4A82-8B87-991F73EB8B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6" y="1584"/>
              <a:ext cx="64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78" name="Text Box 72">
              <a:extLst>
                <a:ext uri="{FF2B5EF4-FFF2-40B4-BE49-F238E27FC236}">
                  <a16:creationId xmlns:a16="http://schemas.microsoft.com/office/drawing/2014/main" id="{11F01D5E-1D78-497D-9F25-4D4BA4A6FA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4" y="1488"/>
              <a:ext cx="436" cy="192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读写</a:t>
              </a: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/</a:t>
              </a: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维持</a:t>
              </a:r>
            </a:p>
          </p:txBody>
        </p:sp>
      </p:grpSp>
      <p:grpSp>
        <p:nvGrpSpPr>
          <p:cNvPr id="79" name="Group 73">
            <a:extLst>
              <a:ext uri="{FF2B5EF4-FFF2-40B4-BE49-F238E27FC236}">
                <a16:creationId xmlns:a16="http://schemas.microsoft.com/office/drawing/2014/main" id="{269D4557-87EA-44E4-B2D7-06575CED7CB3}"/>
              </a:ext>
            </a:extLst>
          </p:cNvPr>
          <p:cNvGrpSpPr>
            <a:grpSpLocks/>
          </p:cNvGrpSpPr>
          <p:nvPr/>
        </p:nvGrpSpPr>
        <p:grpSpPr bwMode="auto">
          <a:xfrm>
            <a:off x="4666139" y="4250030"/>
            <a:ext cx="3889949" cy="304800"/>
            <a:chOff x="2544" y="1488"/>
            <a:chExt cx="1728" cy="192"/>
          </a:xfrm>
        </p:grpSpPr>
        <p:sp>
          <p:nvSpPr>
            <p:cNvPr id="80" name="Line 74">
              <a:extLst>
                <a:ext uri="{FF2B5EF4-FFF2-40B4-BE49-F238E27FC236}">
                  <a16:creationId xmlns:a16="http://schemas.microsoft.com/office/drawing/2014/main" id="{03107F3C-5FAA-47E9-90E4-75DBA44B2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1" y="1584"/>
              <a:ext cx="54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1" name="Line 75">
              <a:extLst>
                <a:ext uri="{FF2B5EF4-FFF2-40B4-BE49-F238E27FC236}">
                  <a16:creationId xmlns:a16="http://schemas.microsoft.com/office/drawing/2014/main" id="{1633E04F-4606-48FA-9EC0-37FB7F2A92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44" y="1584"/>
              <a:ext cx="56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2" name="Text Box 76">
              <a:extLst>
                <a:ext uri="{FF2B5EF4-FFF2-40B4-BE49-F238E27FC236}">
                  <a16:creationId xmlns:a16="http://schemas.microsoft.com/office/drawing/2014/main" id="{AB42291E-44B7-4AFB-9417-47FF857B7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3" y="1488"/>
              <a:ext cx="618" cy="192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刷新过程</a:t>
              </a: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/ </a:t>
              </a: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死区</a:t>
              </a:r>
            </a:p>
          </p:txBody>
        </p:sp>
      </p:grpSp>
      <p:grpSp>
        <p:nvGrpSpPr>
          <p:cNvPr id="83" name="Group 77">
            <a:extLst>
              <a:ext uri="{FF2B5EF4-FFF2-40B4-BE49-F238E27FC236}">
                <a16:creationId xmlns:a16="http://schemas.microsoft.com/office/drawing/2014/main" id="{57F1DEA9-9709-4F18-AC5E-40030C043062}"/>
              </a:ext>
            </a:extLst>
          </p:cNvPr>
          <p:cNvGrpSpPr>
            <a:grpSpLocks/>
          </p:cNvGrpSpPr>
          <p:nvPr/>
        </p:nvGrpSpPr>
        <p:grpSpPr bwMode="auto">
          <a:xfrm>
            <a:off x="756154" y="5220817"/>
            <a:ext cx="963615" cy="563563"/>
            <a:chOff x="804" y="2016"/>
            <a:chExt cx="607" cy="355"/>
          </a:xfrm>
        </p:grpSpPr>
        <p:sp>
          <p:nvSpPr>
            <p:cNvPr id="84" name="Line 78">
              <a:extLst>
                <a:ext uri="{FF2B5EF4-FFF2-40B4-BE49-F238E27FC236}">
                  <a16:creationId xmlns:a16="http://schemas.microsoft.com/office/drawing/2014/main" id="{6C604153-46CA-4A69-B687-431341870A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1" y="2016"/>
              <a:ext cx="0" cy="24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85" name="Group 79">
              <a:extLst>
                <a:ext uri="{FF2B5EF4-FFF2-40B4-BE49-F238E27FC236}">
                  <a16:creationId xmlns:a16="http://schemas.microsoft.com/office/drawing/2014/main" id="{59B38DA4-DA4D-4BD2-9D00-17289C89A5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" y="2160"/>
              <a:ext cx="602" cy="211"/>
              <a:chOff x="804" y="2160"/>
              <a:chExt cx="602" cy="211"/>
            </a:xfrm>
          </p:grpSpPr>
          <p:sp>
            <p:nvSpPr>
              <p:cNvPr id="86" name="Line 80">
                <a:extLst>
                  <a:ext uri="{FF2B5EF4-FFF2-40B4-BE49-F238E27FC236}">
                    <a16:creationId xmlns:a16="http://schemas.microsoft.com/office/drawing/2014/main" id="{14FF4952-4677-4B64-888D-CF4DA528BE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4" y="2160"/>
                <a:ext cx="602" cy="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 type="triangle" w="med" len="med"/>
                <a:tailEnd type="triangl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87" name="Text Box 81">
                <a:extLst>
                  <a:ext uri="{FF2B5EF4-FFF2-40B4-BE49-F238E27FC236}">
                    <a16:creationId xmlns:a16="http://schemas.microsoft.com/office/drawing/2014/main" id="{ADD0D2A0-05F6-4067-B886-2326CAEF28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1" y="2179"/>
                <a:ext cx="384" cy="192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50ns</a:t>
                </a:r>
              </a:p>
            </p:txBody>
          </p:sp>
        </p:grpSp>
      </p:grpSp>
      <p:grpSp>
        <p:nvGrpSpPr>
          <p:cNvPr id="88" name="Group 82">
            <a:extLst>
              <a:ext uri="{FF2B5EF4-FFF2-40B4-BE49-F238E27FC236}">
                <a16:creationId xmlns:a16="http://schemas.microsoft.com/office/drawing/2014/main" id="{6ACC8172-580B-4F1B-A7A5-1F1AB71884D2}"/>
              </a:ext>
            </a:extLst>
          </p:cNvPr>
          <p:cNvGrpSpPr>
            <a:grpSpLocks/>
          </p:cNvGrpSpPr>
          <p:nvPr/>
        </p:nvGrpSpPr>
        <p:grpSpPr bwMode="auto">
          <a:xfrm>
            <a:off x="4650298" y="5220817"/>
            <a:ext cx="985840" cy="557213"/>
            <a:chOff x="2358" y="2013"/>
            <a:chExt cx="621" cy="351"/>
          </a:xfrm>
        </p:grpSpPr>
        <p:sp>
          <p:nvSpPr>
            <p:cNvPr id="89" name="Line 83">
              <a:extLst>
                <a:ext uri="{FF2B5EF4-FFF2-40B4-BE49-F238E27FC236}">
                  <a16:creationId xmlns:a16="http://schemas.microsoft.com/office/drawing/2014/main" id="{12824CD8-165C-426F-9C9D-2B136B463B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8" y="2013"/>
              <a:ext cx="0" cy="24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0" name="Line 84">
              <a:extLst>
                <a:ext uri="{FF2B5EF4-FFF2-40B4-BE49-F238E27FC236}">
                  <a16:creationId xmlns:a16="http://schemas.microsoft.com/office/drawing/2014/main" id="{D00B4C0A-DD65-4155-8E36-0214E9B3B0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9" y="2016"/>
              <a:ext cx="0" cy="24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1" name="Line 85">
              <a:extLst>
                <a:ext uri="{FF2B5EF4-FFF2-40B4-BE49-F238E27FC236}">
                  <a16:creationId xmlns:a16="http://schemas.microsoft.com/office/drawing/2014/main" id="{DF12FC4E-A1D5-48E3-BEFA-0C1EA0FCF4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4" y="2160"/>
              <a:ext cx="609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2" name="Text Box 86">
              <a:extLst>
                <a:ext uri="{FF2B5EF4-FFF2-40B4-BE49-F238E27FC236}">
                  <a16:creationId xmlns:a16="http://schemas.microsoft.com/office/drawing/2014/main" id="{1E625343-C13C-40FD-83EF-5622289947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2172"/>
              <a:ext cx="384" cy="192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50ns</a:t>
              </a:r>
            </a:p>
          </p:txBody>
        </p:sp>
      </p:grpSp>
      <p:grpSp>
        <p:nvGrpSpPr>
          <p:cNvPr id="93" name="组合 92">
            <a:extLst>
              <a:ext uri="{FF2B5EF4-FFF2-40B4-BE49-F238E27FC236}">
                <a16:creationId xmlns:a16="http://schemas.microsoft.com/office/drawing/2014/main" id="{A9539499-6D24-4EBD-9F12-4CF3B2C9D718}"/>
              </a:ext>
            </a:extLst>
          </p:cNvPr>
          <p:cNvGrpSpPr/>
          <p:nvPr/>
        </p:nvGrpSpPr>
        <p:grpSpPr>
          <a:xfrm>
            <a:off x="743451" y="4835873"/>
            <a:ext cx="976314" cy="347873"/>
            <a:chOff x="2532796" y="3261132"/>
            <a:chExt cx="976314" cy="440977"/>
          </a:xfrm>
        </p:grpSpPr>
        <p:sp>
          <p:nvSpPr>
            <p:cNvPr id="94" name="Line 66">
              <a:extLst>
                <a:ext uri="{FF2B5EF4-FFF2-40B4-BE49-F238E27FC236}">
                  <a16:creationId xmlns:a16="http://schemas.microsoft.com/office/drawing/2014/main" id="{FB86ECE3-8433-4AF0-8203-2E0CCA5CD3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5" name="矩形 94">
              <a:extLst>
                <a:ext uri="{FF2B5EF4-FFF2-40B4-BE49-F238E27FC236}">
                  <a16:creationId xmlns:a16="http://schemas.microsoft.com/office/drawing/2014/main" id="{7EBBC0B1-12DA-4071-AC78-EC6BFBD4DA0F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96" name="Line 66">
              <a:extLst>
                <a:ext uri="{FF2B5EF4-FFF2-40B4-BE49-F238E27FC236}">
                  <a16:creationId xmlns:a16="http://schemas.microsoft.com/office/drawing/2014/main" id="{27FCF2C1-EAA4-4C1D-90AD-21E381531B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97" name="组合 96">
            <a:extLst>
              <a:ext uri="{FF2B5EF4-FFF2-40B4-BE49-F238E27FC236}">
                <a16:creationId xmlns:a16="http://schemas.microsoft.com/office/drawing/2014/main" id="{C333D592-85B0-461F-B707-1A8FC9DA82FA}"/>
              </a:ext>
            </a:extLst>
          </p:cNvPr>
          <p:cNvGrpSpPr/>
          <p:nvPr/>
        </p:nvGrpSpPr>
        <p:grpSpPr>
          <a:xfrm>
            <a:off x="1719765" y="4835873"/>
            <a:ext cx="976314" cy="347873"/>
            <a:chOff x="2532796" y="3261132"/>
            <a:chExt cx="976314" cy="440977"/>
          </a:xfrm>
        </p:grpSpPr>
        <p:sp>
          <p:nvSpPr>
            <p:cNvPr id="98" name="Line 66">
              <a:extLst>
                <a:ext uri="{FF2B5EF4-FFF2-40B4-BE49-F238E27FC236}">
                  <a16:creationId xmlns:a16="http://schemas.microsoft.com/office/drawing/2014/main" id="{AAAC43DB-0CC8-4CB8-9503-847CD2B81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9" name="矩形 98">
              <a:extLst>
                <a:ext uri="{FF2B5EF4-FFF2-40B4-BE49-F238E27FC236}">
                  <a16:creationId xmlns:a16="http://schemas.microsoft.com/office/drawing/2014/main" id="{DBF5D6AA-C755-4AC5-A7A7-887AE674D780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E007F0C0-E7CC-4CE6-B7BA-C49D42A4A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01" name="组合 100">
            <a:extLst>
              <a:ext uri="{FF2B5EF4-FFF2-40B4-BE49-F238E27FC236}">
                <a16:creationId xmlns:a16="http://schemas.microsoft.com/office/drawing/2014/main" id="{827DDC13-9713-4B57-94BA-B4C94CD084EF}"/>
              </a:ext>
            </a:extLst>
          </p:cNvPr>
          <p:cNvGrpSpPr/>
          <p:nvPr/>
        </p:nvGrpSpPr>
        <p:grpSpPr>
          <a:xfrm>
            <a:off x="2697398" y="4835873"/>
            <a:ext cx="976314" cy="347873"/>
            <a:chOff x="2532796" y="3261132"/>
            <a:chExt cx="976314" cy="440977"/>
          </a:xfrm>
        </p:grpSpPr>
        <p:sp>
          <p:nvSpPr>
            <p:cNvPr id="102" name="Line 66">
              <a:extLst>
                <a:ext uri="{FF2B5EF4-FFF2-40B4-BE49-F238E27FC236}">
                  <a16:creationId xmlns:a16="http://schemas.microsoft.com/office/drawing/2014/main" id="{1A07BF93-69B3-4701-BBDE-F770B6A903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3" name="矩形 102">
              <a:extLst>
                <a:ext uri="{FF2B5EF4-FFF2-40B4-BE49-F238E27FC236}">
                  <a16:creationId xmlns:a16="http://schemas.microsoft.com/office/drawing/2014/main" id="{A0765360-09E8-4DF7-9A7A-00F01D1FF0DE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…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04" name="Line 66">
              <a:extLst>
                <a:ext uri="{FF2B5EF4-FFF2-40B4-BE49-F238E27FC236}">
                  <a16:creationId xmlns:a16="http://schemas.microsoft.com/office/drawing/2014/main" id="{F69B0F8F-2E4E-4AF7-BFA2-FD349053BB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05" name="组合 104">
            <a:extLst>
              <a:ext uri="{FF2B5EF4-FFF2-40B4-BE49-F238E27FC236}">
                <a16:creationId xmlns:a16="http://schemas.microsoft.com/office/drawing/2014/main" id="{0C129C45-8B88-4E30-BAB0-B19B4F8883E1}"/>
              </a:ext>
            </a:extLst>
          </p:cNvPr>
          <p:cNvGrpSpPr/>
          <p:nvPr/>
        </p:nvGrpSpPr>
        <p:grpSpPr>
          <a:xfrm>
            <a:off x="3674237" y="4835873"/>
            <a:ext cx="976314" cy="347873"/>
            <a:chOff x="2532796" y="3261132"/>
            <a:chExt cx="976314" cy="440977"/>
          </a:xfrm>
        </p:grpSpPr>
        <p:sp>
          <p:nvSpPr>
            <p:cNvPr id="106" name="Line 66">
              <a:extLst>
                <a:ext uri="{FF2B5EF4-FFF2-40B4-BE49-F238E27FC236}">
                  <a16:creationId xmlns:a16="http://schemas.microsoft.com/office/drawing/2014/main" id="{C053B2E0-226E-4F0F-8CE1-86A7EBCF9C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7" name="矩形 106">
              <a:extLst>
                <a:ext uri="{FF2B5EF4-FFF2-40B4-BE49-F238E27FC236}">
                  <a16:creationId xmlns:a16="http://schemas.microsoft.com/office/drawing/2014/main" id="{894D2E8C-831C-439C-BC41-19BB3407AE69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08" name="Line 66">
              <a:extLst>
                <a:ext uri="{FF2B5EF4-FFF2-40B4-BE49-F238E27FC236}">
                  <a16:creationId xmlns:a16="http://schemas.microsoft.com/office/drawing/2014/main" id="{F2BE637B-3AAB-4D85-A4A1-AFA031BFA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09" name="组合 108">
            <a:extLst>
              <a:ext uri="{FF2B5EF4-FFF2-40B4-BE49-F238E27FC236}">
                <a16:creationId xmlns:a16="http://schemas.microsoft.com/office/drawing/2014/main" id="{B5FCCBA0-E59B-4D32-9198-1D91631527B2}"/>
              </a:ext>
            </a:extLst>
          </p:cNvPr>
          <p:cNvGrpSpPr/>
          <p:nvPr/>
        </p:nvGrpSpPr>
        <p:grpSpPr>
          <a:xfrm>
            <a:off x="4655051" y="4835873"/>
            <a:ext cx="976314" cy="347873"/>
            <a:chOff x="2532796" y="3261132"/>
            <a:chExt cx="976314" cy="440977"/>
          </a:xfrm>
          <a:solidFill>
            <a:srgbClr val="00B050"/>
          </a:solidFill>
        </p:grpSpPr>
        <p:sp>
          <p:nvSpPr>
            <p:cNvPr id="110" name="Line 66">
              <a:extLst>
                <a:ext uri="{FF2B5EF4-FFF2-40B4-BE49-F238E27FC236}">
                  <a16:creationId xmlns:a16="http://schemas.microsoft.com/office/drawing/2014/main" id="{36CCD0F5-C60F-4A1E-A6AE-CB55C34F9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1" name="矩形 110">
              <a:extLst>
                <a:ext uri="{FF2B5EF4-FFF2-40B4-BE49-F238E27FC236}">
                  <a16:creationId xmlns:a16="http://schemas.microsoft.com/office/drawing/2014/main" id="{58DF3A04-1DD0-4546-8B90-90C16A392B72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grp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刷新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1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12" name="Line 66">
              <a:extLst>
                <a:ext uri="{FF2B5EF4-FFF2-40B4-BE49-F238E27FC236}">
                  <a16:creationId xmlns:a16="http://schemas.microsoft.com/office/drawing/2014/main" id="{A6EEDF12-C87D-4E61-A25A-F9D92D2C90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13" name="组合 112">
            <a:extLst>
              <a:ext uri="{FF2B5EF4-FFF2-40B4-BE49-F238E27FC236}">
                <a16:creationId xmlns:a16="http://schemas.microsoft.com/office/drawing/2014/main" id="{C43EC94D-B7D7-4755-9F43-5447A05399FC}"/>
              </a:ext>
            </a:extLst>
          </p:cNvPr>
          <p:cNvGrpSpPr/>
          <p:nvPr/>
        </p:nvGrpSpPr>
        <p:grpSpPr>
          <a:xfrm>
            <a:off x="5631365" y="4835873"/>
            <a:ext cx="976314" cy="347873"/>
            <a:chOff x="2532796" y="3261132"/>
            <a:chExt cx="976314" cy="440977"/>
          </a:xfrm>
          <a:solidFill>
            <a:srgbClr val="00B050"/>
          </a:solidFill>
        </p:grpSpPr>
        <p:sp>
          <p:nvSpPr>
            <p:cNvPr id="114" name="Line 66">
              <a:extLst>
                <a:ext uri="{FF2B5EF4-FFF2-40B4-BE49-F238E27FC236}">
                  <a16:creationId xmlns:a16="http://schemas.microsoft.com/office/drawing/2014/main" id="{D8AB0D85-DBC8-49FA-82C5-16A4941F0A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5" name="矩形 114">
              <a:extLst>
                <a:ext uri="{FF2B5EF4-FFF2-40B4-BE49-F238E27FC236}">
                  <a16:creationId xmlns:a16="http://schemas.microsoft.com/office/drawing/2014/main" id="{8A6D3D97-7A30-4825-B001-075B31723102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grp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刷新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2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16" name="Line 66">
              <a:extLst>
                <a:ext uri="{FF2B5EF4-FFF2-40B4-BE49-F238E27FC236}">
                  <a16:creationId xmlns:a16="http://schemas.microsoft.com/office/drawing/2014/main" id="{B6211F09-CD85-4CC1-A619-D103947CBF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17" name="组合 116">
            <a:extLst>
              <a:ext uri="{FF2B5EF4-FFF2-40B4-BE49-F238E27FC236}">
                <a16:creationId xmlns:a16="http://schemas.microsoft.com/office/drawing/2014/main" id="{94D27110-9F33-4B45-9E78-3D9EA1678D5C}"/>
              </a:ext>
            </a:extLst>
          </p:cNvPr>
          <p:cNvGrpSpPr/>
          <p:nvPr/>
        </p:nvGrpSpPr>
        <p:grpSpPr>
          <a:xfrm>
            <a:off x="6608998" y="4835873"/>
            <a:ext cx="976314" cy="347873"/>
            <a:chOff x="2532796" y="3261132"/>
            <a:chExt cx="976314" cy="440977"/>
          </a:xfrm>
          <a:solidFill>
            <a:srgbClr val="00B050"/>
          </a:solidFill>
        </p:grpSpPr>
        <p:sp>
          <p:nvSpPr>
            <p:cNvPr id="118" name="Line 66">
              <a:extLst>
                <a:ext uri="{FF2B5EF4-FFF2-40B4-BE49-F238E27FC236}">
                  <a16:creationId xmlns:a16="http://schemas.microsoft.com/office/drawing/2014/main" id="{0EC22495-D8CA-4B48-B4B3-763BD9293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9" name="矩形 118">
              <a:extLst>
                <a:ext uri="{FF2B5EF4-FFF2-40B4-BE49-F238E27FC236}">
                  <a16:creationId xmlns:a16="http://schemas.microsoft.com/office/drawing/2014/main" id="{18B2FBF8-06F4-40D0-8DE6-5117DBE0B6F4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grp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…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20" name="Line 66">
              <a:extLst>
                <a:ext uri="{FF2B5EF4-FFF2-40B4-BE49-F238E27FC236}">
                  <a16:creationId xmlns:a16="http://schemas.microsoft.com/office/drawing/2014/main" id="{1DE88F6F-87CA-4579-997E-960143A83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21" name="组合 120">
            <a:extLst>
              <a:ext uri="{FF2B5EF4-FFF2-40B4-BE49-F238E27FC236}">
                <a16:creationId xmlns:a16="http://schemas.microsoft.com/office/drawing/2014/main" id="{B92AF927-4081-4EF5-8707-238DD7DC5ED5}"/>
              </a:ext>
            </a:extLst>
          </p:cNvPr>
          <p:cNvGrpSpPr/>
          <p:nvPr/>
        </p:nvGrpSpPr>
        <p:grpSpPr>
          <a:xfrm>
            <a:off x="7585837" y="4835873"/>
            <a:ext cx="976314" cy="347873"/>
            <a:chOff x="2532796" y="3261132"/>
            <a:chExt cx="976314" cy="440977"/>
          </a:xfrm>
          <a:solidFill>
            <a:srgbClr val="00B050"/>
          </a:solidFill>
        </p:grpSpPr>
        <p:sp>
          <p:nvSpPr>
            <p:cNvPr id="122" name="Line 66">
              <a:extLst>
                <a:ext uri="{FF2B5EF4-FFF2-40B4-BE49-F238E27FC236}">
                  <a16:creationId xmlns:a16="http://schemas.microsoft.com/office/drawing/2014/main" id="{D364262E-6AFF-4A48-8F78-93FADD73D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23" name="矩形 122">
              <a:extLst>
                <a:ext uri="{FF2B5EF4-FFF2-40B4-BE49-F238E27FC236}">
                  <a16:creationId xmlns:a16="http://schemas.microsoft.com/office/drawing/2014/main" id="{DA8CC38E-2C20-444D-8FDD-089DD856A0AB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grp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128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24" name="Line 66">
              <a:extLst>
                <a:ext uri="{FF2B5EF4-FFF2-40B4-BE49-F238E27FC236}">
                  <a16:creationId xmlns:a16="http://schemas.microsoft.com/office/drawing/2014/main" id="{E96C78B3-28E5-4365-9E03-0DA1BE936C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25" name="组合 124">
            <a:extLst>
              <a:ext uri="{FF2B5EF4-FFF2-40B4-BE49-F238E27FC236}">
                <a16:creationId xmlns:a16="http://schemas.microsoft.com/office/drawing/2014/main" id="{AF1441DB-94D1-419F-BE4B-08647947739E}"/>
              </a:ext>
            </a:extLst>
          </p:cNvPr>
          <p:cNvGrpSpPr/>
          <p:nvPr/>
        </p:nvGrpSpPr>
        <p:grpSpPr>
          <a:xfrm>
            <a:off x="748189" y="4221088"/>
            <a:ext cx="7813962" cy="667852"/>
            <a:chOff x="2363661" y="2886442"/>
            <a:chExt cx="7813962" cy="667852"/>
          </a:xfrm>
        </p:grpSpPr>
        <p:sp>
          <p:nvSpPr>
            <p:cNvPr id="126" name="Line 67">
              <a:extLst>
                <a:ext uri="{FF2B5EF4-FFF2-40B4-BE49-F238E27FC236}">
                  <a16:creationId xmlns:a16="http://schemas.microsoft.com/office/drawing/2014/main" id="{5F3F9885-E836-461B-A9E9-988282E03A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3661" y="2905859"/>
              <a:ext cx="0" cy="64843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27" name="Line 67">
              <a:extLst>
                <a:ext uri="{FF2B5EF4-FFF2-40B4-BE49-F238E27FC236}">
                  <a16:creationId xmlns:a16="http://schemas.microsoft.com/office/drawing/2014/main" id="{4AC56560-3FD5-42A8-889A-590419CBBC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6023" y="2886442"/>
              <a:ext cx="0" cy="64843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28" name="Line 67">
              <a:extLst>
                <a:ext uri="{FF2B5EF4-FFF2-40B4-BE49-F238E27FC236}">
                  <a16:creationId xmlns:a16="http://schemas.microsoft.com/office/drawing/2014/main" id="{EA662D19-FCC4-4DB5-AD36-58A746AB32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77623" y="2886442"/>
              <a:ext cx="0" cy="64843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29" name="内容占位符 2">
            <a:extLst>
              <a:ext uri="{FF2B5EF4-FFF2-40B4-BE49-F238E27FC236}">
                <a16:creationId xmlns:a16="http://schemas.microsoft.com/office/drawing/2014/main" id="{06F05755-4B9E-43D4-A8F1-80AE2DC5BF0D}"/>
              </a:ext>
            </a:extLst>
          </p:cNvPr>
          <p:cNvSpPr txBox="1">
            <a:spLocks/>
          </p:cNvSpPr>
          <p:nvPr/>
        </p:nvSpPr>
        <p:spPr>
          <a:xfrm>
            <a:off x="458620" y="1340768"/>
            <a:ext cx="10515599" cy="231082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just" defTabSz="914400" rtl="0" eaLnBrk="1" fontAlgn="auto" latinLnBrk="0" hangingPunct="1">
              <a:lnSpc>
                <a:spcPct val="16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最大刷新周期：</a:t>
            </a:r>
            <a:r>
              <a:rPr kumimoji="1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2ms</a:t>
            </a:r>
          </a:p>
          <a:p>
            <a:pPr marR="0" lvl="0" algn="just" defTabSz="914400" rtl="0" eaLnBrk="1" fontAlgn="auto" latinLnBrk="0" hangingPunct="1">
              <a:lnSpc>
                <a:spcPct val="16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在数据丢失之前集中刷新所有行</a:t>
            </a:r>
          </a:p>
          <a:p>
            <a:pPr marR="0" lvl="0" algn="just" defTabSz="914400" rtl="0" eaLnBrk="1" fontAlgn="auto" latinLnBrk="0" hangingPunct="1">
              <a:lnSpc>
                <a:spcPct val="16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存在</a:t>
            </a:r>
            <a:r>
              <a:rPr kumimoji="1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死区</a:t>
            </a:r>
            <a:r>
              <a:rPr kumimoji="1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，用在</a:t>
            </a:r>
            <a:r>
              <a:rPr kumimoji="1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实时要求不高</a:t>
            </a:r>
            <a:r>
              <a:rPr kumimoji="1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的场合</a:t>
            </a:r>
            <a:endParaRPr kumimoji="1" lang="zh-CN" altLang="en-US" sz="26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2150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7" presetClass="entr" presetSubtype="1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4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7" presetClass="entr" presetSubtype="1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7" presetClass="entr" presetSubtype="1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1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 animBg="1"/>
      <p:bldP spid="129" grpId="0" uiExpand="1" build="p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81F8149-53DB-4256-84EA-F3E85CB3F4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3528" y="0"/>
            <a:ext cx="8229600" cy="850106"/>
          </a:xfrm>
        </p:spPr>
        <p:txBody>
          <a:bodyPr/>
          <a:lstStyle/>
          <a:p>
            <a:pPr algn="l"/>
            <a:r>
              <a:rPr lang="en-US" altLang="zh-CN" dirty="0">
                <a:solidFill>
                  <a:srgbClr val="FF0000"/>
                </a:solidFill>
                <a:latin typeface="+mn-ea"/>
                <a:ea typeface="+mn-ea"/>
              </a:rPr>
              <a:t>(2)</a:t>
            </a:r>
            <a:r>
              <a:rPr lang="zh-CN" altLang="en-US" dirty="0">
                <a:solidFill>
                  <a:srgbClr val="FF0000"/>
                </a:solidFill>
                <a:latin typeface="+mn-ea"/>
                <a:ea typeface="+mn-ea"/>
              </a:rPr>
              <a:t>刷新方式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24605F5-6D32-4472-95D2-85EF9735D6A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7504" y="845221"/>
            <a:ext cx="8229600" cy="590054"/>
          </a:xfrm>
        </p:spPr>
        <p:txBody>
          <a:bodyPr/>
          <a:lstStyle/>
          <a:p>
            <a:r>
              <a:rPr lang="zh-CN" altLang="en-US" dirty="0"/>
              <a:t>②分散式刷新方式</a:t>
            </a:r>
          </a:p>
        </p:txBody>
      </p:sp>
      <p:sp>
        <p:nvSpPr>
          <p:cNvPr id="131" name="Line 58">
            <a:extLst>
              <a:ext uri="{FF2B5EF4-FFF2-40B4-BE49-F238E27FC236}">
                <a16:creationId xmlns:a16="http://schemas.microsoft.com/office/drawing/2014/main" id="{0D626EEB-0F40-41E4-81BE-10B898CB614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7504" y="5385497"/>
            <a:ext cx="9072109" cy="15771"/>
          </a:xfrm>
          <a:prstGeom prst="line">
            <a:avLst/>
          </a:prstGeom>
          <a:noFill/>
          <a:ln w="3810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132" name="Group 59">
            <a:extLst>
              <a:ext uri="{FF2B5EF4-FFF2-40B4-BE49-F238E27FC236}">
                <a16:creationId xmlns:a16="http://schemas.microsoft.com/office/drawing/2014/main" id="{BEFB20F1-60CA-4FB2-9A4A-CEEF61E6073B}"/>
              </a:ext>
            </a:extLst>
          </p:cNvPr>
          <p:cNvGrpSpPr>
            <a:grpSpLocks/>
          </p:cNvGrpSpPr>
          <p:nvPr/>
        </p:nvGrpSpPr>
        <p:grpSpPr bwMode="auto">
          <a:xfrm>
            <a:off x="615029" y="5379148"/>
            <a:ext cx="7820025" cy="1084716"/>
            <a:chOff x="816" y="2016"/>
            <a:chExt cx="4926" cy="542"/>
          </a:xfrm>
        </p:grpSpPr>
        <p:sp>
          <p:nvSpPr>
            <p:cNvPr id="133" name="Line 60">
              <a:extLst>
                <a:ext uri="{FF2B5EF4-FFF2-40B4-BE49-F238E27FC236}">
                  <a16:creationId xmlns:a16="http://schemas.microsoft.com/office/drawing/2014/main" id="{7866DD19-C1D4-4006-9CD8-1680060B43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2016"/>
              <a:ext cx="0" cy="52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34" name="Line 61">
              <a:extLst>
                <a:ext uri="{FF2B5EF4-FFF2-40B4-BE49-F238E27FC236}">
                  <a16:creationId xmlns:a16="http://schemas.microsoft.com/office/drawing/2014/main" id="{2E2CAF02-3824-42B1-8BB6-D3D597860E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2" y="2030"/>
              <a:ext cx="0" cy="52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35" name="Group 62">
            <a:extLst>
              <a:ext uri="{FF2B5EF4-FFF2-40B4-BE49-F238E27FC236}">
                <a16:creationId xmlns:a16="http://schemas.microsoft.com/office/drawing/2014/main" id="{3C244C1B-0553-4A2A-8820-16E1A1833875}"/>
              </a:ext>
            </a:extLst>
          </p:cNvPr>
          <p:cNvGrpSpPr>
            <a:grpSpLocks/>
          </p:cNvGrpSpPr>
          <p:nvPr/>
        </p:nvGrpSpPr>
        <p:grpSpPr bwMode="auto">
          <a:xfrm>
            <a:off x="619931" y="6091766"/>
            <a:ext cx="7816032" cy="304800"/>
            <a:chOff x="816" y="2400"/>
            <a:chExt cx="3456" cy="192"/>
          </a:xfrm>
        </p:grpSpPr>
        <p:sp>
          <p:nvSpPr>
            <p:cNvPr id="136" name="Line 63">
              <a:extLst>
                <a:ext uri="{FF2B5EF4-FFF2-40B4-BE49-F238E27FC236}">
                  <a16:creationId xmlns:a16="http://schemas.microsoft.com/office/drawing/2014/main" id="{8739DA87-9AFA-4BF2-B617-B560D58EC6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4" y="2496"/>
              <a:ext cx="141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37" name="Line 64">
              <a:extLst>
                <a:ext uri="{FF2B5EF4-FFF2-40B4-BE49-F238E27FC236}">
                  <a16:creationId xmlns:a16="http://schemas.microsoft.com/office/drawing/2014/main" id="{A1BBA8FD-E209-436C-B8AF-3C730D537D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6" y="2496"/>
              <a:ext cx="144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38" name="Text Box 65">
              <a:extLst>
                <a:ext uri="{FF2B5EF4-FFF2-40B4-BE49-F238E27FC236}">
                  <a16:creationId xmlns:a16="http://schemas.microsoft.com/office/drawing/2014/main" id="{D7BB7858-2F45-4640-844A-58ACC0E8F6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7" y="2400"/>
              <a:ext cx="556" cy="192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刷新间隔</a:t>
              </a: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2ms</a:t>
              </a:r>
            </a:p>
          </p:txBody>
        </p:sp>
      </p:grpSp>
      <p:grpSp>
        <p:nvGrpSpPr>
          <p:cNvPr id="139" name="Group 69">
            <a:extLst>
              <a:ext uri="{FF2B5EF4-FFF2-40B4-BE49-F238E27FC236}">
                <a16:creationId xmlns:a16="http://schemas.microsoft.com/office/drawing/2014/main" id="{E3CD7ABF-3089-4583-9E92-BF1AEFB093D2}"/>
              </a:ext>
            </a:extLst>
          </p:cNvPr>
          <p:cNvGrpSpPr>
            <a:grpSpLocks/>
          </p:cNvGrpSpPr>
          <p:nvPr/>
        </p:nvGrpSpPr>
        <p:grpSpPr bwMode="auto">
          <a:xfrm>
            <a:off x="627436" y="4541889"/>
            <a:ext cx="1927716" cy="307975"/>
            <a:chOff x="816" y="1488"/>
            <a:chExt cx="1728" cy="194"/>
          </a:xfrm>
        </p:grpSpPr>
        <p:sp>
          <p:nvSpPr>
            <p:cNvPr id="140" name="Line 70">
              <a:extLst>
                <a:ext uri="{FF2B5EF4-FFF2-40B4-BE49-F238E27FC236}">
                  <a16:creationId xmlns:a16="http://schemas.microsoft.com/office/drawing/2014/main" id="{0521A477-9A4F-410F-B3F1-B8E89F139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8" y="1584"/>
              <a:ext cx="52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41" name="Line 71">
              <a:extLst>
                <a:ext uri="{FF2B5EF4-FFF2-40B4-BE49-F238E27FC236}">
                  <a16:creationId xmlns:a16="http://schemas.microsoft.com/office/drawing/2014/main" id="{C6195510-D953-426A-95ED-78A488785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6" y="1584"/>
              <a:ext cx="51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42" name="Text Box 72">
              <a:extLst>
                <a:ext uri="{FF2B5EF4-FFF2-40B4-BE49-F238E27FC236}">
                  <a16:creationId xmlns:a16="http://schemas.microsoft.com/office/drawing/2014/main" id="{791DB94A-B132-4899-BF2F-94C2126E6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8" y="1488"/>
              <a:ext cx="855" cy="194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存储周期</a:t>
              </a:r>
            </a:p>
          </p:txBody>
        </p:sp>
      </p:grpSp>
      <p:grpSp>
        <p:nvGrpSpPr>
          <p:cNvPr id="143" name="Group 77">
            <a:extLst>
              <a:ext uri="{FF2B5EF4-FFF2-40B4-BE49-F238E27FC236}">
                <a16:creationId xmlns:a16="http://schemas.microsoft.com/office/drawing/2014/main" id="{6DABE0CB-7225-480E-B681-D1BBECCA4470}"/>
              </a:ext>
            </a:extLst>
          </p:cNvPr>
          <p:cNvGrpSpPr>
            <a:grpSpLocks/>
          </p:cNvGrpSpPr>
          <p:nvPr/>
        </p:nvGrpSpPr>
        <p:grpSpPr bwMode="auto">
          <a:xfrm>
            <a:off x="629050" y="5417424"/>
            <a:ext cx="966790" cy="563563"/>
            <a:chOff x="804" y="2016"/>
            <a:chExt cx="609" cy="355"/>
          </a:xfrm>
        </p:grpSpPr>
        <p:sp>
          <p:nvSpPr>
            <p:cNvPr id="144" name="Line 78">
              <a:extLst>
                <a:ext uri="{FF2B5EF4-FFF2-40B4-BE49-F238E27FC236}">
                  <a16:creationId xmlns:a16="http://schemas.microsoft.com/office/drawing/2014/main" id="{83F6F1E6-9763-407D-9C91-49455EE1F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3" y="2016"/>
              <a:ext cx="0" cy="24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145" name="Group 79">
              <a:extLst>
                <a:ext uri="{FF2B5EF4-FFF2-40B4-BE49-F238E27FC236}">
                  <a16:creationId xmlns:a16="http://schemas.microsoft.com/office/drawing/2014/main" id="{A23469BC-F5D2-41C7-B033-29FE35895F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" y="2160"/>
              <a:ext cx="602" cy="211"/>
              <a:chOff x="804" y="2160"/>
              <a:chExt cx="602" cy="211"/>
            </a:xfrm>
          </p:grpSpPr>
          <p:sp>
            <p:nvSpPr>
              <p:cNvPr id="146" name="Line 80">
                <a:extLst>
                  <a:ext uri="{FF2B5EF4-FFF2-40B4-BE49-F238E27FC236}">
                    <a16:creationId xmlns:a16="http://schemas.microsoft.com/office/drawing/2014/main" id="{DB97DCE7-6110-4205-9558-A0B6A598C0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4" y="2160"/>
                <a:ext cx="602" cy="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 type="triangle" w="med" len="med"/>
                <a:tailEnd type="triangl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47" name="Text Box 81">
                <a:extLst>
                  <a:ext uri="{FF2B5EF4-FFF2-40B4-BE49-F238E27FC236}">
                    <a16:creationId xmlns:a16="http://schemas.microsoft.com/office/drawing/2014/main" id="{A4DE45B0-2839-4697-B843-400ADBCEAD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1" y="2179"/>
                <a:ext cx="384" cy="192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50ns</a:t>
                </a:r>
              </a:p>
            </p:txBody>
          </p:sp>
        </p:grpSp>
      </p:grpSp>
      <p:grpSp>
        <p:nvGrpSpPr>
          <p:cNvPr id="148" name="Group 82">
            <a:extLst>
              <a:ext uri="{FF2B5EF4-FFF2-40B4-BE49-F238E27FC236}">
                <a16:creationId xmlns:a16="http://schemas.microsoft.com/office/drawing/2014/main" id="{74AEF71B-566B-4603-A8E1-ADAB34A3E306}"/>
              </a:ext>
            </a:extLst>
          </p:cNvPr>
          <p:cNvGrpSpPr>
            <a:grpSpLocks/>
          </p:cNvGrpSpPr>
          <p:nvPr/>
        </p:nvGrpSpPr>
        <p:grpSpPr bwMode="auto">
          <a:xfrm>
            <a:off x="1604455" y="5420076"/>
            <a:ext cx="965202" cy="552450"/>
            <a:chOff x="2371" y="2016"/>
            <a:chExt cx="608" cy="348"/>
          </a:xfrm>
        </p:grpSpPr>
        <p:sp>
          <p:nvSpPr>
            <p:cNvPr id="149" name="Line 84">
              <a:extLst>
                <a:ext uri="{FF2B5EF4-FFF2-40B4-BE49-F238E27FC236}">
                  <a16:creationId xmlns:a16="http://schemas.microsoft.com/office/drawing/2014/main" id="{FE84E36A-6C4B-4F5F-B8CF-5DFAA93D04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9" y="2016"/>
              <a:ext cx="0" cy="24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0" name="Line 85">
              <a:extLst>
                <a:ext uri="{FF2B5EF4-FFF2-40B4-BE49-F238E27FC236}">
                  <a16:creationId xmlns:a16="http://schemas.microsoft.com/office/drawing/2014/main" id="{29B7CD79-CB9C-4B61-A106-F594A75006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1" y="2160"/>
              <a:ext cx="602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1" name="Text Box 86">
              <a:extLst>
                <a:ext uri="{FF2B5EF4-FFF2-40B4-BE49-F238E27FC236}">
                  <a16:creationId xmlns:a16="http://schemas.microsoft.com/office/drawing/2014/main" id="{E86D1FD6-8660-4A12-B93B-9F5DDC4DF0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2172"/>
              <a:ext cx="384" cy="192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50ns</a:t>
              </a:r>
            </a:p>
          </p:txBody>
        </p:sp>
      </p:grpSp>
      <p:grpSp>
        <p:nvGrpSpPr>
          <p:cNvPr id="152" name="组合 151">
            <a:extLst>
              <a:ext uri="{FF2B5EF4-FFF2-40B4-BE49-F238E27FC236}">
                <a16:creationId xmlns:a16="http://schemas.microsoft.com/office/drawing/2014/main" id="{7190E3A2-640D-4B1E-B20C-6A52A3FFEFEA}"/>
              </a:ext>
            </a:extLst>
          </p:cNvPr>
          <p:cNvGrpSpPr/>
          <p:nvPr/>
        </p:nvGrpSpPr>
        <p:grpSpPr>
          <a:xfrm>
            <a:off x="616347" y="5032480"/>
            <a:ext cx="976314" cy="347873"/>
            <a:chOff x="2532796" y="3261132"/>
            <a:chExt cx="976314" cy="440977"/>
          </a:xfrm>
        </p:grpSpPr>
        <p:sp>
          <p:nvSpPr>
            <p:cNvPr id="153" name="Line 66">
              <a:extLst>
                <a:ext uri="{FF2B5EF4-FFF2-40B4-BE49-F238E27FC236}">
                  <a16:creationId xmlns:a16="http://schemas.microsoft.com/office/drawing/2014/main" id="{3DFA0BF3-DBE1-4B75-9A9F-DB392CB8EF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4" name="矩形 153">
              <a:extLst>
                <a:ext uri="{FF2B5EF4-FFF2-40B4-BE49-F238E27FC236}">
                  <a16:creationId xmlns:a16="http://schemas.microsoft.com/office/drawing/2014/main" id="{35B81B5C-ED90-4E2D-87ED-09228EFBBCFC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55" name="Line 66">
              <a:extLst>
                <a:ext uri="{FF2B5EF4-FFF2-40B4-BE49-F238E27FC236}">
                  <a16:creationId xmlns:a16="http://schemas.microsoft.com/office/drawing/2014/main" id="{D00308D3-BF3F-4413-99DB-3D2E47A6D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56" name="组合 155">
            <a:extLst>
              <a:ext uri="{FF2B5EF4-FFF2-40B4-BE49-F238E27FC236}">
                <a16:creationId xmlns:a16="http://schemas.microsoft.com/office/drawing/2014/main" id="{F11D9F1F-526A-4C3F-8EB9-424A07303EA5}"/>
              </a:ext>
            </a:extLst>
          </p:cNvPr>
          <p:cNvGrpSpPr/>
          <p:nvPr/>
        </p:nvGrpSpPr>
        <p:grpSpPr>
          <a:xfrm>
            <a:off x="1592661" y="5032480"/>
            <a:ext cx="976314" cy="347873"/>
            <a:chOff x="2532796" y="3261132"/>
            <a:chExt cx="976314" cy="440977"/>
          </a:xfrm>
        </p:grpSpPr>
        <p:sp>
          <p:nvSpPr>
            <p:cNvPr id="157" name="Line 66">
              <a:extLst>
                <a:ext uri="{FF2B5EF4-FFF2-40B4-BE49-F238E27FC236}">
                  <a16:creationId xmlns:a16="http://schemas.microsoft.com/office/drawing/2014/main" id="{AAFD09FC-4ACB-4AE0-88B8-1F471CCDE3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8" name="矩形 157">
              <a:extLst>
                <a:ext uri="{FF2B5EF4-FFF2-40B4-BE49-F238E27FC236}">
                  <a16:creationId xmlns:a16="http://schemas.microsoft.com/office/drawing/2014/main" id="{44923679-0A9C-4B17-8FC0-AB44B0621450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00B05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刷新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1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59" name="Line 66">
              <a:extLst>
                <a:ext uri="{FF2B5EF4-FFF2-40B4-BE49-F238E27FC236}">
                  <a16:creationId xmlns:a16="http://schemas.microsoft.com/office/drawing/2014/main" id="{46B7100A-53DF-497F-95D3-5871A1FAC8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60" name="组合 159">
            <a:extLst>
              <a:ext uri="{FF2B5EF4-FFF2-40B4-BE49-F238E27FC236}">
                <a16:creationId xmlns:a16="http://schemas.microsoft.com/office/drawing/2014/main" id="{841FD995-8716-4F49-844E-9420F4FF109D}"/>
              </a:ext>
            </a:extLst>
          </p:cNvPr>
          <p:cNvGrpSpPr/>
          <p:nvPr/>
        </p:nvGrpSpPr>
        <p:grpSpPr>
          <a:xfrm>
            <a:off x="2570294" y="5032480"/>
            <a:ext cx="976314" cy="347873"/>
            <a:chOff x="2532796" y="3261132"/>
            <a:chExt cx="976314" cy="440977"/>
          </a:xfrm>
        </p:grpSpPr>
        <p:sp>
          <p:nvSpPr>
            <p:cNvPr id="161" name="Line 66">
              <a:extLst>
                <a:ext uri="{FF2B5EF4-FFF2-40B4-BE49-F238E27FC236}">
                  <a16:creationId xmlns:a16="http://schemas.microsoft.com/office/drawing/2014/main" id="{7697FC6B-5797-4B8D-BC33-C8E888ED17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62" name="矩形 161">
              <a:extLst>
                <a:ext uri="{FF2B5EF4-FFF2-40B4-BE49-F238E27FC236}">
                  <a16:creationId xmlns:a16="http://schemas.microsoft.com/office/drawing/2014/main" id="{A36D45A5-6092-4DC2-AC1E-56B324954E72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63" name="Line 66">
              <a:extLst>
                <a:ext uri="{FF2B5EF4-FFF2-40B4-BE49-F238E27FC236}">
                  <a16:creationId xmlns:a16="http://schemas.microsoft.com/office/drawing/2014/main" id="{7B926A72-0AE6-4CC1-857C-7293DE29A9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64" name="组合 163">
            <a:extLst>
              <a:ext uri="{FF2B5EF4-FFF2-40B4-BE49-F238E27FC236}">
                <a16:creationId xmlns:a16="http://schemas.microsoft.com/office/drawing/2014/main" id="{0677ED15-EEA5-4684-AFA6-6043FDF1AFCE}"/>
              </a:ext>
            </a:extLst>
          </p:cNvPr>
          <p:cNvGrpSpPr/>
          <p:nvPr/>
        </p:nvGrpSpPr>
        <p:grpSpPr>
          <a:xfrm>
            <a:off x="3547133" y="5032480"/>
            <a:ext cx="976314" cy="347873"/>
            <a:chOff x="2532796" y="3261132"/>
            <a:chExt cx="976314" cy="440977"/>
          </a:xfrm>
        </p:grpSpPr>
        <p:sp>
          <p:nvSpPr>
            <p:cNvPr id="165" name="Line 66">
              <a:extLst>
                <a:ext uri="{FF2B5EF4-FFF2-40B4-BE49-F238E27FC236}">
                  <a16:creationId xmlns:a16="http://schemas.microsoft.com/office/drawing/2014/main" id="{DFC991CE-80D4-4E3A-8D2D-A76B5615D1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66" name="矩形 165">
              <a:extLst>
                <a:ext uri="{FF2B5EF4-FFF2-40B4-BE49-F238E27FC236}">
                  <a16:creationId xmlns:a16="http://schemas.microsoft.com/office/drawing/2014/main" id="{259C9CA9-C304-4FCA-8609-7C4B3D115077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00B05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刷新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2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67" name="Line 66">
              <a:extLst>
                <a:ext uri="{FF2B5EF4-FFF2-40B4-BE49-F238E27FC236}">
                  <a16:creationId xmlns:a16="http://schemas.microsoft.com/office/drawing/2014/main" id="{12301860-6CF6-4404-AEBC-1DFE6E1B1B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68" name="组合 167">
            <a:extLst>
              <a:ext uri="{FF2B5EF4-FFF2-40B4-BE49-F238E27FC236}">
                <a16:creationId xmlns:a16="http://schemas.microsoft.com/office/drawing/2014/main" id="{AEF76750-6AA4-485C-84F3-ABD31717FEDF}"/>
              </a:ext>
            </a:extLst>
          </p:cNvPr>
          <p:cNvGrpSpPr/>
          <p:nvPr/>
        </p:nvGrpSpPr>
        <p:grpSpPr>
          <a:xfrm>
            <a:off x="4527947" y="5032480"/>
            <a:ext cx="976314" cy="347873"/>
            <a:chOff x="2532796" y="3261132"/>
            <a:chExt cx="976314" cy="440977"/>
          </a:xfrm>
          <a:solidFill>
            <a:srgbClr val="00B050"/>
          </a:solidFill>
        </p:grpSpPr>
        <p:sp>
          <p:nvSpPr>
            <p:cNvPr id="169" name="Line 66">
              <a:extLst>
                <a:ext uri="{FF2B5EF4-FFF2-40B4-BE49-F238E27FC236}">
                  <a16:creationId xmlns:a16="http://schemas.microsoft.com/office/drawing/2014/main" id="{344F9F01-209F-4A99-A1F1-AD6F9CBBC2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70" name="矩形 169">
              <a:extLst>
                <a:ext uri="{FF2B5EF4-FFF2-40B4-BE49-F238E27FC236}">
                  <a16:creationId xmlns:a16="http://schemas.microsoft.com/office/drawing/2014/main" id="{D5BF1E21-BC0E-4FB4-BB98-20D0725F9EC6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71" name="Line 66">
              <a:extLst>
                <a:ext uri="{FF2B5EF4-FFF2-40B4-BE49-F238E27FC236}">
                  <a16:creationId xmlns:a16="http://schemas.microsoft.com/office/drawing/2014/main" id="{E5D02E81-08DB-4F8F-95EA-9A573895D7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72" name="组合 171">
            <a:extLst>
              <a:ext uri="{FF2B5EF4-FFF2-40B4-BE49-F238E27FC236}">
                <a16:creationId xmlns:a16="http://schemas.microsoft.com/office/drawing/2014/main" id="{3CA1A452-1FDD-456F-93A7-30D45993A13E}"/>
              </a:ext>
            </a:extLst>
          </p:cNvPr>
          <p:cNvGrpSpPr/>
          <p:nvPr/>
        </p:nvGrpSpPr>
        <p:grpSpPr>
          <a:xfrm>
            <a:off x="5504261" y="5032480"/>
            <a:ext cx="976314" cy="347873"/>
            <a:chOff x="2532796" y="3261132"/>
            <a:chExt cx="976314" cy="440977"/>
          </a:xfrm>
          <a:solidFill>
            <a:srgbClr val="00B050"/>
          </a:solidFill>
        </p:grpSpPr>
        <p:sp>
          <p:nvSpPr>
            <p:cNvPr id="173" name="Line 66">
              <a:extLst>
                <a:ext uri="{FF2B5EF4-FFF2-40B4-BE49-F238E27FC236}">
                  <a16:creationId xmlns:a16="http://schemas.microsoft.com/office/drawing/2014/main" id="{32B8E605-182D-49CC-95DC-CEEDDBE18B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74" name="矩形 173">
              <a:extLst>
                <a:ext uri="{FF2B5EF4-FFF2-40B4-BE49-F238E27FC236}">
                  <a16:creationId xmlns:a16="http://schemas.microsoft.com/office/drawing/2014/main" id="{08646363-55EA-4392-ACA3-D9C177D7BA9D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grp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…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75" name="Line 66">
              <a:extLst>
                <a:ext uri="{FF2B5EF4-FFF2-40B4-BE49-F238E27FC236}">
                  <a16:creationId xmlns:a16="http://schemas.microsoft.com/office/drawing/2014/main" id="{75A9BD9D-013A-457C-A116-F494C87D22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76" name="组合 175">
            <a:extLst>
              <a:ext uri="{FF2B5EF4-FFF2-40B4-BE49-F238E27FC236}">
                <a16:creationId xmlns:a16="http://schemas.microsoft.com/office/drawing/2014/main" id="{1CF3FAB6-AB69-4BF1-B275-2594420B19C0}"/>
              </a:ext>
            </a:extLst>
          </p:cNvPr>
          <p:cNvGrpSpPr/>
          <p:nvPr/>
        </p:nvGrpSpPr>
        <p:grpSpPr>
          <a:xfrm>
            <a:off x="6481894" y="5032480"/>
            <a:ext cx="976314" cy="347873"/>
            <a:chOff x="2532796" y="3261132"/>
            <a:chExt cx="976314" cy="440977"/>
          </a:xfrm>
          <a:solidFill>
            <a:srgbClr val="CCFF66"/>
          </a:solidFill>
        </p:grpSpPr>
        <p:sp>
          <p:nvSpPr>
            <p:cNvPr id="177" name="Line 66">
              <a:extLst>
                <a:ext uri="{FF2B5EF4-FFF2-40B4-BE49-F238E27FC236}">
                  <a16:creationId xmlns:a16="http://schemas.microsoft.com/office/drawing/2014/main" id="{A56BC677-AA86-41B8-AC51-090F386BD8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78" name="矩形 177">
              <a:extLst>
                <a:ext uri="{FF2B5EF4-FFF2-40B4-BE49-F238E27FC236}">
                  <a16:creationId xmlns:a16="http://schemas.microsoft.com/office/drawing/2014/main" id="{1D79A947-8592-4A57-BA60-B42BEEDC2457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grp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79" name="Line 66">
              <a:extLst>
                <a:ext uri="{FF2B5EF4-FFF2-40B4-BE49-F238E27FC236}">
                  <a16:creationId xmlns:a16="http://schemas.microsoft.com/office/drawing/2014/main" id="{D08F5380-4EE0-4F50-ABD7-78EC5DCD02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80" name="组合 179">
            <a:extLst>
              <a:ext uri="{FF2B5EF4-FFF2-40B4-BE49-F238E27FC236}">
                <a16:creationId xmlns:a16="http://schemas.microsoft.com/office/drawing/2014/main" id="{B58D6FCC-6D35-40E3-B99F-D4DAC9323E52}"/>
              </a:ext>
            </a:extLst>
          </p:cNvPr>
          <p:cNvGrpSpPr/>
          <p:nvPr/>
        </p:nvGrpSpPr>
        <p:grpSpPr>
          <a:xfrm>
            <a:off x="7458733" y="5032480"/>
            <a:ext cx="976314" cy="347873"/>
            <a:chOff x="2532796" y="3261132"/>
            <a:chExt cx="976314" cy="440977"/>
          </a:xfrm>
          <a:solidFill>
            <a:srgbClr val="00B050"/>
          </a:solidFill>
        </p:grpSpPr>
        <p:sp>
          <p:nvSpPr>
            <p:cNvPr id="181" name="Line 66">
              <a:extLst>
                <a:ext uri="{FF2B5EF4-FFF2-40B4-BE49-F238E27FC236}">
                  <a16:creationId xmlns:a16="http://schemas.microsoft.com/office/drawing/2014/main" id="{C532A115-5D1C-4CF7-A67E-803862C879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82" name="矩形 181">
              <a:extLst>
                <a:ext uri="{FF2B5EF4-FFF2-40B4-BE49-F238E27FC236}">
                  <a16:creationId xmlns:a16="http://schemas.microsoft.com/office/drawing/2014/main" id="{07B72795-BDF1-4FBC-8AC0-09D1963779F7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grp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...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83" name="Line 66">
              <a:extLst>
                <a:ext uri="{FF2B5EF4-FFF2-40B4-BE49-F238E27FC236}">
                  <a16:creationId xmlns:a16="http://schemas.microsoft.com/office/drawing/2014/main" id="{29F9BE28-5A31-446F-B23D-6CE1269389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84" name="组合 183">
            <a:extLst>
              <a:ext uri="{FF2B5EF4-FFF2-40B4-BE49-F238E27FC236}">
                <a16:creationId xmlns:a16="http://schemas.microsoft.com/office/drawing/2014/main" id="{CB5A560A-D752-448A-9C30-8109A9E72C02}"/>
              </a:ext>
            </a:extLst>
          </p:cNvPr>
          <p:cNvGrpSpPr/>
          <p:nvPr/>
        </p:nvGrpSpPr>
        <p:grpSpPr>
          <a:xfrm>
            <a:off x="611560" y="4437112"/>
            <a:ext cx="1956706" cy="648435"/>
            <a:chOff x="2354136" y="2905859"/>
            <a:chExt cx="1956706" cy="648435"/>
          </a:xfrm>
        </p:grpSpPr>
        <p:sp>
          <p:nvSpPr>
            <p:cNvPr id="185" name="Line 67">
              <a:extLst>
                <a:ext uri="{FF2B5EF4-FFF2-40B4-BE49-F238E27FC236}">
                  <a16:creationId xmlns:a16="http://schemas.microsoft.com/office/drawing/2014/main" id="{1BCD80DC-DBAF-4F45-B9EB-7674F5D574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4136" y="2905859"/>
              <a:ext cx="0" cy="64843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86" name="Line 67">
              <a:extLst>
                <a:ext uri="{FF2B5EF4-FFF2-40B4-BE49-F238E27FC236}">
                  <a16:creationId xmlns:a16="http://schemas.microsoft.com/office/drawing/2014/main" id="{D523EA52-87E2-4B6E-8926-E26D41661A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0842" y="2905859"/>
              <a:ext cx="0" cy="59536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87" name="内容占位符 2">
            <a:extLst>
              <a:ext uri="{FF2B5EF4-FFF2-40B4-BE49-F238E27FC236}">
                <a16:creationId xmlns:a16="http://schemas.microsoft.com/office/drawing/2014/main" id="{B24D45CD-26B5-404F-9558-D4BB0F9137BD}"/>
              </a:ext>
            </a:extLst>
          </p:cNvPr>
          <p:cNvSpPr txBox="1">
            <a:spLocks/>
          </p:cNvSpPr>
          <p:nvPr/>
        </p:nvSpPr>
        <p:spPr>
          <a:xfrm>
            <a:off x="85191" y="1587675"/>
            <a:ext cx="9427018" cy="22879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just" defTabSz="914400" rtl="0" eaLnBrk="1" fontAlgn="auto" latinLnBrk="0" hangingPunct="1">
              <a:lnSpc>
                <a:spcPct val="16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最大刷新周期：</a:t>
            </a:r>
            <a:r>
              <a:rPr kumimoji="1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2ms</a:t>
            </a:r>
          </a:p>
          <a:p>
            <a:pPr marR="0" lvl="0" algn="just" defTabSz="914400" rtl="0" eaLnBrk="1" fontAlgn="auto" latinLnBrk="0" hangingPunct="1">
              <a:lnSpc>
                <a:spcPct val="16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存储周期</a:t>
            </a: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：读写</a:t>
            </a:r>
            <a:r>
              <a:rPr kumimoji="1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</a:t>
            </a: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刷新   各刷新周期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分散</a:t>
            </a: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安排在存取周期中</a:t>
            </a:r>
            <a:endParaRPr kumimoji="1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just" defTabSz="914400" rtl="0" eaLnBrk="1" fontAlgn="auto" latinLnBrk="0" hangingPunct="1">
              <a:lnSpc>
                <a:spcPct val="17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刷新次数  </a:t>
            </a:r>
            <a:r>
              <a:rPr kumimoji="1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2ms/100ns=20000</a:t>
            </a: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次   较浪费，用在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低速系统</a:t>
            </a:r>
            <a:r>
              <a:rPr kumimoji="1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中</a:t>
            </a:r>
          </a:p>
        </p:txBody>
      </p:sp>
    </p:spTree>
    <p:extLst>
      <p:ext uri="{BB962C8B-B14F-4D97-AF65-F5344CB8AC3E}">
        <p14:creationId xmlns:p14="http://schemas.microsoft.com/office/powerpoint/2010/main" val="1304189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7" presetClass="entr" presetSubtype="1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4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7" presetClass="entr" presetSubtype="1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1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 animBg="1"/>
      <p:bldP spid="187" grpId="0" uiExpand="1" build="p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81F8149-53DB-4256-84EA-F3E85CB3F4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3528" y="0"/>
            <a:ext cx="8229600" cy="850106"/>
          </a:xfrm>
        </p:spPr>
        <p:txBody>
          <a:bodyPr/>
          <a:lstStyle/>
          <a:p>
            <a:pPr algn="l"/>
            <a:r>
              <a:rPr lang="en-US" altLang="zh-CN" dirty="0">
                <a:solidFill>
                  <a:srgbClr val="FF0000"/>
                </a:solidFill>
                <a:latin typeface="+mn-ea"/>
                <a:ea typeface="+mn-ea"/>
              </a:rPr>
              <a:t>(2)</a:t>
            </a:r>
            <a:r>
              <a:rPr lang="zh-CN" altLang="en-US" dirty="0">
                <a:solidFill>
                  <a:srgbClr val="FF0000"/>
                </a:solidFill>
                <a:latin typeface="+mn-ea"/>
                <a:ea typeface="+mn-ea"/>
              </a:rPr>
              <a:t>刷新方式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24605F5-6D32-4472-95D2-85EF9735D6A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4325" y="797543"/>
            <a:ext cx="8229600" cy="590054"/>
          </a:xfrm>
        </p:spPr>
        <p:txBody>
          <a:bodyPr/>
          <a:lstStyle/>
          <a:p>
            <a:r>
              <a:rPr lang="zh-CN" altLang="en-US" dirty="0"/>
              <a:t>③异步刷新方式</a:t>
            </a:r>
          </a:p>
        </p:txBody>
      </p:sp>
      <p:sp>
        <p:nvSpPr>
          <p:cNvPr id="4" name="Line 58">
            <a:extLst>
              <a:ext uri="{FF2B5EF4-FFF2-40B4-BE49-F238E27FC236}">
                <a16:creationId xmlns:a16="http://schemas.microsoft.com/office/drawing/2014/main" id="{8BC18017-D78A-4460-8796-CC1FBE4A55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533" y="5013176"/>
            <a:ext cx="9092467" cy="5375"/>
          </a:xfrm>
          <a:prstGeom prst="line">
            <a:avLst/>
          </a:prstGeom>
          <a:noFill/>
          <a:ln w="3810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5" name="Group 59">
            <a:extLst>
              <a:ext uri="{FF2B5EF4-FFF2-40B4-BE49-F238E27FC236}">
                <a16:creationId xmlns:a16="http://schemas.microsoft.com/office/drawing/2014/main" id="{44A9C74F-8E78-43C4-8C8C-440D478DACB4}"/>
              </a:ext>
            </a:extLst>
          </p:cNvPr>
          <p:cNvGrpSpPr>
            <a:grpSpLocks/>
          </p:cNvGrpSpPr>
          <p:nvPr/>
        </p:nvGrpSpPr>
        <p:grpSpPr bwMode="auto">
          <a:xfrm>
            <a:off x="822683" y="4996431"/>
            <a:ext cx="7820024" cy="1084716"/>
            <a:chOff x="816" y="2016"/>
            <a:chExt cx="9848" cy="542"/>
          </a:xfrm>
        </p:grpSpPr>
        <p:sp>
          <p:nvSpPr>
            <p:cNvPr id="6" name="Line 60">
              <a:extLst>
                <a:ext uri="{FF2B5EF4-FFF2-40B4-BE49-F238E27FC236}">
                  <a16:creationId xmlns:a16="http://schemas.microsoft.com/office/drawing/2014/main" id="{688E00DA-2001-42B2-9157-E9408BF1BC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2016"/>
              <a:ext cx="0" cy="52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7" name="Line 61">
              <a:extLst>
                <a:ext uri="{FF2B5EF4-FFF2-40B4-BE49-F238E27FC236}">
                  <a16:creationId xmlns:a16="http://schemas.microsoft.com/office/drawing/2014/main" id="{602F4B19-7A6A-499F-8179-3885166740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2" y="2030"/>
              <a:ext cx="0" cy="52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" name="Line 61">
              <a:extLst>
                <a:ext uri="{FF2B5EF4-FFF2-40B4-BE49-F238E27FC236}">
                  <a16:creationId xmlns:a16="http://schemas.microsoft.com/office/drawing/2014/main" id="{CF3B9204-9D54-472B-92CA-939A4A7B43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64" y="2020"/>
              <a:ext cx="0" cy="52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9" name="Group 62">
            <a:extLst>
              <a:ext uri="{FF2B5EF4-FFF2-40B4-BE49-F238E27FC236}">
                <a16:creationId xmlns:a16="http://schemas.microsoft.com/office/drawing/2014/main" id="{759FB177-36DB-4372-8777-EBDC0E8BEA3C}"/>
              </a:ext>
            </a:extLst>
          </p:cNvPr>
          <p:cNvGrpSpPr>
            <a:grpSpLocks/>
          </p:cNvGrpSpPr>
          <p:nvPr/>
        </p:nvGrpSpPr>
        <p:grpSpPr bwMode="auto">
          <a:xfrm>
            <a:off x="827584" y="5707462"/>
            <a:ext cx="3891879" cy="307975"/>
            <a:chOff x="816" y="2399"/>
            <a:chExt cx="3456" cy="194"/>
          </a:xfrm>
        </p:grpSpPr>
        <p:sp>
          <p:nvSpPr>
            <p:cNvPr id="10" name="Line 63">
              <a:extLst>
                <a:ext uri="{FF2B5EF4-FFF2-40B4-BE49-F238E27FC236}">
                  <a16:creationId xmlns:a16="http://schemas.microsoft.com/office/drawing/2014/main" id="{B129CFC0-54AA-48B2-9EE4-061B2D8CA6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8" y="2496"/>
              <a:ext cx="136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Line 64">
              <a:extLst>
                <a:ext uri="{FF2B5EF4-FFF2-40B4-BE49-F238E27FC236}">
                  <a16:creationId xmlns:a16="http://schemas.microsoft.com/office/drawing/2014/main" id="{E6D81AB6-3FCE-4621-8F62-593765BFE2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6" y="2496"/>
              <a:ext cx="138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2" name="Text Box 65">
              <a:extLst>
                <a:ext uri="{FF2B5EF4-FFF2-40B4-BE49-F238E27FC236}">
                  <a16:creationId xmlns:a16="http://schemas.microsoft.com/office/drawing/2014/main" id="{9A1AF4F7-FE2C-4C1B-B13A-A783BA8836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9" y="2399"/>
              <a:ext cx="931" cy="194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15.5</a:t>
              </a:r>
              <a:r>
                <a: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微秒</a:t>
              </a:r>
              <a:endPara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3" name="Group 77">
            <a:extLst>
              <a:ext uri="{FF2B5EF4-FFF2-40B4-BE49-F238E27FC236}">
                <a16:creationId xmlns:a16="http://schemas.microsoft.com/office/drawing/2014/main" id="{8CA28FD4-64F1-485E-8FDB-05241EB8E031}"/>
              </a:ext>
            </a:extLst>
          </p:cNvPr>
          <p:cNvGrpSpPr>
            <a:grpSpLocks/>
          </p:cNvGrpSpPr>
          <p:nvPr/>
        </p:nvGrpSpPr>
        <p:grpSpPr bwMode="auto">
          <a:xfrm>
            <a:off x="836703" y="5034707"/>
            <a:ext cx="966790" cy="563563"/>
            <a:chOff x="804" y="2016"/>
            <a:chExt cx="609" cy="355"/>
          </a:xfrm>
        </p:grpSpPr>
        <p:sp>
          <p:nvSpPr>
            <p:cNvPr id="14" name="Line 78">
              <a:extLst>
                <a:ext uri="{FF2B5EF4-FFF2-40B4-BE49-F238E27FC236}">
                  <a16:creationId xmlns:a16="http://schemas.microsoft.com/office/drawing/2014/main" id="{5E9E178B-F027-4779-88DE-12299A0400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3" y="2016"/>
              <a:ext cx="0" cy="24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15" name="Group 79">
              <a:extLst>
                <a:ext uri="{FF2B5EF4-FFF2-40B4-BE49-F238E27FC236}">
                  <a16:creationId xmlns:a16="http://schemas.microsoft.com/office/drawing/2014/main" id="{7AA9626E-2DA8-44E3-8E61-B2DF5C8F28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" y="2160"/>
              <a:ext cx="602" cy="211"/>
              <a:chOff x="804" y="2160"/>
              <a:chExt cx="602" cy="211"/>
            </a:xfrm>
          </p:grpSpPr>
          <p:sp>
            <p:nvSpPr>
              <p:cNvPr id="16" name="Line 80">
                <a:extLst>
                  <a:ext uri="{FF2B5EF4-FFF2-40B4-BE49-F238E27FC236}">
                    <a16:creationId xmlns:a16="http://schemas.microsoft.com/office/drawing/2014/main" id="{66CE6A76-4C22-4915-B879-D943913BEA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4" y="2160"/>
                <a:ext cx="602" cy="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 type="triangle" w="med" len="med"/>
                <a:tailEnd type="triangl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7" name="Text Box 81">
                <a:extLst>
                  <a:ext uri="{FF2B5EF4-FFF2-40B4-BE49-F238E27FC236}">
                    <a16:creationId xmlns:a16="http://schemas.microsoft.com/office/drawing/2014/main" id="{9FB0C15E-8AEF-405A-B173-48566C1591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1" y="2179"/>
                <a:ext cx="384" cy="192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50ns</a:t>
                </a:r>
              </a:p>
            </p:txBody>
          </p:sp>
        </p:grpSp>
      </p:grpSp>
      <p:grpSp>
        <p:nvGrpSpPr>
          <p:cNvPr id="18" name="Group 82">
            <a:extLst>
              <a:ext uri="{FF2B5EF4-FFF2-40B4-BE49-F238E27FC236}">
                <a16:creationId xmlns:a16="http://schemas.microsoft.com/office/drawing/2014/main" id="{330C28F3-B3F5-4663-A280-2F182CAE30F1}"/>
              </a:ext>
            </a:extLst>
          </p:cNvPr>
          <p:cNvGrpSpPr>
            <a:grpSpLocks/>
          </p:cNvGrpSpPr>
          <p:nvPr/>
        </p:nvGrpSpPr>
        <p:grpSpPr bwMode="auto">
          <a:xfrm>
            <a:off x="3760617" y="5025010"/>
            <a:ext cx="973141" cy="552450"/>
            <a:chOff x="2375" y="2016"/>
            <a:chExt cx="613" cy="348"/>
          </a:xfrm>
        </p:grpSpPr>
        <p:sp>
          <p:nvSpPr>
            <p:cNvPr id="19" name="Line 84">
              <a:extLst>
                <a:ext uri="{FF2B5EF4-FFF2-40B4-BE49-F238E27FC236}">
                  <a16:creationId xmlns:a16="http://schemas.microsoft.com/office/drawing/2014/main" id="{95DA861D-1483-42F0-B487-D4F522BDA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8" y="2016"/>
              <a:ext cx="0" cy="24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0" name="Line 85">
              <a:extLst>
                <a:ext uri="{FF2B5EF4-FFF2-40B4-BE49-F238E27FC236}">
                  <a16:creationId xmlns:a16="http://schemas.microsoft.com/office/drawing/2014/main" id="{06847E08-26FA-48EF-8E04-7AB92F5631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0" y="2160"/>
              <a:ext cx="602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1" name="Text Box 86">
              <a:extLst>
                <a:ext uri="{FF2B5EF4-FFF2-40B4-BE49-F238E27FC236}">
                  <a16:creationId xmlns:a16="http://schemas.microsoft.com/office/drawing/2014/main" id="{373D8443-1497-4083-B719-0CBE41A8B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2172"/>
              <a:ext cx="384" cy="192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50ns</a:t>
              </a:r>
            </a:p>
          </p:txBody>
        </p:sp>
        <p:sp>
          <p:nvSpPr>
            <p:cNvPr id="22" name="Line 84">
              <a:extLst>
                <a:ext uri="{FF2B5EF4-FFF2-40B4-BE49-F238E27FC236}">
                  <a16:creationId xmlns:a16="http://schemas.microsoft.com/office/drawing/2014/main" id="{2B50D89C-B42A-4EB7-9BA7-15878CFBF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5" y="2022"/>
              <a:ext cx="0" cy="24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0FD20C1D-D27C-4E26-960B-CFD71E2F68B5}"/>
              </a:ext>
            </a:extLst>
          </p:cNvPr>
          <p:cNvGrpSpPr/>
          <p:nvPr/>
        </p:nvGrpSpPr>
        <p:grpSpPr>
          <a:xfrm>
            <a:off x="824000" y="4649763"/>
            <a:ext cx="976314" cy="347873"/>
            <a:chOff x="2532796" y="3261132"/>
            <a:chExt cx="976314" cy="440977"/>
          </a:xfrm>
        </p:grpSpPr>
        <p:sp>
          <p:nvSpPr>
            <p:cNvPr id="24" name="Line 66">
              <a:extLst>
                <a:ext uri="{FF2B5EF4-FFF2-40B4-BE49-F238E27FC236}">
                  <a16:creationId xmlns:a16="http://schemas.microsoft.com/office/drawing/2014/main" id="{A6DADC36-6F4B-44C2-A38C-10AF221381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5" name="矩形 24">
              <a:extLst>
                <a:ext uri="{FF2B5EF4-FFF2-40B4-BE49-F238E27FC236}">
                  <a16:creationId xmlns:a16="http://schemas.microsoft.com/office/drawing/2014/main" id="{A4E036B7-58B5-4E61-9211-E4B294FA1C17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26" name="Line 66">
              <a:extLst>
                <a:ext uri="{FF2B5EF4-FFF2-40B4-BE49-F238E27FC236}">
                  <a16:creationId xmlns:a16="http://schemas.microsoft.com/office/drawing/2014/main" id="{AF537BAA-690E-4A57-9AEB-13E1174CF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84EE320-9FD9-4372-BF65-26E73A4B1BB2}"/>
              </a:ext>
            </a:extLst>
          </p:cNvPr>
          <p:cNvGrpSpPr/>
          <p:nvPr/>
        </p:nvGrpSpPr>
        <p:grpSpPr>
          <a:xfrm>
            <a:off x="1800314" y="4649763"/>
            <a:ext cx="976314" cy="347873"/>
            <a:chOff x="2532796" y="3261132"/>
            <a:chExt cx="976314" cy="440977"/>
          </a:xfrm>
        </p:grpSpPr>
        <p:sp>
          <p:nvSpPr>
            <p:cNvPr id="28" name="Line 66">
              <a:extLst>
                <a:ext uri="{FF2B5EF4-FFF2-40B4-BE49-F238E27FC236}">
                  <a16:creationId xmlns:a16="http://schemas.microsoft.com/office/drawing/2014/main" id="{005F501F-412B-421C-9E2D-48C18A9A2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9" name="矩形 28">
              <a:extLst>
                <a:ext uri="{FF2B5EF4-FFF2-40B4-BE49-F238E27FC236}">
                  <a16:creationId xmlns:a16="http://schemas.microsoft.com/office/drawing/2014/main" id="{B8D2E041-C345-4593-8CA5-C596E6521A2A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30" name="Line 66">
              <a:extLst>
                <a:ext uri="{FF2B5EF4-FFF2-40B4-BE49-F238E27FC236}">
                  <a16:creationId xmlns:a16="http://schemas.microsoft.com/office/drawing/2014/main" id="{238329CE-7D32-4B2A-879D-62702A8FED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194C7F98-78C1-4977-8FA2-377697EC20E1}"/>
              </a:ext>
            </a:extLst>
          </p:cNvPr>
          <p:cNvGrpSpPr/>
          <p:nvPr/>
        </p:nvGrpSpPr>
        <p:grpSpPr>
          <a:xfrm>
            <a:off x="2777947" y="4649763"/>
            <a:ext cx="976314" cy="347873"/>
            <a:chOff x="2532796" y="3261132"/>
            <a:chExt cx="976314" cy="440977"/>
          </a:xfrm>
        </p:grpSpPr>
        <p:sp>
          <p:nvSpPr>
            <p:cNvPr id="32" name="Line 66">
              <a:extLst>
                <a:ext uri="{FF2B5EF4-FFF2-40B4-BE49-F238E27FC236}">
                  <a16:creationId xmlns:a16="http://schemas.microsoft.com/office/drawing/2014/main" id="{51293981-E111-46C5-B0CA-0014C94A27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3" name="矩形 32">
              <a:extLst>
                <a:ext uri="{FF2B5EF4-FFF2-40B4-BE49-F238E27FC236}">
                  <a16:creationId xmlns:a16="http://schemas.microsoft.com/office/drawing/2014/main" id="{8CA75F5E-30E7-464D-A2F3-4C36AC9E7616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…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34" name="Line 66">
              <a:extLst>
                <a:ext uri="{FF2B5EF4-FFF2-40B4-BE49-F238E27FC236}">
                  <a16:creationId xmlns:a16="http://schemas.microsoft.com/office/drawing/2014/main" id="{37FC2EFC-7550-48EA-A026-CDC85D21EE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35" name="组合 34">
            <a:extLst>
              <a:ext uri="{FF2B5EF4-FFF2-40B4-BE49-F238E27FC236}">
                <a16:creationId xmlns:a16="http://schemas.microsoft.com/office/drawing/2014/main" id="{D01B71D3-30FC-4918-BCAF-E38BE9A3D550}"/>
              </a:ext>
            </a:extLst>
          </p:cNvPr>
          <p:cNvGrpSpPr/>
          <p:nvPr/>
        </p:nvGrpSpPr>
        <p:grpSpPr>
          <a:xfrm>
            <a:off x="3754786" y="4649766"/>
            <a:ext cx="976314" cy="347877"/>
            <a:chOff x="2532796" y="3261129"/>
            <a:chExt cx="976314" cy="440980"/>
          </a:xfrm>
        </p:grpSpPr>
        <p:sp>
          <p:nvSpPr>
            <p:cNvPr id="36" name="Line 66">
              <a:extLst>
                <a:ext uri="{FF2B5EF4-FFF2-40B4-BE49-F238E27FC236}">
                  <a16:creationId xmlns:a16="http://schemas.microsoft.com/office/drawing/2014/main" id="{AFC14643-D482-4336-B7AA-09F038240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7" name="矩形 36">
              <a:extLst>
                <a:ext uri="{FF2B5EF4-FFF2-40B4-BE49-F238E27FC236}">
                  <a16:creationId xmlns:a16="http://schemas.microsoft.com/office/drawing/2014/main" id="{C69C2B26-EE71-4E90-9365-CDE5D28C9B40}"/>
                </a:ext>
              </a:extLst>
            </p:cNvPr>
            <p:cNvSpPr/>
            <p:nvPr/>
          </p:nvSpPr>
          <p:spPr>
            <a:xfrm>
              <a:off x="2543884" y="3261129"/>
              <a:ext cx="957431" cy="439449"/>
            </a:xfrm>
            <a:prstGeom prst="rect">
              <a:avLst/>
            </a:prstGeom>
            <a:solidFill>
              <a:srgbClr val="00B05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刷新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1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38" name="Line 66">
              <a:extLst>
                <a:ext uri="{FF2B5EF4-FFF2-40B4-BE49-F238E27FC236}">
                  <a16:creationId xmlns:a16="http://schemas.microsoft.com/office/drawing/2014/main" id="{E1CBF7E3-637B-4AE4-A340-5CEB154532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39" name="组合 38">
            <a:extLst>
              <a:ext uri="{FF2B5EF4-FFF2-40B4-BE49-F238E27FC236}">
                <a16:creationId xmlns:a16="http://schemas.microsoft.com/office/drawing/2014/main" id="{4118BAE0-7271-4614-B299-2730524A524D}"/>
              </a:ext>
            </a:extLst>
          </p:cNvPr>
          <p:cNvGrpSpPr/>
          <p:nvPr/>
        </p:nvGrpSpPr>
        <p:grpSpPr>
          <a:xfrm>
            <a:off x="4735600" y="4649763"/>
            <a:ext cx="976314" cy="347873"/>
            <a:chOff x="2532796" y="3261132"/>
            <a:chExt cx="976314" cy="440977"/>
          </a:xfrm>
          <a:solidFill>
            <a:srgbClr val="00B050"/>
          </a:solidFill>
        </p:grpSpPr>
        <p:sp>
          <p:nvSpPr>
            <p:cNvPr id="40" name="Line 66">
              <a:extLst>
                <a:ext uri="{FF2B5EF4-FFF2-40B4-BE49-F238E27FC236}">
                  <a16:creationId xmlns:a16="http://schemas.microsoft.com/office/drawing/2014/main" id="{D3DC9731-8039-4B87-807A-05453B71A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1" name="矩形 40">
              <a:extLst>
                <a:ext uri="{FF2B5EF4-FFF2-40B4-BE49-F238E27FC236}">
                  <a16:creationId xmlns:a16="http://schemas.microsoft.com/office/drawing/2014/main" id="{5C8DC172-1435-4E08-97DF-82FC25E9F139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solidFill>
              <a:srgbClr val="CCFF66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42" name="Line 66">
              <a:extLst>
                <a:ext uri="{FF2B5EF4-FFF2-40B4-BE49-F238E27FC236}">
                  <a16:creationId xmlns:a16="http://schemas.microsoft.com/office/drawing/2014/main" id="{0C05FF6C-C197-41F0-8A15-81D5FC924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43" name="组合 42">
            <a:extLst>
              <a:ext uri="{FF2B5EF4-FFF2-40B4-BE49-F238E27FC236}">
                <a16:creationId xmlns:a16="http://schemas.microsoft.com/office/drawing/2014/main" id="{87047E1C-FF95-41B0-9E68-53CE9C875F66}"/>
              </a:ext>
            </a:extLst>
          </p:cNvPr>
          <p:cNvGrpSpPr/>
          <p:nvPr/>
        </p:nvGrpSpPr>
        <p:grpSpPr>
          <a:xfrm>
            <a:off x="5711914" y="4649763"/>
            <a:ext cx="976314" cy="347873"/>
            <a:chOff x="2532796" y="3261132"/>
            <a:chExt cx="976314" cy="440977"/>
          </a:xfrm>
          <a:solidFill>
            <a:srgbClr val="CCFF66"/>
          </a:solidFill>
        </p:grpSpPr>
        <p:sp>
          <p:nvSpPr>
            <p:cNvPr id="44" name="Line 66">
              <a:extLst>
                <a:ext uri="{FF2B5EF4-FFF2-40B4-BE49-F238E27FC236}">
                  <a16:creationId xmlns:a16="http://schemas.microsoft.com/office/drawing/2014/main" id="{9D5CB85B-49DD-4172-AC53-801B08AB1C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5" name="矩形 44">
              <a:extLst>
                <a:ext uri="{FF2B5EF4-FFF2-40B4-BE49-F238E27FC236}">
                  <a16:creationId xmlns:a16="http://schemas.microsoft.com/office/drawing/2014/main" id="{3B89C6E8-5D3E-47BB-BDC0-95B59F0E25A0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grp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RW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46" name="Line 66">
              <a:extLst>
                <a:ext uri="{FF2B5EF4-FFF2-40B4-BE49-F238E27FC236}">
                  <a16:creationId xmlns:a16="http://schemas.microsoft.com/office/drawing/2014/main" id="{6F20642D-2AAA-45DF-81EF-8E58137F3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81A7001F-69AF-448A-B3ED-A3AEBF022A43}"/>
              </a:ext>
            </a:extLst>
          </p:cNvPr>
          <p:cNvGrpSpPr/>
          <p:nvPr/>
        </p:nvGrpSpPr>
        <p:grpSpPr>
          <a:xfrm>
            <a:off x="6689547" y="4649763"/>
            <a:ext cx="976314" cy="347873"/>
            <a:chOff x="2532796" y="3261132"/>
            <a:chExt cx="976314" cy="440977"/>
          </a:xfrm>
          <a:solidFill>
            <a:srgbClr val="CCFF66"/>
          </a:solidFill>
        </p:grpSpPr>
        <p:sp>
          <p:nvSpPr>
            <p:cNvPr id="48" name="Line 66">
              <a:extLst>
                <a:ext uri="{FF2B5EF4-FFF2-40B4-BE49-F238E27FC236}">
                  <a16:creationId xmlns:a16="http://schemas.microsoft.com/office/drawing/2014/main" id="{3704FF03-50F9-4D1C-80CE-114454EA02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9" name="矩形 48">
              <a:extLst>
                <a:ext uri="{FF2B5EF4-FFF2-40B4-BE49-F238E27FC236}">
                  <a16:creationId xmlns:a16="http://schemas.microsoft.com/office/drawing/2014/main" id="{D1E71820-BC6B-4834-802E-3003ADEF5F64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grp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…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50" name="Line 66">
              <a:extLst>
                <a:ext uri="{FF2B5EF4-FFF2-40B4-BE49-F238E27FC236}">
                  <a16:creationId xmlns:a16="http://schemas.microsoft.com/office/drawing/2014/main" id="{340E2050-CB51-4F1D-999C-D8EB87156C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51" name="组合 50">
            <a:extLst>
              <a:ext uri="{FF2B5EF4-FFF2-40B4-BE49-F238E27FC236}">
                <a16:creationId xmlns:a16="http://schemas.microsoft.com/office/drawing/2014/main" id="{CD3D1F67-8A2B-4330-A137-971DDDF13441}"/>
              </a:ext>
            </a:extLst>
          </p:cNvPr>
          <p:cNvGrpSpPr/>
          <p:nvPr/>
        </p:nvGrpSpPr>
        <p:grpSpPr>
          <a:xfrm>
            <a:off x="7666386" y="4649763"/>
            <a:ext cx="976314" cy="347873"/>
            <a:chOff x="2532796" y="3261132"/>
            <a:chExt cx="976314" cy="440977"/>
          </a:xfrm>
          <a:solidFill>
            <a:srgbClr val="00B050"/>
          </a:solidFill>
        </p:grpSpPr>
        <p:sp>
          <p:nvSpPr>
            <p:cNvPr id="52" name="Line 66">
              <a:extLst>
                <a:ext uri="{FF2B5EF4-FFF2-40B4-BE49-F238E27FC236}">
                  <a16:creationId xmlns:a16="http://schemas.microsoft.com/office/drawing/2014/main" id="{B08A1648-C4ED-404B-9F62-00303CBA9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796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1932BC21-54BF-4617-B0A7-896EAF0B9BAF}"/>
                </a:ext>
              </a:extLst>
            </p:cNvPr>
            <p:cNvSpPr/>
            <p:nvPr/>
          </p:nvSpPr>
          <p:spPr>
            <a:xfrm>
              <a:off x="2543884" y="3261132"/>
              <a:ext cx="957431" cy="439450"/>
            </a:xfrm>
            <a:prstGeom prst="rect">
              <a:avLst/>
            </a:prstGeom>
            <a:grp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刷新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2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54" name="Line 66">
              <a:extLst>
                <a:ext uri="{FF2B5EF4-FFF2-40B4-BE49-F238E27FC236}">
                  <a16:creationId xmlns:a16="http://schemas.microsoft.com/office/drawing/2014/main" id="{BB14AA77-0AAD-4E75-8AC3-F4BEB8745A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10" y="3261132"/>
              <a:ext cx="0" cy="440977"/>
            </a:xfrm>
            <a:prstGeom prst="line">
              <a:avLst/>
            </a:prstGeom>
            <a:grp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55" name="内容占位符 2">
            <a:extLst>
              <a:ext uri="{FF2B5EF4-FFF2-40B4-BE49-F238E27FC236}">
                <a16:creationId xmlns:a16="http://schemas.microsoft.com/office/drawing/2014/main" id="{84E22881-FA10-4E47-A247-F382E7C70ECD}"/>
              </a:ext>
            </a:extLst>
          </p:cNvPr>
          <p:cNvSpPr txBox="1">
            <a:spLocks/>
          </p:cNvSpPr>
          <p:nvPr/>
        </p:nvSpPr>
        <p:spPr>
          <a:xfrm>
            <a:off x="179519" y="1417759"/>
            <a:ext cx="8455386" cy="227995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lnSpc>
                <a:spcPct val="170000"/>
              </a:lnSpc>
              <a:spcAft>
                <a:spcPts val="0"/>
              </a:spcAft>
              <a:buFont typeface="Wingdings" panose="05000000000000000000" pitchFamily="2" charset="2"/>
              <a:buChar char="Ø"/>
            </a:pPr>
            <a:r>
              <a:rPr kumimoji="1" lang="zh-CN" altLang="en-US" sz="2800" dirty="0">
                <a:latin typeface="+mj-ea"/>
              </a:rPr>
              <a:t>刷新周期：</a:t>
            </a:r>
            <a:r>
              <a:rPr kumimoji="1" lang="en-US" altLang="zh-CN" sz="2800" dirty="0">
                <a:latin typeface="+mj-ea"/>
              </a:rPr>
              <a:t>2ms</a:t>
            </a:r>
            <a:r>
              <a:rPr kumimoji="1" lang="zh-CN" altLang="en-US" sz="2800" dirty="0">
                <a:latin typeface="+mj-ea"/>
              </a:rPr>
              <a:t>，各刷新周期分散安排在</a:t>
            </a:r>
            <a:r>
              <a:rPr kumimoji="1" lang="en-US" altLang="zh-CN" sz="2800" dirty="0">
                <a:latin typeface="+mj-ea"/>
              </a:rPr>
              <a:t>2ms</a:t>
            </a:r>
            <a:r>
              <a:rPr kumimoji="1" lang="zh-CN" altLang="en-US" sz="2800" dirty="0">
                <a:latin typeface="+mj-ea"/>
              </a:rPr>
              <a:t>内</a:t>
            </a:r>
          </a:p>
          <a:p>
            <a:pPr fontAlgn="auto">
              <a:lnSpc>
                <a:spcPct val="170000"/>
              </a:lnSpc>
              <a:spcAft>
                <a:spcPts val="0"/>
              </a:spcAft>
              <a:buFont typeface="Wingdings" panose="05000000000000000000" pitchFamily="2" charset="2"/>
              <a:buChar char="Ø"/>
            </a:pPr>
            <a:r>
              <a:rPr kumimoji="1" lang="zh-CN" altLang="en-US" sz="2800" dirty="0">
                <a:latin typeface="+mj-ea"/>
              </a:rPr>
              <a:t>每隔</a:t>
            </a:r>
            <a:r>
              <a:rPr kumimoji="1" lang="en-US" altLang="zh-CN" sz="2800" dirty="0">
                <a:latin typeface="+mj-ea"/>
              </a:rPr>
              <a:t>2ms/128=15.5</a:t>
            </a:r>
            <a:r>
              <a:rPr kumimoji="1" lang="zh-CN" altLang="en-US" sz="2800" dirty="0">
                <a:latin typeface="+mj-ea"/>
              </a:rPr>
              <a:t>微秒刷新一行</a:t>
            </a:r>
            <a:r>
              <a:rPr kumimoji="1" lang="en-US" altLang="zh-CN" sz="2800" dirty="0">
                <a:latin typeface="+mj-ea"/>
              </a:rPr>
              <a:t>,</a:t>
            </a:r>
            <a:r>
              <a:rPr kumimoji="1" lang="zh-CN" altLang="en-US" sz="2800" dirty="0">
                <a:latin typeface="+mj-ea"/>
              </a:rPr>
              <a:t>将</a:t>
            </a:r>
            <a:r>
              <a:rPr kumimoji="1" lang="en-US" altLang="zh-CN" sz="2800" dirty="0">
                <a:latin typeface="+mj-ea"/>
              </a:rPr>
              <a:t>128</a:t>
            </a:r>
            <a:r>
              <a:rPr kumimoji="1" lang="zh-CN" altLang="en-US" sz="2800" dirty="0">
                <a:latin typeface="+mj-ea"/>
              </a:rPr>
              <a:t>次刷新分散</a:t>
            </a:r>
            <a:endParaRPr kumimoji="1" lang="en-US" altLang="zh-CN" sz="2800" dirty="0">
              <a:latin typeface="+mj-ea"/>
            </a:endParaRPr>
          </a:p>
          <a:p>
            <a:pPr fontAlgn="auto">
              <a:lnSpc>
                <a:spcPct val="170000"/>
              </a:lnSpc>
              <a:spcAft>
                <a:spcPts val="0"/>
              </a:spcAft>
              <a:buFont typeface="Wingdings" panose="05000000000000000000" pitchFamily="2" charset="2"/>
              <a:buChar char="Ø"/>
            </a:pPr>
            <a:r>
              <a:rPr kumimoji="1" lang="zh-CN" altLang="en-US" sz="2800" b="1" dirty="0">
                <a:latin typeface="+mj-ea"/>
              </a:rPr>
              <a:t>最常用</a:t>
            </a:r>
            <a:endParaRPr kumimoji="1" lang="en-US" altLang="zh-CN" sz="2800" b="1" dirty="0">
              <a:latin typeface="+mj-ea"/>
            </a:endParaRPr>
          </a:p>
        </p:txBody>
      </p:sp>
      <p:grpSp>
        <p:nvGrpSpPr>
          <p:cNvPr id="56" name="Group 62">
            <a:extLst>
              <a:ext uri="{FF2B5EF4-FFF2-40B4-BE49-F238E27FC236}">
                <a16:creationId xmlns:a16="http://schemas.microsoft.com/office/drawing/2014/main" id="{42C7C2D2-115E-4C47-9E3C-86F1B5B46B7C}"/>
              </a:ext>
            </a:extLst>
          </p:cNvPr>
          <p:cNvGrpSpPr>
            <a:grpSpLocks/>
          </p:cNvGrpSpPr>
          <p:nvPr/>
        </p:nvGrpSpPr>
        <p:grpSpPr bwMode="auto">
          <a:xfrm>
            <a:off x="4754695" y="5696704"/>
            <a:ext cx="3891879" cy="307975"/>
            <a:chOff x="816" y="2399"/>
            <a:chExt cx="3456" cy="194"/>
          </a:xfrm>
        </p:grpSpPr>
        <p:sp>
          <p:nvSpPr>
            <p:cNvPr id="57" name="Line 63">
              <a:extLst>
                <a:ext uri="{FF2B5EF4-FFF2-40B4-BE49-F238E27FC236}">
                  <a16:creationId xmlns:a16="http://schemas.microsoft.com/office/drawing/2014/main" id="{74431B7F-520B-4C58-83C3-FCAE5884B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8" y="2496"/>
              <a:ext cx="136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8" name="Line 64">
              <a:extLst>
                <a:ext uri="{FF2B5EF4-FFF2-40B4-BE49-F238E27FC236}">
                  <a16:creationId xmlns:a16="http://schemas.microsoft.com/office/drawing/2014/main" id="{DD129F88-D3BE-42C0-97EE-314C2A99F8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6" y="2496"/>
              <a:ext cx="138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9" name="Text Box 65">
              <a:extLst>
                <a:ext uri="{FF2B5EF4-FFF2-40B4-BE49-F238E27FC236}">
                  <a16:creationId xmlns:a16="http://schemas.microsoft.com/office/drawing/2014/main" id="{9A82894D-C03D-43F3-9AA0-6E78FA63FF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9" y="2399"/>
              <a:ext cx="931" cy="194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15.5</a:t>
              </a:r>
              <a:r>
                <a: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微秒</a:t>
              </a:r>
              <a:endPara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635777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7" presetClass="entr" presetSubtype="1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7" presetClass="entr" presetSubtype="1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5" grpId="0" uiExpand="1" build="p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Text Box 2">
            <a:extLst>
              <a:ext uri="{FF2B5EF4-FFF2-40B4-BE49-F238E27FC236}">
                <a16:creationId xmlns:a16="http://schemas.microsoft.com/office/drawing/2014/main" id="{2C08DB71-7AF4-4636-9C89-C4C182BED2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568" y="341312"/>
            <a:ext cx="68580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动态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RAM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和静态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RAM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的比较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FA83B660-E442-4D37-849A-46E8965681AA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1249363"/>
            <a:ext cx="4648200" cy="457200"/>
            <a:chOff x="2112" y="787"/>
            <a:chExt cx="2928" cy="288"/>
          </a:xfrm>
        </p:grpSpPr>
        <p:sp>
          <p:nvSpPr>
            <p:cNvPr id="66600" name="Text Box 4">
              <a:extLst>
                <a:ext uri="{FF2B5EF4-FFF2-40B4-BE49-F238E27FC236}">
                  <a16:creationId xmlns:a16="http://schemas.microsoft.com/office/drawing/2014/main" id="{AA9D783C-DF94-485C-B3B9-2ABE4A3C42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2" y="787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DRAM</a:t>
              </a:r>
            </a:p>
          </p:txBody>
        </p:sp>
        <p:sp>
          <p:nvSpPr>
            <p:cNvPr id="66601" name="Text Box 5">
              <a:extLst>
                <a:ext uri="{FF2B5EF4-FFF2-40B4-BE49-F238E27FC236}">
                  <a16:creationId xmlns:a16="http://schemas.microsoft.com/office/drawing/2014/main" id="{87427CFC-5D43-45E5-B733-42E85A411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4" y="787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SRAM</a:t>
              </a:r>
            </a:p>
          </p:txBody>
        </p:sp>
      </p:grpSp>
      <p:sp>
        <p:nvSpPr>
          <p:cNvPr id="61446" name="Text Box 6">
            <a:extLst>
              <a:ext uri="{FF2B5EF4-FFF2-40B4-BE49-F238E27FC236}">
                <a16:creationId xmlns:a16="http://schemas.microsoft.com/office/drawing/2014/main" id="{7000FCDC-A6A6-4DC3-A5AC-EF885A533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858963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存储原理</a:t>
            </a:r>
          </a:p>
        </p:txBody>
      </p:sp>
      <p:sp>
        <p:nvSpPr>
          <p:cNvPr id="61447" name="Text Box 7">
            <a:extLst>
              <a:ext uri="{FF2B5EF4-FFF2-40B4-BE49-F238E27FC236}">
                <a16:creationId xmlns:a16="http://schemas.microsoft.com/office/drawing/2014/main" id="{690C18CC-D608-4BF2-8B65-C94BE9339B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2538413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集成度</a:t>
            </a:r>
          </a:p>
        </p:txBody>
      </p:sp>
      <p:sp>
        <p:nvSpPr>
          <p:cNvPr id="61448" name="Text Box 8">
            <a:extLst>
              <a:ext uri="{FF2B5EF4-FFF2-40B4-BE49-F238E27FC236}">
                <a16:creationId xmlns:a16="http://schemas.microsoft.com/office/drawing/2014/main" id="{8FCD93D2-48CD-4ADD-9CFE-177CAA315B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219450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芯片引脚</a:t>
            </a:r>
          </a:p>
        </p:txBody>
      </p:sp>
      <p:sp>
        <p:nvSpPr>
          <p:cNvPr id="61449" name="Text Box 9">
            <a:extLst>
              <a:ext uri="{FF2B5EF4-FFF2-40B4-BE49-F238E27FC236}">
                <a16:creationId xmlns:a16="http://schemas.microsoft.com/office/drawing/2014/main" id="{25208E63-D37E-4E72-B1D1-1B9FC95700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900488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功耗</a:t>
            </a:r>
          </a:p>
        </p:txBody>
      </p:sp>
      <p:sp>
        <p:nvSpPr>
          <p:cNvPr id="61450" name="Text Box 10">
            <a:extLst>
              <a:ext uri="{FF2B5EF4-FFF2-40B4-BE49-F238E27FC236}">
                <a16:creationId xmlns:a16="http://schemas.microsoft.com/office/drawing/2014/main" id="{1A18BE9F-DA6C-4213-B207-1D1D1671D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581525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价格</a:t>
            </a:r>
          </a:p>
        </p:txBody>
      </p:sp>
      <p:sp>
        <p:nvSpPr>
          <p:cNvPr id="61451" name="Text Box 11">
            <a:extLst>
              <a:ext uri="{FF2B5EF4-FFF2-40B4-BE49-F238E27FC236}">
                <a16:creationId xmlns:a16="http://schemas.microsoft.com/office/drawing/2014/main" id="{B22D1F8D-79B8-4DFA-B032-5C2C1F20B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5262563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速度</a:t>
            </a:r>
          </a:p>
        </p:txBody>
      </p:sp>
      <p:sp>
        <p:nvSpPr>
          <p:cNvPr id="61452" name="Text Box 12">
            <a:extLst>
              <a:ext uri="{FF2B5EF4-FFF2-40B4-BE49-F238E27FC236}">
                <a16:creationId xmlns:a16="http://schemas.microsoft.com/office/drawing/2014/main" id="{E839B310-B81C-443D-A241-D572481DF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5943600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刷新</a:t>
            </a:r>
          </a:p>
        </p:txBody>
      </p:sp>
      <p:grpSp>
        <p:nvGrpSpPr>
          <p:cNvPr id="3" name="Group 13">
            <a:extLst>
              <a:ext uri="{FF2B5EF4-FFF2-40B4-BE49-F238E27FC236}">
                <a16:creationId xmlns:a16="http://schemas.microsoft.com/office/drawing/2014/main" id="{25D036F7-602D-4246-B019-0A53DF322BFF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1858963"/>
            <a:ext cx="4648200" cy="457200"/>
            <a:chOff x="2160" y="1171"/>
            <a:chExt cx="2928" cy="288"/>
          </a:xfrm>
        </p:grpSpPr>
        <p:sp>
          <p:nvSpPr>
            <p:cNvPr id="66598" name="Text Box 14">
              <a:extLst>
                <a:ext uri="{FF2B5EF4-FFF2-40B4-BE49-F238E27FC236}">
                  <a16:creationId xmlns:a16="http://schemas.microsoft.com/office/drawing/2014/main" id="{583F0FE7-B470-455D-9665-75912E256F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1171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电容</a:t>
              </a:r>
            </a:p>
          </p:txBody>
        </p:sp>
        <p:sp>
          <p:nvSpPr>
            <p:cNvPr id="66599" name="Text Box 15">
              <a:extLst>
                <a:ext uri="{FF2B5EF4-FFF2-40B4-BE49-F238E27FC236}">
                  <a16:creationId xmlns:a16="http://schemas.microsoft.com/office/drawing/2014/main" id="{85FCAB61-2E63-4EC4-B8F2-4AF0DEF3E5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1171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触发器</a:t>
              </a:r>
            </a:p>
          </p:txBody>
        </p:sp>
      </p:grpSp>
      <p:grpSp>
        <p:nvGrpSpPr>
          <p:cNvPr id="4" name="Group 16">
            <a:extLst>
              <a:ext uri="{FF2B5EF4-FFF2-40B4-BE49-F238E27FC236}">
                <a16:creationId xmlns:a16="http://schemas.microsoft.com/office/drawing/2014/main" id="{34D12F2F-DFD6-402A-96C9-8799BEC13752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2538413"/>
            <a:ext cx="4648200" cy="457200"/>
            <a:chOff x="2160" y="1599"/>
            <a:chExt cx="2928" cy="288"/>
          </a:xfrm>
        </p:grpSpPr>
        <p:sp>
          <p:nvSpPr>
            <p:cNvPr id="66596" name="Text Box 17">
              <a:extLst>
                <a:ext uri="{FF2B5EF4-FFF2-40B4-BE49-F238E27FC236}">
                  <a16:creationId xmlns:a16="http://schemas.microsoft.com/office/drawing/2014/main" id="{2855932A-7AFB-4EB2-834F-CA4B60D58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1599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高</a:t>
              </a:r>
            </a:p>
          </p:txBody>
        </p:sp>
        <p:sp>
          <p:nvSpPr>
            <p:cNvPr id="66597" name="Text Box 18">
              <a:extLst>
                <a:ext uri="{FF2B5EF4-FFF2-40B4-BE49-F238E27FC236}">
                  <a16:creationId xmlns:a16="http://schemas.microsoft.com/office/drawing/2014/main" id="{7AF3A8CE-B961-4ADF-B462-0AE7D81ABF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1599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低</a:t>
              </a:r>
            </a:p>
          </p:txBody>
        </p:sp>
      </p:grpSp>
      <p:grpSp>
        <p:nvGrpSpPr>
          <p:cNvPr id="5" name="Group 19">
            <a:extLst>
              <a:ext uri="{FF2B5EF4-FFF2-40B4-BE49-F238E27FC236}">
                <a16:creationId xmlns:a16="http://schemas.microsoft.com/office/drawing/2014/main" id="{FFB8BCEF-AAB3-4BCC-BC2D-5BEFFEE1A5AC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3219450"/>
            <a:ext cx="4648200" cy="457200"/>
            <a:chOff x="2160" y="2028"/>
            <a:chExt cx="2928" cy="288"/>
          </a:xfrm>
        </p:grpSpPr>
        <p:sp>
          <p:nvSpPr>
            <p:cNvPr id="66594" name="Text Box 20">
              <a:extLst>
                <a:ext uri="{FF2B5EF4-FFF2-40B4-BE49-F238E27FC236}">
                  <a16:creationId xmlns:a16="http://schemas.microsoft.com/office/drawing/2014/main" id="{9D7398CC-72E3-4887-8680-860551D6A3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2028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少</a:t>
              </a:r>
            </a:p>
          </p:txBody>
        </p:sp>
        <p:sp>
          <p:nvSpPr>
            <p:cNvPr id="66595" name="Text Box 21">
              <a:extLst>
                <a:ext uri="{FF2B5EF4-FFF2-40B4-BE49-F238E27FC236}">
                  <a16:creationId xmlns:a16="http://schemas.microsoft.com/office/drawing/2014/main" id="{C573D50D-40AE-4566-B357-BCC2764CD3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028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多</a:t>
              </a:r>
            </a:p>
          </p:txBody>
        </p:sp>
      </p:grpSp>
      <p:grpSp>
        <p:nvGrpSpPr>
          <p:cNvPr id="6" name="Group 22">
            <a:extLst>
              <a:ext uri="{FF2B5EF4-FFF2-40B4-BE49-F238E27FC236}">
                <a16:creationId xmlns:a16="http://schemas.microsoft.com/office/drawing/2014/main" id="{713610F8-CB71-4AF2-B253-6BA284A02552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3900488"/>
            <a:ext cx="4648200" cy="457200"/>
            <a:chOff x="2160" y="2457"/>
            <a:chExt cx="2928" cy="288"/>
          </a:xfrm>
        </p:grpSpPr>
        <p:sp>
          <p:nvSpPr>
            <p:cNvPr id="66592" name="Text Box 23">
              <a:extLst>
                <a:ext uri="{FF2B5EF4-FFF2-40B4-BE49-F238E27FC236}">
                  <a16:creationId xmlns:a16="http://schemas.microsoft.com/office/drawing/2014/main" id="{F81E81D1-9464-4925-A3C5-80E7FB0D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2457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小</a:t>
              </a:r>
            </a:p>
          </p:txBody>
        </p:sp>
        <p:sp>
          <p:nvSpPr>
            <p:cNvPr id="66593" name="Text Box 24">
              <a:extLst>
                <a:ext uri="{FF2B5EF4-FFF2-40B4-BE49-F238E27FC236}">
                  <a16:creationId xmlns:a16="http://schemas.microsoft.com/office/drawing/2014/main" id="{682D10E1-8FF4-4145-A221-889C3C62BD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457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大</a:t>
              </a:r>
            </a:p>
          </p:txBody>
        </p:sp>
      </p:grpSp>
      <p:grpSp>
        <p:nvGrpSpPr>
          <p:cNvPr id="7" name="Group 25">
            <a:extLst>
              <a:ext uri="{FF2B5EF4-FFF2-40B4-BE49-F238E27FC236}">
                <a16:creationId xmlns:a16="http://schemas.microsoft.com/office/drawing/2014/main" id="{EABE98E1-39CC-4E49-8AE0-239D520E0312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4581525"/>
            <a:ext cx="4648200" cy="457200"/>
            <a:chOff x="2160" y="2886"/>
            <a:chExt cx="2928" cy="288"/>
          </a:xfrm>
        </p:grpSpPr>
        <p:sp>
          <p:nvSpPr>
            <p:cNvPr id="66590" name="Text Box 26">
              <a:extLst>
                <a:ext uri="{FF2B5EF4-FFF2-40B4-BE49-F238E27FC236}">
                  <a16:creationId xmlns:a16="http://schemas.microsoft.com/office/drawing/2014/main" id="{75217973-A930-436C-AE4B-441D691E0C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2886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低</a:t>
              </a:r>
            </a:p>
          </p:txBody>
        </p:sp>
        <p:sp>
          <p:nvSpPr>
            <p:cNvPr id="66591" name="Text Box 27">
              <a:extLst>
                <a:ext uri="{FF2B5EF4-FFF2-40B4-BE49-F238E27FC236}">
                  <a16:creationId xmlns:a16="http://schemas.microsoft.com/office/drawing/2014/main" id="{E9D00BC7-85E4-490A-BE98-0649BE03D1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886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高</a:t>
              </a:r>
            </a:p>
          </p:txBody>
        </p:sp>
      </p:grpSp>
      <p:grpSp>
        <p:nvGrpSpPr>
          <p:cNvPr id="8" name="Group 28">
            <a:extLst>
              <a:ext uri="{FF2B5EF4-FFF2-40B4-BE49-F238E27FC236}">
                <a16:creationId xmlns:a16="http://schemas.microsoft.com/office/drawing/2014/main" id="{2E545C41-F808-4E34-87F7-EDE7F11A7B4E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5262563"/>
            <a:ext cx="4648200" cy="457200"/>
            <a:chOff x="2160" y="3315"/>
            <a:chExt cx="2928" cy="288"/>
          </a:xfrm>
        </p:grpSpPr>
        <p:sp>
          <p:nvSpPr>
            <p:cNvPr id="66588" name="Text Box 29">
              <a:extLst>
                <a:ext uri="{FF2B5EF4-FFF2-40B4-BE49-F238E27FC236}">
                  <a16:creationId xmlns:a16="http://schemas.microsoft.com/office/drawing/2014/main" id="{63DD68FA-2EA0-4B5A-A817-ECA3DABF68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3315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慢</a:t>
              </a:r>
            </a:p>
          </p:txBody>
        </p:sp>
        <p:sp>
          <p:nvSpPr>
            <p:cNvPr id="66589" name="Text Box 30">
              <a:extLst>
                <a:ext uri="{FF2B5EF4-FFF2-40B4-BE49-F238E27FC236}">
                  <a16:creationId xmlns:a16="http://schemas.microsoft.com/office/drawing/2014/main" id="{3DFEAAE9-DFF5-4AB7-8AF3-FFFE167C92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3315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快</a:t>
              </a:r>
            </a:p>
          </p:txBody>
        </p:sp>
      </p:grpSp>
      <p:grpSp>
        <p:nvGrpSpPr>
          <p:cNvPr id="9" name="Group 31">
            <a:extLst>
              <a:ext uri="{FF2B5EF4-FFF2-40B4-BE49-F238E27FC236}">
                <a16:creationId xmlns:a16="http://schemas.microsoft.com/office/drawing/2014/main" id="{D9351C7E-DE99-47BB-8CA1-88CA699581EF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5943600"/>
            <a:ext cx="4648200" cy="457200"/>
            <a:chOff x="2160" y="3744"/>
            <a:chExt cx="2928" cy="288"/>
          </a:xfrm>
        </p:grpSpPr>
        <p:sp>
          <p:nvSpPr>
            <p:cNvPr id="66586" name="Text Box 32">
              <a:extLst>
                <a:ext uri="{FF2B5EF4-FFF2-40B4-BE49-F238E27FC236}">
                  <a16:creationId xmlns:a16="http://schemas.microsoft.com/office/drawing/2014/main" id="{8E03DCEB-BE39-4503-87C7-48F31C59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3744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有</a:t>
              </a:r>
            </a:p>
          </p:txBody>
        </p:sp>
        <p:sp>
          <p:nvSpPr>
            <p:cNvPr id="66587" name="Text Box 33">
              <a:extLst>
                <a:ext uri="{FF2B5EF4-FFF2-40B4-BE49-F238E27FC236}">
                  <a16:creationId xmlns:a16="http://schemas.microsoft.com/office/drawing/2014/main" id="{B1167BC1-82FA-436C-B3CF-2554153AA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3744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无</a:t>
              </a:r>
            </a:p>
          </p:txBody>
        </p:sp>
      </p:grpSp>
      <p:grpSp>
        <p:nvGrpSpPr>
          <p:cNvPr id="10" name="Group 34">
            <a:extLst>
              <a:ext uri="{FF2B5EF4-FFF2-40B4-BE49-F238E27FC236}">
                <a16:creationId xmlns:a16="http://schemas.microsoft.com/office/drawing/2014/main" id="{F7DB7968-B7C8-403B-B73E-C4569319DB69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201738"/>
            <a:ext cx="1066800" cy="550862"/>
            <a:chOff x="1488" y="757"/>
            <a:chExt cx="672" cy="347"/>
          </a:xfrm>
        </p:grpSpPr>
        <p:sp>
          <p:nvSpPr>
            <p:cNvPr id="66584" name="AutoShape 35">
              <a:extLst>
                <a:ext uri="{FF2B5EF4-FFF2-40B4-BE49-F238E27FC236}">
                  <a16:creationId xmlns:a16="http://schemas.microsoft.com/office/drawing/2014/main" id="{A8E0B190-217B-48B4-9210-9571A7084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768"/>
              <a:ext cx="672" cy="336"/>
            </a:xfrm>
            <a:prstGeom prst="wedgeRoundRectCallout">
              <a:avLst>
                <a:gd name="adj1" fmla="val 97306"/>
                <a:gd name="adj2" fmla="val -259"/>
                <a:gd name="adj3" fmla="val 16667"/>
              </a:avLst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85" name="Text Box 36">
              <a:extLst>
                <a:ext uri="{FF2B5EF4-FFF2-40B4-BE49-F238E27FC236}">
                  <a16:creationId xmlns:a16="http://schemas.microsoft.com/office/drawing/2014/main" id="{D1D3BFEF-3720-4AB3-B367-EB7946916D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28" y="757"/>
              <a:ext cx="59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主存</a:t>
              </a:r>
            </a:p>
          </p:txBody>
        </p:sp>
      </p:grpSp>
      <p:grpSp>
        <p:nvGrpSpPr>
          <p:cNvPr id="11" name="Group 37">
            <a:extLst>
              <a:ext uri="{FF2B5EF4-FFF2-40B4-BE49-F238E27FC236}">
                <a16:creationId xmlns:a16="http://schemas.microsoft.com/office/drawing/2014/main" id="{067CBE37-89AF-4C00-957D-284DA5B11665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1676400"/>
            <a:ext cx="1219200" cy="561975"/>
            <a:chOff x="4896" y="1104"/>
            <a:chExt cx="816" cy="384"/>
          </a:xfrm>
        </p:grpSpPr>
        <p:sp>
          <p:nvSpPr>
            <p:cNvPr id="66582" name="AutoShape 38">
              <a:extLst>
                <a:ext uri="{FF2B5EF4-FFF2-40B4-BE49-F238E27FC236}">
                  <a16:creationId xmlns:a16="http://schemas.microsoft.com/office/drawing/2014/main" id="{B536F643-6E7E-4AF7-99F0-6C63EF104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6" y="1104"/>
              <a:ext cx="816" cy="384"/>
            </a:xfrm>
            <a:prstGeom prst="wedgeRoundRectCallout">
              <a:avLst>
                <a:gd name="adj1" fmla="val -106250"/>
                <a:gd name="adj2" fmla="val -56509"/>
                <a:gd name="adj3" fmla="val 16667"/>
              </a:avLst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83" name="Text Box 39">
              <a:extLst>
                <a:ext uri="{FF2B5EF4-FFF2-40B4-BE49-F238E27FC236}">
                  <a16:creationId xmlns:a16="http://schemas.microsoft.com/office/drawing/2014/main" id="{622EE15D-7D8C-44BB-BC99-BA4C807B8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2" y="1104"/>
              <a:ext cx="634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缓存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1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61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61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61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61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6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61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6" grpId="0" autoUpdateAnimBg="0"/>
      <p:bldP spid="61447" grpId="0" autoUpdateAnimBg="0"/>
      <p:bldP spid="61448" grpId="0" autoUpdateAnimBg="0"/>
      <p:bldP spid="61449" grpId="0" autoUpdateAnimBg="0"/>
      <p:bldP spid="61450" grpId="0" autoUpdateAnimBg="0"/>
      <p:bldP spid="61451" grpId="0" autoUpdateAnimBg="0"/>
      <p:bldP spid="61452" grpId="0" autoUpdateAnimBg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3.4 </a:t>
            </a:r>
            <a:r>
              <a:rPr lang="zh-CN" altLang="en-US" dirty="0"/>
              <a:t>只读存储器</a:t>
            </a:r>
            <a:r>
              <a:rPr lang="en-US" altLang="zh-CN" dirty="0"/>
              <a:t>ROM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1702" y="1556792"/>
            <a:ext cx="8914794" cy="4320479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3.4.1 </a:t>
            </a:r>
            <a:r>
              <a:rPr lang="zh-CN" altLang="en-US" dirty="0"/>
              <a:t>掩膜型只读存储器</a:t>
            </a:r>
            <a:r>
              <a:rPr lang="en-US" altLang="zh-CN" dirty="0"/>
              <a:t>MROM</a:t>
            </a:r>
            <a:r>
              <a:rPr lang="zh-CN" altLang="en-US" dirty="0"/>
              <a:t> 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3.4.2 </a:t>
            </a:r>
            <a:r>
              <a:rPr lang="zh-CN" altLang="en-US" dirty="0"/>
              <a:t>可编程一次的只读存储器</a:t>
            </a:r>
            <a:r>
              <a:rPr lang="en-US" altLang="zh-CN" dirty="0"/>
              <a:t>PROM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3.4.3 </a:t>
            </a:r>
            <a:r>
              <a:rPr lang="zh-CN" altLang="en-US" dirty="0"/>
              <a:t>紫外线可擦除可编程只读存储器</a:t>
            </a:r>
            <a:r>
              <a:rPr lang="en-US" altLang="zh-CN" dirty="0"/>
              <a:t>EPROM 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3.4.4 </a:t>
            </a:r>
            <a:r>
              <a:rPr lang="zh-CN" altLang="en-US" dirty="0"/>
              <a:t>电可擦除可编程只读存储器</a:t>
            </a:r>
            <a:r>
              <a:rPr lang="en-US" altLang="zh-CN" dirty="0"/>
              <a:t>EEPROM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3.4.5 </a:t>
            </a:r>
            <a:r>
              <a:rPr lang="zh-CN" altLang="en-US" dirty="0"/>
              <a:t>闪存</a:t>
            </a:r>
            <a:r>
              <a:rPr lang="en-US" altLang="zh-CN" dirty="0"/>
              <a:t>Flash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539552" y="1772816"/>
            <a:ext cx="5904180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lang="en-US" altLang="zh-CN" sz="3200" kern="0" dirty="0">
                <a:solidFill>
                  <a:srgbClr val="000000"/>
                </a:solidFill>
              </a:rPr>
              <a:t>3.4.1 </a:t>
            </a:r>
            <a:r>
              <a:rPr lang="zh-CN" altLang="en-US" sz="3200" kern="0" dirty="0">
                <a:solidFill>
                  <a:srgbClr val="000000"/>
                </a:solidFill>
              </a:rPr>
              <a:t>掩膜型只读存储器</a:t>
            </a:r>
            <a:r>
              <a:rPr lang="en-US" altLang="zh-CN" sz="3200" kern="0" dirty="0">
                <a:solidFill>
                  <a:srgbClr val="000000"/>
                </a:solidFill>
              </a:rPr>
              <a:t>MROM </a:t>
            </a:r>
          </a:p>
        </p:txBody>
      </p:sp>
    </p:spTree>
    <p:extLst>
      <p:ext uri="{BB962C8B-B14F-4D97-AF65-F5344CB8AC3E}">
        <p14:creationId xmlns:p14="http://schemas.microsoft.com/office/powerpoint/2010/main" val="3603062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916ABE3D-24FB-4C44-BD63-11ACA7D82B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3.4.1 </a:t>
            </a:r>
            <a:r>
              <a:rPr lang="zh-CN" altLang="en-US" dirty="0"/>
              <a:t>掩膜型只读存储器</a:t>
            </a:r>
            <a:r>
              <a:rPr lang="en-US" altLang="zh-CN" dirty="0"/>
              <a:t>MROM </a:t>
            </a:r>
            <a:endParaRPr lang="zh-CN" altLang="en-US" dirty="0"/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BFA03BE9-8A42-4C26-B9FD-09B6E1DE241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altLang="zh-CN" dirty="0"/>
              <a:t>1.</a:t>
            </a:r>
            <a:r>
              <a:rPr lang="zh-CN" altLang="en-US" dirty="0"/>
              <a:t>存储元</a:t>
            </a:r>
          </a:p>
        </p:txBody>
      </p: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7157BD72-163B-4172-8D15-8E7949368DD0}"/>
              </a:ext>
            </a:extLst>
          </p:cNvPr>
          <p:cNvGrpSpPr/>
          <p:nvPr/>
        </p:nvGrpSpPr>
        <p:grpSpPr>
          <a:xfrm>
            <a:off x="1819275" y="2143995"/>
            <a:ext cx="5505450" cy="4126184"/>
            <a:chOff x="3524250" y="1381125"/>
            <a:chExt cx="5505450" cy="4126184"/>
          </a:xfrm>
        </p:grpSpPr>
        <p:sp>
          <p:nvSpPr>
            <p:cNvPr id="58" name="矩形: 圆角 57">
              <a:extLst>
                <a:ext uri="{FF2B5EF4-FFF2-40B4-BE49-F238E27FC236}">
                  <a16:creationId xmlns:a16="http://schemas.microsoft.com/office/drawing/2014/main" id="{DCCD731E-7431-43C1-AC1D-53F99669EC40}"/>
                </a:ext>
              </a:extLst>
            </p:cNvPr>
            <p:cNvSpPr/>
            <p:nvPr/>
          </p:nvSpPr>
          <p:spPr>
            <a:xfrm>
              <a:off x="3524250" y="1381125"/>
              <a:ext cx="5505450" cy="4126184"/>
            </a:xfrm>
            <a:prstGeom prst="roundRect">
              <a:avLst>
                <a:gd name="adj" fmla="val 2586"/>
              </a:avLst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Text Box 5">
              <a:extLst>
                <a:ext uri="{FF2B5EF4-FFF2-40B4-BE49-F238E27FC236}">
                  <a16:creationId xmlns:a16="http://schemas.microsoft.com/office/drawing/2014/main" id="{58F58079-26D8-4354-A40F-042AAA8607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7997" y="1455464"/>
              <a:ext cx="669592" cy="495342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>
                <a:defRPr/>
              </a:pPr>
              <a:r>
                <a:rPr lang="en-US" altLang="zh-CN" sz="2400">
                  <a:latin typeface="+mn-ea"/>
                </a:rPr>
                <a:t>V</a:t>
              </a:r>
              <a:r>
                <a:rPr lang="en-US" altLang="zh-CN" sz="2400" baseline="-25000">
                  <a:latin typeface="+mn-ea"/>
                </a:rPr>
                <a:t>CC</a:t>
              </a:r>
              <a:endParaRPr lang="en-US" altLang="zh-CN" sz="2400" dirty="0">
                <a:effectLst>
                  <a:outerShdw blurRad="38100" dist="38100" dir="2700000" algn="tl">
                    <a:srgbClr val="C0C0C0"/>
                  </a:outerShdw>
                </a:effectLst>
                <a:latin typeface="+mn-ea"/>
              </a:endParaRPr>
            </a:p>
          </p:txBody>
        </p:sp>
        <p:sp>
          <p:nvSpPr>
            <p:cNvPr id="60" name="Freeform 6">
              <a:extLst>
                <a:ext uri="{FF2B5EF4-FFF2-40B4-BE49-F238E27FC236}">
                  <a16:creationId xmlns:a16="http://schemas.microsoft.com/office/drawing/2014/main" id="{F92FCF11-1144-41BC-858E-E8CCD8954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9011" y="1627758"/>
              <a:ext cx="328922" cy="883001"/>
            </a:xfrm>
            <a:custGeom>
              <a:avLst/>
              <a:gdLst>
                <a:gd name="T0" fmla="*/ 0 w 210"/>
                <a:gd name="T1" fmla="*/ 2147483647 h 743"/>
                <a:gd name="T2" fmla="*/ 2147483647 w 210"/>
                <a:gd name="T3" fmla="*/ 2147483647 h 743"/>
                <a:gd name="T4" fmla="*/ 2147483647 w 210"/>
                <a:gd name="T5" fmla="*/ 0 h 743"/>
                <a:gd name="T6" fmla="*/ 0 60000 65536"/>
                <a:gd name="T7" fmla="*/ 0 60000 65536"/>
                <a:gd name="T8" fmla="*/ 0 60000 65536"/>
                <a:gd name="T9" fmla="*/ 0 w 210"/>
                <a:gd name="T10" fmla="*/ 0 h 743"/>
                <a:gd name="T11" fmla="*/ 210 w 210"/>
                <a:gd name="T12" fmla="*/ 743 h 7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0" h="743">
                  <a:moveTo>
                    <a:pt x="0" y="743"/>
                  </a:moveTo>
                  <a:lnTo>
                    <a:pt x="210" y="743"/>
                  </a:lnTo>
                  <a:lnTo>
                    <a:pt x="21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61" name="Freeform 7">
              <a:extLst>
                <a:ext uri="{FF2B5EF4-FFF2-40B4-BE49-F238E27FC236}">
                  <a16:creationId xmlns:a16="http://schemas.microsoft.com/office/drawing/2014/main" id="{1E7240C3-5C5A-4823-A317-DC7E83E4463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39012" y="2788777"/>
              <a:ext cx="344570" cy="2545218"/>
            </a:xfrm>
            <a:custGeom>
              <a:avLst/>
              <a:gdLst>
                <a:gd name="T0" fmla="*/ 0 w 210"/>
                <a:gd name="T1" fmla="*/ 2147483647 h 743"/>
                <a:gd name="T2" fmla="*/ 2147483647 w 210"/>
                <a:gd name="T3" fmla="*/ 2147483647 h 743"/>
                <a:gd name="T4" fmla="*/ 2147483647 w 210"/>
                <a:gd name="T5" fmla="*/ 0 h 743"/>
                <a:gd name="T6" fmla="*/ 0 60000 65536"/>
                <a:gd name="T7" fmla="*/ 0 60000 65536"/>
                <a:gd name="T8" fmla="*/ 0 60000 65536"/>
                <a:gd name="T9" fmla="*/ 0 w 210"/>
                <a:gd name="T10" fmla="*/ 0 h 743"/>
                <a:gd name="T11" fmla="*/ 210 w 210"/>
                <a:gd name="T12" fmla="*/ 743 h 7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0" h="743">
                  <a:moveTo>
                    <a:pt x="0" y="743"/>
                  </a:moveTo>
                  <a:lnTo>
                    <a:pt x="210" y="743"/>
                  </a:lnTo>
                  <a:lnTo>
                    <a:pt x="21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62" name="Freeform 8">
              <a:extLst>
                <a:ext uri="{FF2B5EF4-FFF2-40B4-BE49-F238E27FC236}">
                  <a16:creationId xmlns:a16="http://schemas.microsoft.com/office/drawing/2014/main" id="{228ADA42-2B57-4641-A1FF-1AB1FB07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233" y="2048700"/>
              <a:ext cx="1084661" cy="626519"/>
            </a:xfrm>
            <a:custGeom>
              <a:avLst/>
              <a:gdLst>
                <a:gd name="T0" fmla="*/ 2147483647 w 594"/>
                <a:gd name="T1" fmla="*/ 2147483647 h 360"/>
                <a:gd name="T2" fmla="*/ 0 w 594"/>
                <a:gd name="T3" fmla="*/ 2147483647 h 360"/>
                <a:gd name="T4" fmla="*/ 0 w 594"/>
                <a:gd name="T5" fmla="*/ 0 h 360"/>
                <a:gd name="T6" fmla="*/ 2147483647 w 594"/>
                <a:gd name="T7" fmla="*/ 0 h 3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94"/>
                <a:gd name="T13" fmla="*/ 0 h 360"/>
                <a:gd name="T14" fmla="*/ 594 w 594"/>
                <a:gd name="T15" fmla="*/ 360 h 3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94" h="360">
                  <a:moveTo>
                    <a:pt x="318" y="360"/>
                  </a:moveTo>
                  <a:lnTo>
                    <a:pt x="0" y="360"/>
                  </a:lnTo>
                  <a:lnTo>
                    <a:pt x="0" y="0"/>
                  </a:lnTo>
                  <a:lnTo>
                    <a:pt x="59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63" name="Line 9">
              <a:extLst>
                <a:ext uri="{FF2B5EF4-FFF2-40B4-BE49-F238E27FC236}">
                  <a16:creationId xmlns:a16="http://schemas.microsoft.com/office/drawing/2014/main" id="{52171AC4-508F-43CD-8496-4673E0D13A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1884" y="3256706"/>
              <a:ext cx="399601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64" name="Freeform 10">
              <a:extLst>
                <a:ext uri="{FF2B5EF4-FFF2-40B4-BE49-F238E27FC236}">
                  <a16:creationId xmlns:a16="http://schemas.microsoft.com/office/drawing/2014/main" id="{E86B1558-EB03-42D0-A1A1-A177995BC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8776" y="3998741"/>
              <a:ext cx="638266" cy="377869"/>
            </a:xfrm>
            <a:custGeom>
              <a:avLst/>
              <a:gdLst>
                <a:gd name="T0" fmla="*/ 0 w 353"/>
                <a:gd name="T1" fmla="*/ 0 h 165"/>
                <a:gd name="T2" fmla="*/ 0 w 353"/>
                <a:gd name="T3" fmla="*/ 2147483647 h 165"/>
                <a:gd name="T4" fmla="*/ 2147483647 w 353"/>
                <a:gd name="T5" fmla="*/ 2147483647 h 165"/>
                <a:gd name="T6" fmla="*/ 0 60000 65536"/>
                <a:gd name="T7" fmla="*/ 0 60000 65536"/>
                <a:gd name="T8" fmla="*/ 0 60000 65536"/>
                <a:gd name="T9" fmla="*/ 0 w 353"/>
                <a:gd name="T10" fmla="*/ 0 h 165"/>
                <a:gd name="T11" fmla="*/ 353 w 353"/>
                <a:gd name="T12" fmla="*/ 165 h 16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3" h="165">
                  <a:moveTo>
                    <a:pt x="0" y="0"/>
                  </a:moveTo>
                  <a:lnTo>
                    <a:pt x="0" y="165"/>
                  </a:lnTo>
                  <a:lnTo>
                    <a:pt x="353" y="16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65" name="Freeform 11">
              <a:extLst>
                <a:ext uri="{FF2B5EF4-FFF2-40B4-BE49-F238E27FC236}">
                  <a16:creationId xmlns:a16="http://schemas.microsoft.com/office/drawing/2014/main" id="{FACEE753-7FEF-41FC-8E0C-77F60A9F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331" y="3998741"/>
              <a:ext cx="522752" cy="1108155"/>
            </a:xfrm>
            <a:custGeom>
              <a:avLst/>
              <a:gdLst>
                <a:gd name="T0" fmla="*/ 2147483647 w 390"/>
                <a:gd name="T1" fmla="*/ 0 h 510"/>
                <a:gd name="T2" fmla="*/ 2147483647 w 390"/>
                <a:gd name="T3" fmla="*/ 2147483647 h 510"/>
                <a:gd name="T4" fmla="*/ 0 w 390"/>
                <a:gd name="T5" fmla="*/ 2147483647 h 510"/>
                <a:gd name="T6" fmla="*/ 0 w 390"/>
                <a:gd name="T7" fmla="*/ 2147483647 h 5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90"/>
                <a:gd name="T13" fmla="*/ 0 h 510"/>
                <a:gd name="T14" fmla="*/ 390 w 390"/>
                <a:gd name="T15" fmla="*/ 510 h 5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90" h="510">
                  <a:moveTo>
                    <a:pt x="390" y="0"/>
                  </a:moveTo>
                  <a:lnTo>
                    <a:pt x="390" y="173"/>
                  </a:lnTo>
                  <a:lnTo>
                    <a:pt x="0" y="173"/>
                  </a:lnTo>
                  <a:lnTo>
                    <a:pt x="0" y="51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67" name="Line 12">
              <a:extLst>
                <a:ext uri="{FF2B5EF4-FFF2-40B4-BE49-F238E27FC236}">
                  <a16:creationId xmlns:a16="http://schemas.microsoft.com/office/drawing/2014/main" id="{EBF71879-24FA-49EE-B32E-0D0124B759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58888" y="4376609"/>
              <a:ext cx="5129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70" name="Line 13">
              <a:extLst>
                <a:ext uri="{FF2B5EF4-FFF2-40B4-BE49-F238E27FC236}">
                  <a16:creationId xmlns:a16="http://schemas.microsoft.com/office/drawing/2014/main" id="{57523C99-6F90-4703-92F2-9A4B42D712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0746" y="4182780"/>
              <a:ext cx="458142" cy="1938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72" name="Line 14">
              <a:extLst>
                <a:ext uri="{FF2B5EF4-FFF2-40B4-BE49-F238E27FC236}">
                  <a16:creationId xmlns:a16="http://schemas.microsoft.com/office/drawing/2014/main" id="{3C189142-568A-46F4-B461-20C43A6530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376" y="5112769"/>
              <a:ext cx="356333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73" name="Line 15">
              <a:extLst>
                <a:ext uri="{FF2B5EF4-FFF2-40B4-BE49-F238E27FC236}">
                  <a16:creationId xmlns:a16="http://schemas.microsoft.com/office/drawing/2014/main" id="{950FF393-E74E-48D3-B2DB-D44113BF2D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3259" y="3247552"/>
              <a:ext cx="0" cy="5769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74" name="Text Box 16">
              <a:extLst>
                <a:ext uri="{FF2B5EF4-FFF2-40B4-BE49-F238E27FC236}">
                  <a16:creationId xmlns:a16="http://schemas.microsoft.com/office/drawing/2014/main" id="{25C38AFC-2153-4026-AFA3-7B4D3FCC4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4100" y="2737872"/>
              <a:ext cx="428773" cy="503172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>
                <a:defRPr/>
              </a:pPr>
              <a:r>
                <a:rPr lang="en-US" altLang="zh-CN" sz="2400">
                  <a:latin typeface="+mn-ea"/>
                </a:rPr>
                <a:t>X</a:t>
              </a:r>
              <a:endParaRPr lang="en-US" altLang="zh-CN" sz="2400">
                <a:effectLst>
                  <a:outerShdw blurRad="38100" dist="38100" dir="2700000" algn="tl">
                    <a:srgbClr val="C0C0C0"/>
                  </a:outerShdw>
                </a:effectLst>
                <a:latin typeface="+mn-ea"/>
              </a:endParaRPr>
            </a:p>
          </p:txBody>
        </p:sp>
        <p:sp>
          <p:nvSpPr>
            <p:cNvPr id="75" name="Text Box 17">
              <a:extLst>
                <a:ext uri="{FF2B5EF4-FFF2-40B4-BE49-F238E27FC236}">
                  <a16:creationId xmlns:a16="http://schemas.microsoft.com/office/drawing/2014/main" id="{600D00C5-36B9-4026-98BC-2A51A1B536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4365" y="3710934"/>
              <a:ext cx="428775" cy="497299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>
                <a:defRPr/>
              </a:pPr>
              <a:r>
                <a:rPr lang="en-US" altLang="zh-CN" sz="2400">
                  <a:latin typeface="+mn-ea"/>
                </a:rPr>
                <a:t>S</a:t>
              </a:r>
              <a:endParaRPr lang="en-US" altLang="zh-CN" sz="2400">
                <a:effectLst>
                  <a:outerShdw blurRad="38100" dist="38100" dir="2700000" algn="tl">
                    <a:srgbClr val="C0C0C0"/>
                  </a:outerShdw>
                </a:effectLst>
                <a:latin typeface="+mn-ea"/>
              </a:endParaRPr>
            </a:p>
          </p:txBody>
        </p:sp>
        <p:sp>
          <p:nvSpPr>
            <p:cNvPr id="76" name="Text Box 18">
              <a:extLst>
                <a:ext uri="{FF2B5EF4-FFF2-40B4-BE49-F238E27FC236}">
                  <a16:creationId xmlns:a16="http://schemas.microsoft.com/office/drawing/2014/main" id="{C1F6004D-C375-47B2-82BF-80B6EC5B7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44293" y="5011968"/>
              <a:ext cx="428775" cy="495341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>
                <a:defRPr/>
              </a:pPr>
              <a:r>
                <a:rPr lang="en-US" altLang="zh-CN" sz="2400" dirty="0">
                  <a:latin typeface="+mn-ea"/>
                </a:rPr>
                <a:t>D</a:t>
              </a:r>
              <a:endParaRPr lang="en-US" altLang="zh-CN" sz="2400" dirty="0">
                <a:effectLst>
                  <a:outerShdw blurRad="38100" dist="38100" dir="2700000" algn="tl">
                    <a:srgbClr val="C0C0C0"/>
                  </a:outerShdw>
                </a:effectLst>
                <a:latin typeface="+mn-ea"/>
              </a:endParaRPr>
            </a:p>
          </p:txBody>
        </p:sp>
        <p:sp>
          <p:nvSpPr>
            <p:cNvPr id="77" name="Text Box 19">
              <a:extLst>
                <a:ext uri="{FF2B5EF4-FFF2-40B4-BE49-F238E27FC236}">
                  <a16:creationId xmlns:a16="http://schemas.microsoft.com/office/drawing/2014/main" id="{AA3184DB-64BA-42F6-AAA5-F0580E67E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2764" y="3428999"/>
              <a:ext cx="426816" cy="495342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>
                <a:defRPr/>
              </a:pPr>
              <a:r>
                <a:rPr lang="en-US" altLang="zh-CN" sz="2400">
                  <a:latin typeface="+mn-ea"/>
                </a:rPr>
                <a:t>T</a:t>
              </a:r>
              <a:r>
                <a:rPr lang="en-US" altLang="zh-CN" sz="2400" baseline="-25000">
                  <a:latin typeface="+mn-ea"/>
                </a:rPr>
                <a:t>1</a:t>
              </a:r>
              <a:endParaRPr lang="en-US" altLang="zh-CN" sz="2400">
                <a:effectLst>
                  <a:outerShdw blurRad="38100" dist="38100" dir="2700000" algn="tl">
                    <a:srgbClr val="C0C0C0"/>
                  </a:outerShdw>
                </a:effectLst>
                <a:latin typeface="+mn-ea"/>
              </a:endParaRPr>
            </a:p>
          </p:txBody>
        </p:sp>
        <p:grpSp>
          <p:nvGrpSpPr>
            <p:cNvPr id="78" name="Group 20">
              <a:extLst>
                <a:ext uri="{FF2B5EF4-FFF2-40B4-BE49-F238E27FC236}">
                  <a16:creationId xmlns:a16="http://schemas.microsoft.com/office/drawing/2014/main" id="{D1E03DD0-AAA5-4C87-9A10-814C898A40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275" y="3824489"/>
              <a:ext cx="465974" cy="174251"/>
              <a:chOff x="1920" y="2496"/>
              <a:chExt cx="288" cy="96"/>
            </a:xfrm>
          </p:grpSpPr>
          <p:sp>
            <p:nvSpPr>
              <p:cNvPr id="84" name="Line 21">
                <a:extLst>
                  <a:ext uri="{FF2B5EF4-FFF2-40B4-BE49-F238E27FC236}">
                    <a16:creationId xmlns:a16="http://schemas.microsoft.com/office/drawing/2014/main" id="{3055BD89-2F2A-4BE8-BEA0-60FD3D087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" y="2592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>
                  <a:latin typeface="+mn-ea"/>
                </a:endParaRPr>
              </a:p>
            </p:txBody>
          </p:sp>
          <p:sp>
            <p:nvSpPr>
              <p:cNvPr id="85" name="Line 22">
                <a:extLst>
                  <a:ext uri="{FF2B5EF4-FFF2-40B4-BE49-F238E27FC236}">
                    <a16:creationId xmlns:a16="http://schemas.microsoft.com/office/drawing/2014/main" id="{F2A8273D-6793-4CD2-8544-B1FB3DCF76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96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>
                  <a:latin typeface="+mn-ea"/>
                </a:endParaRPr>
              </a:p>
            </p:txBody>
          </p:sp>
        </p:grpSp>
        <p:grpSp>
          <p:nvGrpSpPr>
            <p:cNvPr id="79" name="Group 23">
              <a:extLst>
                <a:ext uri="{FF2B5EF4-FFF2-40B4-BE49-F238E27FC236}">
                  <a16:creationId xmlns:a16="http://schemas.microsoft.com/office/drawing/2014/main" id="{DDD37943-ACF9-4CD4-A5DE-4906DFC3A9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72593" y="2420697"/>
              <a:ext cx="154671" cy="526667"/>
              <a:chOff x="2832" y="1728"/>
              <a:chExt cx="96" cy="288"/>
            </a:xfrm>
          </p:grpSpPr>
          <p:sp>
            <p:nvSpPr>
              <p:cNvPr id="82" name="Line 24">
                <a:extLst>
                  <a:ext uri="{FF2B5EF4-FFF2-40B4-BE49-F238E27FC236}">
                    <a16:creationId xmlns:a16="http://schemas.microsoft.com/office/drawing/2014/main" id="{80CAA9D2-4217-47C1-B46C-B532F6E321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2" y="1776"/>
                <a:ext cx="0" cy="19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>
                  <a:latin typeface="+mn-ea"/>
                </a:endParaRPr>
              </a:p>
            </p:txBody>
          </p:sp>
          <p:sp>
            <p:nvSpPr>
              <p:cNvPr id="83" name="Line 25">
                <a:extLst>
                  <a:ext uri="{FF2B5EF4-FFF2-40B4-BE49-F238E27FC236}">
                    <a16:creationId xmlns:a16="http://schemas.microsoft.com/office/drawing/2014/main" id="{58FDBCC5-77E6-4DC3-AE10-C890BAD30E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8" y="1728"/>
                <a:ext cx="0" cy="28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>
                  <a:latin typeface="+mn-ea"/>
                </a:endParaRPr>
              </a:p>
            </p:txBody>
          </p:sp>
        </p:grpSp>
        <p:sp>
          <p:nvSpPr>
            <p:cNvPr id="80" name="Line 14">
              <a:extLst>
                <a:ext uri="{FF2B5EF4-FFF2-40B4-BE49-F238E27FC236}">
                  <a16:creationId xmlns:a16="http://schemas.microsoft.com/office/drawing/2014/main" id="{6CC0635B-5434-42F9-8568-253D8F49CE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8432" y="5183439"/>
              <a:ext cx="241798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  <p:sp>
          <p:nvSpPr>
            <p:cNvPr id="81" name="Line 14">
              <a:extLst>
                <a:ext uri="{FF2B5EF4-FFF2-40B4-BE49-F238E27FC236}">
                  <a16:creationId xmlns:a16="http://schemas.microsoft.com/office/drawing/2014/main" id="{1174D108-AC24-4966-86A7-634F192ABA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6124" y="5259639"/>
              <a:ext cx="114007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1151985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461D6AB-4007-462E-BF6F-CDC151CE44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10811" y="-111388"/>
            <a:ext cx="8229600" cy="850106"/>
          </a:xfrm>
        </p:spPr>
        <p:txBody>
          <a:bodyPr/>
          <a:lstStyle/>
          <a:p>
            <a:r>
              <a:rPr lang="en-US" altLang="zh-CN" dirty="0"/>
              <a:t>3.4.1 </a:t>
            </a:r>
            <a:r>
              <a:rPr lang="zh-CN" altLang="en-US" dirty="0"/>
              <a:t>掩膜型只读存储器</a:t>
            </a:r>
            <a:r>
              <a:rPr lang="en-US" altLang="zh-CN" dirty="0"/>
              <a:t>MROM </a:t>
            </a:r>
            <a:endParaRPr lang="zh-CN" altLang="en-US" dirty="0"/>
          </a:p>
        </p:txBody>
      </p:sp>
      <p:sp>
        <p:nvSpPr>
          <p:cNvPr id="290" name="Rectangle 2">
            <a:extLst>
              <a:ext uri="{FF2B5EF4-FFF2-40B4-BE49-F238E27FC236}">
                <a16:creationId xmlns:a16="http://schemas.microsoft.com/office/drawing/2014/main" id="{20D1027B-8FFA-4D3A-8475-2589C1542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648" y="1556792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sp>
        <p:nvSpPr>
          <p:cNvPr id="292" name="矩形 291">
            <a:extLst>
              <a:ext uri="{FF2B5EF4-FFF2-40B4-BE49-F238E27FC236}">
                <a16:creationId xmlns:a16="http://schemas.microsoft.com/office/drawing/2014/main" id="{8F4658A0-DBA3-40D3-B876-532778C36A01}"/>
              </a:ext>
            </a:extLst>
          </p:cNvPr>
          <p:cNvSpPr/>
          <p:nvPr/>
        </p:nvSpPr>
        <p:spPr>
          <a:xfrm>
            <a:off x="13865" y="613703"/>
            <a:ext cx="299793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800" kern="0" dirty="0">
                <a:latin typeface="Arial"/>
                <a:ea typeface="宋体"/>
                <a:cs typeface="+mj-cs"/>
              </a:rPr>
              <a:t>2.</a:t>
            </a:r>
            <a:r>
              <a:rPr lang="zh-CN" altLang="en-US" sz="2800" kern="0" dirty="0">
                <a:latin typeface="Arial"/>
                <a:ea typeface="宋体"/>
                <a:cs typeface="+mj-cs"/>
              </a:rPr>
              <a:t>只读存储器阵列</a:t>
            </a:r>
            <a:endParaRPr lang="zh-CN" altLang="en-US" sz="2800" dirty="0"/>
          </a:p>
        </p:txBody>
      </p:sp>
      <p:sp>
        <p:nvSpPr>
          <p:cNvPr id="293" name="Text Box 4">
            <a:extLst>
              <a:ext uri="{FF2B5EF4-FFF2-40B4-BE49-F238E27FC236}">
                <a16:creationId xmlns:a16="http://schemas.microsoft.com/office/drawing/2014/main" id="{A81790FA-0F76-4C87-8CDF-F05F43E77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88" y="5866701"/>
            <a:ext cx="6858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行列选择线交叉处有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MOS 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管为“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”</a:t>
            </a:r>
          </a:p>
        </p:txBody>
      </p:sp>
      <p:sp>
        <p:nvSpPr>
          <p:cNvPr id="294" name="Text Box 5">
            <a:extLst>
              <a:ext uri="{FF2B5EF4-FFF2-40B4-BE49-F238E27FC236}">
                <a16:creationId xmlns:a16="http://schemas.microsoft.com/office/drawing/2014/main" id="{5038E49E-FAC8-4073-B2F4-FF4AC2791B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24" y="6344110"/>
            <a:ext cx="6858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行列选择线交叉处无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MOS 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管为“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”</a:t>
            </a:r>
          </a:p>
        </p:txBody>
      </p:sp>
      <p:sp>
        <p:nvSpPr>
          <p:cNvPr id="295" name="Freeform 104">
            <a:extLst>
              <a:ext uri="{FF2B5EF4-FFF2-40B4-BE49-F238E27FC236}">
                <a16:creationId xmlns:a16="http://schemas.microsoft.com/office/drawing/2014/main" id="{E9E39725-469E-47FC-91AE-C8F46E46A89F}"/>
              </a:ext>
            </a:extLst>
          </p:cNvPr>
          <p:cNvSpPr>
            <a:spLocks/>
          </p:cNvSpPr>
          <p:nvPr/>
        </p:nvSpPr>
        <p:spPr bwMode="auto">
          <a:xfrm flipV="1">
            <a:off x="6218551" y="1607476"/>
            <a:ext cx="211138" cy="2695575"/>
          </a:xfrm>
          <a:custGeom>
            <a:avLst/>
            <a:gdLst>
              <a:gd name="T0" fmla="*/ 0 w 210"/>
              <a:gd name="T1" fmla="*/ 2147483647 h 234"/>
              <a:gd name="T2" fmla="*/ 2147483647 w 210"/>
              <a:gd name="T3" fmla="*/ 2147483647 h 234"/>
              <a:gd name="T4" fmla="*/ 2147483647 w 210"/>
              <a:gd name="T5" fmla="*/ 0 h 234"/>
              <a:gd name="T6" fmla="*/ 0 60000 65536"/>
              <a:gd name="T7" fmla="*/ 0 60000 65536"/>
              <a:gd name="T8" fmla="*/ 0 60000 65536"/>
              <a:gd name="T9" fmla="*/ 0 w 210"/>
              <a:gd name="T10" fmla="*/ 0 h 234"/>
              <a:gd name="T11" fmla="*/ 210 w 210"/>
              <a:gd name="T12" fmla="*/ 234 h 2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0" h="234">
                <a:moveTo>
                  <a:pt x="0" y="234"/>
                </a:moveTo>
                <a:lnTo>
                  <a:pt x="210" y="234"/>
                </a:lnTo>
                <a:lnTo>
                  <a:pt x="21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96" name="Line 4">
            <a:extLst>
              <a:ext uri="{FF2B5EF4-FFF2-40B4-BE49-F238E27FC236}">
                <a16:creationId xmlns:a16="http://schemas.microsoft.com/office/drawing/2014/main" id="{AE548D95-4A38-4890-8D0D-C5019D1EADBA}"/>
              </a:ext>
            </a:extLst>
          </p:cNvPr>
          <p:cNvSpPr>
            <a:spLocks noChangeShapeType="1"/>
          </p:cNvSpPr>
          <p:nvPr/>
        </p:nvSpPr>
        <p:spPr bwMode="auto">
          <a:xfrm>
            <a:off x="3370576" y="5441288"/>
            <a:ext cx="3921124" cy="0"/>
          </a:xfrm>
          <a:prstGeom prst="line">
            <a:avLst/>
          </a:prstGeom>
          <a:noFill/>
          <a:ln w="9525" cap="sq">
            <a:solidFill>
              <a:sysClr val="windowText" lastClr="000000"/>
            </a:solidFill>
            <a:miter lim="800000"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97" name="Text Box 5">
            <a:extLst>
              <a:ext uri="{FF2B5EF4-FFF2-40B4-BE49-F238E27FC236}">
                <a16:creationId xmlns:a16="http://schemas.microsoft.com/office/drawing/2014/main" id="{8C2DA269-161D-40F4-94A7-5E10199F17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3990" y="1204250"/>
            <a:ext cx="439737" cy="1905000"/>
          </a:xfrm>
          <a:prstGeom prst="rect">
            <a:avLst/>
          </a:prstGeom>
          <a:solidFill>
            <a:srgbClr val="00FF99"/>
          </a:solidFill>
          <a:ln w="16510">
            <a:solidFill>
              <a:sysClr val="windowText" lastClr="000000"/>
            </a:solidFill>
            <a:miter lim="800000"/>
            <a:headEnd/>
            <a:tailEnd/>
          </a:ln>
        </p:spPr>
        <p:txBody>
          <a:bodyPr vert="eaVert" lIns="0" tIns="0" rIns="0" bIns="0" anchor="ctr" anchorCtr="1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行地址译码器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FFFFFF"/>
                </a:outerShdw>
              </a:effectLst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98" name="Line 6">
            <a:extLst>
              <a:ext uri="{FF2B5EF4-FFF2-40B4-BE49-F238E27FC236}">
                <a16:creationId xmlns:a16="http://schemas.microsoft.com/office/drawing/2014/main" id="{DECDA116-9E81-4DAF-8052-1E94411FA6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60776" y="1905925"/>
            <a:ext cx="300038" cy="0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99" name="Line 7">
            <a:extLst>
              <a:ext uri="{FF2B5EF4-FFF2-40B4-BE49-F238E27FC236}">
                <a16:creationId xmlns:a16="http://schemas.microsoft.com/office/drawing/2014/main" id="{EB2890E6-B39A-4641-A78C-CFA9B9F908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60776" y="2567913"/>
            <a:ext cx="300038" cy="0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0" name="Line 8">
            <a:extLst>
              <a:ext uri="{FF2B5EF4-FFF2-40B4-BE49-F238E27FC236}">
                <a16:creationId xmlns:a16="http://schemas.microsoft.com/office/drawing/2014/main" id="{B386B2CB-AA61-4E05-B85D-261C260E65C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60776" y="4252250"/>
            <a:ext cx="300038" cy="0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1" name="Line 9">
            <a:extLst>
              <a:ext uri="{FF2B5EF4-FFF2-40B4-BE49-F238E27FC236}">
                <a16:creationId xmlns:a16="http://schemas.microsoft.com/office/drawing/2014/main" id="{40F0C489-7D48-4386-BC36-B2C1794D7C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60776" y="4914238"/>
            <a:ext cx="300038" cy="0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2" name="Freeform 10">
            <a:extLst>
              <a:ext uri="{FF2B5EF4-FFF2-40B4-BE49-F238E27FC236}">
                <a16:creationId xmlns:a16="http://schemas.microsoft.com/office/drawing/2014/main" id="{6D448166-7322-403D-8E02-88A9952FFEAF}"/>
              </a:ext>
            </a:extLst>
          </p:cNvPr>
          <p:cNvSpPr>
            <a:spLocks/>
          </p:cNvSpPr>
          <p:nvPr/>
        </p:nvSpPr>
        <p:spPr bwMode="auto">
          <a:xfrm>
            <a:off x="3137215" y="1256639"/>
            <a:ext cx="223837" cy="223837"/>
          </a:xfrm>
          <a:custGeom>
            <a:avLst/>
            <a:gdLst>
              <a:gd name="T0" fmla="*/ 0 w 210"/>
              <a:gd name="T1" fmla="*/ 2147483647 h 234"/>
              <a:gd name="T2" fmla="*/ 2147483647 w 210"/>
              <a:gd name="T3" fmla="*/ 2147483647 h 234"/>
              <a:gd name="T4" fmla="*/ 2147483647 w 210"/>
              <a:gd name="T5" fmla="*/ 0 h 234"/>
              <a:gd name="T6" fmla="*/ 0 60000 65536"/>
              <a:gd name="T7" fmla="*/ 0 60000 65536"/>
              <a:gd name="T8" fmla="*/ 0 60000 65536"/>
              <a:gd name="T9" fmla="*/ 0 w 210"/>
              <a:gd name="T10" fmla="*/ 0 h 234"/>
              <a:gd name="T11" fmla="*/ 210 w 210"/>
              <a:gd name="T12" fmla="*/ 234 h 2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0" h="234">
                <a:moveTo>
                  <a:pt x="0" y="234"/>
                </a:moveTo>
                <a:lnTo>
                  <a:pt x="210" y="234"/>
                </a:lnTo>
                <a:lnTo>
                  <a:pt x="21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3" name="Freeform 11">
            <a:extLst>
              <a:ext uri="{FF2B5EF4-FFF2-40B4-BE49-F238E27FC236}">
                <a16:creationId xmlns:a16="http://schemas.microsoft.com/office/drawing/2014/main" id="{72259606-BACC-4442-AA20-4B9D40CF277D}"/>
              </a:ext>
            </a:extLst>
          </p:cNvPr>
          <p:cNvSpPr>
            <a:spLocks/>
          </p:cNvSpPr>
          <p:nvPr/>
        </p:nvSpPr>
        <p:spPr bwMode="auto">
          <a:xfrm flipV="1">
            <a:off x="3137215" y="1607476"/>
            <a:ext cx="223837" cy="2689225"/>
          </a:xfrm>
          <a:custGeom>
            <a:avLst/>
            <a:gdLst>
              <a:gd name="T0" fmla="*/ 0 w 210"/>
              <a:gd name="T1" fmla="*/ 2147483647 h 234"/>
              <a:gd name="T2" fmla="*/ 2147483647 w 210"/>
              <a:gd name="T3" fmla="*/ 2147483647 h 234"/>
              <a:gd name="T4" fmla="*/ 2147483647 w 210"/>
              <a:gd name="T5" fmla="*/ 0 h 234"/>
              <a:gd name="T6" fmla="*/ 0 60000 65536"/>
              <a:gd name="T7" fmla="*/ 0 60000 65536"/>
              <a:gd name="T8" fmla="*/ 0 60000 65536"/>
              <a:gd name="T9" fmla="*/ 0 w 210"/>
              <a:gd name="T10" fmla="*/ 0 h 234"/>
              <a:gd name="T11" fmla="*/ 210 w 210"/>
              <a:gd name="T12" fmla="*/ 234 h 2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0" h="234">
                <a:moveTo>
                  <a:pt x="0" y="234"/>
                </a:moveTo>
                <a:lnTo>
                  <a:pt x="210" y="234"/>
                </a:lnTo>
                <a:lnTo>
                  <a:pt x="21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4" name="Freeform 12">
            <a:extLst>
              <a:ext uri="{FF2B5EF4-FFF2-40B4-BE49-F238E27FC236}">
                <a16:creationId xmlns:a16="http://schemas.microsoft.com/office/drawing/2014/main" id="{FF2EBF68-7650-4941-9D8D-DD14D18532A5}"/>
              </a:ext>
            </a:extLst>
          </p:cNvPr>
          <p:cNvSpPr>
            <a:spLocks/>
          </p:cNvSpPr>
          <p:nvPr/>
        </p:nvSpPr>
        <p:spPr bwMode="auto">
          <a:xfrm>
            <a:off x="2864164" y="1242350"/>
            <a:ext cx="184150" cy="304800"/>
          </a:xfrm>
          <a:custGeom>
            <a:avLst/>
            <a:gdLst>
              <a:gd name="T0" fmla="*/ 2147483647 w 165"/>
              <a:gd name="T1" fmla="*/ 2147483647 h 318"/>
              <a:gd name="T2" fmla="*/ 0 w 165"/>
              <a:gd name="T3" fmla="*/ 2147483647 h 318"/>
              <a:gd name="T4" fmla="*/ 0 w 165"/>
              <a:gd name="T5" fmla="*/ 0 h 318"/>
              <a:gd name="T6" fmla="*/ 0 60000 65536"/>
              <a:gd name="T7" fmla="*/ 0 60000 65536"/>
              <a:gd name="T8" fmla="*/ 0 60000 65536"/>
              <a:gd name="T9" fmla="*/ 0 w 165"/>
              <a:gd name="T10" fmla="*/ 0 h 318"/>
              <a:gd name="T11" fmla="*/ 165 w 165"/>
              <a:gd name="T12" fmla="*/ 318 h 31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5" h="318">
                <a:moveTo>
                  <a:pt x="165" y="318"/>
                </a:moveTo>
                <a:lnTo>
                  <a:pt x="0" y="318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5" name="Oval 13">
            <a:extLst>
              <a:ext uri="{FF2B5EF4-FFF2-40B4-BE49-F238E27FC236}">
                <a16:creationId xmlns:a16="http://schemas.microsoft.com/office/drawing/2014/main" id="{39F4E329-FBEB-4672-9EF2-72BE01BD54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7015" y="2402814"/>
            <a:ext cx="65087" cy="58737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6" name="Line 14">
            <a:extLst>
              <a:ext uri="{FF2B5EF4-FFF2-40B4-BE49-F238E27FC236}">
                <a16:creationId xmlns:a16="http://schemas.microsoft.com/office/drawing/2014/main" id="{F7D0571D-A01E-48B3-AB2D-3D60652FFE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38764" y="24520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7" name="Freeform 15">
            <a:extLst>
              <a:ext uri="{FF2B5EF4-FFF2-40B4-BE49-F238E27FC236}">
                <a16:creationId xmlns:a16="http://schemas.microsoft.com/office/drawing/2014/main" id="{25932FB3-FE3A-479F-AE2B-893A227F54C3}"/>
              </a:ext>
            </a:extLst>
          </p:cNvPr>
          <p:cNvSpPr>
            <a:spLocks/>
          </p:cNvSpPr>
          <p:nvPr/>
        </p:nvSpPr>
        <p:spPr bwMode="auto">
          <a:xfrm>
            <a:off x="2545076" y="2629826"/>
            <a:ext cx="217488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8" name="Freeform 16">
            <a:extLst>
              <a:ext uri="{FF2B5EF4-FFF2-40B4-BE49-F238E27FC236}">
                <a16:creationId xmlns:a16="http://schemas.microsoft.com/office/drawing/2014/main" id="{72CA5174-2143-40D8-8116-CE0025956C13}"/>
              </a:ext>
            </a:extLst>
          </p:cNvPr>
          <p:cNvSpPr>
            <a:spLocks/>
          </p:cNvSpPr>
          <p:nvPr/>
        </p:nvSpPr>
        <p:spPr bwMode="auto">
          <a:xfrm>
            <a:off x="2914965" y="2629825"/>
            <a:ext cx="193675" cy="103188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9" name="Line 17">
            <a:extLst>
              <a:ext uri="{FF2B5EF4-FFF2-40B4-BE49-F238E27FC236}">
                <a16:creationId xmlns:a16="http://schemas.microsoft.com/office/drawing/2014/main" id="{AEF8CEB8-D777-4628-B86B-5448E3C8C61D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7127" y="2891763"/>
            <a:ext cx="207963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0" name="Oval 18">
            <a:extLst>
              <a:ext uri="{FF2B5EF4-FFF2-40B4-BE49-F238E27FC236}">
                <a16:creationId xmlns:a16="http://schemas.microsoft.com/office/drawing/2014/main" id="{1B7A2D22-B652-4A47-8C7D-098F88CCB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6126" y="2701264"/>
            <a:ext cx="65088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1" name="Freeform 19">
            <a:extLst>
              <a:ext uri="{FF2B5EF4-FFF2-40B4-BE49-F238E27FC236}">
                <a16:creationId xmlns:a16="http://schemas.microsoft.com/office/drawing/2014/main" id="{97D423D3-25C0-491D-9464-C34BAD89D916}"/>
              </a:ext>
            </a:extLst>
          </p:cNvPr>
          <p:cNvSpPr>
            <a:spLocks/>
          </p:cNvSpPr>
          <p:nvPr/>
        </p:nvSpPr>
        <p:spPr bwMode="auto">
          <a:xfrm>
            <a:off x="3076890" y="2640939"/>
            <a:ext cx="280987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2" name="Oval 20">
            <a:extLst>
              <a:ext uri="{FF2B5EF4-FFF2-40B4-BE49-F238E27FC236}">
                <a16:creationId xmlns:a16="http://schemas.microsoft.com/office/drawing/2014/main" id="{42280A10-602A-46C2-A7DA-84B4CE9490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7015" y="1780514"/>
            <a:ext cx="65087" cy="58737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3" name="Line 21">
            <a:extLst>
              <a:ext uri="{FF2B5EF4-FFF2-40B4-BE49-F238E27FC236}">
                <a16:creationId xmlns:a16="http://schemas.microsoft.com/office/drawing/2014/main" id="{B294BCCD-E205-4EF7-80D5-090044B5BF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38764" y="18297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4" name="Freeform 22">
            <a:extLst>
              <a:ext uri="{FF2B5EF4-FFF2-40B4-BE49-F238E27FC236}">
                <a16:creationId xmlns:a16="http://schemas.microsoft.com/office/drawing/2014/main" id="{83C07D9C-CD42-4A17-8D4C-4B21DDBB84C3}"/>
              </a:ext>
            </a:extLst>
          </p:cNvPr>
          <p:cNvSpPr>
            <a:spLocks/>
          </p:cNvSpPr>
          <p:nvPr/>
        </p:nvSpPr>
        <p:spPr bwMode="auto">
          <a:xfrm>
            <a:off x="2545076" y="2007526"/>
            <a:ext cx="217488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5" name="Freeform 23">
            <a:extLst>
              <a:ext uri="{FF2B5EF4-FFF2-40B4-BE49-F238E27FC236}">
                <a16:creationId xmlns:a16="http://schemas.microsoft.com/office/drawing/2014/main" id="{4A57C43C-7DDC-485E-9F94-CD6B407234A4}"/>
              </a:ext>
            </a:extLst>
          </p:cNvPr>
          <p:cNvSpPr>
            <a:spLocks/>
          </p:cNvSpPr>
          <p:nvPr/>
        </p:nvSpPr>
        <p:spPr bwMode="auto">
          <a:xfrm>
            <a:off x="2914965" y="2007525"/>
            <a:ext cx="193675" cy="103188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6" name="Line 24">
            <a:extLst>
              <a:ext uri="{FF2B5EF4-FFF2-40B4-BE49-F238E27FC236}">
                <a16:creationId xmlns:a16="http://schemas.microsoft.com/office/drawing/2014/main" id="{F0D418BC-EE51-4ECD-8DCA-49C50C17370B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7127" y="2269463"/>
            <a:ext cx="207963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7" name="Oval 25">
            <a:extLst>
              <a:ext uri="{FF2B5EF4-FFF2-40B4-BE49-F238E27FC236}">
                <a16:creationId xmlns:a16="http://schemas.microsoft.com/office/drawing/2014/main" id="{532D245B-787E-41DD-90AF-B3C4321F5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6126" y="2078964"/>
            <a:ext cx="65088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8" name="Freeform 26">
            <a:extLst>
              <a:ext uri="{FF2B5EF4-FFF2-40B4-BE49-F238E27FC236}">
                <a16:creationId xmlns:a16="http://schemas.microsoft.com/office/drawing/2014/main" id="{982CB1C6-03D8-45D5-A8CC-0A789C9BBBF8}"/>
              </a:ext>
            </a:extLst>
          </p:cNvPr>
          <p:cNvSpPr>
            <a:spLocks/>
          </p:cNvSpPr>
          <p:nvPr/>
        </p:nvSpPr>
        <p:spPr bwMode="auto">
          <a:xfrm>
            <a:off x="3076890" y="2018639"/>
            <a:ext cx="280987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9" name="Oval 27">
            <a:extLst>
              <a:ext uri="{FF2B5EF4-FFF2-40B4-BE49-F238E27FC236}">
                <a16:creationId xmlns:a16="http://schemas.microsoft.com/office/drawing/2014/main" id="{1658B7E4-6A12-4C04-9EE2-F98A2B978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7015" y="3025114"/>
            <a:ext cx="65087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0" name="Line 28">
            <a:extLst>
              <a:ext uri="{FF2B5EF4-FFF2-40B4-BE49-F238E27FC236}">
                <a16:creationId xmlns:a16="http://schemas.microsoft.com/office/drawing/2014/main" id="{71AD4BB6-D499-490E-AD80-CC5D1A96076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38764" y="30743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1" name="Freeform 29">
            <a:extLst>
              <a:ext uri="{FF2B5EF4-FFF2-40B4-BE49-F238E27FC236}">
                <a16:creationId xmlns:a16="http://schemas.microsoft.com/office/drawing/2014/main" id="{33A5A0CB-0D6D-4253-A8D4-33C924C3A64E}"/>
              </a:ext>
            </a:extLst>
          </p:cNvPr>
          <p:cNvSpPr>
            <a:spLocks/>
          </p:cNvSpPr>
          <p:nvPr/>
        </p:nvSpPr>
        <p:spPr bwMode="auto">
          <a:xfrm>
            <a:off x="2545076" y="3252126"/>
            <a:ext cx="217488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2" name="Freeform 30">
            <a:extLst>
              <a:ext uri="{FF2B5EF4-FFF2-40B4-BE49-F238E27FC236}">
                <a16:creationId xmlns:a16="http://schemas.microsoft.com/office/drawing/2014/main" id="{2B2F27CF-77E1-40A0-BE63-775801882B0C}"/>
              </a:ext>
            </a:extLst>
          </p:cNvPr>
          <p:cNvSpPr>
            <a:spLocks/>
          </p:cNvSpPr>
          <p:nvPr/>
        </p:nvSpPr>
        <p:spPr bwMode="auto">
          <a:xfrm>
            <a:off x="2914965" y="3252126"/>
            <a:ext cx="193675" cy="104775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3" name="Line 31">
            <a:extLst>
              <a:ext uri="{FF2B5EF4-FFF2-40B4-BE49-F238E27FC236}">
                <a16:creationId xmlns:a16="http://schemas.microsoft.com/office/drawing/2014/main" id="{6CA2B630-41E1-4296-997F-D94CB5F7062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7127" y="3514063"/>
            <a:ext cx="207963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4" name="Oval 32">
            <a:extLst>
              <a:ext uri="{FF2B5EF4-FFF2-40B4-BE49-F238E27FC236}">
                <a16:creationId xmlns:a16="http://schemas.microsoft.com/office/drawing/2014/main" id="{8C061EA2-28C1-44E9-B9F6-618D6B0C7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6126" y="3325150"/>
            <a:ext cx="65088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5" name="Freeform 33">
            <a:extLst>
              <a:ext uri="{FF2B5EF4-FFF2-40B4-BE49-F238E27FC236}">
                <a16:creationId xmlns:a16="http://schemas.microsoft.com/office/drawing/2014/main" id="{957A2486-DC5E-4C0F-91A5-C72FA5819ECA}"/>
              </a:ext>
            </a:extLst>
          </p:cNvPr>
          <p:cNvSpPr>
            <a:spLocks/>
          </p:cNvSpPr>
          <p:nvPr/>
        </p:nvSpPr>
        <p:spPr bwMode="auto">
          <a:xfrm>
            <a:off x="3076890" y="3264826"/>
            <a:ext cx="280987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6" name="Oval 34">
            <a:extLst>
              <a:ext uri="{FF2B5EF4-FFF2-40B4-BE49-F238E27FC236}">
                <a16:creationId xmlns:a16="http://schemas.microsoft.com/office/drawing/2014/main" id="{523EDFB2-B426-4B77-9BE9-F816008DEB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7015" y="3647414"/>
            <a:ext cx="65087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7" name="Line 35">
            <a:extLst>
              <a:ext uri="{FF2B5EF4-FFF2-40B4-BE49-F238E27FC236}">
                <a16:creationId xmlns:a16="http://schemas.microsoft.com/office/drawing/2014/main" id="{20C9F082-A77C-4764-9D0D-21CE4A4FB3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38764" y="36966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8" name="Freeform 36">
            <a:extLst>
              <a:ext uri="{FF2B5EF4-FFF2-40B4-BE49-F238E27FC236}">
                <a16:creationId xmlns:a16="http://schemas.microsoft.com/office/drawing/2014/main" id="{90B79D24-425C-45FE-8224-E605BC834DF4}"/>
              </a:ext>
            </a:extLst>
          </p:cNvPr>
          <p:cNvSpPr>
            <a:spLocks/>
          </p:cNvSpPr>
          <p:nvPr/>
        </p:nvSpPr>
        <p:spPr bwMode="auto">
          <a:xfrm>
            <a:off x="2545076" y="3874425"/>
            <a:ext cx="217488" cy="260350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9" name="Freeform 37">
            <a:extLst>
              <a:ext uri="{FF2B5EF4-FFF2-40B4-BE49-F238E27FC236}">
                <a16:creationId xmlns:a16="http://schemas.microsoft.com/office/drawing/2014/main" id="{AA2F57E9-DEB4-441F-BF5C-92A03673BC4F}"/>
              </a:ext>
            </a:extLst>
          </p:cNvPr>
          <p:cNvSpPr>
            <a:spLocks/>
          </p:cNvSpPr>
          <p:nvPr/>
        </p:nvSpPr>
        <p:spPr bwMode="auto">
          <a:xfrm>
            <a:off x="2914965" y="3874426"/>
            <a:ext cx="193675" cy="104775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0" name="Line 38">
            <a:extLst>
              <a:ext uri="{FF2B5EF4-FFF2-40B4-BE49-F238E27FC236}">
                <a16:creationId xmlns:a16="http://schemas.microsoft.com/office/drawing/2014/main" id="{A90BCD74-B409-4C7F-9FC6-B0EACC5184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7127" y="4136363"/>
            <a:ext cx="207963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1" name="Oval 39">
            <a:extLst>
              <a:ext uri="{FF2B5EF4-FFF2-40B4-BE49-F238E27FC236}">
                <a16:creationId xmlns:a16="http://schemas.microsoft.com/office/drawing/2014/main" id="{20D6F01C-0C75-4A82-A878-1E159BDA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6126" y="3947450"/>
            <a:ext cx="65088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2" name="Freeform 40">
            <a:extLst>
              <a:ext uri="{FF2B5EF4-FFF2-40B4-BE49-F238E27FC236}">
                <a16:creationId xmlns:a16="http://schemas.microsoft.com/office/drawing/2014/main" id="{B2FC2189-7988-4384-A268-9FCF906444D6}"/>
              </a:ext>
            </a:extLst>
          </p:cNvPr>
          <p:cNvSpPr>
            <a:spLocks/>
          </p:cNvSpPr>
          <p:nvPr/>
        </p:nvSpPr>
        <p:spPr bwMode="auto">
          <a:xfrm>
            <a:off x="3076890" y="3887126"/>
            <a:ext cx="280987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3" name="Freeform 41">
            <a:extLst>
              <a:ext uri="{FF2B5EF4-FFF2-40B4-BE49-F238E27FC236}">
                <a16:creationId xmlns:a16="http://schemas.microsoft.com/office/drawing/2014/main" id="{7B8CA22D-FC36-4D77-B749-B7DD0DB2A025}"/>
              </a:ext>
            </a:extLst>
          </p:cNvPr>
          <p:cNvSpPr>
            <a:spLocks/>
          </p:cNvSpPr>
          <p:nvPr/>
        </p:nvSpPr>
        <p:spPr bwMode="auto">
          <a:xfrm>
            <a:off x="4165914" y="1256639"/>
            <a:ext cx="222250" cy="223837"/>
          </a:xfrm>
          <a:custGeom>
            <a:avLst/>
            <a:gdLst>
              <a:gd name="T0" fmla="*/ 0 w 210"/>
              <a:gd name="T1" fmla="*/ 2147483647 h 234"/>
              <a:gd name="T2" fmla="*/ 2147483647 w 210"/>
              <a:gd name="T3" fmla="*/ 2147483647 h 234"/>
              <a:gd name="T4" fmla="*/ 2147483647 w 210"/>
              <a:gd name="T5" fmla="*/ 0 h 234"/>
              <a:gd name="T6" fmla="*/ 0 60000 65536"/>
              <a:gd name="T7" fmla="*/ 0 60000 65536"/>
              <a:gd name="T8" fmla="*/ 0 60000 65536"/>
              <a:gd name="T9" fmla="*/ 0 w 210"/>
              <a:gd name="T10" fmla="*/ 0 h 234"/>
              <a:gd name="T11" fmla="*/ 210 w 210"/>
              <a:gd name="T12" fmla="*/ 234 h 2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0" h="234">
                <a:moveTo>
                  <a:pt x="0" y="234"/>
                </a:moveTo>
                <a:lnTo>
                  <a:pt x="210" y="234"/>
                </a:lnTo>
                <a:lnTo>
                  <a:pt x="21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4" name="Freeform 42">
            <a:extLst>
              <a:ext uri="{FF2B5EF4-FFF2-40B4-BE49-F238E27FC236}">
                <a16:creationId xmlns:a16="http://schemas.microsoft.com/office/drawing/2014/main" id="{F79A9C6A-0101-4D73-893C-AA900395FBDC}"/>
              </a:ext>
            </a:extLst>
          </p:cNvPr>
          <p:cNvSpPr>
            <a:spLocks/>
          </p:cNvSpPr>
          <p:nvPr/>
        </p:nvSpPr>
        <p:spPr bwMode="auto">
          <a:xfrm flipV="1">
            <a:off x="4165914" y="1607476"/>
            <a:ext cx="227012" cy="2695575"/>
          </a:xfrm>
          <a:custGeom>
            <a:avLst/>
            <a:gdLst>
              <a:gd name="T0" fmla="*/ 0 w 210"/>
              <a:gd name="T1" fmla="*/ 2147483647 h 234"/>
              <a:gd name="T2" fmla="*/ 2147483647 w 210"/>
              <a:gd name="T3" fmla="*/ 2147483647 h 234"/>
              <a:gd name="T4" fmla="*/ 2147483647 w 210"/>
              <a:gd name="T5" fmla="*/ 0 h 234"/>
              <a:gd name="T6" fmla="*/ 0 60000 65536"/>
              <a:gd name="T7" fmla="*/ 0 60000 65536"/>
              <a:gd name="T8" fmla="*/ 0 60000 65536"/>
              <a:gd name="T9" fmla="*/ 0 w 210"/>
              <a:gd name="T10" fmla="*/ 0 h 234"/>
              <a:gd name="T11" fmla="*/ 210 w 210"/>
              <a:gd name="T12" fmla="*/ 234 h 2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0" h="234">
                <a:moveTo>
                  <a:pt x="0" y="234"/>
                </a:moveTo>
                <a:lnTo>
                  <a:pt x="210" y="234"/>
                </a:lnTo>
                <a:lnTo>
                  <a:pt x="21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5" name="Freeform 43">
            <a:extLst>
              <a:ext uri="{FF2B5EF4-FFF2-40B4-BE49-F238E27FC236}">
                <a16:creationId xmlns:a16="http://schemas.microsoft.com/office/drawing/2014/main" id="{6F559D4F-7FF7-4253-A236-28FC13EC3E22}"/>
              </a:ext>
            </a:extLst>
          </p:cNvPr>
          <p:cNvSpPr>
            <a:spLocks/>
          </p:cNvSpPr>
          <p:nvPr/>
        </p:nvSpPr>
        <p:spPr bwMode="auto">
          <a:xfrm>
            <a:off x="3891276" y="1242350"/>
            <a:ext cx="184150" cy="304800"/>
          </a:xfrm>
          <a:custGeom>
            <a:avLst/>
            <a:gdLst>
              <a:gd name="T0" fmla="*/ 2147483647 w 165"/>
              <a:gd name="T1" fmla="*/ 2147483647 h 318"/>
              <a:gd name="T2" fmla="*/ 0 w 165"/>
              <a:gd name="T3" fmla="*/ 2147483647 h 318"/>
              <a:gd name="T4" fmla="*/ 0 w 165"/>
              <a:gd name="T5" fmla="*/ 0 h 318"/>
              <a:gd name="T6" fmla="*/ 0 60000 65536"/>
              <a:gd name="T7" fmla="*/ 0 60000 65536"/>
              <a:gd name="T8" fmla="*/ 0 60000 65536"/>
              <a:gd name="T9" fmla="*/ 0 w 165"/>
              <a:gd name="T10" fmla="*/ 0 h 318"/>
              <a:gd name="T11" fmla="*/ 165 w 165"/>
              <a:gd name="T12" fmla="*/ 318 h 31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5" h="318">
                <a:moveTo>
                  <a:pt x="165" y="318"/>
                </a:moveTo>
                <a:lnTo>
                  <a:pt x="0" y="318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6" name="Oval 44">
            <a:extLst>
              <a:ext uri="{FF2B5EF4-FFF2-40B4-BE49-F238E27FC236}">
                <a16:creationId xmlns:a16="http://schemas.microsoft.com/office/drawing/2014/main" id="{EA49F5F1-FC77-49A3-A8FF-E50F56056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127" y="2402814"/>
            <a:ext cx="66675" cy="58737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7" name="Line 45">
            <a:extLst>
              <a:ext uri="{FF2B5EF4-FFF2-40B4-BE49-F238E27FC236}">
                <a16:creationId xmlns:a16="http://schemas.microsoft.com/office/drawing/2014/main" id="{99331C55-3CD4-457C-9CDE-B199DBAD2F9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65876" y="24520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8" name="Freeform 46">
            <a:extLst>
              <a:ext uri="{FF2B5EF4-FFF2-40B4-BE49-F238E27FC236}">
                <a16:creationId xmlns:a16="http://schemas.microsoft.com/office/drawing/2014/main" id="{5324F95D-0303-4AFE-A283-8109124A6E12}"/>
              </a:ext>
            </a:extLst>
          </p:cNvPr>
          <p:cNvSpPr>
            <a:spLocks/>
          </p:cNvSpPr>
          <p:nvPr/>
        </p:nvSpPr>
        <p:spPr bwMode="auto">
          <a:xfrm>
            <a:off x="3573776" y="2629826"/>
            <a:ext cx="215900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9" name="Freeform 47">
            <a:extLst>
              <a:ext uri="{FF2B5EF4-FFF2-40B4-BE49-F238E27FC236}">
                <a16:creationId xmlns:a16="http://schemas.microsoft.com/office/drawing/2014/main" id="{7DF6D9E0-CD5D-43D5-BF28-4E9B66EEDFEC}"/>
              </a:ext>
            </a:extLst>
          </p:cNvPr>
          <p:cNvSpPr>
            <a:spLocks/>
          </p:cNvSpPr>
          <p:nvPr/>
        </p:nvSpPr>
        <p:spPr bwMode="auto">
          <a:xfrm>
            <a:off x="3943665" y="2629825"/>
            <a:ext cx="192087" cy="103188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0" name="Line 48">
            <a:extLst>
              <a:ext uri="{FF2B5EF4-FFF2-40B4-BE49-F238E27FC236}">
                <a16:creationId xmlns:a16="http://schemas.microsoft.com/office/drawing/2014/main" id="{1CC44BDA-A4B0-4C47-9F81-1C8A84CD6E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464240" y="2891763"/>
            <a:ext cx="211137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1" name="Oval 49">
            <a:extLst>
              <a:ext uri="{FF2B5EF4-FFF2-40B4-BE49-F238E27FC236}">
                <a16:creationId xmlns:a16="http://schemas.microsoft.com/office/drawing/2014/main" id="{98541C40-93BE-4223-97A3-A32D3DDF9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3240" y="2701264"/>
            <a:ext cx="65087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2" name="Freeform 50">
            <a:extLst>
              <a:ext uri="{FF2B5EF4-FFF2-40B4-BE49-F238E27FC236}">
                <a16:creationId xmlns:a16="http://schemas.microsoft.com/office/drawing/2014/main" id="{6451CC4F-0D53-4F96-9AA7-77BD3FE94108}"/>
              </a:ext>
            </a:extLst>
          </p:cNvPr>
          <p:cNvSpPr>
            <a:spLocks/>
          </p:cNvSpPr>
          <p:nvPr/>
        </p:nvSpPr>
        <p:spPr bwMode="auto">
          <a:xfrm>
            <a:off x="4104001" y="2640939"/>
            <a:ext cx="280988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3" name="Oval 51">
            <a:extLst>
              <a:ext uri="{FF2B5EF4-FFF2-40B4-BE49-F238E27FC236}">
                <a16:creationId xmlns:a16="http://schemas.microsoft.com/office/drawing/2014/main" id="{61403156-3B0D-41F5-B951-5BB09B214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127" y="1780514"/>
            <a:ext cx="66675" cy="58737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4" name="Line 52">
            <a:extLst>
              <a:ext uri="{FF2B5EF4-FFF2-40B4-BE49-F238E27FC236}">
                <a16:creationId xmlns:a16="http://schemas.microsoft.com/office/drawing/2014/main" id="{C5EDEE4C-540F-42D3-9B0E-349C649D19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65876" y="18297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5" name="Freeform 53">
            <a:extLst>
              <a:ext uri="{FF2B5EF4-FFF2-40B4-BE49-F238E27FC236}">
                <a16:creationId xmlns:a16="http://schemas.microsoft.com/office/drawing/2014/main" id="{5A1F8D60-F963-4F5F-B9C4-70651872A844}"/>
              </a:ext>
            </a:extLst>
          </p:cNvPr>
          <p:cNvSpPr>
            <a:spLocks/>
          </p:cNvSpPr>
          <p:nvPr/>
        </p:nvSpPr>
        <p:spPr bwMode="auto">
          <a:xfrm>
            <a:off x="3573776" y="2007526"/>
            <a:ext cx="215900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6" name="Freeform 54">
            <a:extLst>
              <a:ext uri="{FF2B5EF4-FFF2-40B4-BE49-F238E27FC236}">
                <a16:creationId xmlns:a16="http://schemas.microsoft.com/office/drawing/2014/main" id="{777F7A4D-2C38-40E8-9F43-9F8B78674233}"/>
              </a:ext>
            </a:extLst>
          </p:cNvPr>
          <p:cNvSpPr>
            <a:spLocks/>
          </p:cNvSpPr>
          <p:nvPr/>
        </p:nvSpPr>
        <p:spPr bwMode="auto">
          <a:xfrm>
            <a:off x="3943665" y="2007525"/>
            <a:ext cx="192087" cy="103188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7" name="Line 55">
            <a:extLst>
              <a:ext uri="{FF2B5EF4-FFF2-40B4-BE49-F238E27FC236}">
                <a16:creationId xmlns:a16="http://schemas.microsoft.com/office/drawing/2014/main" id="{27D6D3F3-1D60-4E3A-A648-48FA3F4C4904}"/>
              </a:ext>
            </a:extLst>
          </p:cNvPr>
          <p:cNvSpPr>
            <a:spLocks noChangeShapeType="1"/>
          </p:cNvSpPr>
          <p:nvPr/>
        </p:nvSpPr>
        <p:spPr bwMode="auto">
          <a:xfrm>
            <a:off x="3464240" y="2269463"/>
            <a:ext cx="211137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8" name="Oval 56">
            <a:extLst>
              <a:ext uri="{FF2B5EF4-FFF2-40B4-BE49-F238E27FC236}">
                <a16:creationId xmlns:a16="http://schemas.microsoft.com/office/drawing/2014/main" id="{55086B9F-DE40-4C06-B953-87E1F480C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3240" y="2078964"/>
            <a:ext cx="65087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9" name="Freeform 57">
            <a:extLst>
              <a:ext uri="{FF2B5EF4-FFF2-40B4-BE49-F238E27FC236}">
                <a16:creationId xmlns:a16="http://schemas.microsoft.com/office/drawing/2014/main" id="{8BFD597B-2532-45CA-A003-43CB37FB0A85}"/>
              </a:ext>
            </a:extLst>
          </p:cNvPr>
          <p:cNvSpPr>
            <a:spLocks/>
          </p:cNvSpPr>
          <p:nvPr/>
        </p:nvSpPr>
        <p:spPr bwMode="auto">
          <a:xfrm>
            <a:off x="4104001" y="2018639"/>
            <a:ext cx="280988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0" name="Oval 58">
            <a:extLst>
              <a:ext uri="{FF2B5EF4-FFF2-40B4-BE49-F238E27FC236}">
                <a16:creationId xmlns:a16="http://schemas.microsoft.com/office/drawing/2014/main" id="{CDCF8240-7A81-47CB-92E1-FE2365B7E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127" y="3025114"/>
            <a:ext cx="66675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1" name="Line 59">
            <a:extLst>
              <a:ext uri="{FF2B5EF4-FFF2-40B4-BE49-F238E27FC236}">
                <a16:creationId xmlns:a16="http://schemas.microsoft.com/office/drawing/2014/main" id="{C57CB4C7-6835-4355-B45D-00847BE7E3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65876" y="30743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2" name="Freeform 60">
            <a:extLst>
              <a:ext uri="{FF2B5EF4-FFF2-40B4-BE49-F238E27FC236}">
                <a16:creationId xmlns:a16="http://schemas.microsoft.com/office/drawing/2014/main" id="{D2B312FF-7C2B-4069-B858-1A658B7A9904}"/>
              </a:ext>
            </a:extLst>
          </p:cNvPr>
          <p:cNvSpPr>
            <a:spLocks/>
          </p:cNvSpPr>
          <p:nvPr/>
        </p:nvSpPr>
        <p:spPr bwMode="auto">
          <a:xfrm>
            <a:off x="3573776" y="3252126"/>
            <a:ext cx="215900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3" name="Freeform 61">
            <a:extLst>
              <a:ext uri="{FF2B5EF4-FFF2-40B4-BE49-F238E27FC236}">
                <a16:creationId xmlns:a16="http://schemas.microsoft.com/office/drawing/2014/main" id="{805BAB28-CC2C-4C48-B9C6-7B1E9785F4E2}"/>
              </a:ext>
            </a:extLst>
          </p:cNvPr>
          <p:cNvSpPr>
            <a:spLocks/>
          </p:cNvSpPr>
          <p:nvPr/>
        </p:nvSpPr>
        <p:spPr bwMode="auto">
          <a:xfrm>
            <a:off x="3943665" y="3252126"/>
            <a:ext cx="192087" cy="104775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4" name="Line 62">
            <a:extLst>
              <a:ext uri="{FF2B5EF4-FFF2-40B4-BE49-F238E27FC236}">
                <a16:creationId xmlns:a16="http://schemas.microsoft.com/office/drawing/2014/main" id="{5345E407-B49D-4C45-B5BA-32E1937F2F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64240" y="3514063"/>
            <a:ext cx="211137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5" name="Oval 63">
            <a:extLst>
              <a:ext uri="{FF2B5EF4-FFF2-40B4-BE49-F238E27FC236}">
                <a16:creationId xmlns:a16="http://schemas.microsoft.com/office/drawing/2014/main" id="{2B6166BB-4755-412B-B856-18E8988C3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3240" y="3325150"/>
            <a:ext cx="65087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6" name="Freeform 64">
            <a:extLst>
              <a:ext uri="{FF2B5EF4-FFF2-40B4-BE49-F238E27FC236}">
                <a16:creationId xmlns:a16="http://schemas.microsoft.com/office/drawing/2014/main" id="{4A488614-0F22-465B-B49A-78949342CD6A}"/>
              </a:ext>
            </a:extLst>
          </p:cNvPr>
          <p:cNvSpPr>
            <a:spLocks/>
          </p:cNvSpPr>
          <p:nvPr/>
        </p:nvSpPr>
        <p:spPr bwMode="auto">
          <a:xfrm>
            <a:off x="4104001" y="3264826"/>
            <a:ext cx="280988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7" name="Oval 65">
            <a:extLst>
              <a:ext uri="{FF2B5EF4-FFF2-40B4-BE49-F238E27FC236}">
                <a16:creationId xmlns:a16="http://schemas.microsoft.com/office/drawing/2014/main" id="{1E3DCCC8-ED62-42B7-A627-A35B9DF00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127" y="3647414"/>
            <a:ext cx="66675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8" name="Line 66">
            <a:extLst>
              <a:ext uri="{FF2B5EF4-FFF2-40B4-BE49-F238E27FC236}">
                <a16:creationId xmlns:a16="http://schemas.microsoft.com/office/drawing/2014/main" id="{E3BE516A-1F79-4D01-8CDF-7FE98F2DEF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65876" y="36966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9" name="Freeform 67">
            <a:extLst>
              <a:ext uri="{FF2B5EF4-FFF2-40B4-BE49-F238E27FC236}">
                <a16:creationId xmlns:a16="http://schemas.microsoft.com/office/drawing/2014/main" id="{3D546BF0-371D-4BCA-B903-6C77A929AD14}"/>
              </a:ext>
            </a:extLst>
          </p:cNvPr>
          <p:cNvSpPr>
            <a:spLocks/>
          </p:cNvSpPr>
          <p:nvPr/>
        </p:nvSpPr>
        <p:spPr bwMode="auto">
          <a:xfrm>
            <a:off x="3573776" y="3874425"/>
            <a:ext cx="215900" cy="260350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0" name="Freeform 68">
            <a:extLst>
              <a:ext uri="{FF2B5EF4-FFF2-40B4-BE49-F238E27FC236}">
                <a16:creationId xmlns:a16="http://schemas.microsoft.com/office/drawing/2014/main" id="{09080BE4-7B21-4A34-90E8-394359106D21}"/>
              </a:ext>
            </a:extLst>
          </p:cNvPr>
          <p:cNvSpPr>
            <a:spLocks/>
          </p:cNvSpPr>
          <p:nvPr/>
        </p:nvSpPr>
        <p:spPr bwMode="auto">
          <a:xfrm>
            <a:off x="3943665" y="3874426"/>
            <a:ext cx="192087" cy="104775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1" name="Line 69">
            <a:extLst>
              <a:ext uri="{FF2B5EF4-FFF2-40B4-BE49-F238E27FC236}">
                <a16:creationId xmlns:a16="http://schemas.microsoft.com/office/drawing/2014/main" id="{BC1A7B6F-0991-464D-B4BF-27F6972D4E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64240" y="4136363"/>
            <a:ext cx="211137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2" name="Oval 70">
            <a:extLst>
              <a:ext uri="{FF2B5EF4-FFF2-40B4-BE49-F238E27FC236}">
                <a16:creationId xmlns:a16="http://schemas.microsoft.com/office/drawing/2014/main" id="{2CC248BA-9D99-45E7-877E-F5E678F33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3240" y="3947450"/>
            <a:ext cx="65087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3" name="Freeform 71">
            <a:extLst>
              <a:ext uri="{FF2B5EF4-FFF2-40B4-BE49-F238E27FC236}">
                <a16:creationId xmlns:a16="http://schemas.microsoft.com/office/drawing/2014/main" id="{2F20D548-4996-48A1-9830-FBCB58D6A771}"/>
              </a:ext>
            </a:extLst>
          </p:cNvPr>
          <p:cNvSpPr>
            <a:spLocks/>
          </p:cNvSpPr>
          <p:nvPr/>
        </p:nvSpPr>
        <p:spPr bwMode="auto">
          <a:xfrm>
            <a:off x="4104001" y="3887126"/>
            <a:ext cx="280988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4" name="Freeform 72">
            <a:extLst>
              <a:ext uri="{FF2B5EF4-FFF2-40B4-BE49-F238E27FC236}">
                <a16:creationId xmlns:a16="http://schemas.microsoft.com/office/drawing/2014/main" id="{09B290B2-1F3B-46A0-B945-D0BEE5695B46}"/>
              </a:ext>
            </a:extLst>
          </p:cNvPr>
          <p:cNvSpPr>
            <a:spLocks/>
          </p:cNvSpPr>
          <p:nvPr/>
        </p:nvSpPr>
        <p:spPr bwMode="auto">
          <a:xfrm>
            <a:off x="5191439" y="1256639"/>
            <a:ext cx="222250" cy="223837"/>
          </a:xfrm>
          <a:custGeom>
            <a:avLst/>
            <a:gdLst>
              <a:gd name="T0" fmla="*/ 0 w 210"/>
              <a:gd name="T1" fmla="*/ 2147483647 h 234"/>
              <a:gd name="T2" fmla="*/ 2147483647 w 210"/>
              <a:gd name="T3" fmla="*/ 2147483647 h 234"/>
              <a:gd name="T4" fmla="*/ 2147483647 w 210"/>
              <a:gd name="T5" fmla="*/ 0 h 234"/>
              <a:gd name="T6" fmla="*/ 0 60000 65536"/>
              <a:gd name="T7" fmla="*/ 0 60000 65536"/>
              <a:gd name="T8" fmla="*/ 0 60000 65536"/>
              <a:gd name="T9" fmla="*/ 0 w 210"/>
              <a:gd name="T10" fmla="*/ 0 h 234"/>
              <a:gd name="T11" fmla="*/ 210 w 210"/>
              <a:gd name="T12" fmla="*/ 234 h 2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0" h="234">
                <a:moveTo>
                  <a:pt x="0" y="234"/>
                </a:moveTo>
                <a:lnTo>
                  <a:pt x="210" y="234"/>
                </a:lnTo>
                <a:lnTo>
                  <a:pt x="21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5" name="Freeform 73">
            <a:extLst>
              <a:ext uri="{FF2B5EF4-FFF2-40B4-BE49-F238E27FC236}">
                <a16:creationId xmlns:a16="http://schemas.microsoft.com/office/drawing/2014/main" id="{5F46F603-DC87-4FC7-BC07-308E7A99DD42}"/>
              </a:ext>
            </a:extLst>
          </p:cNvPr>
          <p:cNvSpPr>
            <a:spLocks/>
          </p:cNvSpPr>
          <p:nvPr/>
        </p:nvSpPr>
        <p:spPr bwMode="auto">
          <a:xfrm flipV="1">
            <a:off x="5191440" y="1607475"/>
            <a:ext cx="219075" cy="2711449"/>
          </a:xfrm>
          <a:custGeom>
            <a:avLst/>
            <a:gdLst>
              <a:gd name="T0" fmla="*/ 0 w 210"/>
              <a:gd name="T1" fmla="*/ 2147483647 h 234"/>
              <a:gd name="T2" fmla="*/ 2147483647 w 210"/>
              <a:gd name="T3" fmla="*/ 2147483647 h 234"/>
              <a:gd name="T4" fmla="*/ 2147483647 w 210"/>
              <a:gd name="T5" fmla="*/ 0 h 234"/>
              <a:gd name="T6" fmla="*/ 0 60000 65536"/>
              <a:gd name="T7" fmla="*/ 0 60000 65536"/>
              <a:gd name="T8" fmla="*/ 0 60000 65536"/>
              <a:gd name="T9" fmla="*/ 0 w 210"/>
              <a:gd name="T10" fmla="*/ 0 h 234"/>
              <a:gd name="T11" fmla="*/ 210 w 210"/>
              <a:gd name="T12" fmla="*/ 234 h 2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0" h="234">
                <a:moveTo>
                  <a:pt x="0" y="234"/>
                </a:moveTo>
                <a:lnTo>
                  <a:pt x="210" y="234"/>
                </a:lnTo>
                <a:lnTo>
                  <a:pt x="21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6" name="Freeform 74">
            <a:extLst>
              <a:ext uri="{FF2B5EF4-FFF2-40B4-BE49-F238E27FC236}">
                <a16:creationId xmlns:a16="http://schemas.microsoft.com/office/drawing/2014/main" id="{9BA8AC98-16C4-4B53-B6B5-0F582CCCF0C3}"/>
              </a:ext>
            </a:extLst>
          </p:cNvPr>
          <p:cNvSpPr>
            <a:spLocks/>
          </p:cNvSpPr>
          <p:nvPr/>
        </p:nvSpPr>
        <p:spPr bwMode="auto">
          <a:xfrm>
            <a:off x="4916801" y="1242350"/>
            <a:ext cx="185738" cy="304800"/>
          </a:xfrm>
          <a:custGeom>
            <a:avLst/>
            <a:gdLst>
              <a:gd name="T0" fmla="*/ 2147483647 w 165"/>
              <a:gd name="T1" fmla="*/ 2147483647 h 318"/>
              <a:gd name="T2" fmla="*/ 0 w 165"/>
              <a:gd name="T3" fmla="*/ 2147483647 h 318"/>
              <a:gd name="T4" fmla="*/ 0 w 165"/>
              <a:gd name="T5" fmla="*/ 0 h 318"/>
              <a:gd name="T6" fmla="*/ 0 60000 65536"/>
              <a:gd name="T7" fmla="*/ 0 60000 65536"/>
              <a:gd name="T8" fmla="*/ 0 60000 65536"/>
              <a:gd name="T9" fmla="*/ 0 w 165"/>
              <a:gd name="T10" fmla="*/ 0 h 318"/>
              <a:gd name="T11" fmla="*/ 165 w 165"/>
              <a:gd name="T12" fmla="*/ 318 h 31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5" h="318">
                <a:moveTo>
                  <a:pt x="165" y="318"/>
                </a:moveTo>
                <a:lnTo>
                  <a:pt x="0" y="318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7" name="Oval 75">
            <a:extLst>
              <a:ext uri="{FF2B5EF4-FFF2-40B4-BE49-F238E27FC236}">
                <a16:creationId xmlns:a16="http://schemas.microsoft.com/office/drawing/2014/main" id="{13A5C5BF-F57B-4AA7-B8D4-88C757CE2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240" y="2402814"/>
            <a:ext cx="65087" cy="58737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8" name="Line 76">
            <a:extLst>
              <a:ext uri="{FF2B5EF4-FFF2-40B4-BE49-F238E27FC236}">
                <a16:creationId xmlns:a16="http://schemas.microsoft.com/office/drawing/2014/main" id="{E56F61A6-D5D2-4BA4-B8A4-5210B43A1A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92989" y="24520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9" name="Freeform 77">
            <a:extLst>
              <a:ext uri="{FF2B5EF4-FFF2-40B4-BE49-F238E27FC236}">
                <a16:creationId xmlns:a16="http://schemas.microsoft.com/office/drawing/2014/main" id="{153CEEA0-BFC5-4990-B3ED-6E009EB76568}"/>
              </a:ext>
            </a:extLst>
          </p:cNvPr>
          <p:cNvSpPr>
            <a:spLocks/>
          </p:cNvSpPr>
          <p:nvPr/>
        </p:nvSpPr>
        <p:spPr bwMode="auto">
          <a:xfrm>
            <a:off x="4599301" y="2629826"/>
            <a:ext cx="217488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0" name="Freeform 78">
            <a:extLst>
              <a:ext uri="{FF2B5EF4-FFF2-40B4-BE49-F238E27FC236}">
                <a16:creationId xmlns:a16="http://schemas.microsoft.com/office/drawing/2014/main" id="{823B9C12-317E-40D4-8F03-76D3EDB328F2}"/>
              </a:ext>
            </a:extLst>
          </p:cNvPr>
          <p:cNvSpPr>
            <a:spLocks/>
          </p:cNvSpPr>
          <p:nvPr/>
        </p:nvSpPr>
        <p:spPr bwMode="auto">
          <a:xfrm>
            <a:off x="4969190" y="2629825"/>
            <a:ext cx="193675" cy="103188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1" name="Line 79">
            <a:extLst>
              <a:ext uri="{FF2B5EF4-FFF2-40B4-BE49-F238E27FC236}">
                <a16:creationId xmlns:a16="http://schemas.microsoft.com/office/drawing/2014/main" id="{1EED2093-49C9-464A-9130-44FEFD7D37C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89764" y="2891763"/>
            <a:ext cx="209550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2" name="Oval 80">
            <a:extLst>
              <a:ext uri="{FF2B5EF4-FFF2-40B4-BE49-F238E27FC236}">
                <a16:creationId xmlns:a16="http://schemas.microsoft.com/office/drawing/2014/main" id="{313ADD5B-467A-4437-BFDD-B262612A2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8765" y="2701264"/>
            <a:ext cx="66675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3" name="Freeform 81">
            <a:extLst>
              <a:ext uri="{FF2B5EF4-FFF2-40B4-BE49-F238E27FC236}">
                <a16:creationId xmlns:a16="http://schemas.microsoft.com/office/drawing/2014/main" id="{BBFC7364-5BFB-4F8B-9A5B-829723F219B3}"/>
              </a:ext>
            </a:extLst>
          </p:cNvPr>
          <p:cNvSpPr>
            <a:spLocks/>
          </p:cNvSpPr>
          <p:nvPr/>
        </p:nvSpPr>
        <p:spPr bwMode="auto">
          <a:xfrm>
            <a:off x="5131114" y="2640939"/>
            <a:ext cx="279400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4" name="Oval 82">
            <a:extLst>
              <a:ext uri="{FF2B5EF4-FFF2-40B4-BE49-F238E27FC236}">
                <a16:creationId xmlns:a16="http://schemas.microsoft.com/office/drawing/2014/main" id="{8C03B16F-FB87-42B0-AB26-C823F395E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240" y="1780514"/>
            <a:ext cx="65087" cy="58737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5" name="Line 83">
            <a:extLst>
              <a:ext uri="{FF2B5EF4-FFF2-40B4-BE49-F238E27FC236}">
                <a16:creationId xmlns:a16="http://schemas.microsoft.com/office/drawing/2014/main" id="{0890CC34-5A5C-44ED-BBAC-79AC44420A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92989" y="18297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6" name="Freeform 84">
            <a:extLst>
              <a:ext uri="{FF2B5EF4-FFF2-40B4-BE49-F238E27FC236}">
                <a16:creationId xmlns:a16="http://schemas.microsoft.com/office/drawing/2014/main" id="{35621AE0-DE47-4773-A4DD-3C8F47EC428C}"/>
              </a:ext>
            </a:extLst>
          </p:cNvPr>
          <p:cNvSpPr>
            <a:spLocks/>
          </p:cNvSpPr>
          <p:nvPr/>
        </p:nvSpPr>
        <p:spPr bwMode="auto">
          <a:xfrm>
            <a:off x="4599301" y="2007526"/>
            <a:ext cx="217488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7" name="Freeform 85">
            <a:extLst>
              <a:ext uri="{FF2B5EF4-FFF2-40B4-BE49-F238E27FC236}">
                <a16:creationId xmlns:a16="http://schemas.microsoft.com/office/drawing/2014/main" id="{533BB93C-0FC9-4B02-B603-739F52AD48C3}"/>
              </a:ext>
            </a:extLst>
          </p:cNvPr>
          <p:cNvSpPr>
            <a:spLocks/>
          </p:cNvSpPr>
          <p:nvPr/>
        </p:nvSpPr>
        <p:spPr bwMode="auto">
          <a:xfrm>
            <a:off x="4969190" y="2007525"/>
            <a:ext cx="193675" cy="103188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8" name="Line 86">
            <a:extLst>
              <a:ext uri="{FF2B5EF4-FFF2-40B4-BE49-F238E27FC236}">
                <a16:creationId xmlns:a16="http://schemas.microsoft.com/office/drawing/2014/main" id="{1A891460-9F50-4FD9-9CBE-DEBAEABD417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89764" y="2269463"/>
            <a:ext cx="209550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9" name="Oval 87">
            <a:extLst>
              <a:ext uri="{FF2B5EF4-FFF2-40B4-BE49-F238E27FC236}">
                <a16:creationId xmlns:a16="http://schemas.microsoft.com/office/drawing/2014/main" id="{00DB27B5-CF7A-4AA1-B7F8-4E2738423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8765" y="2078964"/>
            <a:ext cx="66675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0" name="Freeform 88">
            <a:extLst>
              <a:ext uri="{FF2B5EF4-FFF2-40B4-BE49-F238E27FC236}">
                <a16:creationId xmlns:a16="http://schemas.microsoft.com/office/drawing/2014/main" id="{0B81570F-FC2C-4E35-92AC-101C71A8797D}"/>
              </a:ext>
            </a:extLst>
          </p:cNvPr>
          <p:cNvSpPr>
            <a:spLocks/>
          </p:cNvSpPr>
          <p:nvPr/>
        </p:nvSpPr>
        <p:spPr bwMode="auto">
          <a:xfrm>
            <a:off x="5131114" y="2018639"/>
            <a:ext cx="279400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1" name="Oval 89">
            <a:extLst>
              <a:ext uri="{FF2B5EF4-FFF2-40B4-BE49-F238E27FC236}">
                <a16:creationId xmlns:a16="http://schemas.microsoft.com/office/drawing/2014/main" id="{E5CD64BD-9518-46B3-8203-41E00AEEA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240" y="3025114"/>
            <a:ext cx="65087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2" name="Line 90">
            <a:extLst>
              <a:ext uri="{FF2B5EF4-FFF2-40B4-BE49-F238E27FC236}">
                <a16:creationId xmlns:a16="http://schemas.microsoft.com/office/drawing/2014/main" id="{5F787130-66A3-4884-B3D7-606A683D44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92989" y="30743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3" name="Freeform 91">
            <a:extLst>
              <a:ext uri="{FF2B5EF4-FFF2-40B4-BE49-F238E27FC236}">
                <a16:creationId xmlns:a16="http://schemas.microsoft.com/office/drawing/2014/main" id="{F30A8496-DFC2-45A0-BC0B-2A566D0A93D3}"/>
              </a:ext>
            </a:extLst>
          </p:cNvPr>
          <p:cNvSpPr>
            <a:spLocks/>
          </p:cNvSpPr>
          <p:nvPr/>
        </p:nvSpPr>
        <p:spPr bwMode="auto">
          <a:xfrm>
            <a:off x="4599301" y="3252126"/>
            <a:ext cx="217488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4" name="Freeform 92">
            <a:extLst>
              <a:ext uri="{FF2B5EF4-FFF2-40B4-BE49-F238E27FC236}">
                <a16:creationId xmlns:a16="http://schemas.microsoft.com/office/drawing/2014/main" id="{FD844466-8764-4ECC-BE8E-14C3A091C765}"/>
              </a:ext>
            </a:extLst>
          </p:cNvPr>
          <p:cNvSpPr>
            <a:spLocks/>
          </p:cNvSpPr>
          <p:nvPr/>
        </p:nvSpPr>
        <p:spPr bwMode="auto">
          <a:xfrm>
            <a:off x="4969190" y="3252126"/>
            <a:ext cx="193675" cy="104775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5" name="Line 93">
            <a:extLst>
              <a:ext uri="{FF2B5EF4-FFF2-40B4-BE49-F238E27FC236}">
                <a16:creationId xmlns:a16="http://schemas.microsoft.com/office/drawing/2014/main" id="{85EDF307-CF57-49AF-B374-241E0D341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4489764" y="3514063"/>
            <a:ext cx="209550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6" name="Oval 94">
            <a:extLst>
              <a:ext uri="{FF2B5EF4-FFF2-40B4-BE49-F238E27FC236}">
                <a16:creationId xmlns:a16="http://schemas.microsoft.com/office/drawing/2014/main" id="{21BFC9CD-5CC3-4341-864F-376A2BDC83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8765" y="3325150"/>
            <a:ext cx="66675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7" name="Freeform 95">
            <a:extLst>
              <a:ext uri="{FF2B5EF4-FFF2-40B4-BE49-F238E27FC236}">
                <a16:creationId xmlns:a16="http://schemas.microsoft.com/office/drawing/2014/main" id="{9C946E72-4DC8-41E7-BD5D-ADB7598480AF}"/>
              </a:ext>
            </a:extLst>
          </p:cNvPr>
          <p:cNvSpPr>
            <a:spLocks/>
          </p:cNvSpPr>
          <p:nvPr/>
        </p:nvSpPr>
        <p:spPr bwMode="auto">
          <a:xfrm>
            <a:off x="5131114" y="3264826"/>
            <a:ext cx="279400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8" name="Oval 96">
            <a:extLst>
              <a:ext uri="{FF2B5EF4-FFF2-40B4-BE49-F238E27FC236}">
                <a16:creationId xmlns:a16="http://schemas.microsoft.com/office/drawing/2014/main" id="{56F4028F-03F4-401E-BA1A-329F556E3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240" y="3647414"/>
            <a:ext cx="65087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9" name="Line 97">
            <a:extLst>
              <a:ext uri="{FF2B5EF4-FFF2-40B4-BE49-F238E27FC236}">
                <a16:creationId xmlns:a16="http://schemas.microsoft.com/office/drawing/2014/main" id="{3CC3FA48-D2C5-460A-9139-BA53D30A10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92989" y="36966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0" name="Freeform 98">
            <a:extLst>
              <a:ext uri="{FF2B5EF4-FFF2-40B4-BE49-F238E27FC236}">
                <a16:creationId xmlns:a16="http://schemas.microsoft.com/office/drawing/2014/main" id="{7FF9C61E-D035-4B2F-8C57-92A6CC4266E1}"/>
              </a:ext>
            </a:extLst>
          </p:cNvPr>
          <p:cNvSpPr>
            <a:spLocks/>
          </p:cNvSpPr>
          <p:nvPr/>
        </p:nvSpPr>
        <p:spPr bwMode="auto">
          <a:xfrm>
            <a:off x="4599301" y="3874425"/>
            <a:ext cx="217488" cy="260350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1" name="Freeform 99">
            <a:extLst>
              <a:ext uri="{FF2B5EF4-FFF2-40B4-BE49-F238E27FC236}">
                <a16:creationId xmlns:a16="http://schemas.microsoft.com/office/drawing/2014/main" id="{3D7DEC45-39A0-4FB6-8F95-795FE7D17A77}"/>
              </a:ext>
            </a:extLst>
          </p:cNvPr>
          <p:cNvSpPr>
            <a:spLocks/>
          </p:cNvSpPr>
          <p:nvPr/>
        </p:nvSpPr>
        <p:spPr bwMode="auto">
          <a:xfrm>
            <a:off x="4969190" y="3874426"/>
            <a:ext cx="193675" cy="104775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2" name="Line 100">
            <a:extLst>
              <a:ext uri="{FF2B5EF4-FFF2-40B4-BE49-F238E27FC236}">
                <a16:creationId xmlns:a16="http://schemas.microsoft.com/office/drawing/2014/main" id="{F10AF49C-9604-4B67-A787-0A82C4F2325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89764" y="4136363"/>
            <a:ext cx="209550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3" name="Oval 101">
            <a:extLst>
              <a:ext uri="{FF2B5EF4-FFF2-40B4-BE49-F238E27FC236}">
                <a16:creationId xmlns:a16="http://schemas.microsoft.com/office/drawing/2014/main" id="{5D7913B8-BAE2-47D7-B844-D374CE4D1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8765" y="3947450"/>
            <a:ext cx="66675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4" name="Freeform 102">
            <a:extLst>
              <a:ext uri="{FF2B5EF4-FFF2-40B4-BE49-F238E27FC236}">
                <a16:creationId xmlns:a16="http://schemas.microsoft.com/office/drawing/2014/main" id="{23F40B82-4C0B-4666-AC19-7B7A04648156}"/>
              </a:ext>
            </a:extLst>
          </p:cNvPr>
          <p:cNvSpPr>
            <a:spLocks/>
          </p:cNvSpPr>
          <p:nvPr/>
        </p:nvSpPr>
        <p:spPr bwMode="auto">
          <a:xfrm>
            <a:off x="5131114" y="3887126"/>
            <a:ext cx="279400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5" name="Freeform 103">
            <a:extLst>
              <a:ext uri="{FF2B5EF4-FFF2-40B4-BE49-F238E27FC236}">
                <a16:creationId xmlns:a16="http://schemas.microsoft.com/office/drawing/2014/main" id="{8A653C31-7119-48C3-A5B4-BB57CDA0A393}"/>
              </a:ext>
            </a:extLst>
          </p:cNvPr>
          <p:cNvSpPr>
            <a:spLocks/>
          </p:cNvSpPr>
          <p:nvPr/>
        </p:nvSpPr>
        <p:spPr bwMode="auto">
          <a:xfrm>
            <a:off x="6218551" y="1256639"/>
            <a:ext cx="222250" cy="223837"/>
          </a:xfrm>
          <a:custGeom>
            <a:avLst/>
            <a:gdLst>
              <a:gd name="T0" fmla="*/ 0 w 210"/>
              <a:gd name="T1" fmla="*/ 2147483647 h 234"/>
              <a:gd name="T2" fmla="*/ 2147483647 w 210"/>
              <a:gd name="T3" fmla="*/ 2147483647 h 234"/>
              <a:gd name="T4" fmla="*/ 2147483647 w 210"/>
              <a:gd name="T5" fmla="*/ 0 h 234"/>
              <a:gd name="T6" fmla="*/ 0 60000 65536"/>
              <a:gd name="T7" fmla="*/ 0 60000 65536"/>
              <a:gd name="T8" fmla="*/ 0 60000 65536"/>
              <a:gd name="T9" fmla="*/ 0 w 210"/>
              <a:gd name="T10" fmla="*/ 0 h 234"/>
              <a:gd name="T11" fmla="*/ 210 w 210"/>
              <a:gd name="T12" fmla="*/ 234 h 2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0" h="234">
                <a:moveTo>
                  <a:pt x="0" y="234"/>
                </a:moveTo>
                <a:lnTo>
                  <a:pt x="210" y="234"/>
                </a:lnTo>
                <a:lnTo>
                  <a:pt x="21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6" name="Freeform 105">
            <a:extLst>
              <a:ext uri="{FF2B5EF4-FFF2-40B4-BE49-F238E27FC236}">
                <a16:creationId xmlns:a16="http://schemas.microsoft.com/office/drawing/2014/main" id="{0A9E5B9F-91A2-408C-ADBD-A55F17565A9D}"/>
              </a:ext>
            </a:extLst>
          </p:cNvPr>
          <p:cNvSpPr>
            <a:spLocks/>
          </p:cNvSpPr>
          <p:nvPr/>
        </p:nvSpPr>
        <p:spPr bwMode="auto">
          <a:xfrm>
            <a:off x="5943914" y="1242350"/>
            <a:ext cx="184150" cy="304800"/>
          </a:xfrm>
          <a:custGeom>
            <a:avLst/>
            <a:gdLst>
              <a:gd name="T0" fmla="*/ 2147483647 w 165"/>
              <a:gd name="T1" fmla="*/ 2147483647 h 318"/>
              <a:gd name="T2" fmla="*/ 0 w 165"/>
              <a:gd name="T3" fmla="*/ 2147483647 h 318"/>
              <a:gd name="T4" fmla="*/ 0 w 165"/>
              <a:gd name="T5" fmla="*/ 0 h 318"/>
              <a:gd name="T6" fmla="*/ 0 60000 65536"/>
              <a:gd name="T7" fmla="*/ 0 60000 65536"/>
              <a:gd name="T8" fmla="*/ 0 60000 65536"/>
              <a:gd name="T9" fmla="*/ 0 w 165"/>
              <a:gd name="T10" fmla="*/ 0 h 318"/>
              <a:gd name="T11" fmla="*/ 165 w 165"/>
              <a:gd name="T12" fmla="*/ 318 h 31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5" h="318">
                <a:moveTo>
                  <a:pt x="165" y="318"/>
                </a:moveTo>
                <a:lnTo>
                  <a:pt x="0" y="318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7" name="Oval 106">
            <a:extLst>
              <a:ext uri="{FF2B5EF4-FFF2-40B4-BE49-F238E27FC236}">
                <a16:creationId xmlns:a16="http://schemas.microsoft.com/office/drawing/2014/main" id="{FAC2B485-EB97-4B0A-A804-FEA5C2294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765" y="2402814"/>
            <a:ext cx="66675" cy="58737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8" name="Line 107">
            <a:extLst>
              <a:ext uri="{FF2B5EF4-FFF2-40B4-BE49-F238E27FC236}">
                <a16:creationId xmlns:a16="http://schemas.microsoft.com/office/drawing/2014/main" id="{F5B72C20-88F6-4155-9499-06BB8E0D91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18514" y="24520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9" name="Freeform 108">
            <a:extLst>
              <a:ext uri="{FF2B5EF4-FFF2-40B4-BE49-F238E27FC236}">
                <a16:creationId xmlns:a16="http://schemas.microsoft.com/office/drawing/2014/main" id="{E7B84398-9A36-431F-A431-AA3C4271A991}"/>
              </a:ext>
            </a:extLst>
          </p:cNvPr>
          <p:cNvSpPr>
            <a:spLocks/>
          </p:cNvSpPr>
          <p:nvPr/>
        </p:nvSpPr>
        <p:spPr bwMode="auto">
          <a:xfrm>
            <a:off x="5626414" y="2629826"/>
            <a:ext cx="215900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0" name="Freeform 109">
            <a:extLst>
              <a:ext uri="{FF2B5EF4-FFF2-40B4-BE49-F238E27FC236}">
                <a16:creationId xmlns:a16="http://schemas.microsoft.com/office/drawing/2014/main" id="{FA51F269-D874-4805-857D-52447029B742}"/>
              </a:ext>
            </a:extLst>
          </p:cNvPr>
          <p:cNvSpPr>
            <a:spLocks/>
          </p:cNvSpPr>
          <p:nvPr/>
        </p:nvSpPr>
        <p:spPr bwMode="auto">
          <a:xfrm>
            <a:off x="5996302" y="2629825"/>
            <a:ext cx="193675" cy="103188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1" name="Line 110">
            <a:extLst>
              <a:ext uri="{FF2B5EF4-FFF2-40B4-BE49-F238E27FC236}">
                <a16:creationId xmlns:a16="http://schemas.microsoft.com/office/drawing/2014/main" id="{A0E461B0-5373-4E04-9A2F-9EBBADFAE6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6876" y="2891763"/>
            <a:ext cx="209550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2" name="Oval 111">
            <a:extLst>
              <a:ext uri="{FF2B5EF4-FFF2-40B4-BE49-F238E27FC236}">
                <a16:creationId xmlns:a16="http://schemas.microsoft.com/office/drawing/2014/main" id="{9951C7DE-04F6-4785-B79E-A4E13B692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5876" y="2701264"/>
            <a:ext cx="65088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3" name="Freeform 112">
            <a:extLst>
              <a:ext uri="{FF2B5EF4-FFF2-40B4-BE49-F238E27FC236}">
                <a16:creationId xmlns:a16="http://schemas.microsoft.com/office/drawing/2014/main" id="{C2D6F8C2-7331-48EC-BEAB-5AF743A57296}"/>
              </a:ext>
            </a:extLst>
          </p:cNvPr>
          <p:cNvSpPr>
            <a:spLocks/>
          </p:cNvSpPr>
          <p:nvPr/>
        </p:nvSpPr>
        <p:spPr bwMode="auto">
          <a:xfrm>
            <a:off x="6158226" y="2640939"/>
            <a:ext cx="279400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4" name="Oval 113">
            <a:extLst>
              <a:ext uri="{FF2B5EF4-FFF2-40B4-BE49-F238E27FC236}">
                <a16:creationId xmlns:a16="http://schemas.microsoft.com/office/drawing/2014/main" id="{B69A0412-AF98-45BA-AE64-CB0AFCA8A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765" y="1780514"/>
            <a:ext cx="66675" cy="58737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5" name="Line 114">
            <a:extLst>
              <a:ext uri="{FF2B5EF4-FFF2-40B4-BE49-F238E27FC236}">
                <a16:creationId xmlns:a16="http://schemas.microsoft.com/office/drawing/2014/main" id="{6E886C13-B91C-48DA-B1E5-5FDACDFC37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18514" y="18297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6" name="Freeform 115">
            <a:extLst>
              <a:ext uri="{FF2B5EF4-FFF2-40B4-BE49-F238E27FC236}">
                <a16:creationId xmlns:a16="http://schemas.microsoft.com/office/drawing/2014/main" id="{5DE4851D-A818-4840-965B-C93CAB09DB90}"/>
              </a:ext>
            </a:extLst>
          </p:cNvPr>
          <p:cNvSpPr>
            <a:spLocks/>
          </p:cNvSpPr>
          <p:nvPr/>
        </p:nvSpPr>
        <p:spPr bwMode="auto">
          <a:xfrm>
            <a:off x="5626414" y="2007526"/>
            <a:ext cx="215900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7" name="Freeform 116">
            <a:extLst>
              <a:ext uri="{FF2B5EF4-FFF2-40B4-BE49-F238E27FC236}">
                <a16:creationId xmlns:a16="http://schemas.microsoft.com/office/drawing/2014/main" id="{0D5F85B9-EB98-48E6-87AE-52B744A5BD79}"/>
              </a:ext>
            </a:extLst>
          </p:cNvPr>
          <p:cNvSpPr>
            <a:spLocks/>
          </p:cNvSpPr>
          <p:nvPr/>
        </p:nvSpPr>
        <p:spPr bwMode="auto">
          <a:xfrm>
            <a:off x="5996302" y="2007525"/>
            <a:ext cx="193675" cy="103188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8" name="Line 117">
            <a:extLst>
              <a:ext uri="{FF2B5EF4-FFF2-40B4-BE49-F238E27FC236}">
                <a16:creationId xmlns:a16="http://schemas.microsoft.com/office/drawing/2014/main" id="{15270151-091F-49B1-A79C-6D652DDC966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6876" y="2269463"/>
            <a:ext cx="209550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09" name="Oval 118">
            <a:extLst>
              <a:ext uri="{FF2B5EF4-FFF2-40B4-BE49-F238E27FC236}">
                <a16:creationId xmlns:a16="http://schemas.microsoft.com/office/drawing/2014/main" id="{B3F605B6-9109-4098-B69C-39F7D9239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5876" y="2078964"/>
            <a:ext cx="65088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0" name="Freeform 119">
            <a:extLst>
              <a:ext uri="{FF2B5EF4-FFF2-40B4-BE49-F238E27FC236}">
                <a16:creationId xmlns:a16="http://schemas.microsoft.com/office/drawing/2014/main" id="{85BEFA1F-582F-43A4-9249-DC4D8A9387AD}"/>
              </a:ext>
            </a:extLst>
          </p:cNvPr>
          <p:cNvSpPr>
            <a:spLocks/>
          </p:cNvSpPr>
          <p:nvPr/>
        </p:nvSpPr>
        <p:spPr bwMode="auto">
          <a:xfrm>
            <a:off x="6158226" y="2018639"/>
            <a:ext cx="279400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1" name="Oval 120">
            <a:extLst>
              <a:ext uri="{FF2B5EF4-FFF2-40B4-BE49-F238E27FC236}">
                <a16:creationId xmlns:a16="http://schemas.microsoft.com/office/drawing/2014/main" id="{8F1B068E-E681-4A37-94BB-B0235879D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765" y="3025114"/>
            <a:ext cx="66675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2" name="Line 121">
            <a:extLst>
              <a:ext uri="{FF2B5EF4-FFF2-40B4-BE49-F238E27FC236}">
                <a16:creationId xmlns:a16="http://schemas.microsoft.com/office/drawing/2014/main" id="{6123405D-53C2-489A-A1FB-A22739F67A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18514" y="30743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3" name="Freeform 122">
            <a:extLst>
              <a:ext uri="{FF2B5EF4-FFF2-40B4-BE49-F238E27FC236}">
                <a16:creationId xmlns:a16="http://schemas.microsoft.com/office/drawing/2014/main" id="{FE720EB1-AFF1-4BCA-9F77-2A0E7BB0A733}"/>
              </a:ext>
            </a:extLst>
          </p:cNvPr>
          <p:cNvSpPr>
            <a:spLocks/>
          </p:cNvSpPr>
          <p:nvPr/>
        </p:nvSpPr>
        <p:spPr bwMode="auto">
          <a:xfrm>
            <a:off x="5626414" y="3252126"/>
            <a:ext cx="215900" cy="258763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4" name="Freeform 123">
            <a:extLst>
              <a:ext uri="{FF2B5EF4-FFF2-40B4-BE49-F238E27FC236}">
                <a16:creationId xmlns:a16="http://schemas.microsoft.com/office/drawing/2014/main" id="{DF66FFA2-4445-4475-B242-58CFA3B265C6}"/>
              </a:ext>
            </a:extLst>
          </p:cNvPr>
          <p:cNvSpPr>
            <a:spLocks/>
          </p:cNvSpPr>
          <p:nvPr/>
        </p:nvSpPr>
        <p:spPr bwMode="auto">
          <a:xfrm>
            <a:off x="5996302" y="3252126"/>
            <a:ext cx="193675" cy="104775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5" name="Line 124">
            <a:extLst>
              <a:ext uri="{FF2B5EF4-FFF2-40B4-BE49-F238E27FC236}">
                <a16:creationId xmlns:a16="http://schemas.microsoft.com/office/drawing/2014/main" id="{23E1E62E-8F1D-4C60-96C1-F53D5685787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6876" y="3514063"/>
            <a:ext cx="209550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6" name="Oval 125">
            <a:extLst>
              <a:ext uri="{FF2B5EF4-FFF2-40B4-BE49-F238E27FC236}">
                <a16:creationId xmlns:a16="http://schemas.microsoft.com/office/drawing/2014/main" id="{CA67DC13-9DD1-4836-948C-F20008DD4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5876" y="3325150"/>
            <a:ext cx="65088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7" name="Freeform 126">
            <a:extLst>
              <a:ext uri="{FF2B5EF4-FFF2-40B4-BE49-F238E27FC236}">
                <a16:creationId xmlns:a16="http://schemas.microsoft.com/office/drawing/2014/main" id="{61C831B4-0ADA-4C27-9DA2-4ECD70976133}"/>
              </a:ext>
            </a:extLst>
          </p:cNvPr>
          <p:cNvSpPr>
            <a:spLocks/>
          </p:cNvSpPr>
          <p:nvPr/>
        </p:nvSpPr>
        <p:spPr bwMode="auto">
          <a:xfrm>
            <a:off x="6158226" y="3264826"/>
            <a:ext cx="279400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8" name="Oval 127">
            <a:extLst>
              <a:ext uri="{FF2B5EF4-FFF2-40B4-BE49-F238E27FC236}">
                <a16:creationId xmlns:a16="http://schemas.microsoft.com/office/drawing/2014/main" id="{357E7507-3BB2-4DF2-BCCF-4D534D2EF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765" y="3647414"/>
            <a:ext cx="66675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9" name="Line 128">
            <a:extLst>
              <a:ext uri="{FF2B5EF4-FFF2-40B4-BE49-F238E27FC236}">
                <a16:creationId xmlns:a16="http://schemas.microsoft.com/office/drawing/2014/main" id="{08D6B0E2-C3AD-4C41-80D7-28514C7911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18514" y="3696626"/>
            <a:ext cx="0" cy="9207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20" name="Freeform 129">
            <a:extLst>
              <a:ext uri="{FF2B5EF4-FFF2-40B4-BE49-F238E27FC236}">
                <a16:creationId xmlns:a16="http://schemas.microsoft.com/office/drawing/2014/main" id="{B17622C4-52A4-46EF-AD8B-65F655704040}"/>
              </a:ext>
            </a:extLst>
          </p:cNvPr>
          <p:cNvSpPr>
            <a:spLocks/>
          </p:cNvSpPr>
          <p:nvPr/>
        </p:nvSpPr>
        <p:spPr bwMode="auto">
          <a:xfrm>
            <a:off x="5626414" y="3874425"/>
            <a:ext cx="215900" cy="260350"/>
          </a:xfrm>
          <a:custGeom>
            <a:avLst/>
            <a:gdLst>
              <a:gd name="T0" fmla="*/ 2147483647 w 204"/>
              <a:gd name="T1" fmla="*/ 0 h 270"/>
              <a:gd name="T2" fmla="*/ 2147483647 w 204"/>
              <a:gd name="T3" fmla="*/ 2147483647 h 270"/>
              <a:gd name="T4" fmla="*/ 0 w 204"/>
              <a:gd name="T5" fmla="*/ 2147483647 h 270"/>
              <a:gd name="T6" fmla="*/ 0 w 204"/>
              <a:gd name="T7" fmla="*/ 2147483647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04"/>
              <a:gd name="T13" fmla="*/ 0 h 270"/>
              <a:gd name="T14" fmla="*/ 204 w 204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4" h="270">
                <a:moveTo>
                  <a:pt x="204" y="0"/>
                </a:moveTo>
                <a:lnTo>
                  <a:pt x="204" y="108"/>
                </a:lnTo>
                <a:lnTo>
                  <a:pt x="0" y="108"/>
                </a:lnTo>
                <a:lnTo>
                  <a:pt x="0" y="27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21" name="Freeform 130">
            <a:extLst>
              <a:ext uri="{FF2B5EF4-FFF2-40B4-BE49-F238E27FC236}">
                <a16:creationId xmlns:a16="http://schemas.microsoft.com/office/drawing/2014/main" id="{ADF8F2D1-E804-4509-89B7-521F31ED16A8}"/>
              </a:ext>
            </a:extLst>
          </p:cNvPr>
          <p:cNvSpPr>
            <a:spLocks/>
          </p:cNvSpPr>
          <p:nvPr/>
        </p:nvSpPr>
        <p:spPr bwMode="auto">
          <a:xfrm>
            <a:off x="5996302" y="3874426"/>
            <a:ext cx="193675" cy="104775"/>
          </a:xfrm>
          <a:custGeom>
            <a:avLst/>
            <a:gdLst>
              <a:gd name="T0" fmla="*/ 0 w 204"/>
              <a:gd name="T1" fmla="*/ 0 h 108"/>
              <a:gd name="T2" fmla="*/ 0 w 204"/>
              <a:gd name="T3" fmla="*/ 2147483647 h 108"/>
              <a:gd name="T4" fmla="*/ 2147483647 w 204"/>
              <a:gd name="T5" fmla="*/ 2147483647 h 108"/>
              <a:gd name="T6" fmla="*/ 0 60000 65536"/>
              <a:gd name="T7" fmla="*/ 0 60000 65536"/>
              <a:gd name="T8" fmla="*/ 0 60000 65536"/>
              <a:gd name="T9" fmla="*/ 0 w 204"/>
              <a:gd name="T10" fmla="*/ 0 h 108"/>
              <a:gd name="T11" fmla="*/ 204 w 204"/>
              <a:gd name="T12" fmla="*/ 108 h 1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4" h="108">
                <a:moveTo>
                  <a:pt x="0" y="0"/>
                </a:moveTo>
                <a:lnTo>
                  <a:pt x="0" y="108"/>
                </a:lnTo>
                <a:lnTo>
                  <a:pt x="204" y="108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22" name="Line 131">
            <a:extLst>
              <a:ext uri="{FF2B5EF4-FFF2-40B4-BE49-F238E27FC236}">
                <a16:creationId xmlns:a16="http://schemas.microsoft.com/office/drawing/2014/main" id="{25532335-0245-4179-8F3C-88983665008B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6876" y="4136363"/>
            <a:ext cx="209550" cy="0"/>
          </a:xfrm>
          <a:prstGeom prst="line">
            <a:avLst/>
          </a:prstGeom>
          <a:noFill/>
          <a:ln w="1651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23" name="Oval 132">
            <a:extLst>
              <a:ext uri="{FF2B5EF4-FFF2-40B4-BE49-F238E27FC236}">
                <a16:creationId xmlns:a16="http://schemas.microsoft.com/office/drawing/2014/main" id="{9C0E367E-837D-4736-A4CE-0D6BB5A51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5876" y="3947450"/>
            <a:ext cx="65088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24" name="Freeform 133">
            <a:extLst>
              <a:ext uri="{FF2B5EF4-FFF2-40B4-BE49-F238E27FC236}">
                <a16:creationId xmlns:a16="http://schemas.microsoft.com/office/drawing/2014/main" id="{156C53E0-8D16-463C-8E46-9CD2DB3733A2}"/>
              </a:ext>
            </a:extLst>
          </p:cNvPr>
          <p:cNvSpPr>
            <a:spLocks/>
          </p:cNvSpPr>
          <p:nvPr/>
        </p:nvSpPr>
        <p:spPr bwMode="auto">
          <a:xfrm>
            <a:off x="6158226" y="3887126"/>
            <a:ext cx="279400" cy="92075"/>
          </a:xfrm>
          <a:custGeom>
            <a:avLst/>
            <a:gdLst>
              <a:gd name="T0" fmla="*/ 0 w 264"/>
              <a:gd name="T1" fmla="*/ 0 h 96"/>
              <a:gd name="T2" fmla="*/ 2147483647 w 264"/>
              <a:gd name="T3" fmla="*/ 2147483647 h 96"/>
              <a:gd name="T4" fmla="*/ 2147483647 w 264"/>
              <a:gd name="T5" fmla="*/ 2147483647 h 96"/>
              <a:gd name="T6" fmla="*/ 0 60000 65536"/>
              <a:gd name="T7" fmla="*/ 0 60000 65536"/>
              <a:gd name="T8" fmla="*/ 0 60000 65536"/>
              <a:gd name="T9" fmla="*/ 0 w 264"/>
              <a:gd name="T10" fmla="*/ 0 h 96"/>
              <a:gd name="T11" fmla="*/ 264 w 264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96">
                <a:moveTo>
                  <a:pt x="0" y="0"/>
                </a:moveTo>
                <a:lnTo>
                  <a:pt x="153" y="96"/>
                </a:lnTo>
                <a:lnTo>
                  <a:pt x="264" y="96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25" name="Line 134">
            <a:extLst>
              <a:ext uri="{FF2B5EF4-FFF2-40B4-BE49-F238E27FC236}">
                <a16:creationId xmlns:a16="http://schemas.microsoft.com/office/drawing/2014/main" id="{02308D04-3D5D-4C31-ADDE-56BB404E8FA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64165" y="1242350"/>
            <a:ext cx="4071937" cy="0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26" name="Oval 135">
            <a:extLst>
              <a:ext uri="{FF2B5EF4-FFF2-40B4-BE49-F238E27FC236}">
                <a16:creationId xmlns:a16="http://schemas.microsoft.com/office/drawing/2014/main" id="{4FFE03D1-7FF8-4AE6-A76E-5B9BF2CC1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7715" y="1213775"/>
            <a:ext cx="65087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27" name="Oval 136">
            <a:extLst>
              <a:ext uri="{FF2B5EF4-FFF2-40B4-BE49-F238E27FC236}">
                <a16:creationId xmlns:a16="http://schemas.microsoft.com/office/drawing/2014/main" id="{887C8339-92CE-49B1-9982-784C96BE9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9527" y="1213775"/>
            <a:ext cx="66675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28" name="Oval 137">
            <a:extLst>
              <a:ext uri="{FF2B5EF4-FFF2-40B4-BE49-F238E27FC236}">
                <a16:creationId xmlns:a16="http://schemas.microsoft.com/office/drawing/2014/main" id="{5860E9EC-0DF9-4C50-80DC-05525C57D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8002" y="1213775"/>
            <a:ext cx="68263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29" name="Oval 138">
            <a:extLst>
              <a:ext uri="{FF2B5EF4-FFF2-40B4-BE49-F238E27FC236}">
                <a16:creationId xmlns:a16="http://schemas.microsoft.com/office/drawing/2014/main" id="{A805C2C4-7873-46C6-AD52-21B4D2A53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6639" y="1213775"/>
            <a:ext cx="68262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0" name="Oval 139">
            <a:extLst>
              <a:ext uri="{FF2B5EF4-FFF2-40B4-BE49-F238E27FC236}">
                <a16:creationId xmlns:a16="http://schemas.microsoft.com/office/drawing/2014/main" id="{A4769E39-0EC3-4BBF-B4A4-EFE23BA28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940" y="1213775"/>
            <a:ext cx="65087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1" name="Oval 140">
            <a:extLst>
              <a:ext uri="{FF2B5EF4-FFF2-40B4-BE49-F238E27FC236}">
                <a16:creationId xmlns:a16="http://schemas.microsoft.com/office/drawing/2014/main" id="{9484F0C2-9C48-4C17-93D1-9BECFAC978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2164" y="1213775"/>
            <a:ext cx="68262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2" name="Oval 141">
            <a:extLst>
              <a:ext uri="{FF2B5EF4-FFF2-40B4-BE49-F238E27FC236}">
                <a16:creationId xmlns:a16="http://schemas.microsoft.com/office/drawing/2014/main" id="{D953F305-5CE5-4BC0-AC77-1BCF2845D1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4290" y="1213775"/>
            <a:ext cx="65087" cy="58738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3" name="Line 142">
            <a:extLst>
              <a:ext uri="{FF2B5EF4-FFF2-40B4-BE49-F238E27FC236}">
                <a16:creationId xmlns:a16="http://schemas.microsoft.com/office/drawing/2014/main" id="{32B0CFD2-FE49-41BC-ACFC-06A6424778D5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0077" y="1812263"/>
            <a:ext cx="4784725" cy="0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4" name="Freeform 143">
            <a:extLst>
              <a:ext uri="{FF2B5EF4-FFF2-40B4-BE49-F238E27FC236}">
                <a16:creationId xmlns:a16="http://schemas.microsoft.com/office/drawing/2014/main" id="{CA9AEE66-B490-4042-92C2-876FEB36E00C}"/>
              </a:ext>
            </a:extLst>
          </p:cNvPr>
          <p:cNvSpPr>
            <a:spLocks/>
          </p:cNvSpPr>
          <p:nvPr/>
        </p:nvSpPr>
        <p:spPr bwMode="auto">
          <a:xfrm>
            <a:off x="1910077" y="2064676"/>
            <a:ext cx="4784725" cy="365125"/>
          </a:xfrm>
          <a:custGeom>
            <a:avLst/>
            <a:gdLst>
              <a:gd name="T0" fmla="*/ 0 w 4507"/>
              <a:gd name="T1" fmla="*/ 0 h 382"/>
              <a:gd name="T2" fmla="*/ 2147483647 w 4507"/>
              <a:gd name="T3" fmla="*/ 0 h 382"/>
              <a:gd name="T4" fmla="*/ 2147483647 w 4507"/>
              <a:gd name="T5" fmla="*/ 2147483647 h 382"/>
              <a:gd name="T6" fmla="*/ 2147483647 w 4507"/>
              <a:gd name="T7" fmla="*/ 2147483647 h 382"/>
              <a:gd name="T8" fmla="*/ 0 60000 65536"/>
              <a:gd name="T9" fmla="*/ 0 60000 65536"/>
              <a:gd name="T10" fmla="*/ 0 60000 65536"/>
              <a:gd name="T11" fmla="*/ 0 60000 65536"/>
              <a:gd name="T12" fmla="*/ 0 w 4507"/>
              <a:gd name="T13" fmla="*/ 0 h 382"/>
              <a:gd name="T14" fmla="*/ 4507 w 4507"/>
              <a:gd name="T15" fmla="*/ 382 h 38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507" h="382">
                <a:moveTo>
                  <a:pt x="0" y="0"/>
                </a:moveTo>
                <a:lnTo>
                  <a:pt x="457" y="0"/>
                </a:lnTo>
                <a:lnTo>
                  <a:pt x="457" y="382"/>
                </a:lnTo>
                <a:lnTo>
                  <a:pt x="4507" y="382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5" name="Freeform 144">
            <a:extLst>
              <a:ext uri="{FF2B5EF4-FFF2-40B4-BE49-F238E27FC236}">
                <a16:creationId xmlns:a16="http://schemas.microsoft.com/office/drawing/2014/main" id="{A9D7C60A-76B2-4057-BF82-BA3C053CCC1E}"/>
              </a:ext>
            </a:extLst>
          </p:cNvPr>
          <p:cNvSpPr>
            <a:spLocks/>
          </p:cNvSpPr>
          <p:nvPr/>
        </p:nvSpPr>
        <p:spPr bwMode="auto">
          <a:xfrm>
            <a:off x="1910077" y="2352013"/>
            <a:ext cx="4792663" cy="704850"/>
          </a:xfrm>
          <a:custGeom>
            <a:avLst/>
            <a:gdLst>
              <a:gd name="T0" fmla="*/ 0 w 4515"/>
              <a:gd name="T1" fmla="*/ 0 h 720"/>
              <a:gd name="T2" fmla="*/ 2147483647 w 4515"/>
              <a:gd name="T3" fmla="*/ 0 h 720"/>
              <a:gd name="T4" fmla="*/ 2147483647 w 4515"/>
              <a:gd name="T5" fmla="*/ 2147483647 h 720"/>
              <a:gd name="T6" fmla="*/ 2147483647 w 4515"/>
              <a:gd name="T7" fmla="*/ 2147483647 h 720"/>
              <a:gd name="T8" fmla="*/ 0 60000 65536"/>
              <a:gd name="T9" fmla="*/ 0 60000 65536"/>
              <a:gd name="T10" fmla="*/ 0 60000 65536"/>
              <a:gd name="T11" fmla="*/ 0 60000 65536"/>
              <a:gd name="T12" fmla="*/ 0 w 4515"/>
              <a:gd name="T13" fmla="*/ 0 h 720"/>
              <a:gd name="T14" fmla="*/ 4515 w 4515"/>
              <a:gd name="T15" fmla="*/ 720 h 7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515" h="720">
                <a:moveTo>
                  <a:pt x="0" y="0"/>
                </a:moveTo>
                <a:lnTo>
                  <a:pt x="322" y="0"/>
                </a:lnTo>
                <a:lnTo>
                  <a:pt x="322" y="720"/>
                </a:lnTo>
                <a:lnTo>
                  <a:pt x="4515" y="720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6" name="Freeform 145">
            <a:extLst>
              <a:ext uri="{FF2B5EF4-FFF2-40B4-BE49-F238E27FC236}">
                <a16:creationId xmlns:a16="http://schemas.microsoft.com/office/drawing/2014/main" id="{D89CF2B0-D814-49CA-B3B1-F7A9C0352BA9}"/>
              </a:ext>
            </a:extLst>
          </p:cNvPr>
          <p:cNvSpPr>
            <a:spLocks/>
          </p:cNvSpPr>
          <p:nvPr/>
        </p:nvSpPr>
        <p:spPr bwMode="auto">
          <a:xfrm>
            <a:off x="1910077" y="2625064"/>
            <a:ext cx="4784725" cy="1050925"/>
          </a:xfrm>
          <a:custGeom>
            <a:avLst/>
            <a:gdLst>
              <a:gd name="T0" fmla="*/ 0 w 4507"/>
              <a:gd name="T1" fmla="*/ 0 h 1102"/>
              <a:gd name="T2" fmla="*/ 2147483647 w 4507"/>
              <a:gd name="T3" fmla="*/ 0 h 1102"/>
              <a:gd name="T4" fmla="*/ 2147483647 w 4507"/>
              <a:gd name="T5" fmla="*/ 2147483647 h 1102"/>
              <a:gd name="T6" fmla="*/ 2147483647 w 4507"/>
              <a:gd name="T7" fmla="*/ 2147483647 h 1102"/>
              <a:gd name="T8" fmla="*/ 0 60000 65536"/>
              <a:gd name="T9" fmla="*/ 0 60000 65536"/>
              <a:gd name="T10" fmla="*/ 0 60000 65536"/>
              <a:gd name="T11" fmla="*/ 0 60000 65536"/>
              <a:gd name="T12" fmla="*/ 0 w 4507"/>
              <a:gd name="T13" fmla="*/ 0 h 1102"/>
              <a:gd name="T14" fmla="*/ 4507 w 4507"/>
              <a:gd name="T15" fmla="*/ 1102 h 1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507" h="1102">
                <a:moveTo>
                  <a:pt x="0" y="0"/>
                </a:moveTo>
                <a:lnTo>
                  <a:pt x="180" y="0"/>
                </a:lnTo>
                <a:lnTo>
                  <a:pt x="180" y="1102"/>
                </a:lnTo>
                <a:lnTo>
                  <a:pt x="4507" y="1102"/>
                </a:lnTo>
              </a:path>
            </a:pathLst>
          </a:cu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7" name="Oval 149">
            <a:extLst>
              <a:ext uri="{FF2B5EF4-FFF2-40B4-BE49-F238E27FC236}">
                <a16:creationId xmlns:a16="http://schemas.microsoft.com/office/drawing/2014/main" id="{7BD0EAE3-034E-42F2-8EF1-1E749B7E8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7465" y="5409539"/>
            <a:ext cx="65087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8" name="Oval 150">
            <a:extLst>
              <a:ext uri="{FF2B5EF4-FFF2-40B4-BE49-F238E27FC236}">
                <a16:creationId xmlns:a16="http://schemas.microsoft.com/office/drawing/2014/main" id="{8CACB5EE-1029-4F61-AF97-714A0ACCD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940" y="5409539"/>
            <a:ext cx="65087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39" name="Oval 151">
            <a:extLst>
              <a:ext uri="{FF2B5EF4-FFF2-40B4-BE49-F238E27FC236}">
                <a16:creationId xmlns:a16="http://schemas.microsoft.com/office/drawing/2014/main" id="{271AC808-5A21-43E6-A2BC-DA4D320D3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1176" y="5409539"/>
            <a:ext cx="65088" cy="60325"/>
          </a:xfrm>
          <a:prstGeom prst="ellipse">
            <a:avLst/>
          </a:prstGeom>
          <a:solidFill>
            <a:sysClr val="windowText" lastClr="000000"/>
          </a:solidFill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40" name="Line 152">
            <a:extLst>
              <a:ext uri="{FF2B5EF4-FFF2-40B4-BE49-F238E27FC236}">
                <a16:creationId xmlns:a16="http://schemas.microsoft.com/office/drawing/2014/main" id="{6DC5F3BF-D2B7-4E00-8B90-45B6E483D4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53564" y="5522250"/>
            <a:ext cx="0" cy="304165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441" name="Group 153">
            <a:extLst>
              <a:ext uri="{FF2B5EF4-FFF2-40B4-BE49-F238E27FC236}">
                <a16:creationId xmlns:a16="http://schemas.microsoft.com/office/drawing/2014/main" id="{74B83D82-9989-447F-84EC-8D903C3813C2}"/>
              </a:ext>
            </a:extLst>
          </p:cNvPr>
          <p:cNvGrpSpPr>
            <a:grpSpLocks/>
          </p:cNvGrpSpPr>
          <p:nvPr/>
        </p:nvGrpSpPr>
        <p:grpSpPr bwMode="auto">
          <a:xfrm>
            <a:off x="913126" y="1929738"/>
            <a:ext cx="509588" cy="3211512"/>
            <a:chOff x="1056" y="1458"/>
            <a:chExt cx="162" cy="2023"/>
          </a:xfrm>
        </p:grpSpPr>
        <p:sp>
          <p:nvSpPr>
            <p:cNvPr id="442" name="Text Box 154">
              <a:extLst>
                <a:ext uri="{FF2B5EF4-FFF2-40B4-BE49-F238E27FC236}">
                  <a16:creationId xmlns:a16="http://schemas.microsoft.com/office/drawing/2014/main" id="{E448DDCA-6F95-4DED-9DFB-BED8F2A381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1458"/>
              <a:ext cx="162" cy="132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>
                  <a:solidFill>
                    <a:prstClr val="black"/>
                  </a:solidFill>
                  <a:latin typeface="微软雅黑"/>
                  <a:ea typeface="微软雅黑"/>
                </a:rPr>
                <a:t>A</a:t>
              </a:r>
              <a:r>
                <a:rPr lang="en-US" altLang="zh-CN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3</a:t>
              </a:r>
              <a:endParaRPr lang="en-US" altLang="zh-CN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  <p:sp>
          <p:nvSpPr>
            <p:cNvPr id="443" name="Text Box 155">
              <a:extLst>
                <a:ext uri="{FF2B5EF4-FFF2-40B4-BE49-F238E27FC236}">
                  <a16:creationId xmlns:a16="http://schemas.microsoft.com/office/drawing/2014/main" id="{2CE16181-89AB-4D95-BD0D-8ABE705754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1871"/>
              <a:ext cx="162" cy="132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>
                  <a:solidFill>
                    <a:prstClr val="black"/>
                  </a:solidFill>
                  <a:latin typeface="微软雅黑"/>
                  <a:ea typeface="微软雅黑"/>
                </a:rPr>
                <a:t>A</a:t>
              </a:r>
              <a:r>
                <a:rPr lang="en-US" altLang="zh-CN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2</a:t>
              </a:r>
              <a:endParaRPr lang="en-US" altLang="zh-CN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  <p:sp>
          <p:nvSpPr>
            <p:cNvPr id="444" name="Text Box 156">
              <a:extLst>
                <a:ext uri="{FF2B5EF4-FFF2-40B4-BE49-F238E27FC236}">
                  <a16:creationId xmlns:a16="http://schemas.microsoft.com/office/drawing/2014/main" id="{0F54C8FB-D15D-442F-8AFB-40426CA1A3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2936"/>
              <a:ext cx="162" cy="132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>
                  <a:solidFill>
                    <a:prstClr val="black"/>
                  </a:solidFill>
                  <a:latin typeface="微软雅黑"/>
                  <a:ea typeface="微软雅黑"/>
                </a:rPr>
                <a:t>A</a:t>
              </a:r>
              <a:r>
                <a:rPr lang="en-US" altLang="zh-CN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1</a:t>
              </a:r>
              <a:endParaRPr lang="en-US" altLang="zh-CN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  <p:sp>
          <p:nvSpPr>
            <p:cNvPr id="445" name="Text Box 157">
              <a:extLst>
                <a:ext uri="{FF2B5EF4-FFF2-40B4-BE49-F238E27FC236}">
                  <a16:creationId xmlns:a16="http://schemas.microsoft.com/office/drawing/2014/main" id="{DF613990-11EA-495A-A652-54603685C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3349"/>
              <a:ext cx="162" cy="132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>
                  <a:solidFill>
                    <a:prstClr val="black"/>
                  </a:solidFill>
                  <a:latin typeface="微软雅黑"/>
                  <a:ea typeface="微软雅黑"/>
                </a:rPr>
                <a:t>A</a:t>
              </a:r>
              <a:r>
                <a:rPr lang="en-US" altLang="zh-CN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0</a:t>
              </a:r>
              <a:endParaRPr lang="en-US" altLang="zh-CN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</p:grpSp>
      <p:grpSp>
        <p:nvGrpSpPr>
          <p:cNvPr id="446" name="Group 158">
            <a:extLst>
              <a:ext uri="{FF2B5EF4-FFF2-40B4-BE49-F238E27FC236}">
                <a16:creationId xmlns:a16="http://schemas.microsoft.com/office/drawing/2014/main" id="{6FEED8ED-953C-40C9-B645-150381BA5F7C}"/>
              </a:ext>
            </a:extLst>
          </p:cNvPr>
          <p:cNvGrpSpPr>
            <a:grpSpLocks/>
          </p:cNvGrpSpPr>
          <p:nvPr/>
        </p:nvGrpSpPr>
        <p:grpSpPr bwMode="auto">
          <a:xfrm>
            <a:off x="1846576" y="1574139"/>
            <a:ext cx="431800" cy="3533775"/>
            <a:chOff x="1628" y="1331"/>
            <a:chExt cx="161" cy="2226"/>
          </a:xfrm>
        </p:grpSpPr>
        <p:sp>
          <p:nvSpPr>
            <p:cNvPr id="447" name="Text Box 159">
              <a:extLst>
                <a:ext uri="{FF2B5EF4-FFF2-40B4-BE49-F238E27FC236}">
                  <a16:creationId xmlns:a16="http://schemas.microsoft.com/office/drawing/2014/main" id="{78E5E450-64BE-46EC-8F18-A8F478284D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" y="1331"/>
              <a:ext cx="161" cy="132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1400">
                  <a:solidFill>
                    <a:prstClr val="black"/>
                  </a:solidFill>
                  <a:latin typeface="微软雅黑"/>
                  <a:ea typeface="微软雅黑"/>
                </a:rPr>
                <a:t>X</a:t>
              </a:r>
              <a:r>
                <a:rPr lang="en-US" altLang="zh-CN" sz="1400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0</a:t>
              </a:r>
              <a:endParaRPr lang="en-US" altLang="zh-CN" sz="140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  <p:sp>
          <p:nvSpPr>
            <p:cNvPr id="448" name="Text Box 160">
              <a:extLst>
                <a:ext uri="{FF2B5EF4-FFF2-40B4-BE49-F238E27FC236}">
                  <a16:creationId xmlns:a16="http://schemas.microsoft.com/office/drawing/2014/main" id="{9012CDD4-68D2-48BF-9DEF-23B4755B20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" y="1486"/>
              <a:ext cx="161" cy="131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1400">
                  <a:solidFill>
                    <a:prstClr val="black"/>
                  </a:solidFill>
                  <a:latin typeface="微软雅黑"/>
                  <a:ea typeface="微软雅黑"/>
                </a:rPr>
                <a:t>X</a:t>
              </a:r>
              <a:r>
                <a:rPr lang="en-US" altLang="zh-CN" sz="1400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1</a:t>
              </a:r>
              <a:endParaRPr lang="en-US" altLang="zh-CN" sz="140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  <p:sp>
          <p:nvSpPr>
            <p:cNvPr id="449" name="Text Box 161">
              <a:extLst>
                <a:ext uri="{FF2B5EF4-FFF2-40B4-BE49-F238E27FC236}">
                  <a16:creationId xmlns:a16="http://schemas.microsoft.com/office/drawing/2014/main" id="{E99E1EC8-3552-43FA-9A03-1EF19A775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" y="1662"/>
              <a:ext cx="161" cy="132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1400">
                  <a:solidFill>
                    <a:prstClr val="black"/>
                  </a:solidFill>
                  <a:latin typeface="微软雅黑"/>
                  <a:ea typeface="微软雅黑"/>
                </a:rPr>
                <a:t>X</a:t>
              </a:r>
              <a:r>
                <a:rPr lang="en-US" altLang="zh-CN" sz="1400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2</a:t>
              </a:r>
              <a:endParaRPr lang="en-US" altLang="zh-CN" sz="140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  <p:sp>
          <p:nvSpPr>
            <p:cNvPr id="450" name="Text Box 162">
              <a:extLst>
                <a:ext uri="{FF2B5EF4-FFF2-40B4-BE49-F238E27FC236}">
                  <a16:creationId xmlns:a16="http://schemas.microsoft.com/office/drawing/2014/main" id="{524B5B6A-0FAC-46BA-9BC6-1295150E46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" y="1838"/>
              <a:ext cx="161" cy="132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1400">
                  <a:solidFill>
                    <a:prstClr val="black"/>
                  </a:solidFill>
                  <a:latin typeface="微软雅黑"/>
                  <a:ea typeface="微软雅黑"/>
                </a:rPr>
                <a:t>X</a:t>
              </a:r>
              <a:r>
                <a:rPr lang="en-US" altLang="zh-CN" sz="1400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3</a:t>
              </a:r>
              <a:endParaRPr lang="en-US" altLang="zh-CN" sz="140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  <p:sp>
          <p:nvSpPr>
            <p:cNvPr id="451" name="Text Box 163">
              <a:extLst>
                <a:ext uri="{FF2B5EF4-FFF2-40B4-BE49-F238E27FC236}">
                  <a16:creationId xmlns:a16="http://schemas.microsoft.com/office/drawing/2014/main" id="{C488F27B-1AA4-4122-9A08-0E8BE661A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" y="2966"/>
              <a:ext cx="161" cy="132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1400">
                  <a:solidFill>
                    <a:prstClr val="black"/>
                  </a:solidFill>
                  <a:latin typeface="微软雅黑"/>
                  <a:ea typeface="微软雅黑"/>
                </a:rPr>
                <a:t>Y</a:t>
              </a:r>
              <a:r>
                <a:rPr lang="en-US" altLang="zh-CN" sz="1400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0</a:t>
              </a:r>
              <a:endParaRPr lang="en-US" altLang="zh-CN" sz="140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  <p:sp>
          <p:nvSpPr>
            <p:cNvPr id="452" name="Text Box 164">
              <a:extLst>
                <a:ext uri="{FF2B5EF4-FFF2-40B4-BE49-F238E27FC236}">
                  <a16:creationId xmlns:a16="http://schemas.microsoft.com/office/drawing/2014/main" id="{17A3BD2E-4BF0-45E4-AF24-815A6E48E4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" y="3122"/>
              <a:ext cx="161" cy="131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1400">
                  <a:solidFill>
                    <a:prstClr val="black"/>
                  </a:solidFill>
                  <a:latin typeface="微软雅黑"/>
                  <a:ea typeface="微软雅黑"/>
                </a:rPr>
                <a:t>Y</a:t>
              </a:r>
              <a:r>
                <a:rPr lang="en-US" altLang="zh-CN" sz="1400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1</a:t>
              </a:r>
              <a:endParaRPr lang="en-US" altLang="zh-CN" sz="140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  <p:sp>
          <p:nvSpPr>
            <p:cNvPr id="453" name="Text Box 165">
              <a:extLst>
                <a:ext uri="{FF2B5EF4-FFF2-40B4-BE49-F238E27FC236}">
                  <a16:creationId xmlns:a16="http://schemas.microsoft.com/office/drawing/2014/main" id="{9B991B95-073A-491B-8A26-09E95B0054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" y="3276"/>
              <a:ext cx="161" cy="132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1400">
                  <a:solidFill>
                    <a:prstClr val="black"/>
                  </a:solidFill>
                  <a:latin typeface="微软雅黑"/>
                  <a:ea typeface="微软雅黑"/>
                </a:rPr>
                <a:t>Y</a:t>
              </a:r>
              <a:r>
                <a:rPr lang="en-US" altLang="zh-CN" sz="1400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2</a:t>
              </a:r>
              <a:endParaRPr lang="en-US" altLang="zh-CN" sz="140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  <p:sp>
          <p:nvSpPr>
            <p:cNvPr id="454" name="Text Box 166">
              <a:extLst>
                <a:ext uri="{FF2B5EF4-FFF2-40B4-BE49-F238E27FC236}">
                  <a16:creationId xmlns:a16="http://schemas.microsoft.com/office/drawing/2014/main" id="{2A588047-8B3D-45DA-B69E-4D46B9C41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" y="3425"/>
              <a:ext cx="161" cy="132"/>
            </a:xfrm>
            <a:prstGeom prst="rect">
              <a:avLst/>
            </a:prstGeom>
            <a:noFill/>
            <a:ln w="1651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1400">
                  <a:solidFill>
                    <a:prstClr val="black"/>
                  </a:solidFill>
                  <a:latin typeface="微软雅黑"/>
                  <a:ea typeface="微软雅黑"/>
                </a:rPr>
                <a:t>Y</a:t>
              </a:r>
              <a:r>
                <a:rPr lang="en-US" altLang="zh-CN" sz="1400" baseline="-25000">
                  <a:solidFill>
                    <a:prstClr val="black"/>
                  </a:solidFill>
                  <a:latin typeface="微软雅黑"/>
                  <a:ea typeface="微软雅黑"/>
                </a:rPr>
                <a:t>3</a:t>
              </a:r>
              <a:endParaRPr lang="en-US" altLang="zh-CN" sz="140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/>
                <a:ea typeface="微软雅黑"/>
              </a:endParaRPr>
            </a:p>
          </p:txBody>
        </p:sp>
      </p:grpSp>
      <p:sp>
        <p:nvSpPr>
          <p:cNvPr id="455" name="Text Box 167">
            <a:extLst>
              <a:ext uri="{FF2B5EF4-FFF2-40B4-BE49-F238E27FC236}">
                <a16:creationId xmlns:a16="http://schemas.microsoft.com/office/drawing/2014/main" id="{DBD741CA-A4B6-4BB1-B6A7-8FDD8AB60E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864" y="5331750"/>
            <a:ext cx="995362" cy="190500"/>
          </a:xfrm>
          <a:prstGeom prst="rect">
            <a:avLst/>
          </a:prstGeom>
          <a:noFill/>
          <a:ln w="1651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>
                <a:solidFill>
                  <a:srgbClr val="C00000"/>
                </a:solidFill>
                <a:latin typeface="微软雅黑"/>
                <a:ea typeface="微软雅黑"/>
              </a:rPr>
              <a:t>输出</a:t>
            </a:r>
            <a:endParaRPr lang="zh-CN" altLang="en-US">
              <a:solidFill>
                <a:srgbClr val="C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微软雅黑"/>
              <a:ea typeface="微软雅黑"/>
            </a:endParaRPr>
          </a:p>
        </p:txBody>
      </p:sp>
      <p:sp>
        <p:nvSpPr>
          <p:cNvPr id="456" name="Text Box 168">
            <a:extLst>
              <a:ext uri="{FF2B5EF4-FFF2-40B4-BE49-F238E27FC236}">
                <a16:creationId xmlns:a16="http://schemas.microsoft.com/office/drawing/2014/main" id="{3B89A8CE-6594-48E2-BE75-34B9983A2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9641" y="5643067"/>
            <a:ext cx="836612" cy="330200"/>
          </a:xfrm>
          <a:prstGeom prst="rect">
            <a:avLst/>
          </a:prstGeom>
          <a:noFill/>
          <a:ln w="1651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>
                <a:solidFill>
                  <a:srgbClr val="C00000"/>
                </a:solidFill>
                <a:latin typeface="微软雅黑"/>
                <a:ea typeface="微软雅黑"/>
              </a:rPr>
              <a:t>片选</a:t>
            </a:r>
            <a:endParaRPr lang="zh-CN" altLang="en-US">
              <a:solidFill>
                <a:srgbClr val="C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微软雅黑"/>
              <a:ea typeface="微软雅黑"/>
            </a:endParaRPr>
          </a:p>
        </p:txBody>
      </p:sp>
      <p:sp>
        <p:nvSpPr>
          <p:cNvPr id="457" name="Text Box 169">
            <a:extLst>
              <a:ext uri="{FF2B5EF4-FFF2-40B4-BE49-F238E27FC236}">
                <a16:creationId xmlns:a16="http://schemas.microsoft.com/office/drawing/2014/main" id="{E3917DC4-B4DB-4638-A864-38DC04CDD2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3564" y="1178850"/>
            <a:ext cx="493712" cy="152400"/>
          </a:xfrm>
          <a:prstGeom prst="rect">
            <a:avLst/>
          </a:prstGeom>
          <a:noFill/>
          <a:ln w="1651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>
                <a:solidFill>
                  <a:srgbClr val="C00000"/>
                </a:solidFill>
                <a:latin typeface="微软雅黑"/>
                <a:ea typeface="微软雅黑"/>
              </a:rPr>
              <a:t>V</a:t>
            </a:r>
            <a:r>
              <a:rPr lang="en-US" altLang="zh-CN" baseline="-25000">
                <a:solidFill>
                  <a:srgbClr val="C00000"/>
                </a:solidFill>
                <a:latin typeface="微软雅黑"/>
                <a:ea typeface="微软雅黑"/>
              </a:rPr>
              <a:t>CC</a:t>
            </a:r>
            <a:endParaRPr lang="en-US" altLang="zh-CN" dirty="0">
              <a:solidFill>
                <a:srgbClr val="C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微软雅黑"/>
              <a:ea typeface="微软雅黑"/>
            </a:endParaRPr>
          </a:p>
        </p:txBody>
      </p:sp>
      <p:grpSp>
        <p:nvGrpSpPr>
          <p:cNvPr id="458" name="Group 170">
            <a:extLst>
              <a:ext uri="{FF2B5EF4-FFF2-40B4-BE49-F238E27FC236}">
                <a16:creationId xmlns:a16="http://schemas.microsoft.com/office/drawing/2014/main" id="{B1422AC6-5D54-428C-906D-43F2767B38F1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2966558" y="1503495"/>
            <a:ext cx="246063" cy="85725"/>
            <a:chOff x="11791" y="9249"/>
            <a:chExt cx="256" cy="79"/>
          </a:xfrm>
        </p:grpSpPr>
        <p:sp>
          <p:nvSpPr>
            <p:cNvPr id="459" name="Rectangle 171">
              <a:extLst>
                <a:ext uri="{FF2B5EF4-FFF2-40B4-BE49-F238E27FC236}">
                  <a16:creationId xmlns:a16="http://schemas.microsoft.com/office/drawing/2014/main" id="{489B2940-EAAF-4EE6-9A79-652F84E7BC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460" name="Group 172">
              <a:extLst>
                <a:ext uri="{FF2B5EF4-FFF2-40B4-BE49-F238E27FC236}">
                  <a16:creationId xmlns:a16="http://schemas.microsoft.com/office/drawing/2014/main" id="{0F46E030-1A97-4DF5-B064-CC11FB8D65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461" name="Line 173">
                <a:extLst>
                  <a:ext uri="{FF2B5EF4-FFF2-40B4-BE49-F238E27FC236}">
                    <a16:creationId xmlns:a16="http://schemas.microsoft.com/office/drawing/2014/main" id="{38CAB4D7-93F7-48F1-A416-D068C5158C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62" name="Line 174">
                <a:extLst>
                  <a:ext uri="{FF2B5EF4-FFF2-40B4-BE49-F238E27FC236}">
                    <a16:creationId xmlns:a16="http://schemas.microsoft.com/office/drawing/2014/main" id="{4F2E0A45-81C6-47AE-BFAC-09EEE21A22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463" name="Group 175">
            <a:extLst>
              <a:ext uri="{FF2B5EF4-FFF2-40B4-BE49-F238E27FC236}">
                <a16:creationId xmlns:a16="http://schemas.microsoft.com/office/drawing/2014/main" id="{CFDFB1E6-F9AD-4645-B007-2C669637684D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3998433" y="1505082"/>
            <a:ext cx="246063" cy="82550"/>
            <a:chOff x="11791" y="9249"/>
            <a:chExt cx="256" cy="79"/>
          </a:xfrm>
        </p:grpSpPr>
        <p:sp>
          <p:nvSpPr>
            <p:cNvPr id="464" name="Rectangle 176">
              <a:extLst>
                <a:ext uri="{FF2B5EF4-FFF2-40B4-BE49-F238E27FC236}">
                  <a16:creationId xmlns:a16="http://schemas.microsoft.com/office/drawing/2014/main" id="{51C92AD9-7A25-457B-A2F4-70B511256E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465" name="Group 177">
              <a:extLst>
                <a:ext uri="{FF2B5EF4-FFF2-40B4-BE49-F238E27FC236}">
                  <a16:creationId xmlns:a16="http://schemas.microsoft.com/office/drawing/2014/main" id="{B0F2ED8D-E104-42F1-9B02-0B49326C5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466" name="Line 178">
                <a:extLst>
                  <a:ext uri="{FF2B5EF4-FFF2-40B4-BE49-F238E27FC236}">
                    <a16:creationId xmlns:a16="http://schemas.microsoft.com/office/drawing/2014/main" id="{11617CBD-F5EC-4DC7-993E-81D15EC89C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67" name="Line 179">
                <a:extLst>
                  <a:ext uri="{FF2B5EF4-FFF2-40B4-BE49-F238E27FC236}">
                    <a16:creationId xmlns:a16="http://schemas.microsoft.com/office/drawing/2014/main" id="{E5095F3D-8A63-464C-A642-3A949ACD82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468" name="Group 180">
            <a:extLst>
              <a:ext uri="{FF2B5EF4-FFF2-40B4-BE49-F238E27FC236}">
                <a16:creationId xmlns:a16="http://schemas.microsoft.com/office/drawing/2014/main" id="{6ED234EE-C864-4487-8294-48868476C12A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5027133" y="1505082"/>
            <a:ext cx="246063" cy="82550"/>
            <a:chOff x="11791" y="9249"/>
            <a:chExt cx="256" cy="79"/>
          </a:xfrm>
        </p:grpSpPr>
        <p:sp>
          <p:nvSpPr>
            <p:cNvPr id="469" name="Rectangle 181">
              <a:extLst>
                <a:ext uri="{FF2B5EF4-FFF2-40B4-BE49-F238E27FC236}">
                  <a16:creationId xmlns:a16="http://schemas.microsoft.com/office/drawing/2014/main" id="{6CF6D7D9-07FA-4C36-9844-83D6F944D6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470" name="Group 182">
              <a:extLst>
                <a:ext uri="{FF2B5EF4-FFF2-40B4-BE49-F238E27FC236}">
                  <a16:creationId xmlns:a16="http://schemas.microsoft.com/office/drawing/2014/main" id="{34078C13-8DBC-4D96-AEB0-713FC0754B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471" name="Line 183">
                <a:extLst>
                  <a:ext uri="{FF2B5EF4-FFF2-40B4-BE49-F238E27FC236}">
                    <a16:creationId xmlns:a16="http://schemas.microsoft.com/office/drawing/2014/main" id="{0AAD319F-75DD-42F8-A9F0-A191157A23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72" name="Line 184">
                <a:extLst>
                  <a:ext uri="{FF2B5EF4-FFF2-40B4-BE49-F238E27FC236}">
                    <a16:creationId xmlns:a16="http://schemas.microsoft.com/office/drawing/2014/main" id="{B847B280-5FB1-4C2A-ADDE-618AED5B8B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473" name="Group 185">
            <a:extLst>
              <a:ext uri="{FF2B5EF4-FFF2-40B4-BE49-F238E27FC236}">
                <a16:creationId xmlns:a16="http://schemas.microsoft.com/office/drawing/2014/main" id="{CF0F48E0-7660-4289-BF03-F55C537A87E6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6055833" y="1505082"/>
            <a:ext cx="246063" cy="82550"/>
            <a:chOff x="11791" y="9249"/>
            <a:chExt cx="256" cy="79"/>
          </a:xfrm>
        </p:grpSpPr>
        <p:sp>
          <p:nvSpPr>
            <p:cNvPr id="474" name="Rectangle 186">
              <a:extLst>
                <a:ext uri="{FF2B5EF4-FFF2-40B4-BE49-F238E27FC236}">
                  <a16:creationId xmlns:a16="http://schemas.microsoft.com/office/drawing/2014/main" id="{93A26A78-F3C8-4721-8404-294821EBF9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475" name="Group 187">
              <a:extLst>
                <a:ext uri="{FF2B5EF4-FFF2-40B4-BE49-F238E27FC236}">
                  <a16:creationId xmlns:a16="http://schemas.microsoft.com/office/drawing/2014/main" id="{C555EDDF-5CF3-4A5C-9413-AD86060345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476" name="Line 188">
                <a:extLst>
                  <a:ext uri="{FF2B5EF4-FFF2-40B4-BE49-F238E27FC236}">
                    <a16:creationId xmlns:a16="http://schemas.microsoft.com/office/drawing/2014/main" id="{1C26D0E4-8E1D-4B7D-8D04-7D2E7CEBA8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77" name="Line 189">
                <a:extLst>
                  <a:ext uri="{FF2B5EF4-FFF2-40B4-BE49-F238E27FC236}">
                    <a16:creationId xmlns:a16="http://schemas.microsoft.com/office/drawing/2014/main" id="{E2658B97-7B6C-4DD6-B931-4E3C5F62D2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478" name="Group 190">
            <a:extLst>
              <a:ext uri="{FF2B5EF4-FFF2-40B4-BE49-F238E27FC236}">
                <a16:creationId xmlns:a16="http://schemas.microsoft.com/office/drawing/2014/main" id="{732C329F-0430-4107-970A-8A141B5F0FDB}"/>
              </a:ext>
            </a:extLst>
          </p:cNvPr>
          <p:cNvGrpSpPr>
            <a:grpSpLocks/>
          </p:cNvGrpSpPr>
          <p:nvPr/>
        </p:nvGrpSpPr>
        <p:grpSpPr bwMode="auto">
          <a:xfrm>
            <a:off x="2702239" y="1928150"/>
            <a:ext cx="273050" cy="76200"/>
            <a:chOff x="11791" y="9249"/>
            <a:chExt cx="256" cy="79"/>
          </a:xfrm>
        </p:grpSpPr>
        <p:sp>
          <p:nvSpPr>
            <p:cNvPr id="479" name="Rectangle 191">
              <a:extLst>
                <a:ext uri="{FF2B5EF4-FFF2-40B4-BE49-F238E27FC236}">
                  <a16:creationId xmlns:a16="http://schemas.microsoft.com/office/drawing/2014/main" id="{9D6BDCA2-7218-43D2-BB43-EEC0C128F3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480" name="Group 192">
              <a:extLst>
                <a:ext uri="{FF2B5EF4-FFF2-40B4-BE49-F238E27FC236}">
                  <a16:creationId xmlns:a16="http://schemas.microsoft.com/office/drawing/2014/main" id="{CE6535E8-172F-4674-ABF5-7E63ED60BC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481" name="Line 193">
                <a:extLst>
                  <a:ext uri="{FF2B5EF4-FFF2-40B4-BE49-F238E27FC236}">
                    <a16:creationId xmlns:a16="http://schemas.microsoft.com/office/drawing/2014/main" id="{1E165549-4C87-4B80-9753-95D546B6C3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82" name="Line 194">
                <a:extLst>
                  <a:ext uri="{FF2B5EF4-FFF2-40B4-BE49-F238E27FC236}">
                    <a16:creationId xmlns:a16="http://schemas.microsoft.com/office/drawing/2014/main" id="{610F20CC-5873-4105-8142-DA363A4A46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483" name="Group 195">
            <a:extLst>
              <a:ext uri="{FF2B5EF4-FFF2-40B4-BE49-F238E27FC236}">
                <a16:creationId xmlns:a16="http://schemas.microsoft.com/office/drawing/2014/main" id="{57D09CDA-5700-4EB3-93D7-C9866F0C74B8}"/>
              </a:ext>
            </a:extLst>
          </p:cNvPr>
          <p:cNvGrpSpPr>
            <a:grpSpLocks/>
          </p:cNvGrpSpPr>
          <p:nvPr/>
        </p:nvGrpSpPr>
        <p:grpSpPr bwMode="auto">
          <a:xfrm>
            <a:off x="3730939" y="1928150"/>
            <a:ext cx="273050" cy="76200"/>
            <a:chOff x="11791" y="9249"/>
            <a:chExt cx="256" cy="79"/>
          </a:xfrm>
        </p:grpSpPr>
        <p:sp>
          <p:nvSpPr>
            <p:cNvPr id="484" name="Rectangle 196">
              <a:extLst>
                <a:ext uri="{FF2B5EF4-FFF2-40B4-BE49-F238E27FC236}">
                  <a16:creationId xmlns:a16="http://schemas.microsoft.com/office/drawing/2014/main" id="{A84D6024-70EB-4DB7-BE47-9786D1568F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485" name="Group 197">
              <a:extLst>
                <a:ext uri="{FF2B5EF4-FFF2-40B4-BE49-F238E27FC236}">
                  <a16:creationId xmlns:a16="http://schemas.microsoft.com/office/drawing/2014/main" id="{A524FBE9-A117-44FF-9F77-DE73B2A818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486" name="Line 198">
                <a:extLst>
                  <a:ext uri="{FF2B5EF4-FFF2-40B4-BE49-F238E27FC236}">
                    <a16:creationId xmlns:a16="http://schemas.microsoft.com/office/drawing/2014/main" id="{9E388F8D-F947-4B11-BE6A-F4B9029056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87" name="Line 199">
                <a:extLst>
                  <a:ext uri="{FF2B5EF4-FFF2-40B4-BE49-F238E27FC236}">
                    <a16:creationId xmlns:a16="http://schemas.microsoft.com/office/drawing/2014/main" id="{2AAB283A-8521-4688-A5D4-9D2BEE7A33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488" name="Group 200">
            <a:extLst>
              <a:ext uri="{FF2B5EF4-FFF2-40B4-BE49-F238E27FC236}">
                <a16:creationId xmlns:a16="http://schemas.microsoft.com/office/drawing/2014/main" id="{0CBC4149-F133-48E0-8153-F3580B6F6FC6}"/>
              </a:ext>
            </a:extLst>
          </p:cNvPr>
          <p:cNvGrpSpPr>
            <a:grpSpLocks/>
          </p:cNvGrpSpPr>
          <p:nvPr/>
        </p:nvGrpSpPr>
        <p:grpSpPr bwMode="auto">
          <a:xfrm>
            <a:off x="4756464" y="1928150"/>
            <a:ext cx="273050" cy="76200"/>
            <a:chOff x="11791" y="9249"/>
            <a:chExt cx="256" cy="79"/>
          </a:xfrm>
        </p:grpSpPr>
        <p:sp>
          <p:nvSpPr>
            <p:cNvPr id="489" name="Rectangle 201">
              <a:extLst>
                <a:ext uri="{FF2B5EF4-FFF2-40B4-BE49-F238E27FC236}">
                  <a16:creationId xmlns:a16="http://schemas.microsoft.com/office/drawing/2014/main" id="{4AD37163-F9C1-4EA5-903F-1605DF492A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490" name="Group 202">
              <a:extLst>
                <a:ext uri="{FF2B5EF4-FFF2-40B4-BE49-F238E27FC236}">
                  <a16:creationId xmlns:a16="http://schemas.microsoft.com/office/drawing/2014/main" id="{A8B94129-6D23-4AE1-8A9C-5E06D3A1C5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491" name="Line 203">
                <a:extLst>
                  <a:ext uri="{FF2B5EF4-FFF2-40B4-BE49-F238E27FC236}">
                    <a16:creationId xmlns:a16="http://schemas.microsoft.com/office/drawing/2014/main" id="{99D2A57A-1E1A-4569-92A1-2E06B62181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92" name="Line 204">
                <a:extLst>
                  <a:ext uri="{FF2B5EF4-FFF2-40B4-BE49-F238E27FC236}">
                    <a16:creationId xmlns:a16="http://schemas.microsoft.com/office/drawing/2014/main" id="{C017E1E5-AD70-4BF7-940A-66CBB9DB7B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493" name="Group 205">
            <a:extLst>
              <a:ext uri="{FF2B5EF4-FFF2-40B4-BE49-F238E27FC236}">
                <a16:creationId xmlns:a16="http://schemas.microsoft.com/office/drawing/2014/main" id="{9437C3E2-F3DF-450F-8FF4-0D1BF84A79E7}"/>
              </a:ext>
            </a:extLst>
          </p:cNvPr>
          <p:cNvGrpSpPr>
            <a:grpSpLocks/>
          </p:cNvGrpSpPr>
          <p:nvPr/>
        </p:nvGrpSpPr>
        <p:grpSpPr bwMode="auto">
          <a:xfrm>
            <a:off x="5785164" y="1928150"/>
            <a:ext cx="273050" cy="76200"/>
            <a:chOff x="11791" y="9249"/>
            <a:chExt cx="256" cy="79"/>
          </a:xfrm>
        </p:grpSpPr>
        <p:sp>
          <p:nvSpPr>
            <p:cNvPr id="494" name="Rectangle 206">
              <a:extLst>
                <a:ext uri="{FF2B5EF4-FFF2-40B4-BE49-F238E27FC236}">
                  <a16:creationId xmlns:a16="http://schemas.microsoft.com/office/drawing/2014/main" id="{2C778F9C-1341-4715-B1A3-69632BBB4E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495" name="Group 207">
              <a:extLst>
                <a:ext uri="{FF2B5EF4-FFF2-40B4-BE49-F238E27FC236}">
                  <a16:creationId xmlns:a16="http://schemas.microsoft.com/office/drawing/2014/main" id="{7F5FF196-4730-4D80-AC67-B66285B279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496" name="Line 208">
                <a:extLst>
                  <a:ext uri="{FF2B5EF4-FFF2-40B4-BE49-F238E27FC236}">
                    <a16:creationId xmlns:a16="http://schemas.microsoft.com/office/drawing/2014/main" id="{FC1AF724-7AFC-4BDE-B746-DC7F470D4E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97" name="Line 209">
                <a:extLst>
                  <a:ext uri="{FF2B5EF4-FFF2-40B4-BE49-F238E27FC236}">
                    <a16:creationId xmlns:a16="http://schemas.microsoft.com/office/drawing/2014/main" id="{C5E81220-81CE-4FE1-85A4-697F38709D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498" name="Group 210">
            <a:extLst>
              <a:ext uri="{FF2B5EF4-FFF2-40B4-BE49-F238E27FC236}">
                <a16:creationId xmlns:a16="http://schemas.microsoft.com/office/drawing/2014/main" id="{B4F8ECEF-92D5-4F66-A4A0-179826988845}"/>
              </a:ext>
            </a:extLst>
          </p:cNvPr>
          <p:cNvGrpSpPr>
            <a:grpSpLocks/>
          </p:cNvGrpSpPr>
          <p:nvPr/>
        </p:nvGrpSpPr>
        <p:grpSpPr bwMode="auto">
          <a:xfrm>
            <a:off x="2702239" y="2548863"/>
            <a:ext cx="273050" cy="76200"/>
            <a:chOff x="11791" y="9249"/>
            <a:chExt cx="256" cy="79"/>
          </a:xfrm>
        </p:grpSpPr>
        <p:sp>
          <p:nvSpPr>
            <p:cNvPr id="499" name="Rectangle 211">
              <a:extLst>
                <a:ext uri="{FF2B5EF4-FFF2-40B4-BE49-F238E27FC236}">
                  <a16:creationId xmlns:a16="http://schemas.microsoft.com/office/drawing/2014/main" id="{25E495DB-7A78-434A-9EE8-802314B3D3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00" name="Group 212">
              <a:extLst>
                <a:ext uri="{FF2B5EF4-FFF2-40B4-BE49-F238E27FC236}">
                  <a16:creationId xmlns:a16="http://schemas.microsoft.com/office/drawing/2014/main" id="{90851C43-2017-4ACF-A4D4-46AD1C4228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01" name="Line 213">
                <a:extLst>
                  <a:ext uri="{FF2B5EF4-FFF2-40B4-BE49-F238E27FC236}">
                    <a16:creationId xmlns:a16="http://schemas.microsoft.com/office/drawing/2014/main" id="{82595B15-993E-42E1-AC88-CAF284B48F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02" name="Line 214">
                <a:extLst>
                  <a:ext uri="{FF2B5EF4-FFF2-40B4-BE49-F238E27FC236}">
                    <a16:creationId xmlns:a16="http://schemas.microsoft.com/office/drawing/2014/main" id="{C3943630-7B08-448C-AF49-2D08A3CB7A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03" name="Group 215">
            <a:extLst>
              <a:ext uri="{FF2B5EF4-FFF2-40B4-BE49-F238E27FC236}">
                <a16:creationId xmlns:a16="http://schemas.microsoft.com/office/drawing/2014/main" id="{04A626A2-520A-4653-8C5E-4B88D9306BF6}"/>
              </a:ext>
            </a:extLst>
          </p:cNvPr>
          <p:cNvGrpSpPr>
            <a:grpSpLocks/>
          </p:cNvGrpSpPr>
          <p:nvPr/>
        </p:nvGrpSpPr>
        <p:grpSpPr bwMode="auto">
          <a:xfrm>
            <a:off x="3730939" y="2548863"/>
            <a:ext cx="273050" cy="76200"/>
            <a:chOff x="11791" y="9249"/>
            <a:chExt cx="256" cy="79"/>
          </a:xfrm>
        </p:grpSpPr>
        <p:sp>
          <p:nvSpPr>
            <p:cNvPr id="504" name="Rectangle 216">
              <a:extLst>
                <a:ext uri="{FF2B5EF4-FFF2-40B4-BE49-F238E27FC236}">
                  <a16:creationId xmlns:a16="http://schemas.microsoft.com/office/drawing/2014/main" id="{78FD0D5C-D99B-4750-A01F-1B71388A32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05" name="Group 217">
              <a:extLst>
                <a:ext uri="{FF2B5EF4-FFF2-40B4-BE49-F238E27FC236}">
                  <a16:creationId xmlns:a16="http://schemas.microsoft.com/office/drawing/2014/main" id="{0221230E-ACB4-4663-9029-23913A841F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06" name="Line 218">
                <a:extLst>
                  <a:ext uri="{FF2B5EF4-FFF2-40B4-BE49-F238E27FC236}">
                    <a16:creationId xmlns:a16="http://schemas.microsoft.com/office/drawing/2014/main" id="{9053092A-6951-49EB-84EF-F9A7E1B210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07" name="Line 219">
                <a:extLst>
                  <a:ext uri="{FF2B5EF4-FFF2-40B4-BE49-F238E27FC236}">
                    <a16:creationId xmlns:a16="http://schemas.microsoft.com/office/drawing/2014/main" id="{76D2CB13-D7C0-44A8-AC1F-E47A8728DA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08" name="Group 220">
            <a:extLst>
              <a:ext uri="{FF2B5EF4-FFF2-40B4-BE49-F238E27FC236}">
                <a16:creationId xmlns:a16="http://schemas.microsoft.com/office/drawing/2014/main" id="{8BF5AB6F-4A7F-440A-AC80-22E5270EB4C9}"/>
              </a:ext>
            </a:extLst>
          </p:cNvPr>
          <p:cNvGrpSpPr>
            <a:grpSpLocks/>
          </p:cNvGrpSpPr>
          <p:nvPr/>
        </p:nvGrpSpPr>
        <p:grpSpPr bwMode="auto">
          <a:xfrm>
            <a:off x="4756464" y="2548863"/>
            <a:ext cx="273050" cy="76200"/>
            <a:chOff x="11791" y="9249"/>
            <a:chExt cx="256" cy="79"/>
          </a:xfrm>
        </p:grpSpPr>
        <p:sp>
          <p:nvSpPr>
            <p:cNvPr id="509" name="Rectangle 221">
              <a:extLst>
                <a:ext uri="{FF2B5EF4-FFF2-40B4-BE49-F238E27FC236}">
                  <a16:creationId xmlns:a16="http://schemas.microsoft.com/office/drawing/2014/main" id="{AEAFAEBE-75E4-4A50-80BA-C90D4B05AEB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10" name="Group 222">
              <a:extLst>
                <a:ext uri="{FF2B5EF4-FFF2-40B4-BE49-F238E27FC236}">
                  <a16:creationId xmlns:a16="http://schemas.microsoft.com/office/drawing/2014/main" id="{66ADA39D-E651-431B-8D38-728B145A4C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11" name="Line 223">
                <a:extLst>
                  <a:ext uri="{FF2B5EF4-FFF2-40B4-BE49-F238E27FC236}">
                    <a16:creationId xmlns:a16="http://schemas.microsoft.com/office/drawing/2014/main" id="{DABBA9E6-3A29-44C5-9B43-1B39BBD534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12" name="Line 224">
                <a:extLst>
                  <a:ext uri="{FF2B5EF4-FFF2-40B4-BE49-F238E27FC236}">
                    <a16:creationId xmlns:a16="http://schemas.microsoft.com/office/drawing/2014/main" id="{7FB74FAF-31BE-423D-A398-8F76C145B0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13" name="Group 225">
            <a:extLst>
              <a:ext uri="{FF2B5EF4-FFF2-40B4-BE49-F238E27FC236}">
                <a16:creationId xmlns:a16="http://schemas.microsoft.com/office/drawing/2014/main" id="{45A9D8E7-EE84-431A-9739-709EE363A66B}"/>
              </a:ext>
            </a:extLst>
          </p:cNvPr>
          <p:cNvGrpSpPr>
            <a:grpSpLocks/>
          </p:cNvGrpSpPr>
          <p:nvPr/>
        </p:nvGrpSpPr>
        <p:grpSpPr bwMode="auto">
          <a:xfrm>
            <a:off x="5785164" y="2548863"/>
            <a:ext cx="273050" cy="76200"/>
            <a:chOff x="11791" y="9249"/>
            <a:chExt cx="256" cy="79"/>
          </a:xfrm>
        </p:grpSpPr>
        <p:sp>
          <p:nvSpPr>
            <p:cNvPr id="514" name="Rectangle 226">
              <a:extLst>
                <a:ext uri="{FF2B5EF4-FFF2-40B4-BE49-F238E27FC236}">
                  <a16:creationId xmlns:a16="http://schemas.microsoft.com/office/drawing/2014/main" id="{63CF9470-5F5D-4548-9393-0D611903274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15" name="Group 227">
              <a:extLst>
                <a:ext uri="{FF2B5EF4-FFF2-40B4-BE49-F238E27FC236}">
                  <a16:creationId xmlns:a16="http://schemas.microsoft.com/office/drawing/2014/main" id="{58080264-CCBB-45A5-AC12-FA779CE3DE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16" name="Line 228">
                <a:extLst>
                  <a:ext uri="{FF2B5EF4-FFF2-40B4-BE49-F238E27FC236}">
                    <a16:creationId xmlns:a16="http://schemas.microsoft.com/office/drawing/2014/main" id="{CC8A392A-9EA0-4542-8815-A32558A885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17" name="Line 229">
                <a:extLst>
                  <a:ext uri="{FF2B5EF4-FFF2-40B4-BE49-F238E27FC236}">
                    <a16:creationId xmlns:a16="http://schemas.microsoft.com/office/drawing/2014/main" id="{24CF5580-32B2-4C70-8359-C416BB3CE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18" name="Group 230">
            <a:extLst>
              <a:ext uri="{FF2B5EF4-FFF2-40B4-BE49-F238E27FC236}">
                <a16:creationId xmlns:a16="http://schemas.microsoft.com/office/drawing/2014/main" id="{0665BDE1-D06C-47F9-AB5F-228311D825CE}"/>
              </a:ext>
            </a:extLst>
          </p:cNvPr>
          <p:cNvGrpSpPr>
            <a:grpSpLocks/>
          </p:cNvGrpSpPr>
          <p:nvPr/>
        </p:nvGrpSpPr>
        <p:grpSpPr bwMode="auto">
          <a:xfrm>
            <a:off x="2702239" y="3172751"/>
            <a:ext cx="273050" cy="74613"/>
            <a:chOff x="11791" y="9249"/>
            <a:chExt cx="256" cy="79"/>
          </a:xfrm>
        </p:grpSpPr>
        <p:sp>
          <p:nvSpPr>
            <p:cNvPr id="519" name="Rectangle 231">
              <a:extLst>
                <a:ext uri="{FF2B5EF4-FFF2-40B4-BE49-F238E27FC236}">
                  <a16:creationId xmlns:a16="http://schemas.microsoft.com/office/drawing/2014/main" id="{950B5E3C-1FAD-443B-A7F0-CF6EC5AEA0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20" name="Group 232">
              <a:extLst>
                <a:ext uri="{FF2B5EF4-FFF2-40B4-BE49-F238E27FC236}">
                  <a16:creationId xmlns:a16="http://schemas.microsoft.com/office/drawing/2014/main" id="{697A3CE0-06E0-4FF6-BDB8-D57AE2D158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21" name="Line 233">
                <a:extLst>
                  <a:ext uri="{FF2B5EF4-FFF2-40B4-BE49-F238E27FC236}">
                    <a16:creationId xmlns:a16="http://schemas.microsoft.com/office/drawing/2014/main" id="{907DD2E5-FCA9-4D52-82B7-99C61C0C58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22" name="Line 234">
                <a:extLst>
                  <a:ext uri="{FF2B5EF4-FFF2-40B4-BE49-F238E27FC236}">
                    <a16:creationId xmlns:a16="http://schemas.microsoft.com/office/drawing/2014/main" id="{EE14E902-18CB-46B1-A2BD-38AC59067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23" name="Group 235">
            <a:extLst>
              <a:ext uri="{FF2B5EF4-FFF2-40B4-BE49-F238E27FC236}">
                <a16:creationId xmlns:a16="http://schemas.microsoft.com/office/drawing/2014/main" id="{18E55E09-BCB2-4781-9423-84FC22DFD947}"/>
              </a:ext>
            </a:extLst>
          </p:cNvPr>
          <p:cNvGrpSpPr>
            <a:grpSpLocks/>
          </p:cNvGrpSpPr>
          <p:nvPr/>
        </p:nvGrpSpPr>
        <p:grpSpPr bwMode="auto">
          <a:xfrm>
            <a:off x="3730939" y="3172751"/>
            <a:ext cx="273050" cy="74613"/>
            <a:chOff x="11791" y="9249"/>
            <a:chExt cx="256" cy="79"/>
          </a:xfrm>
        </p:grpSpPr>
        <p:sp>
          <p:nvSpPr>
            <p:cNvPr id="524" name="Rectangle 236">
              <a:extLst>
                <a:ext uri="{FF2B5EF4-FFF2-40B4-BE49-F238E27FC236}">
                  <a16:creationId xmlns:a16="http://schemas.microsoft.com/office/drawing/2014/main" id="{D7E2E8B8-409B-4A9E-AF03-2BB6B8D4918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25" name="Group 237">
              <a:extLst>
                <a:ext uri="{FF2B5EF4-FFF2-40B4-BE49-F238E27FC236}">
                  <a16:creationId xmlns:a16="http://schemas.microsoft.com/office/drawing/2014/main" id="{C7928481-5F9A-484E-94AB-C2ED4A84F5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26" name="Line 238">
                <a:extLst>
                  <a:ext uri="{FF2B5EF4-FFF2-40B4-BE49-F238E27FC236}">
                    <a16:creationId xmlns:a16="http://schemas.microsoft.com/office/drawing/2014/main" id="{7B55B145-C5DA-4A41-8566-C3D6D4E8AE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27" name="Line 239">
                <a:extLst>
                  <a:ext uri="{FF2B5EF4-FFF2-40B4-BE49-F238E27FC236}">
                    <a16:creationId xmlns:a16="http://schemas.microsoft.com/office/drawing/2014/main" id="{90016087-7E3E-4E41-9267-9BECB97F62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28" name="Group 240">
            <a:extLst>
              <a:ext uri="{FF2B5EF4-FFF2-40B4-BE49-F238E27FC236}">
                <a16:creationId xmlns:a16="http://schemas.microsoft.com/office/drawing/2014/main" id="{7EEF86E5-EC2A-46A4-BCA1-9C7EB1D596D0}"/>
              </a:ext>
            </a:extLst>
          </p:cNvPr>
          <p:cNvGrpSpPr>
            <a:grpSpLocks/>
          </p:cNvGrpSpPr>
          <p:nvPr/>
        </p:nvGrpSpPr>
        <p:grpSpPr bwMode="auto">
          <a:xfrm>
            <a:off x="4756464" y="3172751"/>
            <a:ext cx="273050" cy="74613"/>
            <a:chOff x="11791" y="9249"/>
            <a:chExt cx="256" cy="79"/>
          </a:xfrm>
        </p:grpSpPr>
        <p:sp>
          <p:nvSpPr>
            <p:cNvPr id="529" name="Rectangle 241">
              <a:extLst>
                <a:ext uri="{FF2B5EF4-FFF2-40B4-BE49-F238E27FC236}">
                  <a16:creationId xmlns:a16="http://schemas.microsoft.com/office/drawing/2014/main" id="{64AC9A4C-708D-49FE-A7A4-E071B0CD931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30" name="Group 242">
              <a:extLst>
                <a:ext uri="{FF2B5EF4-FFF2-40B4-BE49-F238E27FC236}">
                  <a16:creationId xmlns:a16="http://schemas.microsoft.com/office/drawing/2014/main" id="{FB262337-5BF5-4401-A312-DA2726C16A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31" name="Line 243">
                <a:extLst>
                  <a:ext uri="{FF2B5EF4-FFF2-40B4-BE49-F238E27FC236}">
                    <a16:creationId xmlns:a16="http://schemas.microsoft.com/office/drawing/2014/main" id="{4BB8B281-8841-4F0C-8D1C-721D5A2A31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32" name="Line 244">
                <a:extLst>
                  <a:ext uri="{FF2B5EF4-FFF2-40B4-BE49-F238E27FC236}">
                    <a16:creationId xmlns:a16="http://schemas.microsoft.com/office/drawing/2014/main" id="{570224E8-ED17-46D0-BF9D-37CA534E6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33" name="Group 245">
            <a:extLst>
              <a:ext uri="{FF2B5EF4-FFF2-40B4-BE49-F238E27FC236}">
                <a16:creationId xmlns:a16="http://schemas.microsoft.com/office/drawing/2014/main" id="{D5FD95CC-4DB0-4413-AAF9-03A6FAF7174A}"/>
              </a:ext>
            </a:extLst>
          </p:cNvPr>
          <p:cNvGrpSpPr>
            <a:grpSpLocks/>
          </p:cNvGrpSpPr>
          <p:nvPr/>
        </p:nvGrpSpPr>
        <p:grpSpPr bwMode="auto">
          <a:xfrm>
            <a:off x="5785164" y="3172751"/>
            <a:ext cx="273050" cy="74613"/>
            <a:chOff x="11791" y="9249"/>
            <a:chExt cx="256" cy="79"/>
          </a:xfrm>
        </p:grpSpPr>
        <p:sp>
          <p:nvSpPr>
            <p:cNvPr id="534" name="Rectangle 246">
              <a:extLst>
                <a:ext uri="{FF2B5EF4-FFF2-40B4-BE49-F238E27FC236}">
                  <a16:creationId xmlns:a16="http://schemas.microsoft.com/office/drawing/2014/main" id="{58A3692E-4D70-49CE-8CEC-FDC19E5086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35" name="Group 247">
              <a:extLst>
                <a:ext uri="{FF2B5EF4-FFF2-40B4-BE49-F238E27FC236}">
                  <a16:creationId xmlns:a16="http://schemas.microsoft.com/office/drawing/2014/main" id="{0C340192-AA51-414F-8830-40725F7E70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36" name="Line 248">
                <a:extLst>
                  <a:ext uri="{FF2B5EF4-FFF2-40B4-BE49-F238E27FC236}">
                    <a16:creationId xmlns:a16="http://schemas.microsoft.com/office/drawing/2014/main" id="{D1270D62-7A82-4255-A8AB-DEB6BCE78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37" name="Line 249">
                <a:extLst>
                  <a:ext uri="{FF2B5EF4-FFF2-40B4-BE49-F238E27FC236}">
                    <a16:creationId xmlns:a16="http://schemas.microsoft.com/office/drawing/2014/main" id="{F4ADD11F-4529-47F5-BE0B-10C38B1EF7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38" name="Group 250">
            <a:extLst>
              <a:ext uri="{FF2B5EF4-FFF2-40B4-BE49-F238E27FC236}">
                <a16:creationId xmlns:a16="http://schemas.microsoft.com/office/drawing/2014/main" id="{AD8F660B-A863-4E8E-8548-8E89B5521A59}"/>
              </a:ext>
            </a:extLst>
          </p:cNvPr>
          <p:cNvGrpSpPr>
            <a:grpSpLocks/>
          </p:cNvGrpSpPr>
          <p:nvPr/>
        </p:nvGrpSpPr>
        <p:grpSpPr bwMode="auto">
          <a:xfrm>
            <a:off x="2702239" y="3799813"/>
            <a:ext cx="273050" cy="74612"/>
            <a:chOff x="11791" y="9249"/>
            <a:chExt cx="256" cy="79"/>
          </a:xfrm>
        </p:grpSpPr>
        <p:sp>
          <p:nvSpPr>
            <p:cNvPr id="539" name="Rectangle 251">
              <a:extLst>
                <a:ext uri="{FF2B5EF4-FFF2-40B4-BE49-F238E27FC236}">
                  <a16:creationId xmlns:a16="http://schemas.microsoft.com/office/drawing/2014/main" id="{4019CC95-67B6-4092-8D2C-A8F27515CAA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40" name="Group 252">
              <a:extLst>
                <a:ext uri="{FF2B5EF4-FFF2-40B4-BE49-F238E27FC236}">
                  <a16:creationId xmlns:a16="http://schemas.microsoft.com/office/drawing/2014/main" id="{177F84AB-8E02-4B26-B738-8EC8FCC6B4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41" name="Line 253">
                <a:extLst>
                  <a:ext uri="{FF2B5EF4-FFF2-40B4-BE49-F238E27FC236}">
                    <a16:creationId xmlns:a16="http://schemas.microsoft.com/office/drawing/2014/main" id="{207B9C47-F384-47A8-B2CF-0B1303FEDE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42" name="Line 254">
                <a:extLst>
                  <a:ext uri="{FF2B5EF4-FFF2-40B4-BE49-F238E27FC236}">
                    <a16:creationId xmlns:a16="http://schemas.microsoft.com/office/drawing/2014/main" id="{0DE3265D-1032-469F-81B0-312C3E80FC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43" name="Group 255">
            <a:extLst>
              <a:ext uri="{FF2B5EF4-FFF2-40B4-BE49-F238E27FC236}">
                <a16:creationId xmlns:a16="http://schemas.microsoft.com/office/drawing/2014/main" id="{ABE83493-B178-4240-8D77-E1D21D31921A}"/>
              </a:ext>
            </a:extLst>
          </p:cNvPr>
          <p:cNvGrpSpPr>
            <a:grpSpLocks/>
          </p:cNvGrpSpPr>
          <p:nvPr/>
        </p:nvGrpSpPr>
        <p:grpSpPr bwMode="auto">
          <a:xfrm>
            <a:off x="3730939" y="3799813"/>
            <a:ext cx="273050" cy="74612"/>
            <a:chOff x="11791" y="9249"/>
            <a:chExt cx="256" cy="79"/>
          </a:xfrm>
        </p:grpSpPr>
        <p:sp>
          <p:nvSpPr>
            <p:cNvPr id="544" name="Rectangle 256">
              <a:extLst>
                <a:ext uri="{FF2B5EF4-FFF2-40B4-BE49-F238E27FC236}">
                  <a16:creationId xmlns:a16="http://schemas.microsoft.com/office/drawing/2014/main" id="{60D728BE-859C-4151-8A93-BB1A2215BC4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45" name="Group 257">
              <a:extLst>
                <a:ext uri="{FF2B5EF4-FFF2-40B4-BE49-F238E27FC236}">
                  <a16:creationId xmlns:a16="http://schemas.microsoft.com/office/drawing/2014/main" id="{AA2E682B-4756-47A2-85D4-105DBE42C5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46" name="Line 258">
                <a:extLst>
                  <a:ext uri="{FF2B5EF4-FFF2-40B4-BE49-F238E27FC236}">
                    <a16:creationId xmlns:a16="http://schemas.microsoft.com/office/drawing/2014/main" id="{93257F4E-E8BF-4E70-A83F-F682E07132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47" name="Line 259">
                <a:extLst>
                  <a:ext uri="{FF2B5EF4-FFF2-40B4-BE49-F238E27FC236}">
                    <a16:creationId xmlns:a16="http://schemas.microsoft.com/office/drawing/2014/main" id="{34FCE191-31DB-4AC4-AEFC-BFA480A85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48" name="Group 260">
            <a:extLst>
              <a:ext uri="{FF2B5EF4-FFF2-40B4-BE49-F238E27FC236}">
                <a16:creationId xmlns:a16="http://schemas.microsoft.com/office/drawing/2014/main" id="{903C6AF9-E3DE-432F-8CEF-BF9BE8989C22}"/>
              </a:ext>
            </a:extLst>
          </p:cNvPr>
          <p:cNvGrpSpPr>
            <a:grpSpLocks/>
          </p:cNvGrpSpPr>
          <p:nvPr/>
        </p:nvGrpSpPr>
        <p:grpSpPr bwMode="auto">
          <a:xfrm>
            <a:off x="4756464" y="3799813"/>
            <a:ext cx="273050" cy="74612"/>
            <a:chOff x="11791" y="9249"/>
            <a:chExt cx="256" cy="79"/>
          </a:xfrm>
        </p:grpSpPr>
        <p:sp>
          <p:nvSpPr>
            <p:cNvPr id="549" name="Rectangle 261">
              <a:extLst>
                <a:ext uri="{FF2B5EF4-FFF2-40B4-BE49-F238E27FC236}">
                  <a16:creationId xmlns:a16="http://schemas.microsoft.com/office/drawing/2014/main" id="{72441CD1-BB19-4306-A4CB-0AD114E7B4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50" name="Group 262">
              <a:extLst>
                <a:ext uri="{FF2B5EF4-FFF2-40B4-BE49-F238E27FC236}">
                  <a16:creationId xmlns:a16="http://schemas.microsoft.com/office/drawing/2014/main" id="{7A94A7F6-0F13-4E9F-9085-3BAA29FDA9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51" name="Line 263">
                <a:extLst>
                  <a:ext uri="{FF2B5EF4-FFF2-40B4-BE49-F238E27FC236}">
                    <a16:creationId xmlns:a16="http://schemas.microsoft.com/office/drawing/2014/main" id="{92ED1B01-EF1E-4A65-8029-9D37D05402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52" name="Line 264">
                <a:extLst>
                  <a:ext uri="{FF2B5EF4-FFF2-40B4-BE49-F238E27FC236}">
                    <a16:creationId xmlns:a16="http://schemas.microsoft.com/office/drawing/2014/main" id="{68BC8517-3A93-4F90-9941-A4D4ABDB20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grpSp>
        <p:nvGrpSpPr>
          <p:cNvPr id="553" name="Group 265">
            <a:extLst>
              <a:ext uri="{FF2B5EF4-FFF2-40B4-BE49-F238E27FC236}">
                <a16:creationId xmlns:a16="http://schemas.microsoft.com/office/drawing/2014/main" id="{A5429FB6-8E11-4DF2-ACC5-8CCD49226243}"/>
              </a:ext>
            </a:extLst>
          </p:cNvPr>
          <p:cNvGrpSpPr>
            <a:grpSpLocks/>
          </p:cNvGrpSpPr>
          <p:nvPr/>
        </p:nvGrpSpPr>
        <p:grpSpPr bwMode="auto">
          <a:xfrm>
            <a:off x="5785164" y="3799813"/>
            <a:ext cx="273050" cy="74612"/>
            <a:chOff x="11791" y="9249"/>
            <a:chExt cx="256" cy="79"/>
          </a:xfrm>
        </p:grpSpPr>
        <p:sp>
          <p:nvSpPr>
            <p:cNvPr id="554" name="Rectangle 266">
              <a:extLst>
                <a:ext uri="{FF2B5EF4-FFF2-40B4-BE49-F238E27FC236}">
                  <a16:creationId xmlns:a16="http://schemas.microsoft.com/office/drawing/2014/main" id="{0CA5D0D9-686B-4B81-AF5E-BE0DBD77255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1812" y="9253"/>
              <a:ext cx="215" cy="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555" name="Group 267">
              <a:extLst>
                <a:ext uri="{FF2B5EF4-FFF2-40B4-BE49-F238E27FC236}">
                  <a16:creationId xmlns:a16="http://schemas.microsoft.com/office/drawing/2014/main" id="{E27DE44E-76FB-4376-A7E2-36C3C55CB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91" y="9249"/>
              <a:ext cx="256" cy="79"/>
              <a:chOff x="11791" y="9249"/>
              <a:chExt cx="256" cy="79"/>
            </a:xfrm>
          </p:grpSpPr>
          <p:sp>
            <p:nvSpPr>
              <p:cNvPr id="556" name="Line 268">
                <a:extLst>
                  <a:ext uri="{FF2B5EF4-FFF2-40B4-BE49-F238E27FC236}">
                    <a16:creationId xmlns:a16="http://schemas.microsoft.com/office/drawing/2014/main" id="{8BA8B0A1-E523-49A7-B2B7-9FCD738032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791" y="9328"/>
                <a:ext cx="256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557" name="Line 269">
                <a:extLst>
                  <a:ext uri="{FF2B5EF4-FFF2-40B4-BE49-F238E27FC236}">
                    <a16:creationId xmlns:a16="http://schemas.microsoft.com/office/drawing/2014/main" id="{776E994D-8A58-477D-BD06-27331AE3C7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11845" y="9249"/>
                <a:ext cx="148" cy="0"/>
              </a:xfrm>
              <a:prstGeom prst="line">
                <a:avLst/>
              </a:prstGeom>
              <a:noFill/>
              <a:ln w="1651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sp>
        <p:nvSpPr>
          <p:cNvPr id="558" name="Text Box 286">
            <a:extLst>
              <a:ext uri="{FF2B5EF4-FFF2-40B4-BE49-F238E27FC236}">
                <a16:creationId xmlns:a16="http://schemas.microsoft.com/office/drawing/2014/main" id="{173E45B2-682C-4244-AE1F-35312A370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3990" y="3617250"/>
            <a:ext cx="439737" cy="1905000"/>
          </a:xfrm>
          <a:prstGeom prst="rect">
            <a:avLst/>
          </a:prstGeom>
          <a:solidFill>
            <a:srgbClr val="00FF99"/>
          </a:solidFill>
          <a:ln w="16510">
            <a:solidFill>
              <a:sysClr val="windowText" lastClr="000000"/>
            </a:solidFill>
            <a:miter lim="800000"/>
            <a:headEnd/>
            <a:tailEnd/>
          </a:ln>
        </p:spPr>
        <p:txBody>
          <a:bodyPr vert="eaVert" lIns="0" tIns="0" rIns="0" bIns="0" anchor="ctr" anchorCtr="1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列地址译码器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FFFFFF"/>
                </a:outerShdw>
              </a:effectLst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59" name="Line 293">
            <a:extLst>
              <a:ext uri="{FF2B5EF4-FFF2-40B4-BE49-F238E27FC236}">
                <a16:creationId xmlns:a16="http://schemas.microsoft.com/office/drawing/2014/main" id="{0A25124C-9008-4F24-8044-F00126F1684E}"/>
              </a:ext>
            </a:extLst>
          </p:cNvPr>
          <p:cNvSpPr>
            <a:spLocks noChangeShapeType="1"/>
          </p:cNvSpPr>
          <p:nvPr/>
        </p:nvSpPr>
        <p:spPr bwMode="auto">
          <a:xfrm>
            <a:off x="3364227" y="4536184"/>
            <a:ext cx="0" cy="906691"/>
          </a:xfrm>
          <a:prstGeom prst="line">
            <a:avLst/>
          </a:prstGeom>
          <a:noFill/>
          <a:ln w="9525" cap="sq">
            <a:solidFill>
              <a:sysClr val="windowText" lastClr="000000"/>
            </a:solidFill>
            <a:miter lim="800000"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60" name="等腰三角形 559">
            <a:extLst>
              <a:ext uri="{FF2B5EF4-FFF2-40B4-BE49-F238E27FC236}">
                <a16:creationId xmlns:a16="http://schemas.microsoft.com/office/drawing/2014/main" id="{93FEB863-D747-4E50-AF80-4901BA9D137C}"/>
              </a:ext>
            </a:extLst>
          </p:cNvPr>
          <p:cNvSpPr/>
          <p:nvPr/>
        </p:nvSpPr>
        <p:spPr>
          <a:xfrm rot="10800000" flipH="1">
            <a:off x="3218364" y="4287947"/>
            <a:ext cx="283124" cy="220709"/>
          </a:xfrm>
          <a:prstGeom prst="triangle">
            <a:avLst/>
          </a:prstGeom>
          <a:solidFill>
            <a:srgbClr val="FFD966"/>
          </a:solidFill>
          <a:ln w="31750" cap="sq">
            <a:solidFill>
              <a:srgbClr val="000000"/>
            </a:solidFill>
            <a:miter lim="800000"/>
            <a:headEnd/>
            <a:tailEnd type="triangle" w="lg" len="lg"/>
          </a:ln>
        </p:spPr>
        <p:txBody>
          <a:bodyPr vert="horz" wrap="square" lIns="86699" tIns="43349" rIns="86699" bIns="43349" numCol="1" anchor="t" anchorCtr="0" compatLnSpc="1">
            <a:prstTxWarp prst="textNoShape">
              <a:avLst/>
            </a:prstTxWarp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srgbClr val="E7E6E6">
                  <a:lumMod val="75000"/>
                </a:srgbClr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561" name="Line 293">
            <a:extLst>
              <a:ext uri="{FF2B5EF4-FFF2-40B4-BE49-F238E27FC236}">
                <a16:creationId xmlns:a16="http://schemas.microsoft.com/office/drawing/2014/main" id="{0BA55800-0B89-4368-BE77-1C7D1C2537D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595083" y="3710914"/>
            <a:ext cx="0" cy="1382712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62" name="等腰三角形 561">
            <a:extLst>
              <a:ext uri="{FF2B5EF4-FFF2-40B4-BE49-F238E27FC236}">
                <a16:creationId xmlns:a16="http://schemas.microsoft.com/office/drawing/2014/main" id="{620C04DE-63A3-48C0-9775-5AB1720827DE}"/>
              </a:ext>
            </a:extLst>
          </p:cNvPr>
          <p:cNvSpPr/>
          <p:nvPr/>
        </p:nvSpPr>
        <p:spPr>
          <a:xfrm rot="10800000" flipH="1">
            <a:off x="4250571" y="4291732"/>
            <a:ext cx="283124" cy="220709"/>
          </a:xfrm>
          <a:prstGeom prst="triangle">
            <a:avLst/>
          </a:prstGeom>
          <a:solidFill>
            <a:srgbClr val="FFD966"/>
          </a:solidFill>
          <a:ln w="31750" cap="sq">
            <a:solidFill>
              <a:srgbClr val="000000"/>
            </a:solidFill>
            <a:miter lim="800000"/>
            <a:headEnd/>
            <a:tailEnd type="triangle" w="lg" len="lg"/>
          </a:ln>
        </p:spPr>
        <p:txBody>
          <a:bodyPr vert="horz" wrap="square" lIns="86699" tIns="43349" rIns="86699" bIns="43349" numCol="1" anchor="t" anchorCtr="0" compatLnSpc="1">
            <a:prstTxWarp prst="textNoShape">
              <a:avLst/>
            </a:prstTxWarp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srgbClr val="E7E6E6">
                  <a:lumMod val="75000"/>
                </a:srgbClr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563" name="等腰三角形 562">
            <a:extLst>
              <a:ext uri="{FF2B5EF4-FFF2-40B4-BE49-F238E27FC236}">
                <a16:creationId xmlns:a16="http://schemas.microsoft.com/office/drawing/2014/main" id="{FA1C61BA-B81F-4F18-96DB-46294B331A10}"/>
              </a:ext>
            </a:extLst>
          </p:cNvPr>
          <p:cNvSpPr/>
          <p:nvPr/>
        </p:nvSpPr>
        <p:spPr>
          <a:xfrm rot="10800000" flipH="1">
            <a:off x="5273253" y="4295517"/>
            <a:ext cx="283124" cy="220709"/>
          </a:xfrm>
          <a:prstGeom prst="triangle">
            <a:avLst/>
          </a:prstGeom>
          <a:solidFill>
            <a:srgbClr val="FFD966"/>
          </a:solidFill>
          <a:ln w="31750" cap="sq">
            <a:solidFill>
              <a:srgbClr val="000000"/>
            </a:solidFill>
            <a:miter lim="800000"/>
            <a:headEnd/>
            <a:tailEnd type="triangle" w="lg" len="lg"/>
          </a:ln>
        </p:spPr>
        <p:txBody>
          <a:bodyPr vert="horz" wrap="square" lIns="86699" tIns="43349" rIns="86699" bIns="43349" numCol="1" anchor="t" anchorCtr="0" compatLnSpc="1">
            <a:prstTxWarp prst="textNoShape">
              <a:avLst/>
            </a:prstTxWarp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srgbClr val="E7E6E6">
                  <a:lumMod val="75000"/>
                </a:srgbClr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564" name="等腰三角形 563">
            <a:extLst>
              <a:ext uri="{FF2B5EF4-FFF2-40B4-BE49-F238E27FC236}">
                <a16:creationId xmlns:a16="http://schemas.microsoft.com/office/drawing/2014/main" id="{F6DE9904-6D1F-46E5-A57E-FFA645436DC9}"/>
              </a:ext>
            </a:extLst>
          </p:cNvPr>
          <p:cNvSpPr/>
          <p:nvPr/>
        </p:nvSpPr>
        <p:spPr>
          <a:xfrm rot="10800000" flipH="1">
            <a:off x="6295935" y="4299302"/>
            <a:ext cx="283124" cy="220709"/>
          </a:xfrm>
          <a:prstGeom prst="triangle">
            <a:avLst/>
          </a:prstGeom>
          <a:solidFill>
            <a:srgbClr val="FFD966"/>
          </a:solidFill>
          <a:ln w="31750" cap="sq">
            <a:solidFill>
              <a:srgbClr val="000000"/>
            </a:solidFill>
            <a:miter lim="800000"/>
            <a:headEnd/>
            <a:tailEnd type="triangle" w="lg" len="lg"/>
          </a:ln>
        </p:spPr>
        <p:txBody>
          <a:bodyPr vert="horz" wrap="square" lIns="86699" tIns="43349" rIns="86699" bIns="43349" numCol="1" anchor="t" anchorCtr="0" compatLnSpc="1">
            <a:prstTxWarp prst="textNoShape">
              <a:avLst/>
            </a:prstTxWarp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srgbClr val="E7E6E6">
                  <a:lumMod val="75000"/>
                </a:srgbClr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565" name="Line 293">
            <a:extLst>
              <a:ext uri="{FF2B5EF4-FFF2-40B4-BE49-F238E27FC236}">
                <a16:creationId xmlns:a16="http://schemas.microsoft.com/office/drawing/2014/main" id="{74170D2F-055A-4213-A70F-1C3B529A35B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923696" y="3614869"/>
            <a:ext cx="0" cy="2039938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66" name="Line 293">
            <a:extLst>
              <a:ext uri="{FF2B5EF4-FFF2-40B4-BE49-F238E27FC236}">
                <a16:creationId xmlns:a16="http://schemas.microsoft.com/office/drawing/2014/main" id="{90161131-55CA-4FD2-BA3F-46E234E381D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3435268" y="3364442"/>
            <a:ext cx="0" cy="3067843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67" name="Line 293">
            <a:extLst>
              <a:ext uri="{FF2B5EF4-FFF2-40B4-BE49-F238E27FC236}">
                <a16:creationId xmlns:a16="http://schemas.microsoft.com/office/drawing/2014/main" id="{5B168326-A738-4DD7-A142-818E1D8B5298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3959341" y="3105085"/>
            <a:ext cx="0" cy="4098529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568" name="组合 567">
            <a:extLst>
              <a:ext uri="{FF2B5EF4-FFF2-40B4-BE49-F238E27FC236}">
                <a16:creationId xmlns:a16="http://schemas.microsoft.com/office/drawing/2014/main" id="{74787925-FB0C-4A40-BFF3-9ECE00C495CB}"/>
              </a:ext>
            </a:extLst>
          </p:cNvPr>
          <p:cNvGrpSpPr/>
          <p:nvPr/>
        </p:nvGrpSpPr>
        <p:grpSpPr>
          <a:xfrm>
            <a:off x="3943664" y="4405872"/>
            <a:ext cx="362743" cy="228966"/>
            <a:chOff x="5741988" y="4639897"/>
            <a:chExt cx="362743" cy="228966"/>
          </a:xfrm>
        </p:grpSpPr>
        <p:sp>
          <p:nvSpPr>
            <p:cNvPr id="569" name="Line 293">
              <a:extLst>
                <a:ext uri="{FF2B5EF4-FFF2-40B4-BE49-F238E27FC236}">
                  <a16:creationId xmlns:a16="http://schemas.microsoft.com/office/drawing/2014/main" id="{538CD4B5-4B85-418B-A020-A87A236794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1989" y="4641850"/>
              <a:ext cx="0" cy="227013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70" name="Line 293">
              <a:extLst>
                <a:ext uri="{FF2B5EF4-FFF2-40B4-BE49-F238E27FC236}">
                  <a16:creationId xmlns:a16="http://schemas.microsoft.com/office/drawing/2014/main" id="{6A46B607-9747-4435-830E-F69978D0FBE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5923360" y="4458525"/>
              <a:ext cx="0" cy="362743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571" name="组合 570">
            <a:extLst>
              <a:ext uri="{FF2B5EF4-FFF2-40B4-BE49-F238E27FC236}">
                <a16:creationId xmlns:a16="http://schemas.microsoft.com/office/drawing/2014/main" id="{2B5D82BF-D6CB-4DAA-A01F-40A2DD4B1E0B}"/>
              </a:ext>
            </a:extLst>
          </p:cNvPr>
          <p:cNvGrpSpPr/>
          <p:nvPr/>
        </p:nvGrpSpPr>
        <p:grpSpPr>
          <a:xfrm>
            <a:off x="4970360" y="4412407"/>
            <a:ext cx="362743" cy="485956"/>
            <a:chOff x="5741988" y="4639897"/>
            <a:chExt cx="362743" cy="485956"/>
          </a:xfrm>
        </p:grpSpPr>
        <p:sp>
          <p:nvSpPr>
            <p:cNvPr id="572" name="Line 293">
              <a:extLst>
                <a:ext uri="{FF2B5EF4-FFF2-40B4-BE49-F238E27FC236}">
                  <a16:creationId xmlns:a16="http://schemas.microsoft.com/office/drawing/2014/main" id="{A2DCA3A9-8A20-478F-A606-0AFB2B62C8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1989" y="4641850"/>
              <a:ext cx="0" cy="484003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73" name="Line 293">
              <a:extLst>
                <a:ext uri="{FF2B5EF4-FFF2-40B4-BE49-F238E27FC236}">
                  <a16:creationId xmlns:a16="http://schemas.microsoft.com/office/drawing/2014/main" id="{B0F121D5-1175-4C7E-A978-A82215B31F0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5923360" y="4458525"/>
              <a:ext cx="0" cy="362743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574" name="组合 573">
            <a:extLst>
              <a:ext uri="{FF2B5EF4-FFF2-40B4-BE49-F238E27FC236}">
                <a16:creationId xmlns:a16="http://schemas.microsoft.com/office/drawing/2014/main" id="{7FA3513A-07A3-4BFA-AC13-C13549939683}"/>
              </a:ext>
            </a:extLst>
          </p:cNvPr>
          <p:cNvGrpSpPr/>
          <p:nvPr/>
        </p:nvGrpSpPr>
        <p:grpSpPr>
          <a:xfrm>
            <a:off x="6008605" y="4412406"/>
            <a:ext cx="362743" cy="741943"/>
            <a:chOff x="5741988" y="4639897"/>
            <a:chExt cx="362743" cy="741943"/>
          </a:xfrm>
        </p:grpSpPr>
        <p:sp>
          <p:nvSpPr>
            <p:cNvPr id="575" name="Line 293">
              <a:extLst>
                <a:ext uri="{FF2B5EF4-FFF2-40B4-BE49-F238E27FC236}">
                  <a16:creationId xmlns:a16="http://schemas.microsoft.com/office/drawing/2014/main" id="{74799077-957F-48DB-A41D-002F069FC9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1989" y="4641850"/>
              <a:ext cx="0" cy="73999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76" name="Line 293">
              <a:extLst>
                <a:ext uri="{FF2B5EF4-FFF2-40B4-BE49-F238E27FC236}">
                  <a16:creationId xmlns:a16="http://schemas.microsoft.com/office/drawing/2014/main" id="{56AD2A3E-A67C-43AB-B3F8-D5309D48FE8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5923360" y="4458525"/>
              <a:ext cx="0" cy="362743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577" name="Line 293">
            <a:extLst>
              <a:ext uri="{FF2B5EF4-FFF2-40B4-BE49-F238E27FC236}">
                <a16:creationId xmlns:a16="http://schemas.microsoft.com/office/drawing/2014/main" id="{2543CAC9-159F-4533-82AD-A663956952B2}"/>
              </a:ext>
            </a:extLst>
          </p:cNvPr>
          <p:cNvSpPr>
            <a:spLocks noChangeShapeType="1"/>
          </p:cNvSpPr>
          <p:nvPr/>
        </p:nvSpPr>
        <p:spPr bwMode="auto">
          <a:xfrm>
            <a:off x="4392133" y="4524370"/>
            <a:ext cx="0" cy="919391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78" name="Line 293">
            <a:extLst>
              <a:ext uri="{FF2B5EF4-FFF2-40B4-BE49-F238E27FC236}">
                <a16:creationId xmlns:a16="http://schemas.microsoft.com/office/drawing/2014/main" id="{99B19F50-1D00-4DC1-8B82-39A1EFC9DFEC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3689" y="4519448"/>
            <a:ext cx="0" cy="919391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79" name="Line 293">
            <a:extLst>
              <a:ext uri="{FF2B5EF4-FFF2-40B4-BE49-F238E27FC236}">
                <a16:creationId xmlns:a16="http://schemas.microsoft.com/office/drawing/2014/main" id="{2055D344-4A44-4B51-9F35-D4CD4DCA35FF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6833" y="4516227"/>
            <a:ext cx="0" cy="919391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80" name="等腰三角形 579">
            <a:extLst>
              <a:ext uri="{FF2B5EF4-FFF2-40B4-BE49-F238E27FC236}">
                <a16:creationId xmlns:a16="http://schemas.microsoft.com/office/drawing/2014/main" id="{128F89A9-4CF6-437C-A8E8-FE30CBC0E27A}"/>
              </a:ext>
            </a:extLst>
          </p:cNvPr>
          <p:cNvSpPr/>
          <p:nvPr/>
        </p:nvSpPr>
        <p:spPr>
          <a:xfrm rot="5400000" flipH="1">
            <a:off x="6830280" y="5333406"/>
            <a:ext cx="283124" cy="220709"/>
          </a:xfrm>
          <a:prstGeom prst="triangle">
            <a:avLst/>
          </a:prstGeom>
          <a:solidFill>
            <a:srgbClr val="FFD966"/>
          </a:solidFill>
          <a:ln w="31750" cap="sq">
            <a:solidFill>
              <a:srgbClr val="000000"/>
            </a:solidFill>
            <a:miter lim="800000"/>
            <a:headEnd/>
            <a:tailEnd type="triangle" w="lg" len="lg"/>
          </a:ln>
        </p:spPr>
        <p:txBody>
          <a:bodyPr vert="horz" wrap="square" lIns="86699" tIns="43349" rIns="86699" bIns="43349" numCol="1" anchor="t" anchorCtr="0" compatLnSpc="1">
            <a:prstTxWarp prst="textNoShape">
              <a:avLst/>
            </a:prstTxWarp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 b="1">
              <a:solidFill>
                <a:srgbClr val="E7E6E6">
                  <a:lumMod val="75000"/>
                </a:srgbClr>
              </a:solidFill>
              <a:latin typeface="微软雅黑"/>
              <a:ea typeface="微软雅黑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5640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3" grpId="0"/>
      <p:bldP spid="294" grpId="0" autoUpdateAnimBg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3.4 </a:t>
            </a:r>
            <a:r>
              <a:rPr lang="zh-CN" altLang="en-US" dirty="0"/>
              <a:t>只读存储器</a:t>
            </a:r>
            <a:r>
              <a:rPr lang="en-US" altLang="zh-CN" dirty="0"/>
              <a:t>ROM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1702" y="1556792"/>
            <a:ext cx="8914794" cy="4320479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3.4.1 </a:t>
            </a:r>
            <a:r>
              <a:rPr lang="zh-CN" altLang="en-US" dirty="0"/>
              <a:t>掩膜型只读存储器</a:t>
            </a:r>
            <a:r>
              <a:rPr lang="en-US" altLang="zh-CN" dirty="0"/>
              <a:t>MROM</a:t>
            </a:r>
            <a:r>
              <a:rPr lang="zh-CN" altLang="en-US" dirty="0"/>
              <a:t> 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3.4.2 </a:t>
            </a:r>
            <a:r>
              <a:rPr lang="zh-CN" altLang="en-US" dirty="0"/>
              <a:t>可编程一次的只读存储器</a:t>
            </a:r>
            <a:r>
              <a:rPr lang="en-US" altLang="zh-CN" dirty="0"/>
              <a:t>PROM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3.4.3 </a:t>
            </a:r>
            <a:r>
              <a:rPr lang="zh-CN" altLang="en-US" dirty="0"/>
              <a:t>紫外线可擦除可编程只读存储器</a:t>
            </a:r>
            <a:r>
              <a:rPr lang="en-US" altLang="zh-CN" dirty="0"/>
              <a:t>EPROM 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3.4.4 </a:t>
            </a:r>
            <a:r>
              <a:rPr lang="zh-CN" altLang="en-US" dirty="0"/>
              <a:t>电可擦除可编程只读存储器</a:t>
            </a:r>
            <a:r>
              <a:rPr lang="en-US" altLang="zh-CN" dirty="0"/>
              <a:t>EEPROM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3.4.5 </a:t>
            </a:r>
            <a:r>
              <a:rPr lang="zh-CN" altLang="en-US" dirty="0"/>
              <a:t>闪存</a:t>
            </a:r>
            <a:r>
              <a:rPr lang="en-US" altLang="zh-CN" dirty="0"/>
              <a:t>Flash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539552" y="2564904"/>
            <a:ext cx="6954148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lang="en-US" altLang="zh-CN" sz="3200" kern="0" dirty="0">
                <a:solidFill>
                  <a:srgbClr val="000000"/>
                </a:solidFill>
              </a:rPr>
              <a:t>3.4.2 </a:t>
            </a:r>
            <a:r>
              <a:rPr lang="zh-CN" altLang="en-US" sz="3200" kern="0" dirty="0">
                <a:solidFill>
                  <a:srgbClr val="000000"/>
                </a:solidFill>
              </a:rPr>
              <a:t>可编程一次的只读存储器</a:t>
            </a:r>
            <a:r>
              <a:rPr lang="en-US" altLang="zh-CN" sz="3200" kern="0" dirty="0">
                <a:solidFill>
                  <a:srgbClr val="000000"/>
                </a:solidFill>
              </a:rPr>
              <a:t>PROM</a:t>
            </a:r>
          </a:p>
        </p:txBody>
      </p:sp>
    </p:spTree>
    <p:extLst>
      <p:ext uri="{BB962C8B-B14F-4D97-AF65-F5344CB8AC3E}">
        <p14:creationId xmlns:p14="http://schemas.microsoft.com/office/powerpoint/2010/main" val="4294281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461D6AB-4007-462E-BF6F-CDC151CE44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2" y="183467"/>
            <a:ext cx="8784976" cy="850106"/>
          </a:xfrm>
        </p:spPr>
        <p:txBody>
          <a:bodyPr/>
          <a:lstStyle/>
          <a:p>
            <a:r>
              <a:rPr lang="en-US" altLang="zh-CN" sz="4000" dirty="0"/>
              <a:t>3.4.2 </a:t>
            </a:r>
            <a:r>
              <a:rPr lang="zh-CN" altLang="en-US" sz="4000" dirty="0"/>
              <a:t>可编程一次的只读存储器</a:t>
            </a:r>
            <a:r>
              <a:rPr lang="en-US" altLang="zh-CN" sz="4000" dirty="0"/>
              <a:t>PROM</a:t>
            </a:r>
          </a:p>
        </p:txBody>
      </p:sp>
      <p:sp>
        <p:nvSpPr>
          <p:cNvPr id="290" name="Rectangle 2">
            <a:extLst>
              <a:ext uri="{FF2B5EF4-FFF2-40B4-BE49-F238E27FC236}">
                <a16:creationId xmlns:a16="http://schemas.microsoft.com/office/drawing/2014/main" id="{20D1027B-8FFA-4D3A-8475-2589C1542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648" y="1556792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2" name="矩形 291">
            <a:extLst>
              <a:ext uri="{FF2B5EF4-FFF2-40B4-BE49-F238E27FC236}">
                <a16:creationId xmlns:a16="http://schemas.microsoft.com/office/drawing/2014/main" id="{8F4658A0-DBA3-40D3-B876-532778C36A01}"/>
              </a:ext>
            </a:extLst>
          </p:cNvPr>
          <p:cNvSpPr/>
          <p:nvPr/>
        </p:nvSpPr>
        <p:spPr>
          <a:xfrm>
            <a:off x="457200" y="1100659"/>
            <a:ext cx="1561646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1.</a:t>
            </a:r>
            <a:r>
              <a:rPr kumimoji="0" lang="zh-CN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存储元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6CAFE03E-DAA7-428D-AD31-7F159C9C1EDB}"/>
              </a:ext>
            </a:extLst>
          </p:cNvPr>
          <p:cNvGrpSpPr/>
          <p:nvPr/>
        </p:nvGrpSpPr>
        <p:grpSpPr>
          <a:xfrm>
            <a:off x="1555482" y="1686180"/>
            <a:ext cx="5505450" cy="4126184"/>
            <a:chOff x="3524250" y="1381125"/>
            <a:chExt cx="5505450" cy="4126184"/>
          </a:xfrm>
        </p:grpSpPr>
        <p:sp>
          <p:nvSpPr>
            <p:cNvPr id="7" name="矩形: 圆角 6">
              <a:extLst>
                <a:ext uri="{FF2B5EF4-FFF2-40B4-BE49-F238E27FC236}">
                  <a16:creationId xmlns:a16="http://schemas.microsoft.com/office/drawing/2014/main" id="{9DB59D39-52A7-46FA-ABB4-EB82AAB7396A}"/>
                </a:ext>
              </a:extLst>
            </p:cNvPr>
            <p:cNvSpPr/>
            <p:nvPr/>
          </p:nvSpPr>
          <p:spPr>
            <a:xfrm>
              <a:off x="3524250" y="1381125"/>
              <a:ext cx="5505450" cy="4126184"/>
            </a:xfrm>
            <a:prstGeom prst="roundRect">
              <a:avLst>
                <a:gd name="adj" fmla="val 2586"/>
              </a:avLst>
            </a:prstGeom>
            <a:solidFill>
              <a:srgbClr val="70AD47">
                <a:lumMod val="20000"/>
                <a:lumOff val="80000"/>
              </a:srgbClr>
            </a:solidFill>
            <a:ln w="12700" cap="flat" cmpd="sng" algn="ctr">
              <a:noFill/>
              <a:prstDash val="solid"/>
              <a:miter lim="800000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Times New Roman" panose="02020603050405020304" pitchFamily="18" charset="0"/>
              </a:endParaRPr>
            </a:p>
          </p:txBody>
        </p:sp>
        <p:grpSp>
          <p:nvGrpSpPr>
            <p:cNvPr id="8" name="组合 7">
              <a:extLst>
                <a:ext uri="{FF2B5EF4-FFF2-40B4-BE49-F238E27FC236}">
                  <a16:creationId xmlns:a16="http://schemas.microsoft.com/office/drawing/2014/main" id="{1E44FC74-BF0D-4DAB-82F5-A48C8EDC99C3}"/>
                </a:ext>
              </a:extLst>
            </p:cNvPr>
            <p:cNvGrpSpPr/>
            <p:nvPr/>
          </p:nvGrpSpPr>
          <p:grpSpPr>
            <a:xfrm>
              <a:off x="3754438" y="1697173"/>
              <a:ext cx="4683124" cy="3494088"/>
              <a:chOff x="4325939" y="2600325"/>
              <a:chExt cx="3276599" cy="2484439"/>
            </a:xfrm>
          </p:grpSpPr>
          <p:grpSp>
            <p:nvGrpSpPr>
              <p:cNvPr id="9" name="Group 5">
                <a:extLst>
                  <a:ext uri="{FF2B5EF4-FFF2-40B4-BE49-F238E27FC236}">
                    <a16:creationId xmlns:a16="http://schemas.microsoft.com/office/drawing/2014/main" id="{F3353612-981F-467B-91AC-8E9F2A8568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02138" y="2600325"/>
                <a:ext cx="3200400" cy="2209800"/>
                <a:chOff x="1968" y="1872"/>
                <a:chExt cx="1776" cy="1440"/>
              </a:xfrm>
            </p:grpSpPr>
            <p:sp>
              <p:nvSpPr>
                <p:cNvPr id="14" name="Line 6">
                  <a:extLst>
                    <a:ext uri="{FF2B5EF4-FFF2-40B4-BE49-F238E27FC236}">
                      <a16:creationId xmlns:a16="http://schemas.microsoft.com/office/drawing/2014/main" id="{BE5321B2-11DD-42BB-8D8F-42C4519A53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8" y="2140"/>
                  <a:ext cx="1776" cy="2"/>
                </a:xfrm>
                <a:prstGeom prst="line">
                  <a:avLst/>
                </a:prstGeom>
                <a:noFill/>
                <a:ln w="19050">
                  <a:solidFill>
                    <a:srgbClr val="954F72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" name="Line 7">
                  <a:extLst>
                    <a:ext uri="{FF2B5EF4-FFF2-40B4-BE49-F238E27FC236}">
                      <a16:creationId xmlns:a16="http://schemas.microsoft.com/office/drawing/2014/main" id="{030701A5-EFD0-4AEF-889D-8DA4BA22EB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70" y="1872"/>
                  <a:ext cx="0" cy="1440"/>
                </a:xfrm>
                <a:prstGeom prst="line">
                  <a:avLst/>
                </a:prstGeom>
                <a:noFill/>
                <a:ln w="19050">
                  <a:solidFill>
                    <a:srgbClr val="954F72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" name="Line 8">
                  <a:extLst>
                    <a:ext uri="{FF2B5EF4-FFF2-40B4-BE49-F238E27FC236}">
                      <a16:creationId xmlns:a16="http://schemas.microsoft.com/office/drawing/2014/main" id="{B95B7ADF-7010-4EC9-8BB1-1C83F6F90F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22" y="2140"/>
                  <a:ext cx="0" cy="452"/>
                </a:xfrm>
                <a:prstGeom prst="line">
                  <a:avLst/>
                </a:prstGeom>
                <a:noFill/>
                <a:ln w="19050">
                  <a:solidFill>
                    <a:srgbClr val="954F72"/>
                  </a:solidFill>
                  <a:round/>
                  <a:headEnd type="none" w="sm" len="sm"/>
                  <a:tailEnd type="oval" w="med" len="med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7" name="Line 9">
                  <a:extLst>
                    <a:ext uri="{FF2B5EF4-FFF2-40B4-BE49-F238E27FC236}">
                      <a16:creationId xmlns:a16="http://schemas.microsoft.com/office/drawing/2014/main" id="{E3B36F4A-A188-4AE5-8957-2B59FAC7A8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22" y="2590"/>
                  <a:ext cx="187" cy="2"/>
                </a:xfrm>
                <a:prstGeom prst="line">
                  <a:avLst/>
                </a:prstGeom>
                <a:noFill/>
                <a:ln w="19050">
                  <a:solidFill>
                    <a:srgbClr val="954F72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8" name="Line 10">
                  <a:extLst>
                    <a:ext uri="{FF2B5EF4-FFF2-40B4-BE49-F238E27FC236}">
                      <a16:creationId xmlns:a16="http://schemas.microsoft.com/office/drawing/2014/main" id="{6FB05B8D-24C5-4D1A-9A7F-123F61C364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501"/>
                  <a:ext cx="467" cy="0"/>
                </a:xfrm>
                <a:prstGeom prst="line">
                  <a:avLst/>
                </a:prstGeom>
                <a:noFill/>
                <a:ln w="19050">
                  <a:solidFill>
                    <a:srgbClr val="954F72"/>
                  </a:solidFill>
                  <a:round/>
                  <a:headEnd type="none" w="sm" len="sm"/>
                  <a:tailEnd type="oval" w="med" len="med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" name="Line 11">
                  <a:extLst>
                    <a:ext uri="{FF2B5EF4-FFF2-40B4-BE49-F238E27FC236}">
                      <a16:creationId xmlns:a16="http://schemas.microsoft.com/office/drawing/2014/main" id="{05F38F06-EDC3-4BBD-BBF9-13634633D2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681"/>
                  <a:ext cx="187" cy="0"/>
                </a:xfrm>
                <a:prstGeom prst="line">
                  <a:avLst/>
                </a:prstGeom>
                <a:noFill/>
                <a:ln w="19050">
                  <a:solidFill>
                    <a:srgbClr val="954F72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0" name="Line 12">
                  <a:extLst>
                    <a:ext uri="{FF2B5EF4-FFF2-40B4-BE49-F238E27FC236}">
                      <a16:creationId xmlns:a16="http://schemas.microsoft.com/office/drawing/2014/main" id="{F46EB394-C04E-4C84-8D97-7ABD2F7919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90" y="2681"/>
                  <a:ext cx="0" cy="181"/>
                </a:xfrm>
                <a:prstGeom prst="line">
                  <a:avLst/>
                </a:prstGeom>
                <a:noFill/>
                <a:ln w="19050">
                  <a:solidFill>
                    <a:srgbClr val="954F72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1" name="Line 13">
                  <a:extLst>
                    <a:ext uri="{FF2B5EF4-FFF2-40B4-BE49-F238E27FC236}">
                      <a16:creationId xmlns:a16="http://schemas.microsoft.com/office/drawing/2014/main" id="{F31045C9-3C72-476E-BA3C-9E3555C8A0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09" y="2501"/>
                  <a:ext cx="0" cy="180"/>
                </a:xfrm>
                <a:prstGeom prst="line">
                  <a:avLst/>
                </a:prstGeom>
                <a:noFill/>
                <a:ln w="38100">
                  <a:solidFill>
                    <a:srgbClr val="954F72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2" name="Line 14">
                  <a:extLst>
                    <a:ext uri="{FF2B5EF4-FFF2-40B4-BE49-F238E27FC236}">
                      <a16:creationId xmlns:a16="http://schemas.microsoft.com/office/drawing/2014/main" id="{E74408A8-8CD6-47BC-8C83-9DB25B3EF6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410"/>
                  <a:ext cx="0" cy="361"/>
                </a:xfrm>
                <a:prstGeom prst="line">
                  <a:avLst/>
                </a:prstGeom>
                <a:noFill/>
                <a:ln w="38100">
                  <a:solidFill>
                    <a:srgbClr val="954F72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23" name="Group 15">
                  <a:extLst>
                    <a:ext uri="{FF2B5EF4-FFF2-40B4-BE49-F238E27FC236}">
                      <a16:creationId xmlns:a16="http://schemas.microsoft.com/office/drawing/2014/main" id="{A8EEE24B-9699-419B-A199-63B9582E31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39" y="2860"/>
                  <a:ext cx="95" cy="270"/>
                  <a:chOff x="-1" y="0"/>
                  <a:chExt cx="20001" cy="20000"/>
                </a:xfrm>
              </p:grpSpPr>
              <p:sp>
                <p:nvSpPr>
                  <p:cNvPr id="26" name="Arc 16">
                    <a:extLst>
                      <a:ext uri="{FF2B5EF4-FFF2-40B4-BE49-F238E27FC236}">
                        <a16:creationId xmlns:a16="http://schemas.microsoft.com/office/drawing/2014/main" id="{9D2B0A3D-64A0-4C61-A8EF-4E5C76E836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17" y="0"/>
                    <a:ext cx="10083" cy="5048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105 w 21600"/>
                      <a:gd name="T3" fmla="*/ 1 h 21600"/>
                      <a:gd name="T4" fmla="*/ 0 w 21600"/>
                      <a:gd name="T5" fmla="*/ 1 h 21600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1600"/>
                      <a:gd name="T11" fmla="*/ 21600 w 21600"/>
                      <a:gd name="T12" fmla="*/ 21600 h 2160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1600" fill="none" extrusionOk="0">
                        <a:moveTo>
                          <a:pt x="-1" y="0"/>
                        </a:moveTo>
                        <a:cubicBezTo>
                          <a:pt x="11929" y="0"/>
                          <a:pt x="21600" y="9670"/>
                          <a:pt x="21600" y="21600"/>
                        </a:cubicBezTo>
                      </a:path>
                      <a:path w="21600" h="21600" stroke="0" extrusionOk="0">
                        <a:moveTo>
                          <a:pt x="-1" y="0"/>
                        </a:moveTo>
                        <a:cubicBezTo>
                          <a:pt x="11929" y="0"/>
                          <a:pt x="21600" y="9670"/>
                          <a:pt x="21600" y="21600"/>
                        </a:cubicBezTo>
                        <a:lnTo>
                          <a:pt x="0" y="21600"/>
                        </a:lnTo>
                        <a:close/>
                      </a:path>
                    </a:pathLst>
                  </a:custGeom>
                  <a:noFill/>
                  <a:ln w="19050">
                    <a:solidFill>
                      <a:srgbClr val="954F72"/>
                    </a:solidFill>
                    <a:prstDash val="sysDot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" name="Arc 17">
                    <a:extLst>
                      <a:ext uri="{FF2B5EF4-FFF2-40B4-BE49-F238E27FC236}">
                        <a16:creationId xmlns:a16="http://schemas.microsoft.com/office/drawing/2014/main" id="{12359A2B-FF81-4751-90F6-1BB07D8CA8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9917" y="4984"/>
                    <a:ext cx="10083" cy="5048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105 w 21600"/>
                      <a:gd name="T3" fmla="*/ 1 h 21600"/>
                      <a:gd name="T4" fmla="*/ 0 w 21600"/>
                      <a:gd name="T5" fmla="*/ 1 h 21600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1600"/>
                      <a:gd name="T11" fmla="*/ 21600 w 21600"/>
                      <a:gd name="T12" fmla="*/ 21600 h 2160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1600" fill="none" extrusionOk="0">
                        <a:moveTo>
                          <a:pt x="-1" y="0"/>
                        </a:moveTo>
                        <a:cubicBezTo>
                          <a:pt x="11929" y="0"/>
                          <a:pt x="21600" y="9670"/>
                          <a:pt x="21600" y="21600"/>
                        </a:cubicBezTo>
                      </a:path>
                      <a:path w="21600" h="21600" stroke="0" extrusionOk="0">
                        <a:moveTo>
                          <a:pt x="-1" y="0"/>
                        </a:moveTo>
                        <a:cubicBezTo>
                          <a:pt x="11929" y="0"/>
                          <a:pt x="21600" y="9670"/>
                          <a:pt x="21600" y="21600"/>
                        </a:cubicBezTo>
                        <a:lnTo>
                          <a:pt x="0" y="21600"/>
                        </a:lnTo>
                        <a:close/>
                      </a:path>
                    </a:pathLst>
                  </a:custGeom>
                  <a:noFill/>
                  <a:ln w="19050">
                    <a:solidFill>
                      <a:srgbClr val="954F72"/>
                    </a:solidFill>
                    <a:prstDash val="sysDot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" name="Arc 18">
                    <a:extLst>
                      <a:ext uri="{FF2B5EF4-FFF2-40B4-BE49-F238E27FC236}">
                        <a16:creationId xmlns:a16="http://schemas.microsoft.com/office/drawing/2014/main" id="{CA7A5018-9014-4493-8417-BAFE8B49FF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-1" y="9968"/>
                    <a:ext cx="10083" cy="5048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105 w 21600"/>
                      <a:gd name="T3" fmla="*/ 1 h 21600"/>
                      <a:gd name="T4" fmla="*/ 0 w 21600"/>
                      <a:gd name="T5" fmla="*/ 1 h 21600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1600"/>
                      <a:gd name="T11" fmla="*/ 21600 w 21600"/>
                      <a:gd name="T12" fmla="*/ 21600 h 2160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1600" fill="none" extrusionOk="0">
                        <a:moveTo>
                          <a:pt x="-1" y="0"/>
                        </a:moveTo>
                        <a:cubicBezTo>
                          <a:pt x="11929" y="0"/>
                          <a:pt x="21600" y="9670"/>
                          <a:pt x="21600" y="21600"/>
                        </a:cubicBezTo>
                      </a:path>
                      <a:path w="21600" h="21600" stroke="0" extrusionOk="0">
                        <a:moveTo>
                          <a:pt x="-1" y="0"/>
                        </a:moveTo>
                        <a:cubicBezTo>
                          <a:pt x="11929" y="0"/>
                          <a:pt x="21600" y="9670"/>
                          <a:pt x="21600" y="21600"/>
                        </a:cubicBezTo>
                        <a:lnTo>
                          <a:pt x="0" y="21600"/>
                        </a:lnTo>
                        <a:close/>
                      </a:path>
                    </a:pathLst>
                  </a:custGeom>
                  <a:noFill/>
                  <a:ln w="19050">
                    <a:solidFill>
                      <a:srgbClr val="954F72"/>
                    </a:solidFill>
                    <a:prstDash val="sysDot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" name="Arc 19">
                    <a:extLst>
                      <a:ext uri="{FF2B5EF4-FFF2-40B4-BE49-F238E27FC236}">
                        <a16:creationId xmlns:a16="http://schemas.microsoft.com/office/drawing/2014/main" id="{F4DA886B-FE5B-48D1-ACED-06BDB570DC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 flipV="1">
                    <a:off x="-1" y="14952"/>
                    <a:ext cx="10083" cy="5048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105 w 21600"/>
                      <a:gd name="T3" fmla="*/ 1 h 21600"/>
                      <a:gd name="T4" fmla="*/ 0 w 21600"/>
                      <a:gd name="T5" fmla="*/ 1 h 21600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1600"/>
                      <a:gd name="T11" fmla="*/ 21600 w 21600"/>
                      <a:gd name="T12" fmla="*/ 21600 h 2160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1600" fill="none" extrusionOk="0">
                        <a:moveTo>
                          <a:pt x="-1" y="0"/>
                        </a:moveTo>
                        <a:cubicBezTo>
                          <a:pt x="11929" y="0"/>
                          <a:pt x="21600" y="9670"/>
                          <a:pt x="21600" y="21600"/>
                        </a:cubicBezTo>
                      </a:path>
                      <a:path w="21600" h="21600" stroke="0" extrusionOk="0">
                        <a:moveTo>
                          <a:pt x="-1" y="0"/>
                        </a:moveTo>
                        <a:cubicBezTo>
                          <a:pt x="11929" y="0"/>
                          <a:pt x="21600" y="9670"/>
                          <a:pt x="21600" y="21600"/>
                        </a:cubicBezTo>
                        <a:lnTo>
                          <a:pt x="0" y="21600"/>
                        </a:lnTo>
                        <a:close/>
                      </a:path>
                    </a:pathLst>
                  </a:custGeom>
                  <a:noFill/>
                  <a:ln w="19050">
                    <a:solidFill>
                      <a:srgbClr val="954F72"/>
                    </a:solidFill>
                    <a:prstDash val="sysDot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/>
                      <a:ea typeface="微软雅黑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24" name="Line 20">
                  <a:extLst>
                    <a:ext uri="{FF2B5EF4-FFF2-40B4-BE49-F238E27FC236}">
                      <a16:creationId xmlns:a16="http://schemas.microsoft.com/office/drawing/2014/main" id="{107D118A-4EBB-4D0F-BE95-A80861C70E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90" y="3130"/>
                  <a:ext cx="0" cy="182"/>
                </a:xfrm>
                <a:prstGeom prst="line">
                  <a:avLst/>
                </a:prstGeom>
                <a:noFill/>
                <a:ln w="19050">
                  <a:solidFill>
                    <a:srgbClr val="954F72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" name="Line 21">
                  <a:extLst>
                    <a:ext uri="{FF2B5EF4-FFF2-40B4-BE49-F238E27FC236}">
                      <a16:creationId xmlns:a16="http://schemas.microsoft.com/office/drawing/2014/main" id="{0B00FA5F-7569-410F-9627-3DEF255E52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96" y="3310"/>
                  <a:ext cx="187" cy="2"/>
                </a:xfrm>
                <a:prstGeom prst="line">
                  <a:avLst/>
                </a:prstGeom>
                <a:noFill/>
                <a:ln w="19050">
                  <a:solidFill>
                    <a:srgbClr val="954F72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0" name="Text Box 22">
                <a:extLst>
                  <a:ext uri="{FF2B5EF4-FFF2-40B4-BE49-F238E27FC236}">
                    <a16:creationId xmlns:a16="http://schemas.microsoft.com/office/drawing/2014/main" id="{D65C1AFB-1782-4E08-BAAE-DCD19075A7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25939" y="2600326"/>
                <a:ext cx="420687" cy="436563"/>
              </a:xfrm>
              <a:prstGeom prst="rect">
                <a:avLst/>
              </a:prstGeom>
              <a:noFill/>
              <a:ln w="1651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rPr>
                  <a:t>X</a:t>
                </a:r>
                <a:endParaRPr kumimoji="0" lang="en-US" altLang="zh-CN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" name="Text Box 23">
                <a:extLst>
                  <a:ext uri="{FF2B5EF4-FFF2-40B4-BE49-F238E27FC236}">
                    <a16:creationId xmlns:a16="http://schemas.microsoft.com/office/drawing/2014/main" id="{045FE10C-DC13-41AA-8157-B408E001C7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3739" y="4200525"/>
                <a:ext cx="422275" cy="431800"/>
              </a:xfrm>
              <a:prstGeom prst="rect">
                <a:avLst/>
              </a:prstGeom>
              <a:noFill/>
              <a:ln w="1651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rPr>
                  <a:t>S</a:t>
                </a:r>
                <a:endParaRPr kumimoji="0" lang="en-US" altLang="zh-CN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" name="Text Box 24">
                <a:extLst>
                  <a:ext uri="{FF2B5EF4-FFF2-40B4-BE49-F238E27FC236}">
                    <a16:creationId xmlns:a16="http://schemas.microsoft.com/office/drawing/2014/main" id="{D9F726A3-C8FB-4E9A-B26E-C698C6701C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16725" y="4654551"/>
                <a:ext cx="420688" cy="430213"/>
              </a:xfrm>
              <a:prstGeom prst="rect">
                <a:avLst/>
              </a:prstGeom>
              <a:noFill/>
              <a:ln w="1651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rPr>
                  <a:t>D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" name="Text Box 25">
                <a:extLst>
                  <a:ext uri="{FF2B5EF4-FFF2-40B4-BE49-F238E27FC236}">
                    <a16:creationId xmlns:a16="http://schemas.microsoft.com/office/drawing/2014/main" id="{0DFA83B3-D727-4471-8BBA-DB313AAD8C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64200" y="3068638"/>
                <a:ext cx="420688" cy="431800"/>
              </a:xfrm>
              <a:prstGeom prst="rect">
                <a:avLst/>
              </a:prstGeom>
              <a:noFill/>
              <a:ln w="1651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rPr>
                  <a:t>T</a:t>
                </a:r>
                <a:r>
                  <a:rPr kumimoji="0" lang="en-US" altLang="zh-CN" sz="2400" b="0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Times New Roman" panose="02020603050405020304" pitchFamily="18" charset="0"/>
                  </a:rPr>
                  <a:t>1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/>
                  <a:ea typeface="微软雅黑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3" name="文本框 2">
            <a:extLst>
              <a:ext uri="{FF2B5EF4-FFF2-40B4-BE49-F238E27FC236}">
                <a16:creationId xmlns:a16="http://schemas.microsoft.com/office/drawing/2014/main" id="{56B0586F-8A64-4C58-B788-471E5F82678F}"/>
              </a:ext>
            </a:extLst>
          </p:cNvPr>
          <p:cNvSpPr txBox="1"/>
          <p:nvPr/>
        </p:nvSpPr>
        <p:spPr>
          <a:xfrm>
            <a:off x="5701747" y="2021353"/>
            <a:ext cx="5760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 err="1"/>
              <a:t>Vcc</a:t>
            </a: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B7D074FD-65C5-4E62-AD05-55945CFBCDFA}"/>
              </a:ext>
            </a:extLst>
          </p:cNvPr>
          <p:cNvSpPr/>
          <p:nvPr/>
        </p:nvSpPr>
        <p:spPr>
          <a:xfrm>
            <a:off x="1845924" y="6132395"/>
            <a:ext cx="485261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出厂时所有的熔丝都是连通的</a:t>
            </a:r>
            <a:endParaRPr lang="zh-CN" altLang="en-US" sz="2800" dirty="0"/>
          </a:p>
        </p:txBody>
      </p:sp>
    </p:spTree>
    <p:extLst>
      <p:ext uri="{BB962C8B-B14F-4D97-AF65-F5344CB8AC3E}">
        <p14:creationId xmlns:p14="http://schemas.microsoft.com/office/powerpoint/2010/main" val="568801702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461D6AB-4007-462E-BF6F-CDC151CE44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2" y="183467"/>
            <a:ext cx="8784976" cy="850106"/>
          </a:xfrm>
        </p:spPr>
        <p:txBody>
          <a:bodyPr/>
          <a:lstStyle/>
          <a:p>
            <a:r>
              <a:rPr lang="en-US" altLang="zh-CN" sz="4000" dirty="0"/>
              <a:t>3.4.2 </a:t>
            </a:r>
            <a:r>
              <a:rPr lang="zh-CN" altLang="en-US" sz="4000" dirty="0"/>
              <a:t>可编程一次的只读存储器</a:t>
            </a:r>
            <a:r>
              <a:rPr lang="en-US" altLang="zh-CN" sz="4000" dirty="0"/>
              <a:t>PROM</a:t>
            </a:r>
          </a:p>
        </p:txBody>
      </p:sp>
      <p:sp>
        <p:nvSpPr>
          <p:cNvPr id="290" name="Rectangle 2">
            <a:extLst>
              <a:ext uri="{FF2B5EF4-FFF2-40B4-BE49-F238E27FC236}">
                <a16:creationId xmlns:a16="http://schemas.microsoft.com/office/drawing/2014/main" id="{20D1027B-8FFA-4D3A-8475-2589C1542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648" y="1556792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2" name="矩形 291">
            <a:extLst>
              <a:ext uri="{FF2B5EF4-FFF2-40B4-BE49-F238E27FC236}">
                <a16:creationId xmlns:a16="http://schemas.microsoft.com/office/drawing/2014/main" id="{8F4658A0-DBA3-40D3-B876-532778C36A01}"/>
              </a:ext>
            </a:extLst>
          </p:cNvPr>
          <p:cNvSpPr/>
          <p:nvPr/>
        </p:nvSpPr>
        <p:spPr>
          <a:xfrm>
            <a:off x="457200" y="1100659"/>
            <a:ext cx="299793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2.PROM</a:t>
            </a:r>
            <a:r>
              <a:rPr kumimoji="0" lang="zh-CN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存储阵列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D94DF887-9457-4361-ACA6-A5ABFA6038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03648" y="1772816"/>
            <a:ext cx="5616624" cy="46344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75891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3.4 </a:t>
            </a:r>
            <a:r>
              <a:rPr lang="zh-CN" altLang="en-US" dirty="0"/>
              <a:t>只读存储器</a:t>
            </a:r>
            <a:r>
              <a:rPr lang="en-US" altLang="zh-CN" dirty="0"/>
              <a:t>ROM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1702" y="1556792"/>
            <a:ext cx="8914794" cy="4320479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3.4.1 </a:t>
            </a:r>
            <a:r>
              <a:rPr lang="zh-CN" altLang="en-US" dirty="0"/>
              <a:t>掩膜型只读存储器</a:t>
            </a:r>
            <a:r>
              <a:rPr lang="en-US" altLang="zh-CN" dirty="0"/>
              <a:t>MROM</a:t>
            </a:r>
            <a:r>
              <a:rPr lang="zh-CN" altLang="en-US" dirty="0"/>
              <a:t> 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3.4.2 </a:t>
            </a:r>
            <a:r>
              <a:rPr lang="zh-CN" altLang="en-US" dirty="0"/>
              <a:t>可编程一次的只读存储器</a:t>
            </a:r>
            <a:r>
              <a:rPr lang="en-US" altLang="zh-CN" dirty="0"/>
              <a:t>PROM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3.4.3 </a:t>
            </a:r>
            <a:r>
              <a:rPr lang="zh-CN" altLang="en-US" dirty="0"/>
              <a:t>紫外线可擦除可编程只读存储器</a:t>
            </a:r>
            <a:r>
              <a:rPr lang="en-US" altLang="zh-CN" dirty="0"/>
              <a:t>EPROM 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3.4.4 </a:t>
            </a:r>
            <a:r>
              <a:rPr lang="zh-CN" altLang="en-US" dirty="0"/>
              <a:t>电可擦除可编程只读存储器</a:t>
            </a:r>
            <a:r>
              <a:rPr lang="en-US" altLang="zh-CN" dirty="0"/>
              <a:t>EEPROM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3.4.5 </a:t>
            </a:r>
            <a:r>
              <a:rPr lang="zh-CN" altLang="en-US" dirty="0"/>
              <a:t>闪存</a:t>
            </a:r>
            <a:r>
              <a:rPr lang="en-US" altLang="zh-CN" dirty="0"/>
              <a:t>Flash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542423" y="3439547"/>
            <a:ext cx="8422066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lang="en-US" altLang="zh-CN" sz="3200" kern="0" dirty="0">
                <a:solidFill>
                  <a:srgbClr val="000000"/>
                </a:solidFill>
              </a:rPr>
              <a:t>3.4.3 </a:t>
            </a:r>
            <a:r>
              <a:rPr lang="zh-CN" altLang="en-US" sz="3200" kern="0" dirty="0">
                <a:solidFill>
                  <a:srgbClr val="000000"/>
                </a:solidFill>
              </a:rPr>
              <a:t>紫外线可擦除可编程只读存储器</a:t>
            </a:r>
            <a:r>
              <a:rPr lang="en-US" altLang="zh-CN" sz="3200" kern="0" dirty="0">
                <a:solidFill>
                  <a:srgbClr val="000000"/>
                </a:solidFill>
              </a:rPr>
              <a:t>EPROM </a:t>
            </a:r>
          </a:p>
        </p:txBody>
      </p:sp>
    </p:spTree>
    <p:extLst>
      <p:ext uri="{BB962C8B-B14F-4D97-AF65-F5344CB8AC3E}">
        <p14:creationId xmlns:p14="http://schemas.microsoft.com/office/powerpoint/2010/main" val="1126101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461D6AB-4007-462E-BF6F-CDC151CE44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2" y="183467"/>
            <a:ext cx="9793088" cy="850106"/>
          </a:xfrm>
        </p:spPr>
        <p:txBody>
          <a:bodyPr/>
          <a:lstStyle/>
          <a:p>
            <a:r>
              <a:rPr lang="en-US" altLang="zh-CN" sz="3200" dirty="0"/>
              <a:t>3.4.3 </a:t>
            </a:r>
            <a:r>
              <a:rPr lang="zh-CN" altLang="en-US" sz="3200" dirty="0"/>
              <a:t>紫外线可擦除可编程只读存储器</a:t>
            </a:r>
            <a:r>
              <a:rPr lang="en-US" altLang="zh-CN" sz="3200" dirty="0"/>
              <a:t>EPROM </a:t>
            </a:r>
          </a:p>
        </p:txBody>
      </p:sp>
      <p:sp>
        <p:nvSpPr>
          <p:cNvPr id="292" name="矩形 291">
            <a:extLst>
              <a:ext uri="{FF2B5EF4-FFF2-40B4-BE49-F238E27FC236}">
                <a16:creationId xmlns:a16="http://schemas.microsoft.com/office/drawing/2014/main" id="{8F4658A0-DBA3-40D3-B876-532778C36A01}"/>
              </a:ext>
            </a:extLst>
          </p:cNvPr>
          <p:cNvSpPr/>
          <p:nvPr/>
        </p:nvSpPr>
        <p:spPr>
          <a:xfrm>
            <a:off x="457200" y="1100659"/>
            <a:ext cx="1561646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1.</a:t>
            </a:r>
            <a:r>
              <a:rPr kumimoji="0" lang="zh-CN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存储元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椭圆 30">
            <a:extLst>
              <a:ext uri="{FF2B5EF4-FFF2-40B4-BE49-F238E27FC236}">
                <a16:creationId xmlns:a16="http://schemas.microsoft.com/office/drawing/2014/main" id="{55AD829D-9C48-44F0-8825-FBCC6E0248A3}"/>
              </a:ext>
            </a:extLst>
          </p:cNvPr>
          <p:cNvSpPr/>
          <p:nvPr/>
        </p:nvSpPr>
        <p:spPr>
          <a:xfrm>
            <a:off x="7291650" y="2801411"/>
            <a:ext cx="865321" cy="865321"/>
          </a:xfrm>
          <a:prstGeom prst="ellipse">
            <a:avLst/>
          </a:prstGeom>
          <a:solidFill>
            <a:srgbClr val="FFC000">
              <a:lumMod val="20000"/>
              <a:lumOff val="80000"/>
            </a:srgbClr>
          </a:solidFill>
          <a:ln w="381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32" name="Group 90">
            <a:extLst>
              <a:ext uri="{FF2B5EF4-FFF2-40B4-BE49-F238E27FC236}">
                <a16:creationId xmlns:a16="http://schemas.microsoft.com/office/drawing/2014/main" id="{160057E5-BD09-4A73-BAE4-0D3D118AF272}"/>
              </a:ext>
            </a:extLst>
          </p:cNvPr>
          <p:cNvGrpSpPr>
            <a:grpSpLocks/>
          </p:cNvGrpSpPr>
          <p:nvPr/>
        </p:nvGrpSpPr>
        <p:grpSpPr bwMode="auto">
          <a:xfrm>
            <a:off x="245932" y="2131590"/>
            <a:ext cx="5216087" cy="3149530"/>
            <a:chOff x="637" y="1382"/>
            <a:chExt cx="2519" cy="1521"/>
          </a:xfrm>
        </p:grpSpPr>
        <p:sp>
          <p:nvSpPr>
            <p:cNvPr id="33" name="Rectangle 4">
              <a:extLst>
                <a:ext uri="{FF2B5EF4-FFF2-40B4-BE49-F238E27FC236}">
                  <a16:creationId xmlns:a16="http://schemas.microsoft.com/office/drawing/2014/main" id="{D9154D36-6432-4576-9F29-D2915F301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" y="2050"/>
              <a:ext cx="1764" cy="521"/>
            </a:xfrm>
            <a:prstGeom prst="rect">
              <a:avLst/>
            </a:prstGeom>
            <a:solidFill>
              <a:srgbClr val="CCFFFF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4" name="Rectangle 5">
              <a:extLst>
                <a:ext uri="{FF2B5EF4-FFF2-40B4-BE49-F238E27FC236}">
                  <a16:creationId xmlns:a16="http://schemas.microsoft.com/office/drawing/2014/main" id="{14B86513-19C7-4559-8989-8C5EF967A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" y="1826"/>
              <a:ext cx="252" cy="224"/>
            </a:xfrm>
            <a:prstGeom prst="rect">
              <a:avLst/>
            </a:prstGeom>
            <a:solidFill>
              <a:srgbClr val="999999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5" name="Rectangle 6">
              <a:extLst>
                <a:ext uri="{FF2B5EF4-FFF2-40B4-BE49-F238E27FC236}">
                  <a16:creationId xmlns:a16="http://schemas.microsoft.com/office/drawing/2014/main" id="{E6468490-61AC-4DED-8520-BFF0E6D4F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1826"/>
              <a:ext cx="755" cy="224"/>
            </a:xfrm>
            <a:prstGeom prst="rect">
              <a:avLst/>
            </a:prstGeom>
            <a:solidFill>
              <a:srgbClr val="999999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6" name="Rectangle 7">
              <a:extLst>
                <a:ext uri="{FF2B5EF4-FFF2-40B4-BE49-F238E27FC236}">
                  <a16:creationId xmlns:a16="http://schemas.microsoft.com/office/drawing/2014/main" id="{54F85FA4-11B6-413F-957B-50601F084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826"/>
              <a:ext cx="251" cy="224"/>
            </a:xfrm>
            <a:prstGeom prst="rect">
              <a:avLst/>
            </a:prstGeom>
            <a:solidFill>
              <a:srgbClr val="999999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7" name="Line 8">
              <a:extLst>
                <a:ext uri="{FF2B5EF4-FFF2-40B4-BE49-F238E27FC236}">
                  <a16:creationId xmlns:a16="http://schemas.microsoft.com/office/drawing/2014/main" id="{7F9D078C-6506-4E3A-AE75-D6FEA8FF56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8" y="1826"/>
              <a:ext cx="2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8" name="Line 9">
              <a:extLst>
                <a:ext uri="{FF2B5EF4-FFF2-40B4-BE49-F238E27FC236}">
                  <a16:creationId xmlns:a16="http://schemas.microsoft.com/office/drawing/2014/main" id="{6D8C625C-266E-4DB1-81A8-781919714D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7" y="1603"/>
              <a:ext cx="0" cy="22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9" name="Line 10">
              <a:extLst>
                <a:ext uri="{FF2B5EF4-FFF2-40B4-BE49-F238E27FC236}">
                  <a16:creationId xmlns:a16="http://schemas.microsoft.com/office/drawing/2014/main" id="{DD10244E-641F-47FE-8E9B-7A15B5377F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2" y="1678"/>
              <a:ext cx="335" cy="298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0" name="Line 11">
              <a:extLst>
                <a:ext uri="{FF2B5EF4-FFF2-40B4-BE49-F238E27FC236}">
                  <a16:creationId xmlns:a16="http://schemas.microsoft.com/office/drawing/2014/main" id="{3952FF15-03D0-4D38-88EB-429D75818E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3" y="1975"/>
              <a:ext cx="252" cy="75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1" name="Rectangle 12">
              <a:extLst>
                <a:ext uri="{FF2B5EF4-FFF2-40B4-BE49-F238E27FC236}">
                  <a16:creationId xmlns:a16="http://schemas.microsoft.com/office/drawing/2014/main" id="{02EF19A1-95F7-4B7C-8A1E-098424DD4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" y="2198"/>
              <a:ext cx="587" cy="223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N</a:t>
              </a:r>
              <a:r>
                <a: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基片</a:t>
              </a:r>
              <a:endParaRPr kumimoji="0" lang="zh-CN" altLang="en-US" sz="4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2" name="Rectangle 13">
              <a:extLst>
                <a:ext uri="{FF2B5EF4-FFF2-40B4-BE49-F238E27FC236}">
                  <a16:creationId xmlns:a16="http://schemas.microsoft.com/office/drawing/2014/main" id="{8A9E5E67-F754-4855-8307-A9F0776BF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1382"/>
              <a:ext cx="419" cy="223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zh-CN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源极</a:t>
              </a:r>
              <a:endParaRPr kumimoji="0" lang="zh-CN" altLang="en-US" sz="4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3" name="Rectangle 14">
              <a:extLst>
                <a:ext uri="{FF2B5EF4-FFF2-40B4-BE49-F238E27FC236}">
                  <a16:creationId xmlns:a16="http://schemas.microsoft.com/office/drawing/2014/main" id="{E915C83D-0A2C-4E4B-8AEE-3C6D099F6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" y="2007"/>
              <a:ext cx="335" cy="15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- - - -</a:t>
              </a:r>
              <a:endParaRPr kumimoji="0" lang="en-US" altLang="zh-CN" sz="4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4" name="Rectangle 15">
              <a:extLst>
                <a:ext uri="{FF2B5EF4-FFF2-40B4-BE49-F238E27FC236}">
                  <a16:creationId xmlns:a16="http://schemas.microsoft.com/office/drawing/2014/main" id="{583F4D93-7498-4537-A9EF-9FCF40441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" y="2000"/>
              <a:ext cx="335" cy="148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- - - -</a:t>
              </a:r>
              <a:endParaRPr kumimoji="0" lang="en-US" altLang="zh-CN" sz="4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5" name="Rectangle 16">
              <a:extLst>
                <a:ext uri="{FF2B5EF4-FFF2-40B4-BE49-F238E27FC236}">
                  <a16:creationId xmlns:a16="http://schemas.microsoft.com/office/drawing/2014/main" id="{5DE86588-F97B-4F2E-9506-0CF342EFB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0" y="1382"/>
              <a:ext cx="419" cy="223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zh-CN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漏极</a:t>
              </a:r>
              <a:endParaRPr kumimoji="0" lang="zh-CN" altLang="en-US" sz="4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6" name="Rectangle 17">
              <a:extLst>
                <a:ext uri="{FF2B5EF4-FFF2-40B4-BE49-F238E27FC236}">
                  <a16:creationId xmlns:a16="http://schemas.microsoft.com/office/drawing/2014/main" id="{D5951E3D-1BDA-4BC2-9B65-5BB3110D3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455"/>
              <a:ext cx="671" cy="223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电极导体</a:t>
              </a:r>
              <a:endParaRPr kumimoji="0" lang="zh-CN" altLang="en-US" sz="4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7" name="Rectangle 19">
              <a:extLst>
                <a:ext uri="{FF2B5EF4-FFF2-40B4-BE49-F238E27FC236}">
                  <a16:creationId xmlns:a16="http://schemas.microsoft.com/office/drawing/2014/main" id="{A628898F-D24D-4F7B-992D-F3F78AF00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" y="2678"/>
              <a:ext cx="1258" cy="225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(a) </a:t>
              </a:r>
              <a:r>
                <a:rPr kumimoji="0" lang="zh-CN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单元结构</a:t>
              </a:r>
              <a:endParaRPr kumimoji="0" lang="zh-CN" altLang="en-US" sz="4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8" name="Rectangle 20">
              <a:extLst>
                <a:ext uri="{FF2B5EF4-FFF2-40B4-BE49-F238E27FC236}">
                  <a16:creationId xmlns:a16="http://schemas.microsoft.com/office/drawing/2014/main" id="{E0EC1991-C633-4A00-A947-2395C4AB6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1382"/>
              <a:ext cx="671" cy="223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浮置栅</a:t>
              </a:r>
              <a:endParaRPr kumimoji="0" lang="zh-CN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9" name="Rectangle 21">
              <a:extLst>
                <a:ext uri="{FF2B5EF4-FFF2-40B4-BE49-F238E27FC236}">
                  <a16:creationId xmlns:a16="http://schemas.microsoft.com/office/drawing/2014/main" id="{7E2398AD-E967-4E59-8E65-D4B218C6E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2050"/>
              <a:ext cx="671" cy="223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二氧化硅</a:t>
              </a:r>
              <a:endParaRPr kumimoji="0" lang="zh-CN" altLang="en-US" sz="4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0" name="Line 22">
              <a:extLst>
                <a:ext uri="{FF2B5EF4-FFF2-40B4-BE49-F238E27FC236}">
                  <a16:creationId xmlns:a16="http://schemas.microsoft.com/office/drawing/2014/main" id="{5D21BE2C-64BC-43C7-AAAC-6C977CEE97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8" y="2050"/>
              <a:ext cx="84" cy="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1" name="Line 23">
              <a:extLst>
                <a:ext uri="{FF2B5EF4-FFF2-40B4-BE49-F238E27FC236}">
                  <a16:creationId xmlns:a16="http://schemas.microsoft.com/office/drawing/2014/main" id="{B406D51D-93B9-4D01-A3E8-D378F84C8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" y="2125"/>
              <a:ext cx="25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2" name="Line 24">
              <a:extLst>
                <a:ext uri="{FF2B5EF4-FFF2-40B4-BE49-F238E27FC236}">
                  <a16:creationId xmlns:a16="http://schemas.microsoft.com/office/drawing/2014/main" id="{D23D2BE1-1EA1-4A8D-A4BA-C97C08665B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3" y="2050"/>
              <a:ext cx="84" cy="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3" name="Line 25">
              <a:extLst>
                <a:ext uri="{FF2B5EF4-FFF2-40B4-BE49-F238E27FC236}">
                  <a16:creationId xmlns:a16="http://schemas.microsoft.com/office/drawing/2014/main" id="{99A4B209-5589-4694-9983-E49191CF30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4" y="2050"/>
              <a:ext cx="84" cy="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4" name="Line 26">
              <a:extLst>
                <a:ext uri="{FF2B5EF4-FFF2-40B4-BE49-F238E27FC236}">
                  <a16:creationId xmlns:a16="http://schemas.microsoft.com/office/drawing/2014/main" id="{403364CC-9D53-4F84-8970-988BE06978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8" y="2125"/>
              <a:ext cx="25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5" name="Line 27">
              <a:extLst>
                <a:ext uri="{FF2B5EF4-FFF2-40B4-BE49-F238E27FC236}">
                  <a16:creationId xmlns:a16="http://schemas.microsoft.com/office/drawing/2014/main" id="{05EEE8FF-E4BD-489C-8D55-9718FAC380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0" y="2050"/>
              <a:ext cx="83" cy="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6" name="Line 28">
              <a:extLst>
                <a:ext uri="{FF2B5EF4-FFF2-40B4-BE49-F238E27FC236}">
                  <a16:creationId xmlns:a16="http://schemas.microsoft.com/office/drawing/2014/main" id="{E58A2956-3A81-40ED-B73E-B66BFE16CD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0" y="1603"/>
              <a:ext cx="0" cy="22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7" name="Line 29">
              <a:extLst>
                <a:ext uri="{FF2B5EF4-FFF2-40B4-BE49-F238E27FC236}">
                  <a16:creationId xmlns:a16="http://schemas.microsoft.com/office/drawing/2014/main" id="{B7DA0186-22F6-4EEE-BD3C-7996ACA178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" y="1826"/>
              <a:ext cx="2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8" name="Rectangle 31">
              <a:extLst>
                <a:ext uri="{FF2B5EF4-FFF2-40B4-BE49-F238E27FC236}">
                  <a16:creationId xmlns:a16="http://schemas.microsoft.com/office/drawing/2014/main" id="{1E30DC1F-462F-4977-B663-4DA0C1262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1" y="1896"/>
              <a:ext cx="419" cy="75"/>
            </a:xfrm>
            <a:prstGeom prst="rect">
              <a:avLst/>
            </a:prstGeom>
            <a:solidFill>
              <a:srgbClr val="FFCC00"/>
            </a:solidFill>
            <a:ln w="38100" algn="ctr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59" name="组合 58">
            <a:extLst>
              <a:ext uri="{FF2B5EF4-FFF2-40B4-BE49-F238E27FC236}">
                <a16:creationId xmlns:a16="http://schemas.microsoft.com/office/drawing/2014/main" id="{D79596B5-73A5-480B-8E5F-1D81CB52DE14}"/>
              </a:ext>
            </a:extLst>
          </p:cNvPr>
          <p:cNvGrpSpPr/>
          <p:nvPr/>
        </p:nvGrpSpPr>
        <p:grpSpPr>
          <a:xfrm>
            <a:off x="5352305" y="1846722"/>
            <a:ext cx="3731857" cy="3562450"/>
            <a:chOff x="7271565" y="1903120"/>
            <a:chExt cx="3731857" cy="3562450"/>
          </a:xfrm>
        </p:grpSpPr>
        <p:sp>
          <p:nvSpPr>
            <p:cNvPr id="60" name="Rectangle 18">
              <a:extLst>
                <a:ext uri="{FF2B5EF4-FFF2-40B4-BE49-F238E27FC236}">
                  <a16:creationId xmlns:a16="http://schemas.microsoft.com/office/drawing/2014/main" id="{FFB4E429-CA24-4855-9DCA-B900948E2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7282" y="4999664"/>
              <a:ext cx="2604937" cy="465906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2400" dirty="0">
                  <a:solidFill>
                    <a:prstClr val="black"/>
                  </a:solidFill>
                  <a:latin typeface="微软雅黑"/>
                  <a:ea typeface="微软雅黑"/>
                </a:rPr>
                <a:t>(b) </a:t>
              </a:r>
              <a:r>
                <a:rPr lang="zh-CN" altLang="en-US" sz="2400" dirty="0">
                  <a:solidFill>
                    <a:prstClr val="black"/>
                  </a:solidFill>
                  <a:latin typeface="微软雅黑"/>
                  <a:ea typeface="微软雅黑"/>
                </a:rPr>
                <a:t>电路结构</a:t>
              </a:r>
              <a:endParaRPr lang="zh-CN" altLang="en-US" sz="40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1" name="Rectangle 49">
              <a:extLst>
                <a:ext uri="{FF2B5EF4-FFF2-40B4-BE49-F238E27FC236}">
                  <a16:creationId xmlns:a16="http://schemas.microsoft.com/office/drawing/2014/main" id="{60F7A8AC-4F50-41A1-AAB8-15A94B39F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5035" y="2021298"/>
              <a:ext cx="65" cy="405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r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endParaRPr lang="zh-CN" altLang="zh-CN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2" name="Line 50">
              <a:extLst>
                <a:ext uri="{FF2B5EF4-FFF2-40B4-BE49-F238E27FC236}">
                  <a16:creationId xmlns:a16="http://schemas.microsoft.com/office/drawing/2014/main" id="{F6B607E8-5D52-4399-97CA-0F8E3DA5B0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7724" y="2549325"/>
              <a:ext cx="3375698" cy="0"/>
            </a:xfrm>
            <a:prstGeom prst="line">
              <a:avLst/>
            </a:prstGeom>
            <a:noFill/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3" name="Line 51">
              <a:extLst>
                <a:ext uri="{FF2B5EF4-FFF2-40B4-BE49-F238E27FC236}">
                  <a16:creationId xmlns:a16="http://schemas.microsoft.com/office/drawing/2014/main" id="{C2C924EC-9F47-4DAF-BB17-765B26F9CE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383824" y="1903120"/>
              <a:ext cx="0" cy="2921902"/>
            </a:xfrm>
            <a:prstGeom prst="line">
              <a:avLst/>
            </a:prstGeom>
            <a:noFill/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4" name="Rectangle 52">
              <a:extLst>
                <a:ext uri="{FF2B5EF4-FFF2-40B4-BE49-F238E27FC236}">
                  <a16:creationId xmlns:a16="http://schemas.microsoft.com/office/drawing/2014/main" id="{C7EE04DF-2270-4580-9F13-B85F4EBF1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1565" y="2420942"/>
              <a:ext cx="443129" cy="318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5" name="Rectangle 53">
              <a:extLst>
                <a:ext uri="{FF2B5EF4-FFF2-40B4-BE49-F238E27FC236}">
                  <a16:creationId xmlns:a16="http://schemas.microsoft.com/office/drawing/2014/main" id="{3BB0F10B-E825-40DA-98E1-10A11259C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4832" y="2431296"/>
              <a:ext cx="65" cy="405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r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endParaRPr lang="zh-CN" altLang="zh-CN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6" name="Rectangle 54">
              <a:extLst>
                <a:ext uri="{FF2B5EF4-FFF2-40B4-BE49-F238E27FC236}">
                  <a16:creationId xmlns:a16="http://schemas.microsoft.com/office/drawing/2014/main" id="{93B54480-C197-4652-85F2-B78684538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6296" y="2431296"/>
              <a:ext cx="65" cy="405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r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endParaRPr lang="zh-CN" altLang="zh-CN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7" name="Freeform 55">
              <a:extLst>
                <a:ext uri="{FF2B5EF4-FFF2-40B4-BE49-F238E27FC236}">
                  <a16:creationId xmlns:a16="http://schemas.microsoft.com/office/drawing/2014/main" id="{421EEB53-F9FB-4AE6-A65C-D17F47024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2260" y="3232655"/>
              <a:ext cx="627422" cy="196717"/>
            </a:xfrm>
            <a:custGeom>
              <a:avLst/>
              <a:gdLst>
                <a:gd name="T0" fmla="*/ 0 w 303"/>
                <a:gd name="T1" fmla="*/ 0 h 95"/>
                <a:gd name="T2" fmla="*/ 0 w 303"/>
                <a:gd name="T3" fmla="*/ 2147483647 h 95"/>
                <a:gd name="T4" fmla="*/ 2147483647 w 303"/>
                <a:gd name="T5" fmla="*/ 2147483647 h 95"/>
                <a:gd name="T6" fmla="*/ 0 60000 65536"/>
                <a:gd name="T7" fmla="*/ 0 60000 65536"/>
                <a:gd name="T8" fmla="*/ 0 60000 65536"/>
                <a:gd name="T9" fmla="*/ 0 w 303"/>
                <a:gd name="T10" fmla="*/ 0 h 95"/>
                <a:gd name="T11" fmla="*/ 303 w 303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3" h="95">
                  <a:moveTo>
                    <a:pt x="0" y="0"/>
                  </a:moveTo>
                  <a:lnTo>
                    <a:pt x="0" y="95"/>
                  </a:lnTo>
                  <a:lnTo>
                    <a:pt x="303" y="95"/>
                  </a:lnTo>
                </a:path>
              </a:pathLst>
            </a:custGeom>
            <a:noFill/>
            <a:ln w="15875" cap="sq">
              <a:solidFill>
                <a:srgbClr val="000000"/>
              </a:solidFill>
              <a:miter lim="800000"/>
              <a:headEnd/>
              <a:tailEnd type="oval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8" name="Freeform 56">
              <a:extLst>
                <a:ext uri="{FF2B5EF4-FFF2-40B4-BE49-F238E27FC236}">
                  <a16:creationId xmlns:a16="http://schemas.microsoft.com/office/drawing/2014/main" id="{F5931849-B704-4BD5-A795-B0ECE8A24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0599" y="3232655"/>
              <a:ext cx="969086" cy="186363"/>
            </a:xfrm>
            <a:custGeom>
              <a:avLst/>
              <a:gdLst>
                <a:gd name="T0" fmla="*/ 0 w 468"/>
                <a:gd name="T1" fmla="*/ 2147483647 h 90"/>
                <a:gd name="T2" fmla="*/ 0 w 468"/>
                <a:gd name="T3" fmla="*/ 2147483647 h 90"/>
                <a:gd name="T4" fmla="*/ 2147483647 w 468"/>
                <a:gd name="T5" fmla="*/ 2147483647 h 90"/>
                <a:gd name="T6" fmla="*/ 2147483647 w 468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68"/>
                <a:gd name="T13" fmla="*/ 0 h 90"/>
                <a:gd name="T14" fmla="*/ 468 w 468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68" h="90">
                  <a:moveTo>
                    <a:pt x="0" y="6"/>
                  </a:moveTo>
                  <a:lnTo>
                    <a:pt x="0" y="90"/>
                  </a:lnTo>
                  <a:lnTo>
                    <a:pt x="468" y="90"/>
                  </a:lnTo>
                  <a:lnTo>
                    <a:pt x="468" y="0"/>
                  </a:lnTo>
                </a:path>
              </a:pathLst>
            </a:custGeom>
            <a:noFill/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9" name="Freeform 57">
              <a:extLst>
                <a:ext uri="{FF2B5EF4-FFF2-40B4-BE49-F238E27FC236}">
                  <a16:creationId xmlns:a16="http://schemas.microsoft.com/office/drawing/2014/main" id="{04786DC8-1A76-4A0A-9234-97563AEE6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2118" y="3232654"/>
              <a:ext cx="441058" cy="530099"/>
            </a:xfrm>
            <a:custGeom>
              <a:avLst/>
              <a:gdLst>
                <a:gd name="T0" fmla="*/ 2147483647 w 213"/>
                <a:gd name="T1" fmla="*/ 0 h 256"/>
                <a:gd name="T2" fmla="*/ 2147483647 w 213"/>
                <a:gd name="T3" fmla="*/ 2147483647 h 256"/>
                <a:gd name="T4" fmla="*/ 0 w 213"/>
                <a:gd name="T5" fmla="*/ 2147483647 h 256"/>
                <a:gd name="T6" fmla="*/ 0 w 213"/>
                <a:gd name="T7" fmla="*/ 2147483647 h 25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3"/>
                <a:gd name="T13" fmla="*/ 0 h 256"/>
                <a:gd name="T14" fmla="*/ 213 w 213"/>
                <a:gd name="T15" fmla="*/ 256 h 25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3" h="256">
                  <a:moveTo>
                    <a:pt x="213" y="0"/>
                  </a:moveTo>
                  <a:lnTo>
                    <a:pt x="213" y="95"/>
                  </a:lnTo>
                  <a:lnTo>
                    <a:pt x="0" y="95"/>
                  </a:lnTo>
                  <a:lnTo>
                    <a:pt x="0" y="256"/>
                  </a:lnTo>
                </a:path>
              </a:pathLst>
            </a:custGeom>
            <a:noFill/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0" name="Rectangle 58">
              <a:extLst>
                <a:ext uri="{FF2B5EF4-FFF2-40B4-BE49-F238E27FC236}">
                  <a16:creationId xmlns:a16="http://schemas.microsoft.com/office/drawing/2014/main" id="{D8207C4A-0335-49A9-81B5-26485319F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9945" y="3746188"/>
              <a:ext cx="242272" cy="3727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1" name="Rectangle 75">
              <a:extLst>
                <a:ext uri="{FF2B5EF4-FFF2-40B4-BE49-F238E27FC236}">
                  <a16:creationId xmlns:a16="http://schemas.microsoft.com/office/drawing/2014/main" id="{425897F8-6F02-40E2-9497-3D2746962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16993" y="3690280"/>
              <a:ext cx="65" cy="405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r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endParaRPr lang="zh-CN" altLang="zh-CN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2" name="Rectangle 76">
              <a:extLst>
                <a:ext uri="{FF2B5EF4-FFF2-40B4-BE49-F238E27FC236}">
                  <a16:creationId xmlns:a16="http://schemas.microsoft.com/office/drawing/2014/main" id="{C1D7D956-75EB-4135-A3F7-D5456BDC4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4163" y="3684067"/>
              <a:ext cx="65" cy="405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r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endParaRPr lang="zh-CN" altLang="zh-CN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3" name="Rectangle 77">
              <a:extLst>
                <a:ext uri="{FF2B5EF4-FFF2-40B4-BE49-F238E27FC236}">
                  <a16:creationId xmlns:a16="http://schemas.microsoft.com/office/drawing/2014/main" id="{F94AFE58-81E7-4910-87B0-5D5629941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3470" y="4653154"/>
              <a:ext cx="445201" cy="3126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4" name="Rectangle 78">
              <a:extLst>
                <a:ext uri="{FF2B5EF4-FFF2-40B4-BE49-F238E27FC236}">
                  <a16:creationId xmlns:a16="http://schemas.microsoft.com/office/drawing/2014/main" id="{2C61E852-285C-45E4-ABB1-83E075F4A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4665" y="4659367"/>
              <a:ext cx="65" cy="405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r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endParaRPr lang="zh-CN" altLang="zh-CN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5" name="Rectangle 79">
              <a:extLst>
                <a:ext uri="{FF2B5EF4-FFF2-40B4-BE49-F238E27FC236}">
                  <a16:creationId xmlns:a16="http://schemas.microsoft.com/office/drawing/2014/main" id="{9945FF30-E005-4D39-9D6C-5846C1303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6130" y="4659367"/>
              <a:ext cx="65" cy="405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r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endParaRPr lang="zh-CN" altLang="zh-CN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6" name="Rectangle 80">
              <a:extLst>
                <a:ext uri="{FF2B5EF4-FFF2-40B4-BE49-F238E27FC236}">
                  <a16:creationId xmlns:a16="http://schemas.microsoft.com/office/drawing/2014/main" id="{4B11016A-3025-408F-96BF-20F0C5FED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3834" y="3120836"/>
              <a:ext cx="308533" cy="1076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grpSp>
          <p:nvGrpSpPr>
            <p:cNvPr id="77" name="Group 81">
              <a:extLst>
                <a:ext uri="{FF2B5EF4-FFF2-40B4-BE49-F238E27FC236}">
                  <a16:creationId xmlns:a16="http://schemas.microsoft.com/office/drawing/2014/main" id="{ED3B1D84-E538-4418-B41F-9E53BA49AB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2772" y="3098061"/>
              <a:ext cx="370655" cy="151160"/>
              <a:chOff x="2004" y="2136"/>
              <a:chExt cx="179" cy="73"/>
            </a:xfrm>
          </p:grpSpPr>
          <p:sp>
            <p:nvSpPr>
              <p:cNvPr id="82" name="Rectangle 82">
                <a:extLst>
                  <a:ext uri="{FF2B5EF4-FFF2-40B4-BE49-F238E27FC236}">
                    <a16:creationId xmlns:a16="http://schemas.microsoft.com/office/drawing/2014/main" id="{AD9CE45C-04D0-43F1-87F0-A7BC68998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2191"/>
                <a:ext cx="179" cy="18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r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 sz="240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83" name="Rectangle 83">
                <a:extLst>
                  <a:ext uri="{FF2B5EF4-FFF2-40B4-BE49-F238E27FC236}">
                    <a16:creationId xmlns:a16="http://schemas.microsoft.com/office/drawing/2014/main" id="{794A109C-BD08-40C2-8523-4B91C3061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" y="2136"/>
                <a:ext cx="103" cy="18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r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 sz="240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78" name="Group 85">
              <a:extLst>
                <a:ext uri="{FF2B5EF4-FFF2-40B4-BE49-F238E27FC236}">
                  <a16:creationId xmlns:a16="http://schemas.microsoft.com/office/drawing/2014/main" id="{591515D3-6091-4F81-A874-A82C4FA1B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72717" y="3098061"/>
              <a:ext cx="366513" cy="151160"/>
              <a:chOff x="2569" y="2136"/>
              <a:chExt cx="177" cy="73"/>
            </a:xfrm>
          </p:grpSpPr>
          <p:sp>
            <p:nvSpPr>
              <p:cNvPr id="80" name="Rectangle 86">
                <a:extLst>
                  <a:ext uri="{FF2B5EF4-FFF2-40B4-BE49-F238E27FC236}">
                    <a16:creationId xmlns:a16="http://schemas.microsoft.com/office/drawing/2014/main" id="{69F7F088-0A05-4459-B712-2B51BFF3E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2191"/>
                <a:ext cx="177" cy="18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r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 sz="240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  <p:sp>
            <p:nvSpPr>
              <p:cNvPr id="81" name="Rectangle 87">
                <a:extLst>
                  <a:ext uri="{FF2B5EF4-FFF2-40B4-BE49-F238E27FC236}">
                    <a16:creationId xmlns:a16="http://schemas.microsoft.com/office/drawing/2014/main" id="{DEC5FD7D-9EBD-4741-9825-032F04ED5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" y="2136"/>
                <a:ext cx="103" cy="18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r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zh-CN" altLang="en-US" sz="240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79" name="Line 88">
              <a:extLst>
                <a:ext uri="{FF2B5EF4-FFF2-40B4-BE49-F238E27FC236}">
                  <a16:creationId xmlns:a16="http://schemas.microsoft.com/office/drawing/2014/main" id="{6F743753-5C2E-4FA3-AA88-A9AB1D351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2924" y="2557190"/>
              <a:ext cx="0" cy="561161"/>
            </a:xfrm>
            <a:prstGeom prst="line">
              <a:avLst/>
            </a:prstGeom>
            <a:noFill/>
            <a:ln w="15875">
              <a:solidFill>
                <a:srgbClr val="000000"/>
              </a:solidFill>
              <a:round/>
              <a:headEnd/>
              <a:tailEnd type="oval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 sz="2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cxnSp>
        <p:nvCxnSpPr>
          <p:cNvPr id="84" name="直接箭头连接符 83">
            <a:extLst>
              <a:ext uri="{FF2B5EF4-FFF2-40B4-BE49-F238E27FC236}">
                <a16:creationId xmlns:a16="http://schemas.microsoft.com/office/drawing/2014/main" id="{C16A9710-CA3A-4C2B-B21F-0BA3CDF32557}"/>
              </a:ext>
            </a:extLst>
          </p:cNvPr>
          <p:cNvCxnSpPr/>
          <p:nvPr/>
        </p:nvCxnSpPr>
        <p:spPr>
          <a:xfrm>
            <a:off x="2033646" y="2613323"/>
            <a:ext cx="237355" cy="679189"/>
          </a:xfrm>
          <a:prstGeom prst="straightConnector1">
            <a:avLst/>
          </a:prstGeom>
          <a:noFill/>
          <a:ln w="6350" cap="flat" cmpd="sng" algn="ctr">
            <a:solidFill>
              <a:srgbClr val="C00000"/>
            </a:solidFill>
            <a:prstDash val="solid"/>
            <a:miter lim="800000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4261558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461D6AB-4007-462E-BF6F-CDC151CE44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2" y="183467"/>
            <a:ext cx="8784976" cy="850106"/>
          </a:xfrm>
        </p:spPr>
        <p:txBody>
          <a:bodyPr/>
          <a:lstStyle/>
          <a:p>
            <a:r>
              <a:rPr lang="en-US" altLang="zh-CN" sz="3200" dirty="0"/>
              <a:t>3.4.3 </a:t>
            </a:r>
            <a:r>
              <a:rPr lang="zh-CN" altLang="en-US" sz="3200" dirty="0"/>
              <a:t>紫外线可擦除可编程只读存储器</a:t>
            </a:r>
            <a:r>
              <a:rPr lang="en-US" altLang="zh-CN" sz="3200" dirty="0"/>
              <a:t>EPROM </a:t>
            </a:r>
            <a:endParaRPr lang="en-US" altLang="zh-CN" sz="4000" dirty="0"/>
          </a:p>
        </p:txBody>
      </p:sp>
      <p:sp>
        <p:nvSpPr>
          <p:cNvPr id="290" name="Rectangle 2">
            <a:extLst>
              <a:ext uri="{FF2B5EF4-FFF2-40B4-BE49-F238E27FC236}">
                <a16:creationId xmlns:a16="http://schemas.microsoft.com/office/drawing/2014/main" id="{20D1027B-8FFA-4D3A-8475-2589C1542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648" y="1556792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2" name="矩形 291">
            <a:extLst>
              <a:ext uri="{FF2B5EF4-FFF2-40B4-BE49-F238E27FC236}">
                <a16:creationId xmlns:a16="http://schemas.microsoft.com/office/drawing/2014/main" id="{8F4658A0-DBA3-40D3-B876-532778C36A01}"/>
              </a:ext>
            </a:extLst>
          </p:cNvPr>
          <p:cNvSpPr/>
          <p:nvPr/>
        </p:nvSpPr>
        <p:spPr>
          <a:xfrm>
            <a:off x="457200" y="1100659"/>
            <a:ext cx="513153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altLang="zh-CN" sz="2800" kern="0" dirty="0">
                <a:solidFill>
                  <a:srgbClr val="000000"/>
                </a:solidFill>
                <a:latin typeface="Arial"/>
                <a:ea typeface="宋体"/>
              </a:rPr>
              <a:t>2.MOS</a:t>
            </a:r>
            <a:r>
              <a:rPr lang="zh-CN" altLang="en-US" sz="2800" kern="0" dirty="0">
                <a:solidFill>
                  <a:srgbClr val="000000"/>
                </a:solidFill>
                <a:latin typeface="Arial"/>
                <a:ea typeface="宋体"/>
              </a:rPr>
              <a:t>管与</a:t>
            </a:r>
            <a:r>
              <a:rPr lang="en-US" altLang="zh-CN" sz="2800" kern="0" dirty="0">
                <a:solidFill>
                  <a:srgbClr val="000000"/>
                </a:solidFill>
                <a:latin typeface="Arial"/>
                <a:ea typeface="宋体"/>
              </a:rPr>
              <a:t>EPROM</a:t>
            </a:r>
            <a:r>
              <a:rPr lang="zh-CN" altLang="en-US" sz="2800" kern="0" dirty="0">
                <a:solidFill>
                  <a:srgbClr val="000000"/>
                </a:solidFill>
                <a:latin typeface="Arial"/>
                <a:ea typeface="宋体"/>
              </a:rPr>
              <a:t>的两种状态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6" name="Group 101">
            <a:extLst>
              <a:ext uri="{FF2B5EF4-FFF2-40B4-BE49-F238E27FC236}">
                <a16:creationId xmlns:a16="http://schemas.microsoft.com/office/drawing/2014/main" id="{5596BFE2-D81F-455D-BB3F-D284A5F9D4C4}"/>
              </a:ext>
            </a:extLst>
          </p:cNvPr>
          <p:cNvGrpSpPr>
            <a:grpSpLocks/>
          </p:cNvGrpSpPr>
          <p:nvPr/>
        </p:nvGrpSpPr>
        <p:grpSpPr bwMode="auto">
          <a:xfrm>
            <a:off x="1259632" y="1981486"/>
            <a:ext cx="3687762" cy="1997075"/>
            <a:chOff x="797" y="1165"/>
            <a:chExt cx="2323" cy="1258"/>
          </a:xfrm>
        </p:grpSpPr>
        <p:sp>
          <p:nvSpPr>
            <p:cNvPr id="7" name="Line 55">
              <a:extLst>
                <a:ext uri="{FF2B5EF4-FFF2-40B4-BE49-F238E27FC236}">
                  <a16:creationId xmlns:a16="http://schemas.microsoft.com/office/drawing/2014/main" id="{AB68E4E4-F608-444B-9C1A-D2F9DE5EF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9" y="1340"/>
              <a:ext cx="0" cy="24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AED3493E-53BF-4543-B688-464BEF4EC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" y="1764"/>
              <a:ext cx="1626" cy="420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9" name="Rectangle 5">
              <a:extLst>
                <a:ext uri="{FF2B5EF4-FFF2-40B4-BE49-F238E27FC236}">
                  <a16:creationId xmlns:a16="http://schemas.microsoft.com/office/drawing/2014/main" id="{6916C9D7-B6CD-49C6-8B9C-225282B2B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" y="1644"/>
              <a:ext cx="232" cy="120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0" name="Rectangle 6">
              <a:extLst>
                <a:ext uri="{FF2B5EF4-FFF2-40B4-BE49-F238E27FC236}">
                  <a16:creationId xmlns:a16="http://schemas.microsoft.com/office/drawing/2014/main" id="{66089245-53F4-4EEC-AFC3-73736DD7E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2" y="1644"/>
              <a:ext cx="696" cy="120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1" name="Rectangle 7">
              <a:extLst>
                <a:ext uri="{FF2B5EF4-FFF2-40B4-BE49-F238E27FC236}">
                  <a16:creationId xmlns:a16="http://schemas.microsoft.com/office/drawing/2014/main" id="{DFA6F934-605A-4BC4-8B61-6F8AF71F9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1644"/>
              <a:ext cx="232" cy="120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2" name="Line 8">
              <a:extLst>
                <a:ext uri="{FF2B5EF4-FFF2-40B4-BE49-F238E27FC236}">
                  <a16:creationId xmlns:a16="http://schemas.microsoft.com/office/drawing/2014/main" id="{2CFF8404-34B5-4306-A4BB-5BE24997C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8" y="1644"/>
              <a:ext cx="2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3" name="Line 13">
              <a:extLst>
                <a:ext uri="{FF2B5EF4-FFF2-40B4-BE49-F238E27FC236}">
                  <a16:creationId xmlns:a16="http://schemas.microsoft.com/office/drawing/2014/main" id="{82CAE624-4447-4A1F-B86D-0A5B74740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404"/>
              <a:ext cx="0" cy="24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4" name="Line 14">
              <a:extLst>
                <a:ext uri="{FF2B5EF4-FFF2-40B4-BE49-F238E27FC236}">
                  <a16:creationId xmlns:a16="http://schemas.microsoft.com/office/drawing/2014/main" id="{30BDD5F4-5CC0-42CA-BAB9-5C7446E428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6" y="1465"/>
              <a:ext cx="309" cy="24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5" name="Line 15">
              <a:extLst>
                <a:ext uri="{FF2B5EF4-FFF2-40B4-BE49-F238E27FC236}">
                  <a16:creationId xmlns:a16="http://schemas.microsoft.com/office/drawing/2014/main" id="{1F2F4851-42C8-4BAB-B038-C8D1CA241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8" y="1704"/>
              <a:ext cx="232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6" name="Rectangle 19">
              <a:extLst>
                <a:ext uri="{FF2B5EF4-FFF2-40B4-BE49-F238E27FC236}">
                  <a16:creationId xmlns:a16="http://schemas.microsoft.com/office/drawing/2014/main" id="{47BCCC55-E414-431E-96F1-51B49C6FD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" y="2243"/>
              <a:ext cx="1239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(a) MOS</a:t>
              </a:r>
              <a:r>
                <a:rPr lang="zh-CN" altLang="en-US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晶体管结构</a:t>
              </a:r>
              <a:endParaRPr lang="zh-CN" altLang="en-US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17" name="Rectangle 25">
              <a:extLst>
                <a:ext uri="{FF2B5EF4-FFF2-40B4-BE49-F238E27FC236}">
                  <a16:creationId xmlns:a16="http://schemas.microsoft.com/office/drawing/2014/main" id="{19F8D526-8F82-4D9B-8A83-8A6BAA81F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1225"/>
              <a:ext cx="388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zh-CN" altLang="en-US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源极</a:t>
              </a:r>
              <a:endParaRPr lang="zh-CN" altLang="en-US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18" name="Rectangle 26">
              <a:extLst>
                <a:ext uri="{FF2B5EF4-FFF2-40B4-BE49-F238E27FC236}">
                  <a16:creationId xmlns:a16="http://schemas.microsoft.com/office/drawing/2014/main" id="{86A2C67C-04D4-4540-AE8B-C5F408919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1" y="1165"/>
              <a:ext cx="387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zh-CN" altLang="en-US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栅极</a:t>
              </a:r>
              <a:endParaRPr lang="zh-CN" altLang="en-US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19" name="Rectangle 27">
              <a:extLst>
                <a:ext uri="{FF2B5EF4-FFF2-40B4-BE49-F238E27FC236}">
                  <a16:creationId xmlns:a16="http://schemas.microsoft.com/office/drawing/2014/main" id="{238A366D-A4AB-4141-BDD3-8F34B1FBD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720"/>
              <a:ext cx="310" cy="121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000" dirty="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- - - -</a:t>
              </a:r>
              <a:endParaRPr lang="en-US" altLang="zh-CN" sz="2800" b="1" dirty="0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20" name="Rectangle 28">
              <a:extLst>
                <a:ext uri="{FF2B5EF4-FFF2-40B4-BE49-F238E27FC236}">
                  <a16:creationId xmlns:a16="http://schemas.microsoft.com/office/drawing/2014/main" id="{593F48BA-5077-4972-B0A4-2ECE5F93C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9" y="1721"/>
              <a:ext cx="310" cy="119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000" dirty="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- - - -</a:t>
              </a:r>
              <a:endParaRPr lang="en-US" altLang="zh-CN" sz="2800" b="1" dirty="0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21" name="Rectangle 29">
              <a:extLst>
                <a:ext uri="{FF2B5EF4-FFF2-40B4-BE49-F238E27FC236}">
                  <a16:creationId xmlns:a16="http://schemas.microsoft.com/office/drawing/2014/main" id="{9DEB56B7-5219-4ADD-BB6C-4A39A9F71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1225"/>
              <a:ext cx="387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zh-CN" altLang="en-US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漏极</a:t>
              </a:r>
              <a:endParaRPr lang="zh-CN" altLang="en-US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22" name="Rectangle 30">
              <a:extLst>
                <a:ext uri="{FF2B5EF4-FFF2-40B4-BE49-F238E27FC236}">
                  <a16:creationId xmlns:a16="http://schemas.microsoft.com/office/drawing/2014/main" id="{495A010D-732D-47E0-B119-34A5F8BF1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1285"/>
              <a:ext cx="620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zh-CN" altLang="en-US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电极导体</a:t>
              </a:r>
              <a:endParaRPr lang="zh-CN" altLang="en-US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23" name="Rectangle 33">
              <a:extLst>
                <a:ext uri="{FF2B5EF4-FFF2-40B4-BE49-F238E27FC236}">
                  <a16:creationId xmlns:a16="http://schemas.microsoft.com/office/drawing/2014/main" id="{72760616-D319-44B7-AF82-2C1605D64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1764"/>
              <a:ext cx="620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zh-CN" altLang="en-US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二氧化硅</a:t>
              </a:r>
              <a:endParaRPr lang="zh-CN" altLang="en-US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24" name="Line 34">
              <a:extLst>
                <a:ext uri="{FF2B5EF4-FFF2-40B4-BE49-F238E27FC236}">
                  <a16:creationId xmlns:a16="http://schemas.microsoft.com/office/drawing/2014/main" id="{8D7A7C0E-B968-465B-B8E7-208EB9DF8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2" y="1764"/>
              <a:ext cx="77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5" name="Line 35">
              <a:extLst>
                <a:ext uri="{FF2B5EF4-FFF2-40B4-BE49-F238E27FC236}">
                  <a16:creationId xmlns:a16="http://schemas.microsoft.com/office/drawing/2014/main" id="{F62834D0-A2D8-469E-A275-EBD626E85B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9" y="1824"/>
              <a:ext cx="2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6" name="Line 36">
              <a:extLst>
                <a:ext uri="{FF2B5EF4-FFF2-40B4-BE49-F238E27FC236}">
                  <a16:creationId xmlns:a16="http://schemas.microsoft.com/office/drawing/2014/main" id="{E6B36D41-4825-471B-9074-35D93255E5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2" y="1764"/>
              <a:ext cx="77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7" name="Line 37">
              <a:extLst>
                <a:ext uri="{FF2B5EF4-FFF2-40B4-BE49-F238E27FC236}">
                  <a16:creationId xmlns:a16="http://schemas.microsoft.com/office/drawing/2014/main" id="{70F1FE08-9431-400E-9BD7-4385CAE19F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1" y="1764"/>
              <a:ext cx="77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8" name="Line 38">
              <a:extLst>
                <a:ext uri="{FF2B5EF4-FFF2-40B4-BE49-F238E27FC236}">
                  <a16:creationId xmlns:a16="http://schemas.microsoft.com/office/drawing/2014/main" id="{09382DF9-EEA1-47A5-AB54-9BDF5C5A89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8" y="1824"/>
              <a:ext cx="2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9" name="Line 39">
              <a:extLst>
                <a:ext uri="{FF2B5EF4-FFF2-40B4-BE49-F238E27FC236}">
                  <a16:creationId xmlns:a16="http://schemas.microsoft.com/office/drawing/2014/main" id="{2E372753-5A37-4A7B-90C6-F0E54E1A35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1" y="1764"/>
              <a:ext cx="77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0" name="Line 45">
              <a:extLst>
                <a:ext uri="{FF2B5EF4-FFF2-40B4-BE49-F238E27FC236}">
                  <a16:creationId xmlns:a16="http://schemas.microsoft.com/office/drawing/2014/main" id="{54CCB6EB-B3A6-4007-A7C5-9CB28B5902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3" y="1404"/>
              <a:ext cx="0" cy="24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1" name="Rectangle 46">
              <a:extLst>
                <a:ext uri="{FF2B5EF4-FFF2-40B4-BE49-F238E27FC236}">
                  <a16:creationId xmlns:a16="http://schemas.microsoft.com/office/drawing/2014/main" id="{08A0A005-20E2-4D26-9307-2A6C1ABA1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584"/>
              <a:ext cx="387" cy="6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2" name="Line 62">
              <a:extLst>
                <a:ext uri="{FF2B5EF4-FFF2-40B4-BE49-F238E27FC236}">
                  <a16:creationId xmlns:a16="http://schemas.microsoft.com/office/drawing/2014/main" id="{77A1B50A-5ADA-4746-8668-DC7F2ED764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9" y="1644"/>
              <a:ext cx="2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3" name="Rectangle 94">
              <a:extLst>
                <a:ext uri="{FF2B5EF4-FFF2-40B4-BE49-F238E27FC236}">
                  <a16:creationId xmlns:a16="http://schemas.microsoft.com/office/drawing/2014/main" id="{DD9E6419-8D27-4B2D-8E94-632446030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871"/>
              <a:ext cx="620" cy="181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N</a:t>
              </a:r>
              <a:r>
                <a:rPr lang="zh-CN" altLang="en-US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基片</a:t>
              </a:r>
              <a:endParaRPr lang="zh-CN" altLang="en-US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</p:grpSp>
      <p:grpSp>
        <p:nvGrpSpPr>
          <p:cNvPr id="34" name="Group 103">
            <a:extLst>
              <a:ext uri="{FF2B5EF4-FFF2-40B4-BE49-F238E27FC236}">
                <a16:creationId xmlns:a16="http://schemas.microsoft.com/office/drawing/2014/main" id="{B498EB06-F87E-4273-A48C-5536ED8F8171}"/>
              </a:ext>
            </a:extLst>
          </p:cNvPr>
          <p:cNvGrpSpPr>
            <a:grpSpLocks/>
          </p:cNvGrpSpPr>
          <p:nvPr/>
        </p:nvGrpSpPr>
        <p:grpSpPr bwMode="auto">
          <a:xfrm>
            <a:off x="1259633" y="4681823"/>
            <a:ext cx="2581275" cy="1808162"/>
            <a:chOff x="797" y="2602"/>
            <a:chExt cx="1626" cy="1139"/>
          </a:xfrm>
        </p:grpSpPr>
        <p:sp>
          <p:nvSpPr>
            <p:cNvPr id="35" name="Line 11">
              <a:extLst>
                <a:ext uri="{FF2B5EF4-FFF2-40B4-BE49-F238E27FC236}">
                  <a16:creationId xmlns:a16="http://schemas.microsoft.com/office/drawing/2014/main" id="{F200FFF1-B651-4ED1-AC5F-BC23A63E0F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2" y="2723"/>
              <a:ext cx="0" cy="18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6" name="Rectangle 18">
              <a:extLst>
                <a:ext uri="{FF2B5EF4-FFF2-40B4-BE49-F238E27FC236}">
                  <a16:creationId xmlns:a16="http://schemas.microsoft.com/office/drawing/2014/main" id="{741AB239-4F44-4991-A376-0E21B98D4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3561"/>
              <a:ext cx="1549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(c) EPROM</a:t>
              </a: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晶体管结构</a:t>
              </a:r>
              <a:endPara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37" name="Rectangle 31">
              <a:extLst>
                <a:ext uri="{FF2B5EF4-FFF2-40B4-BE49-F238E27FC236}">
                  <a16:creationId xmlns:a16="http://schemas.microsoft.com/office/drawing/2014/main" id="{482A142D-D14C-4A98-92F8-5D6EAA719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2602"/>
              <a:ext cx="619" cy="181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浮置栅</a:t>
              </a:r>
              <a:endParaRPr kumimoji="0" lang="zh-CN" altLang="en-US" sz="2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38" name="Line 44">
              <a:extLst>
                <a:ext uri="{FF2B5EF4-FFF2-40B4-BE49-F238E27FC236}">
                  <a16:creationId xmlns:a16="http://schemas.microsoft.com/office/drawing/2014/main" id="{FA63AC6D-1AFF-4570-93E2-96134E633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9" y="2902"/>
              <a:ext cx="2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9" name="Rectangle 56">
              <a:extLst>
                <a:ext uri="{FF2B5EF4-FFF2-40B4-BE49-F238E27FC236}">
                  <a16:creationId xmlns:a16="http://schemas.microsoft.com/office/drawing/2014/main" id="{13186598-8A90-483F-920A-E3D2262A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" y="3086"/>
              <a:ext cx="1626" cy="416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0" name="Rectangle 57">
              <a:extLst>
                <a:ext uri="{FF2B5EF4-FFF2-40B4-BE49-F238E27FC236}">
                  <a16:creationId xmlns:a16="http://schemas.microsoft.com/office/drawing/2014/main" id="{D7B4951E-A446-4DD7-B48D-34FF77107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" y="2902"/>
              <a:ext cx="232" cy="181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1" name="Rectangle 58">
              <a:extLst>
                <a:ext uri="{FF2B5EF4-FFF2-40B4-BE49-F238E27FC236}">
                  <a16:creationId xmlns:a16="http://schemas.microsoft.com/office/drawing/2014/main" id="{520E4DA1-8230-4CD4-B3C1-9A8ABBFFE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2" y="2902"/>
              <a:ext cx="696" cy="181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2" name="Rectangle 59">
              <a:extLst>
                <a:ext uri="{FF2B5EF4-FFF2-40B4-BE49-F238E27FC236}">
                  <a16:creationId xmlns:a16="http://schemas.microsoft.com/office/drawing/2014/main" id="{15C4469E-68CF-41E4-8DFE-DE1DDF09B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2902"/>
              <a:ext cx="232" cy="181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3" name="Line 60">
              <a:extLst>
                <a:ext uri="{FF2B5EF4-FFF2-40B4-BE49-F238E27FC236}">
                  <a16:creationId xmlns:a16="http://schemas.microsoft.com/office/drawing/2014/main" id="{69851395-7117-4A10-9258-3CE8DF2A45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8" y="2902"/>
              <a:ext cx="2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4" name="Rectangle 61">
              <a:extLst>
                <a:ext uri="{FF2B5EF4-FFF2-40B4-BE49-F238E27FC236}">
                  <a16:creationId xmlns:a16="http://schemas.microsoft.com/office/drawing/2014/main" id="{46408CA6-48C3-4836-852E-F1F0B98F1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962"/>
              <a:ext cx="387" cy="60"/>
            </a:xfrm>
            <a:prstGeom prst="rect">
              <a:avLst/>
            </a:prstGeom>
            <a:solidFill>
              <a:srgbClr val="FFCC00"/>
            </a:solidFill>
            <a:ln w="19050" algn="ctr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5" name="Line 63">
              <a:extLst>
                <a:ext uri="{FF2B5EF4-FFF2-40B4-BE49-F238E27FC236}">
                  <a16:creationId xmlns:a16="http://schemas.microsoft.com/office/drawing/2014/main" id="{73FCE00D-3164-482F-B525-EF869838CC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723"/>
              <a:ext cx="0" cy="18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6" name="Line 64">
              <a:extLst>
                <a:ext uri="{FF2B5EF4-FFF2-40B4-BE49-F238E27FC236}">
                  <a16:creationId xmlns:a16="http://schemas.microsoft.com/office/drawing/2014/main" id="{39D19181-FC92-49A6-A669-5C104CB71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9" y="3142"/>
              <a:ext cx="2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7" name="Line 65">
              <a:extLst>
                <a:ext uri="{FF2B5EF4-FFF2-40B4-BE49-F238E27FC236}">
                  <a16:creationId xmlns:a16="http://schemas.microsoft.com/office/drawing/2014/main" id="{62EBD9F7-DD5D-449F-9552-3A5714BEB1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2" y="3082"/>
              <a:ext cx="77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8" name="Line 66">
              <a:extLst>
                <a:ext uri="{FF2B5EF4-FFF2-40B4-BE49-F238E27FC236}">
                  <a16:creationId xmlns:a16="http://schemas.microsoft.com/office/drawing/2014/main" id="{D93231DE-2C07-4C6A-A38D-9EF2220724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2" y="3082"/>
              <a:ext cx="77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9" name="Rectangle 67">
              <a:extLst>
                <a:ext uri="{FF2B5EF4-FFF2-40B4-BE49-F238E27FC236}">
                  <a16:creationId xmlns:a16="http://schemas.microsoft.com/office/drawing/2014/main" id="{A35B5A1D-A88A-441C-BE23-B0DBD37C4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3" y="3033"/>
              <a:ext cx="310" cy="12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- - - -</a:t>
              </a:r>
              <a:endPara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50" name="Rectangle 68">
              <a:extLst>
                <a:ext uri="{FF2B5EF4-FFF2-40B4-BE49-F238E27FC236}">
                  <a16:creationId xmlns:a16="http://schemas.microsoft.com/office/drawing/2014/main" id="{09752D2C-D551-45F7-B94B-D808752C5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9" y="3032"/>
              <a:ext cx="310" cy="121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- - - -</a:t>
              </a:r>
              <a:endPara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51" name="Line 69">
              <a:extLst>
                <a:ext uri="{FF2B5EF4-FFF2-40B4-BE49-F238E27FC236}">
                  <a16:creationId xmlns:a16="http://schemas.microsoft.com/office/drawing/2014/main" id="{A1B65436-672E-4D38-ADD1-57C049FC9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1" y="3082"/>
              <a:ext cx="77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2" name="Line 70">
              <a:extLst>
                <a:ext uri="{FF2B5EF4-FFF2-40B4-BE49-F238E27FC236}">
                  <a16:creationId xmlns:a16="http://schemas.microsoft.com/office/drawing/2014/main" id="{6D1F60CA-992E-4A03-93AA-D9842AE195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8" y="3142"/>
              <a:ext cx="2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3" name="Line 71">
              <a:extLst>
                <a:ext uri="{FF2B5EF4-FFF2-40B4-BE49-F238E27FC236}">
                  <a16:creationId xmlns:a16="http://schemas.microsoft.com/office/drawing/2014/main" id="{0E9FC37C-832E-4595-9846-6894294683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1" y="3082"/>
              <a:ext cx="77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4" name="Line 91">
              <a:extLst>
                <a:ext uri="{FF2B5EF4-FFF2-40B4-BE49-F238E27FC236}">
                  <a16:creationId xmlns:a16="http://schemas.microsoft.com/office/drawing/2014/main" id="{55CC3FA3-AABD-4709-881A-03F9E986EE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7" y="2782"/>
              <a:ext cx="0" cy="20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5" name="Rectangle 96">
              <a:extLst>
                <a:ext uri="{FF2B5EF4-FFF2-40B4-BE49-F238E27FC236}">
                  <a16:creationId xmlns:a16="http://schemas.microsoft.com/office/drawing/2014/main" id="{0388CD2E-685A-44D6-8DCC-A17C4DD61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3192"/>
              <a:ext cx="620" cy="181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N</a:t>
              </a:r>
              <a:r>
                <a: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基片</a:t>
              </a:r>
              <a:endParaRPr kumimoji="0" lang="zh-CN" altLang="en-US" sz="2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</p:grpSp>
      <p:grpSp>
        <p:nvGrpSpPr>
          <p:cNvPr id="56" name="Group 102">
            <a:extLst>
              <a:ext uri="{FF2B5EF4-FFF2-40B4-BE49-F238E27FC236}">
                <a16:creationId xmlns:a16="http://schemas.microsoft.com/office/drawing/2014/main" id="{ABD2846E-68FF-4E30-A8AA-8B6700A87BE5}"/>
              </a:ext>
            </a:extLst>
          </p:cNvPr>
          <p:cNvGrpSpPr>
            <a:grpSpLocks/>
          </p:cNvGrpSpPr>
          <p:nvPr/>
        </p:nvGrpSpPr>
        <p:grpSpPr bwMode="auto">
          <a:xfrm>
            <a:off x="5482383" y="2076736"/>
            <a:ext cx="2949575" cy="1901825"/>
            <a:chOff x="3197" y="1225"/>
            <a:chExt cx="1858" cy="1198"/>
          </a:xfrm>
        </p:grpSpPr>
        <p:sp>
          <p:nvSpPr>
            <p:cNvPr id="57" name="Line 9">
              <a:extLst>
                <a:ext uri="{FF2B5EF4-FFF2-40B4-BE49-F238E27FC236}">
                  <a16:creationId xmlns:a16="http://schemas.microsoft.com/office/drawing/2014/main" id="{5DE3E1A9-CBDC-4B00-8BB4-21A00B9673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8" y="1644"/>
              <a:ext cx="2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58" name="Line 10">
              <a:extLst>
                <a:ext uri="{FF2B5EF4-FFF2-40B4-BE49-F238E27FC236}">
                  <a16:creationId xmlns:a16="http://schemas.microsoft.com/office/drawing/2014/main" id="{63F45FAC-216D-4620-81F2-D5186951A8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3" y="1404"/>
              <a:ext cx="0" cy="24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59" name="Rectangle 12">
              <a:extLst>
                <a:ext uri="{FF2B5EF4-FFF2-40B4-BE49-F238E27FC236}">
                  <a16:creationId xmlns:a16="http://schemas.microsoft.com/office/drawing/2014/main" id="{7746226B-21C1-4A97-AB2A-C7CCDD26D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1584"/>
              <a:ext cx="387" cy="6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0" name="Rectangle 17">
              <a:extLst>
                <a:ext uri="{FF2B5EF4-FFF2-40B4-BE49-F238E27FC236}">
                  <a16:creationId xmlns:a16="http://schemas.microsoft.com/office/drawing/2014/main" id="{EE6C4228-9A69-4015-9A4B-3BCBAE3E8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243"/>
              <a:ext cx="1626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(b) MOS</a:t>
              </a:r>
              <a:r>
                <a:rPr lang="zh-CN" altLang="en-US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晶体管导通状态</a:t>
              </a:r>
              <a:endParaRPr lang="zh-CN" altLang="en-US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61" name="Rectangle 20">
              <a:extLst>
                <a:ext uri="{FF2B5EF4-FFF2-40B4-BE49-F238E27FC236}">
                  <a16:creationId xmlns:a16="http://schemas.microsoft.com/office/drawing/2014/main" id="{19B69553-306D-4EBB-A6A8-EAB460F84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1225"/>
              <a:ext cx="387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+5V</a:t>
              </a:r>
              <a:endParaRPr lang="en-US" altLang="zh-CN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62" name="Rectangle 21">
              <a:extLst>
                <a:ext uri="{FF2B5EF4-FFF2-40B4-BE49-F238E27FC236}">
                  <a16:creationId xmlns:a16="http://schemas.microsoft.com/office/drawing/2014/main" id="{AC166A88-1688-4EEE-A949-BBC7FB93A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1225"/>
              <a:ext cx="387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V</a:t>
              </a:r>
              <a:r>
                <a:rPr lang="en-US" altLang="zh-CN" sz="1600" baseline="-250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dd</a:t>
              </a:r>
              <a:endParaRPr lang="en-US" altLang="zh-CN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63" name="Rectangle 24">
              <a:extLst>
                <a:ext uri="{FF2B5EF4-FFF2-40B4-BE49-F238E27FC236}">
                  <a16:creationId xmlns:a16="http://schemas.microsoft.com/office/drawing/2014/main" id="{01F19136-FF70-4BB7-97E0-F047FFBFC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1225"/>
              <a:ext cx="387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V</a:t>
              </a:r>
              <a:r>
                <a:rPr lang="en-US" altLang="zh-CN" sz="1600" baseline="-250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ss</a:t>
              </a:r>
              <a:endParaRPr lang="en-US" altLang="zh-CN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64" name="Rectangle 40">
              <a:extLst>
                <a:ext uri="{FF2B5EF4-FFF2-40B4-BE49-F238E27FC236}">
                  <a16:creationId xmlns:a16="http://schemas.microsoft.com/office/drawing/2014/main" id="{10E03F18-8030-4D8C-BF86-3B0BC4367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1764"/>
              <a:ext cx="1626" cy="420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5" name="Rectangle 41">
              <a:extLst>
                <a:ext uri="{FF2B5EF4-FFF2-40B4-BE49-F238E27FC236}">
                  <a16:creationId xmlns:a16="http://schemas.microsoft.com/office/drawing/2014/main" id="{303BE0B2-F8C5-44C5-B19B-BC0304949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1644"/>
              <a:ext cx="232" cy="120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6" name="Rectangle 42">
              <a:extLst>
                <a:ext uri="{FF2B5EF4-FFF2-40B4-BE49-F238E27FC236}">
                  <a16:creationId xmlns:a16="http://schemas.microsoft.com/office/drawing/2014/main" id="{401C8178-3BC7-4571-B8A4-4D9011BBA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1644"/>
              <a:ext cx="697" cy="120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7" name="Rectangle 43">
              <a:extLst>
                <a:ext uri="{FF2B5EF4-FFF2-40B4-BE49-F238E27FC236}">
                  <a16:creationId xmlns:a16="http://schemas.microsoft.com/office/drawing/2014/main" id="{C15A9209-A901-42DD-A381-32C7FAD2C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0" y="1644"/>
              <a:ext cx="233" cy="120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8" name="Line 47">
              <a:extLst>
                <a:ext uri="{FF2B5EF4-FFF2-40B4-BE49-F238E27FC236}">
                  <a16:creationId xmlns:a16="http://schemas.microsoft.com/office/drawing/2014/main" id="{81E82953-14A3-47B7-82E2-588D708CC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2" y="1404"/>
              <a:ext cx="0" cy="24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69" name="Line 48">
              <a:extLst>
                <a:ext uri="{FF2B5EF4-FFF2-40B4-BE49-F238E27FC236}">
                  <a16:creationId xmlns:a16="http://schemas.microsoft.com/office/drawing/2014/main" id="{2A591085-C5DB-479C-A872-DA455B2F06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644"/>
              <a:ext cx="2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0" name="Line 49">
              <a:extLst>
                <a:ext uri="{FF2B5EF4-FFF2-40B4-BE49-F238E27FC236}">
                  <a16:creationId xmlns:a16="http://schemas.microsoft.com/office/drawing/2014/main" id="{4F350F1B-FEDC-481C-8977-F1E65F0B31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824"/>
              <a:ext cx="116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1" name="Line 50">
              <a:extLst>
                <a:ext uri="{FF2B5EF4-FFF2-40B4-BE49-F238E27FC236}">
                  <a16:creationId xmlns:a16="http://schemas.microsoft.com/office/drawing/2014/main" id="{C4E24A6B-658A-45AF-A392-08E195EEC4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2" y="1764"/>
              <a:ext cx="77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2" name="Rectangle 51">
              <a:extLst>
                <a:ext uri="{FF2B5EF4-FFF2-40B4-BE49-F238E27FC236}">
                  <a16:creationId xmlns:a16="http://schemas.microsoft.com/office/drawing/2014/main" id="{187F7A17-B517-4894-B8E4-EF8D6D648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1719"/>
              <a:ext cx="1161" cy="121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000" dirty="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- - - - - - - - - - - - - - - - - - - -</a:t>
              </a:r>
              <a:endParaRPr lang="en-US" altLang="zh-CN" sz="2800" b="1" dirty="0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73" name="Rectangle 52">
              <a:extLst>
                <a:ext uri="{FF2B5EF4-FFF2-40B4-BE49-F238E27FC236}">
                  <a16:creationId xmlns:a16="http://schemas.microsoft.com/office/drawing/2014/main" id="{093E72AD-B68D-4C45-877C-353E5E480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1551"/>
              <a:ext cx="309" cy="121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000" dirty="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+ + +</a:t>
              </a:r>
              <a:endParaRPr lang="en-US" altLang="zh-CN" sz="2800" dirty="0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  <p:sp>
          <p:nvSpPr>
            <p:cNvPr id="74" name="Line 54">
              <a:extLst>
                <a:ext uri="{FF2B5EF4-FFF2-40B4-BE49-F238E27FC236}">
                  <a16:creationId xmlns:a16="http://schemas.microsoft.com/office/drawing/2014/main" id="{20FB6F39-D591-4C30-969E-A1E616C54B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0" y="1764"/>
              <a:ext cx="78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5" name="Line 73">
              <a:extLst>
                <a:ext uri="{FF2B5EF4-FFF2-40B4-BE49-F238E27FC236}">
                  <a16:creationId xmlns:a16="http://schemas.microsoft.com/office/drawing/2014/main" id="{7203F1D7-AE1E-43FD-8AD5-8930D55DB0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7" y="1399"/>
              <a:ext cx="0" cy="18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6" name="Line 92">
              <a:extLst>
                <a:ext uri="{FF2B5EF4-FFF2-40B4-BE49-F238E27FC236}">
                  <a16:creationId xmlns:a16="http://schemas.microsoft.com/office/drawing/2014/main" id="{2DDAF740-17A8-4D0E-A32F-B6FEC7C93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4" y="1884"/>
              <a:ext cx="774" cy="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 type="none" w="med" len="sm"/>
              <a:tailEnd type="triangle" w="med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77" name="Rectangle 97">
              <a:extLst>
                <a:ext uri="{FF2B5EF4-FFF2-40B4-BE49-F238E27FC236}">
                  <a16:creationId xmlns:a16="http://schemas.microsoft.com/office/drawing/2014/main" id="{E9C389B0-D0EA-47B3-835E-2105178DA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1885"/>
              <a:ext cx="620" cy="181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just" eaLnBrk="1" fontAlgn="auto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Font typeface="Wingdings" pitchFamily="2" charset="2"/>
                <a:buNone/>
              </a:pPr>
              <a:r>
                <a:rPr lang="en-US" altLang="zh-CN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N</a:t>
              </a:r>
              <a:r>
                <a:rPr lang="zh-CN" altLang="en-US" sz="1600">
                  <a:solidFill>
                    <a:prstClr val="black"/>
                  </a:solidFill>
                  <a:latin typeface="Times New Roman" pitchFamily="18" charset="0"/>
                  <a:ea typeface="宋体" charset="-122"/>
                </a:rPr>
                <a:t>基片</a:t>
              </a:r>
              <a:endParaRPr lang="zh-CN" altLang="en-US" sz="2800" b="1">
                <a:solidFill>
                  <a:prstClr val="black"/>
                </a:solidFill>
                <a:latin typeface="Verdana" pitchFamily="34" charset="0"/>
                <a:ea typeface="微软雅黑"/>
              </a:endParaRPr>
            </a:p>
          </p:txBody>
        </p:sp>
      </p:grpSp>
      <p:grpSp>
        <p:nvGrpSpPr>
          <p:cNvPr id="78" name="Group 104">
            <a:extLst>
              <a:ext uri="{FF2B5EF4-FFF2-40B4-BE49-F238E27FC236}">
                <a16:creationId xmlns:a16="http://schemas.microsoft.com/office/drawing/2014/main" id="{F49A1D4B-A048-4F42-9113-7F3DABE5241E}"/>
              </a:ext>
            </a:extLst>
          </p:cNvPr>
          <p:cNvGrpSpPr>
            <a:grpSpLocks/>
          </p:cNvGrpSpPr>
          <p:nvPr/>
        </p:nvGrpSpPr>
        <p:grpSpPr bwMode="auto">
          <a:xfrm>
            <a:off x="5360144" y="4588161"/>
            <a:ext cx="2825750" cy="1901825"/>
            <a:chOff x="3120" y="2543"/>
            <a:chExt cx="1780" cy="1198"/>
          </a:xfrm>
        </p:grpSpPr>
        <p:sp>
          <p:nvSpPr>
            <p:cNvPr id="79" name="Rectangle 16">
              <a:extLst>
                <a:ext uri="{FF2B5EF4-FFF2-40B4-BE49-F238E27FC236}">
                  <a16:creationId xmlns:a16="http://schemas.microsoft.com/office/drawing/2014/main" id="{BD035683-978A-4475-8364-841FBADD7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3561"/>
              <a:ext cx="1780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(d) EPROM</a:t>
              </a: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晶体管导通状态</a:t>
              </a:r>
              <a:endPara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80" name="Rectangle 22">
              <a:extLst>
                <a:ext uri="{FF2B5EF4-FFF2-40B4-BE49-F238E27FC236}">
                  <a16:creationId xmlns:a16="http://schemas.microsoft.com/office/drawing/2014/main" id="{630AD7A7-335D-4FD3-9CC4-0F03F866A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543"/>
              <a:ext cx="387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+25V</a:t>
              </a:r>
              <a:endParaRPr kumimoji="0" lang="en-US" altLang="zh-CN" sz="2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81" name="Rectangle 23">
              <a:extLst>
                <a:ext uri="{FF2B5EF4-FFF2-40B4-BE49-F238E27FC236}">
                  <a16:creationId xmlns:a16="http://schemas.microsoft.com/office/drawing/2014/main" id="{10E7B0AF-36CB-466A-9B26-8F1568A83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2543"/>
              <a:ext cx="387" cy="18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0V</a:t>
              </a:r>
              <a:endParaRPr kumimoji="0" lang="en-US" altLang="zh-CN" sz="2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82" name="Rectangle 32">
              <a:extLst>
                <a:ext uri="{FF2B5EF4-FFF2-40B4-BE49-F238E27FC236}">
                  <a16:creationId xmlns:a16="http://schemas.microsoft.com/office/drawing/2014/main" id="{50743C42-C772-43A1-A68E-E20E8FF2E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2663"/>
              <a:ext cx="619" cy="179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击穿电流</a:t>
              </a:r>
              <a:endPara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83" name="Rectangle 53">
              <a:extLst>
                <a:ext uri="{FF2B5EF4-FFF2-40B4-BE49-F238E27FC236}">
                  <a16:creationId xmlns:a16="http://schemas.microsoft.com/office/drawing/2014/main" id="{2CD6EBE2-EC19-4627-A612-B585CA32B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902"/>
              <a:ext cx="309" cy="12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- - - </a:t>
              </a:r>
              <a:endParaRPr kumimoji="0" lang="en-US" altLang="zh-CN" sz="2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84" name="Rectangle 72">
              <a:extLst>
                <a:ext uri="{FF2B5EF4-FFF2-40B4-BE49-F238E27FC236}">
                  <a16:creationId xmlns:a16="http://schemas.microsoft.com/office/drawing/2014/main" id="{20B31121-37B4-4B71-90F2-B673E59F2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3085"/>
              <a:ext cx="1626" cy="417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5" name="Rectangle 74">
              <a:extLst>
                <a:ext uri="{FF2B5EF4-FFF2-40B4-BE49-F238E27FC236}">
                  <a16:creationId xmlns:a16="http://schemas.microsoft.com/office/drawing/2014/main" id="{7A5196C8-0661-426A-93AA-23D0AAB9B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902"/>
              <a:ext cx="232" cy="181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6" name="Rectangle 75">
              <a:extLst>
                <a:ext uri="{FF2B5EF4-FFF2-40B4-BE49-F238E27FC236}">
                  <a16:creationId xmlns:a16="http://schemas.microsoft.com/office/drawing/2014/main" id="{3347B43D-F224-45D8-866E-4B21922FB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0" y="2902"/>
              <a:ext cx="233" cy="181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7" name="Rectangle 76">
              <a:extLst>
                <a:ext uri="{FF2B5EF4-FFF2-40B4-BE49-F238E27FC236}">
                  <a16:creationId xmlns:a16="http://schemas.microsoft.com/office/drawing/2014/main" id="{D84F99F6-108F-403A-8ED8-EB0430E5E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2902"/>
              <a:ext cx="697" cy="181"/>
            </a:xfrm>
            <a:prstGeom prst="rect">
              <a:avLst/>
            </a:prstGeom>
            <a:solidFill>
              <a:srgbClr val="999999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8" name="Line 77">
              <a:extLst>
                <a:ext uri="{FF2B5EF4-FFF2-40B4-BE49-F238E27FC236}">
                  <a16:creationId xmlns:a16="http://schemas.microsoft.com/office/drawing/2014/main" id="{F664C20D-E05E-4D42-A301-FFDD4E794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2902"/>
              <a:ext cx="2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9" name="Line 78">
              <a:extLst>
                <a:ext uri="{FF2B5EF4-FFF2-40B4-BE49-F238E27FC236}">
                  <a16:creationId xmlns:a16="http://schemas.microsoft.com/office/drawing/2014/main" id="{3C0131C5-823E-4F51-9630-710FA6B132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8" y="2902"/>
              <a:ext cx="2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0" name="Rectangle 79">
              <a:extLst>
                <a:ext uri="{FF2B5EF4-FFF2-40B4-BE49-F238E27FC236}">
                  <a16:creationId xmlns:a16="http://schemas.microsoft.com/office/drawing/2014/main" id="{609C450F-93AF-4145-9803-F74FA0AE3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2962"/>
              <a:ext cx="387" cy="60"/>
            </a:xfrm>
            <a:prstGeom prst="rect">
              <a:avLst/>
            </a:prstGeom>
            <a:solidFill>
              <a:srgbClr val="FFCC00"/>
            </a:solidFill>
            <a:ln w="19050" algn="ctr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1" name="Line 80">
              <a:extLst>
                <a:ext uri="{FF2B5EF4-FFF2-40B4-BE49-F238E27FC236}">
                  <a16:creationId xmlns:a16="http://schemas.microsoft.com/office/drawing/2014/main" id="{D8829507-6509-4107-85F7-16F7A453B3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6" y="3085"/>
              <a:ext cx="73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2" name="Line 81">
              <a:extLst>
                <a:ext uri="{FF2B5EF4-FFF2-40B4-BE49-F238E27FC236}">
                  <a16:creationId xmlns:a16="http://schemas.microsoft.com/office/drawing/2014/main" id="{C35481FC-7CDE-4712-BE91-F23024A88D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3142"/>
              <a:ext cx="116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3" name="Line 82">
              <a:extLst>
                <a:ext uri="{FF2B5EF4-FFF2-40B4-BE49-F238E27FC236}">
                  <a16:creationId xmlns:a16="http://schemas.microsoft.com/office/drawing/2014/main" id="{69DF266B-0325-4312-871F-4D7EA0FE7B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0" y="3086"/>
              <a:ext cx="73" cy="5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4" name="Rectangle 83">
              <a:extLst>
                <a:ext uri="{FF2B5EF4-FFF2-40B4-BE49-F238E27FC236}">
                  <a16:creationId xmlns:a16="http://schemas.microsoft.com/office/drawing/2014/main" id="{A57769A4-FCCA-4A08-A22C-B356C6C92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036"/>
              <a:ext cx="1194" cy="119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-- - - - - - - - - - - - - - - - - - -</a:t>
              </a:r>
              <a:endPara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95" name="Rectangle 84">
              <a:extLst>
                <a:ext uri="{FF2B5EF4-FFF2-40B4-BE49-F238E27FC236}">
                  <a16:creationId xmlns:a16="http://schemas.microsoft.com/office/drawing/2014/main" id="{4C71820A-C00E-4160-8117-772E9B598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2930"/>
              <a:ext cx="490" cy="121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+ + + + +</a:t>
              </a:r>
              <a:endPara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  <p:sp>
          <p:nvSpPr>
            <p:cNvPr id="96" name="Line 85">
              <a:extLst>
                <a:ext uri="{FF2B5EF4-FFF2-40B4-BE49-F238E27FC236}">
                  <a16:creationId xmlns:a16="http://schemas.microsoft.com/office/drawing/2014/main" id="{9B5BF7BB-5D80-4F69-AB30-75CFE04C42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1" y="3201"/>
              <a:ext cx="80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 type="none" w="med" len="sm"/>
              <a:tailEnd type="triangl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7" name="Line 86">
              <a:extLst>
                <a:ext uri="{FF2B5EF4-FFF2-40B4-BE49-F238E27FC236}">
                  <a16:creationId xmlns:a16="http://schemas.microsoft.com/office/drawing/2014/main" id="{84FD4CBA-D4E3-4FC9-BD18-9433EE8842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3" y="2723"/>
              <a:ext cx="0" cy="18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8" name="Line 87">
              <a:extLst>
                <a:ext uri="{FF2B5EF4-FFF2-40B4-BE49-F238E27FC236}">
                  <a16:creationId xmlns:a16="http://schemas.microsoft.com/office/drawing/2014/main" id="{663632FB-484F-4A09-B57F-5CA20E1DC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2" y="2723"/>
              <a:ext cx="0" cy="18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9" name="Line 88">
              <a:extLst>
                <a:ext uri="{FF2B5EF4-FFF2-40B4-BE49-F238E27FC236}">
                  <a16:creationId xmlns:a16="http://schemas.microsoft.com/office/drawing/2014/main" id="{8DF6112E-8F63-401D-80D9-E357DC0B3D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1" y="2992"/>
              <a:ext cx="15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none" w="med" len="sm"/>
              <a:tailEnd type="triangl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0" name="Line 89">
              <a:extLst>
                <a:ext uri="{FF2B5EF4-FFF2-40B4-BE49-F238E27FC236}">
                  <a16:creationId xmlns:a16="http://schemas.microsoft.com/office/drawing/2014/main" id="{7D08DC5E-2E92-4937-8E24-9362783F2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3" y="2992"/>
              <a:ext cx="15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none" w="med" len="sm"/>
              <a:tailEnd type="triangl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1" name="Rectangle 98">
              <a:extLst>
                <a:ext uri="{FF2B5EF4-FFF2-40B4-BE49-F238E27FC236}">
                  <a16:creationId xmlns:a16="http://schemas.microsoft.com/office/drawing/2014/main" id="{A4BDF0B2-DF18-456E-8BEF-34966F25E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3206"/>
              <a:ext cx="620" cy="181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N</a:t>
              </a:r>
              <a:r>
                <a: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宋体" charset="-122"/>
                </a:rPr>
                <a:t>基片</a:t>
              </a:r>
              <a:endParaRPr kumimoji="0" lang="zh-CN" altLang="en-US" sz="2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itchFamily="34" charset="0"/>
                <a:ea typeface="微软雅黑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9760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461D6AB-4007-462E-BF6F-CDC151CE44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2" y="183467"/>
            <a:ext cx="8784976" cy="850106"/>
          </a:xfrm>
        </p:spPr>
        <p:txBody>
          <a:bodyPr/>
          <a:lstStyle/>
          <a:p>
            <a:r>
              <a:rPr lang="en-US" altLang="zh-CN" sz="3200" dirty="0"/>
              <a:t>3.4.3 </a:t>
            </a:r>
            <a:r>
              <a:rPr lang="zh-CN" altLang="en-US" sz="3200" dirty="0"/>
              <a:t>紫外线可擦除可编程只读存储器</a:t>
            </a:r>
            <a:r>
              <a:rPr lang="en-US" altLang="zh-CN" sz="3200" dirty="0"/>
              <a:t>EPROM </a:t>
            </a:r>
            <a:endParaRPr lang="en-US" altLang="zh-CN" sz="4000" dirty="0"/>
          </a:p>
        </p:txBody>
      </p:sp>
      <p:sp>
        <p:nvSpPr>
          <p:cNvPr id="290" name="Rectangle 2">
            <a:extLst>
              <a:ext uri="{FF2B5EF4-FFF2-40B4-BE49-F238E27FC236}">
                <a16:creationId xmlns:a16="http://schemas.microsoft.com/office/drawing/2014/main" id="{20D1027B-8FFA-4D3A-8475-2589C1542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648" y="1556792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2" name="矩形 291">
            <a:extLst>
              <a:ext uri="{FF2B5EF4-FFF2-40B4-BE49-F238E27FC236}">
                <a16:creationId xmlns:a16="http://schemas.microsoft.com/office/drawing/2014/main" id="{8F4658A0-DBA3-40D3-B876-532778C36A01}"/>
              </a:ext>
            </a:extLst>
          </p:cNvPr>
          <p:cNvSpPr/>
          <p:nvPr/>
        </p:nvSpPr>
        <p:spPr>
          <a:xfrm>
            <a:off x="457200" y="1100659"/>
            <a:ext cx="405431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3. EPROM</a:t>
            </a:r>
            <a:r>
              <a:rPr kumimoji="0" lang="zh-CN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芯片和编程器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pic>
        <p:nvPicPr>
          <p:cNvPr id="102" name="Picture 7" descr="eprom-kontroller_mit_fenster">
            <a:extLst>
              <a:ext uri="{FF2B5EF4-FFF2-40B4-BE49-F238E27FC236}">
                <a16:creationId xmlns:a16="http://schemas.microsoft.com/office/drawing/2014/main" id="{7C08879B-A657-4044-8C75-110AA7A6B1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258" y="2121282"/>
            <a:ext cx="1307718" cy="13077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" name="Picture 10" descr="输出向导-1">
            <a:extLst>
              <a:ext uri="{FF2B5EF4-FFF2-40B4-BE49-F238E27FC236}">
                <a16:creationId xmlns:a16="http://schemas.microsoft.com/office/drawing/2014/main" id="{FD32D52C-0D12-4E01-9BC1-6BD9929E95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32870" y="1733517"/>
            <a:ext cx="2020170" cy="1944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4" name="Rectangle 11">
            <a:extLst>
              <a:ext uri="{FF2B5EF4-FFF2-40B4-BE49-F238E27FC236}">
                <a16:creationId xmlns:a16="http://schemas.microsoft.com/office/drawing/2014/main" id="{7BD8540E-3E97-49FD-BB68-E4F97F419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2080" y="2124731"/>
            <a:ext cx="3960440" cy="11927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indent="-342900" eaLnBrk="1" fontAlgn="auto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Font typeface="Wingdings" pitchFamily="2" charset="2"/>
              <a:buChar char="n"/>
              <a:defRPr/>
            </a:pPr>
            <a:r>
              <a:rPr lang="zh-CN" altLang="en-US" sz="2800" b="1" dirty="0">
                <a:solidFill>
                  <a:prstClr val="black"/>
                </a:solidFill>
                <a:latin typeface="微软雅黑"/>
                <a:ea typeface="微软雅黑"/>
              </a:rPr>
              <a:t>高压写入      </a:t>
            </a:r>
            <a:endParaRPr lang="en-US" altLang="zh-CN" sz="2800" b="1" dirty="0">
              <a:solidFill>
                <a:prstClr val="black"/>
              </a:solidFill>
              <a:latin typeface="微软雅黑"/>
              <a:ea typeface="微软雅黑"/>
            </a:endParaRPr>
          </a:p>
          <a:p>
            <a:pPr marL="342900" indent="-342900" eaLnBrk="1" fontAlgn="auto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Font typeface="Wingdings" pitchFamily="2" charset="2"/>
              <a:buChar char="n"/>
              <a:defRPr/>
            </a:pPr>
            <a:r>
              <a:rPr lang="zh-CN" altLang="en-US" sz="2800" b="1" dirty="0">
                <a:solidFill>
                  <a:prstClr val="black"/>
                </a:solidFill>
                <a:latin typeface="微软雅黑"/>
                <a:ea typeface="微软雅黑"/>
              </a:rPr>
              <a:t>紫外线光照擦除</a:t>
            </a:r>
          </a:p>
        </p:txBody>
      </p:sp>
      <p:pic>
        <p:nvPicPr>
          <p:cNvPr id="105" name="Picture 5" descr="top2000a">
            <a:extLst>
              <a:ext uri="{FF2B5EF4-FFF2-40B4-BE49-F238E27FC236}">
                <a16:creationId xmlns:a16="http://schemas.microsoft.com/office/drawing/2014/main" id="{0F20BADE-8D1A-4DCF-B71B-6300D18DB1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55576" y="4239981"/>
            <a:ext cx="2603811" cy="2122453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06" name="Picture 8">
            <a:extLst>
              <a:ext uri="{FF2B5EF4-FFF2-40B4-BE49-F238E27FC236}">
                <a16:creationId xmlns:a16="http://schemas.microsoft.com/office/drawing/2014/main" id="{4755F583-B61D-4E7A-B0DB-FADA197B9E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4607497" y="4102352"/>
            <a:ext cx="3587492" cy="2529221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466649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3.4 </a:t>
            </a:r>
            <a:r>
              <a:rPr lang="zh-CN" altLang="en-US" dirty="0"/>
              <a:t>只读存储器</a:t>
            </a:r>
            <a:r>
              <a:rPr lang="en-US" altLang="zh-CN" dirty="0"/>
              <a:t>ROM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1702" y="1556792"/>
            <a:ext cx="8914794" cy="4320479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3.4.1 </a:t>
            </a:r>
            <a:r>
              <a:rPr lang="zh-CN" altLang="en-US" dirty="0"/>
              <a:t>掩膜型只读存储器</a:t>
            </a:r>
            <a:r>
              <a:rPr lang="en-US" altLang="zh-CN" dirty="0"/>
              <a:t>MROM</a:t>
            </a:r>
            <a:r>
              <a:rPr lang="zh-CN" altLang="en-US" dirty="0"/>
              <a:t> 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3.4.2 </a:t>
            </a:r>
            <a:r>
              <a:rPr lang="zh-CN" altLang="en-US" dirty="0"/>
              <a:t>可编程一次的只读存储器</a:t>
            </a:r>
            <a:r>
              <a:rPr lang="en-US" altLang="zh-CN" dirty="0"/>
              <a:t>PROM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3.4.3 </a:t>
            </a:r>
            <a:r>
              <a:rPr lang="zh-CN" altLang="en-US" dirty="0"/>
              <a:t>紫外线可擦除可编程只读存储器</a:t>
            </a:r>
            <a:r>
              <a:rPr lang="en-US" altLang="zh-CN" dirty="0"/>
              <a:t>EPROM 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3.4.4 </a:t>
            </a:r>
            <a:r>
              <a:rPr lang="zh-CN" altLang="en-US" dirty="0"/>
              <a:t>电可擦除可编程只读存储器</a:t>
            </a:r>
            <a:r>
              <a:rPr lang="en-US" altLang="zh-CN" dirty="0"/>
              <a:t>EEPROM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3.4.5 </a:t>
            </a:r>
            <a:r>
              <a:rPr lang="zh-CN" altLang="en-US" dirty="0"/>
              <a:t>闪存</a:t>
            </a:r>
            <a:r>
              <a:rPr lang="en-US" altLang="zh-CN" dirty="0"/>
              <a:t>Flash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457200" y="4293096"/>
            <a:ext cx="8422066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lang="en-US" altLang="zh-CN" sz="3200" kern="0" dirty="0">
                <a:solidFill>
                  <a:srgbClr val="000000"/>
                </a:solidFill>
              </a:rPr>
              <a:t>3.4.4 </a:t>
            </a:r>
            <a:r>
              <a:rPr lang="zh-CN" altLang="en-US" sz="3200" kern="0" dirty="0">
                <a:solidFill>
                  <a:srgbClr val="000000"/>
                </a:solidFill>
              </a:rPr>
              <a:t>电可擦除可编程只读存储器</a:t>
            </a:r>
            <a:r>
              <a:rPr lang="en-US" altLang="zh-CN" sz="3200" kern="0" dirty="0">
                <a:solidFill>
                  <a:srgbClr val="000000"/>
                </a:solidFill>
              </a:rPr>
              <a:t>EEPROM</a:t>
            </a:r>
          </a:p>
        </p:txBody>
      </p:sp>
    </p:spTree>
    <p:extLst>
      <p:ext uri="{BB962C8B-B14F-4D97-AF65-F5344CB8AC3E}">
        <p14:creationId xmlns:p14="http://schemas.microsoft.com/office/powerpoint/2010/main" val="2412747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461D6AB-4007-462E-BF6F-CDC151CE44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2" y="183467"/>
            <a:ext cx="9793088" cy="850106"/>
          </a:xfrm>
        </p:spPr>
        <p:txBody>
          <a:bodyPr/>
          <a:lstStyle/>
          <a:p>
            <a:r>
              <a:rPr lang="en-US" altLang="zh-CN" sz="3200" dirty="0"/>
              <a:t>3.4.4 </a:t>
            </a:r>
            <a:r>
              <a:rPr lang="zh-CN" altLang="en-US" sz="3200" dirty="0"/>
              <a:t>电可擦除可编程只读存储器</a:t>
            </a:r>
            <a:r>
              <a:rPr lang="en-US" altLang="zh-CN" sz="3200" dirty="0"/>
              <a:t>EEPROM</a:t>
            </a:r>
          </a:p>
        </p:txBody>
      </p:sp>
      <p:sp>
        <p:nvSpPr>
          <p:cNvPr id="292" name="矩形 291">
            <a:extLst>
              <a:ext uri="{FF2B5EF4-FFF2-40B4-BE49-F238E27FC236}">
                <a16:creationId xmlns:a16="http://schemas.microsoft.com/office/drawing/2014/main" id="{8F4658A0-DBA3-40D3-B876-532778C36A01}"/>
              </a:ext>
            </a:extLst>
          </p:cNvPr>
          <p:cNvSpPr/>
          <p:nvPr/>
        </p:nvSpPr>
        <p:spPr>
          <a:xfrm>
            <a:off x="395536" y="1664352"/>
            <a:ext cx="126188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存储元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F6315A7B-1386-4827-AF0F-9BD7A3A99BA7}"/>
              </a:ext>
            </a:extLst>
          </p:cNvPr>
          <p:cNvSpPr/>
          <p:nvPr/>
        </p:nvSpPr>
        <p:spPr>
          <a:xfrm>
            <a:off x="728700" y="836712"/>
            <a:ext cx="7686600" cy="6211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</a:pPr>
            <a:r>
              <a:rPr lang="en-US" altLang="zh-CN" sz="26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lectrically</a:t>
            </a:r>
            <a:r>
              <a:rPr lang="en-US" altLang="zh-CN" sz="2600" dirty="0">
                <a:solidFill>
                  <a:prstClr val="black"/>
                </a:solidFill>
                <a:latin typeface="Arial" charset="0"/>
                <a:ea typeface="微软雅黑" panose="020B0503020204020204" pitchFamily="34" charset="-122"/>
              </a:rPr>
              <a:t> </a:t>
            </a:r>
            <a:r>
              <a:rPr lang="en-US" altLang="zh-CN" sz="26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rasable</a:t>
            </a:r>
            <a:r>
              <a:rPr lang="en-US" altLang="zh-CN" sz="2600" dirty="0">
                <a:solidFill>
                  <a:prstClr val="black"/>
                </a:solidFill>
                <a:latin typeface="Arial" charset="0"/>
                <a:ea typeface="微软雅黑" panose="020B0503020204020204" pitchFamily="34" charset="-122"/>
              </a:rPr>
              <a:t> </a:t>
            </a:r>
            <a:r>
              <a:rPr lang="en-US" altLang="zh-CN" sz="26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</a:t>
            </a: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rogrammable</a:t>
            </a:r>
            <a:r>
              <a:rPr lang="en-US" altLang="zh-CN" sz="2600" dirty="0">
                <a:solidFill>
                  <a:prstClr val="black"/>
                </a:solidFill>
                <a:latin typeface="Arial" charset="0"/>
                <a:ea typeface="微软雅黑" panose="020B0503020204020204" pitchFamily="34" charset="-122"/>
              </a:rPr>
              <a:t> </a:t>
            </a:r>
            <a:r>
              <a:rPr lang="en-US" altLang="zh-CN" sz="26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ROM</a:t>
            </a: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zh-CN" altLang="en-US" sz="2600" dirty="0">
              <a:solidFill>
                <a:prstClr val="black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5" name="组合 84">
            <a:extLst>
              <a:ext uri="{FF2B5EF4-FFF2-40B4-BE49-F238E27FC236}">
                <a16:creationId xmlns:a16="http://schemas.microsoft.com/office/drawing/2014/main" id="{D12DCB13-4A73-4700-B1A0-EDA5E2992F0D}"/>
              </a:ext>
            </a:extLst>
          </p:cNvPr>
          <p:cNvGrpSpPr/>
          <p:nvPr/>
        </p:nvGrpSpPr>
        <p:grpSpPr>
          <a:xfrm>
            <a:off x="395537" y="2746010"/>
            <a:ext cx="5400600" cy="2771222"/>
            <a:chOff x="4081464" y="2366961"/>
            <a:chExt cx="4800600" cy="2433640"/>
          </a:xfrm>
        </p:grpSpPr>
        <p:sp>
          <p:nvSpPr>
            <p:cNvPr id="86" name="Rectangle 3">
              <a:extLst>
                <a:ext uri="{FF2B5EF4-FFF2-40B4-BE49-F238E27FC236}">
                  <a16:creationId xmlns:a16="http://schemas.microsoft.com/office/drawing/2014/main" id="{984A86C9-245C-44D5-900B-2DF89DE13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464" y="3763964"/>
              <a:ext cx="3360737" cy="1036637"/>
            </a:xfrm>
            <a:prstGeom prst="rect">
              <a:avLst/>
            </a:prstGeom>
            <a:solidFill>
              <a:srgbClr val="99FFCC"/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66FF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基片</a:t>
              </a:r>
            </a:p>
          </p:txBody>
        </p:sp>
        <p:sp>
          <p:nvSpPr>
            <p:cNvPr id="87" name="Rectangle 4">
              <a:extLst>
                <a:ext uri="{FF2B5EF4-FFF2-40B4-BE49-F238E27FC236}">
                  <a16:creationId xmlns:a16="http://schemas.microsoft.com/office/drawing/2014/main" id="{323D2163-61F2-4BC9-9CD5-555D7E491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464" y="3319463"/>
              <a:ext cx="479425" cy="444500"/>
            </a:xfrm>
            <a:prstGeom prst="rect">
              <a:avLst/>
            </a:prstGeom>
            <a:solidFill>
              <a:srgbClr val="993300"/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8" name="Rectangle 5">
              <a:extLst>
                <a:ext uri="{FF2B5EF4-FFF2-40B4-BE49-F238E27FC236}">
                  <a16:creationId xmlns:a16="http://schemas.microsoft.com/office/drawing/2014/main" id="{2B8536A6-9B69-43FF-A513-67512B9FC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1901" y="3319463"/>
              <a:ext cx="1439863" cy="444500"/>
            </a:xfrm>
            <a:prstGeom prst="rect">
              <a:avLst/>
            </a:prstGeom>
            <a:solidFill>
              <a:srgbClr val="993300"/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9" name="Rectangle 6">
              <a:extLst>
                <a:ext uri="{FF2B5EF4-FFF2-40B4-BE49-F238E27FC236}">
                  <a16:creationId xmlns:a16="http://schemas.microsoft.com/office/drawing/2014/main" id="{A4765F12-189D-4531-B565-7F5A99D8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1188" y="3319463"/>
              <a:ext cx="481012" cy="444500"/>
            </a:xfrm>
            <a:prstGeom prst="rect">
              <a:avLst/>
            </a:prstGeom>
            <a:solidFill>
              <a:srgbClr val="993300"/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0" name="Line 7">
              <a:extLst>
                <a:ext uri="{FF2B5EF4-FFF2-40B4-BE49-F238E27FC236}">
                  <a16:creationId xmlns:a16="http://schemas.microsoft.com/office/drawing/2014/main" id="{7CDCCFA0-C9A7-4652-B8C7-B0049BDAE1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1764" y="3319464"/>
              <a:ext cx="559593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1" name="Line 8">
              <a:extLst>
                <a:ext uri="{FF2B5EF4-FFF2-40B4-BE49-F238E27FC236}">
                  <a16:creationId xmlns:a16="http://schemas.microsoft.com/office/drawing/2014/main" id="{574483CD-09DF-4ACB-B3DF-B1936D005F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9250" y="2874964"/>
              <a:ext cx="0" cy="447675"/>
            </a:xfrm>
            <a:prstGeom prst="line">
              <a:avLst/>
            </a:prstGeom>
            <a:noFill/>
            <a:ln w="57150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2" name="Line 9">
              <a:extLst>
                <a:ext uri="{FF2B5EF4-FFF2-40B4-BE49-F238E27FC236}">
                  <a16:creationId xmlns:a16="http://schemas.microsoft.com/office/drawing/2014/main" id="{104733A5-281B-4F4F-A88D-188E709E04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42101" y="3024189"/>
              <a:ext cx="639763" cy="59372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3" name="Line 10">
              <a:extLst>
                <a:ext uri="{FF2B5EF4-FFF2-40B4-BE49-F238E27FC236}">
                  <a16:creationId xmlns:a16="http://schemas.microsoft.com/office/drawing/2014/main" id="{622A059D-9484-46FC-91E5-CBD41ECA2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21526" y="3614739"/>
              <a:ext cx="481013" cy="14922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4" name="Rectangle 11">
              <a:extLst>
                <a:ext uri="{FF2B5EF4-FFF2-40B4-BE49-F238E27FC236}">
                  <a16:creationId xmlns:a16="http://schemas.microsoft.com/office/drawing/2014/main" id="{8618676A-1327-41DC-BD63-31DAAC0A9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5" y="2435225"/>
              <a:ext cx="800100" cy="44450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  <a:effectLst/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微软雅黑"/>
                  <a:ea typeface="微软雅黑"/>
                </a:rPr>
                <a:t>源极</a:t>
              </a: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srgbClr val="ED7D3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5" name="Rectangle 12">
              <a:extLst>
                <a:ext uri="{FF2B5EF4-FFF2-40B4-BE49-F238E27FC236}">
                  <a16:creationId xmlns:a16="http://schemas.microsoft.com/office/drawing/2014/main" id="{0D898C94-9853-4F33-A353-5F42CA4DE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8903" y="3657600"/>
              <a:ext cx="639762" cy="298450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66FF"/>
                  </a:solidFill>
                  <a:effectLst/>
                  <a:uLnTx/>
                  <a:uFillTx/>
                  <a:latin typeface="微软雅黑"/>
                  <a:ea typeface="微软雅黑"/>
                </a:rPr>
                <a:t>- - - -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6" name="Rectangle 13">
              <a:extLst>
                <a:ext uri="{FF2B5EF4-FFF2-40B4-BE49-F238E27FC236}">
                  <a16:creationId xmlns:a16="http://schemas.microsoft.com/office/drawing/2014/main" id="{8430ABD1-DA6E-42DA-810B-2A73032DA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736" y="3657601"/>
              <a:ext cx="641350" cy="295275"/>
            </a:xfrm>
            <a:prstGeom prst="rect">
              <a:avLst/>
            </a:prstGeom>
            <a:noFill/>
            <a:ln w="19050">
              <a:noFill/>
              <a:prstDash val="sysDot"/>
              <a:miter lim="800000"/>
              <a:headEnd/>
              <a:tailEnd/>
            </a:ln>
            <a:effectLst/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66FF"/>
                  </a:solidFill>
                  <a:effectLst/>
                  <a:uLnTx/>
                  <a:uFillTx/>
                  <a:latin typeface="微软雅黑"/>
                  <a:ea typeface="微软雅黑"/>
                </a:rPr>
                <a:t>- - - -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7" name="Rectangle 14">
              <a:extLst>
                <a:ext uri="{FF2B5EF4-FFF2-40B4-BE49-F238E27FC236}">
                  <a16:creationId xmlns:a16="http://schemas.microsoft.com/office/drawing/2014/main" id="{E38A1F80-E1ED-4517-8F7B-122828BAF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4300" y="2435225"/>
              <a:ext cx="800100" cy="444500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  <a:effectLst/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微软雅黑"/>
                  <a:ea typeface="微软雅黑"/>
                </a:rPr>
                <a:t>漏极</a:t>
              </a: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srgbClr val="ED7D3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8" name="Rectangle 15">
              <a:extLst>
                <a:ext uri="{FF2B5EF4-FFF2-40B4-BE49-F238E27FC236}">
                  <a16:creationId xmlns:a16="http://schemas.microsoft.com/office/drawing/2014/main" id="{FDCB7591-A4DF-4BF8-84A7-DC9ABBFE2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1864" y="2781301"/>
              <a:ext cx="1279525" cy="442913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  <a:effectLst/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微软雅黑"/>
                  <a:ea typeface="微软雅黑"/>
                </a:rPr>
                <a:t>电极导体</a:t>
              </a: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srgbClr val="ED7D3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9" name="Rectangle 17">
              <a:extLst>
                <a:ext uri="{FF2B5EF4-FFF2-40B4-BE49-F238E27FC236}">
                  <a16:creationId xmlns:a16="http://schemas.microsoft.com/office/drawing/2014/main" id="{E6D68D8F-FBFA-47EC-939E-605AE5093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539" y="3763963"/>
              <a:ext cx="1279525" cy="442912"/>
            </a:xfrm>
            <a:prstGeom prst="rect">
              <a:avLst/>
            </a:prstGeom>
            <a:noFill/>
            <a:ln w="3175">
              <a:noFill/>
              <a:miter lim="800000"/>
              <a:headEnd/>
              <a:tailEnd/>
            </a:ln>
            <a:effectLst/>
          </p:spPr>
          <p:txBody>
            <a:bodyPr lIns="12700" tIns="12700" rIns="12700" bIns="12700"/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微软雅黑"/>
                  <a:ea typeface="微软雅黑"/>
                </a:rPr>
                <a:t>二氧化硅</a:t>
              </a:r>
              <a:endParaRPr kumimoji="0" lang="zh-C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0" name="Line 18">
              <a:extLst>
                <a:ext uri="{FF2B5EF4-FFF2-40B4-BE49-F238E27FC236}">
                  <a16:creationId xmlns:a16="http://schemas.microsoft.com/office/drawing/2014/main" id="{BFAA99DF-423D-4B99-83C3-72D7170E4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2138" y="3763964"/>
              <a:ext cx="158750" cy="149225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1" name="Line 19">
              <a:extLst>
                <a:ext uri="{FF2B5EF4-FFF2-40B4-BE49-F238E27FC236}">
                  <a16:creationId xmlns:a16="http://schemas.microsoft.com/office/drawing/2014/main" id="{2F1C77A3-3296-4348-BC98-F65BDE0749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888" y="3913188"/>
              <a:ext cx="481012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2" name="Line 20">
              <a:extLst>
                <a:ext uri="{FF2B5EF4-FFF2-40B4-BE49-F238E27FC236}">
                  <a16:creationId xmlns:a16="http://schemas.microsoft.com/office/drawing/2014/main" id="{20596250-1B84-4B70-8400-A2B206D1E1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1900" y="3763964"/>
              <a:ext cx="160338" cy="149225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3" name="Line 21">
              <a:extLst>
                <a:ext uri="{FF2B5EF4-FFF2-40B4-BE49-F238E27FC236}">
                  <a16:creationId xmlns:a16="http://schemas.microsoft.com/office/drawing/2014/main" id="{53C0EAC8-BAFD-47CE-9CEB-50C1FC4F2F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1425" y="3763964"/>
              <a:ext cx="160338" cy="149225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4" name="Line 22">
              <a:extLst>
                <a:ext uri="{FF2B5EF4-FFF2-40B4-BE49-F238E27FC236}">
                  <a16:creationId xmlns:a16="http://schemas.microsoft.com/office/drawing/2014/main" id="{A63188E9-7FF9-47B7-9D16-F6DEE2F8CA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1764" y="3913188"/>
              <a:ext cx="479425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5" name="Line 23">
              <a:extLst>
                <a:ext uri="{FF2B5EF4-FFF2-40B4-BE49-F238E27FC236}">
                  <a16:creationId xmlns:a16="http://schemas.microsoft.com/office/drawing/2014/main" id="{4D8F33A0-CC54-4899-A17E-55DB7D7DE7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1189" y="3763964"/>
              <a:ext cx="160337" cy="149225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6" name="Line 24">
              <a:extLst>
                <a:ext uri="{FF2B5EF4-FFF2-40B4-BE49-F238E27FC236}">
                  <a16:creationId xmlns:a16="http://schemas.microsoft.com/office/drawing/2014/main" id="{252D6CD6-334C-453B-B76B-EE43C30CA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92663" y="2874964"/>
              <a:ext cx="0" cy="447675"/>
            </a:xfrm>
            <a:prstGeom prst="line">
              <a:avLst/>
            </a:prstGeom>
            <a:noFill/>
            <a:ln w="57150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7" name="Line 25">
              <a:extLst>
                <a:ext uri="{FF2B5EF4-FFF2-40B4-BE49-F238E27FC236}">
                  <a16:creationId xmlns:a16="http://schemas.microsoft.com/office/drawing/2014/main" id="{C1782E71-309E-431A-9446-76BA179DA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888" y="3319464"/>
              <a:ext cx="479425" cy="0"/>
            </a:xfrm>
            <a:prstGeom prst="line">
              <a:avLst/>
            </a:prstGeom>
            <a:noFill/>
            <a:ln w="28575">
              <a:solidFill>
                <a:sysClr val="windowText" lastClr="000000"/>
              </a:solidFill>
              <a:round/>
              <a:headEnd type="none" w="med" len="sm"/>
              <a:tailEnd type="none" w="med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974C5AB0-D01B-4DAF-B611-AD36B3AA7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0988" y="3468689"/>
              <a:ext cx="800100" cy="149225"/>
            </a:xfrm>
            <a:prstGeom prst="rect">
              <a:avLst/>
            </a:prstGeom>
            <a:solidFill>
              <a:srgbClr val="FFCC00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grpSp>
          <p:nvGrpSpPr>
            <p:cNvPr id="109" name="Group 30">
              <a:extLst>
                <a:ext uri="{FF2B5EF4-FFF2-40B4-BE49-F238E27FC236}">
                  <a16:creationId xmlns:a16="http://schemas.microsoft.com/office/drawing/2014/main" id="{42B6C00B-7EA4-4D94-AE9D-DC8DF90E3E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53051" y="2366961"/>
              <a:ext cx="1279525" cy="955675"/>
              <a:chOff x="2402" y="1766"/>
              <a:chExt cx="806" cy="602"/>
            </a:xfrm>
          </p:grpSpPr>
          <p:sp>
            <p:nvSpPr>
              <p:cNvPr id="110" name="Rectangle 16">
                <a:extLst>
                  <a:ext uri="{FF2B5EF4-FFF2-40B4-BE49-F238E27FC236}">
                    <a16:creationId xmlns:a16="http://schemas.microsoft.com/office/drawing/2014/main" id="{2CDB7105-994C-4AC7-BCF9-0533CC0D4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766"/>
                <a:ext cx="806" cy="280"/>
              </a:xfrm>
              <a:prstGeom prst="rect">
                <a:avLst/>
              </a:prstGeom>
              <a:noFill/>
              <a:ln w="3175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/>
              <a:p>
                <a:pPr marL="0" marR="0" lvl="0" indent="0" algn="just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控制栅极</a:t>
                </a:r>
                <a:endParaRPr kumimoji="0" lang="zh-CN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1" name="Rectangle 27">
                <a:extLst>
                  <a:ext uri="{FF2B5EF4-FFF2-40B4-BE49-F238E27FC236}">
                    <a16:creationId xmlns:a16="http://schemas.microsoft.com/office/drawing/2014/main" id="{EC155C0A-5402-4F6C-B39B-579F26060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2274"/>
                <a:ext cx="504" cy="94"/>
              </a:xfrm>
              <a:prstGeom prst="rect">
                <a:avLst/>
              </a:prstGeom>
              <a:solidFill>
                <a:srgbClr val="5B9BD5">
                  <a:lumMod val="60000"/>
                  <a:lumOff val="40000"/>
                </a:srgbClr>
              </a:solidFill>
              <a:ln w="19050">
                <a:solidFill>
                  <a:sysClr val="windowText" lastClr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12" name="Line 28">
                <a:extLst>
                  <a:ext uri="{FF2B5EF4-FFF2-40B4-BE49-F238E27FC236}">
                    <a16:creationId xmlns:a16="http://schemas.microsoft.com/office/drawing/2014/main" id="{9DF16B0B-A9C9-4974-AC06-CE0DCF1241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4" y="1995"/>
                <a:ext cx="0" cy="279"/>
              </a:xfrm>
              <a:prstGeom prst="line">
                <a:avLst/>
              </a:prstGeom>
              <a:noFill/>
              <a:ln w="57150">
                <a:solidFill>
                  <a:sysClr val="windowText" lastClr="000000"/>
                </a:solidFill>
                <a:round/>
                <a:headEnd type="none" w="med" len="sm"/>
                <a:tailEnd type="none" w="med" len="sm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</p:grpSp>
      <p:pic>
        <p:nvPicPr>
          <p:cNvPr id="5" name="图片 4">
            <a:extLst>
              <a:ext uri="{FF2B5EF4-FFF2-40B4-BE49-F238E27FC236}">
                <a16:creationId xmlns:a16="http://schemas.microsoft.com/office/drawing/2014/main" id="{0283BECD-7F31-4179-AAE5-755B1B0B1F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95302" y="2978360"/>
            <a:ext cx="2245289" cy="288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12928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3.4 </a:t>
            </a:r>
            <a:r>
              <a:rPr lang="zh-CN" altLang="en-US" dirty="0"/>
              <a:t>只读存储器</a:t>
            </a:r>
            <a:r>
              <a:rPr lang="en-US" altLang="zh-CN" dirty="0"/>
              <a:t>ROM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1702" y="1556792"/>
            <a:ext cx="8914794" cy="4320479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3.4.1 </a:t>
            </a:r>
            <a:r>
              <a:rPr lang="zh-CN" altLang="en-US" dirty="0"/>
              <a:t>掩膜型只读存储器</a:t>
            </a:r>
            <a:r>
              <a:rPr lang="en-US" altLang="zh-CN" dirty="0"/>
              <a:t>MROM</a:t>
            </a:r>
            <a:r>
              <a:rPr lang="zh-CN" altLang="en-US" dirty="0"/>
              <a:t> 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3.4.2 </a:t>
            </a:r>
            <a:r>
              <a:rPr lang="zh-CN" altLang="en-US" dirty="0"/>
              <a:t>可编程一次的只读存储器</a:t>
            </a:r>
            <a:r>
              <a:rPr lang="en-US" altLang="zh-CN" dirty="0"/>
              <a:t>PROM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3.4.3 </a:t>
            </a:r>
            <a:r>
              <a:rPr lang="zh-CN" altLang="en-US" dirty="0"/>
              <a:t>紫外线可擦除可编程只读存储器</a:t>
            </a:r>
            <a:r>
              <a:rPr lang="en-US" altLang="zh-CN" dirty="0"/>
              <a:t>EPROM 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3.4.4 </a:t>
            </a:r>
            <a:r>
              <a:rPr lang="zh-CN" altLang="en-US" dirty="0"/>
              <a:t>电可擦除可编程只读存储器</a:t>
            </a:r>
            <a:r>
              <a:rPr lang="en-US" altLang="zh-CN" dirty="0"/>
              <a:t>EEPROM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3.4.5 </a:t>
            </a:r>
            <a:r>
              <a:rPr lang="zh-CN" altLang="en-US" dirty="0"/>
              <a:t>闪存</a:t>
            </a:r>
            <a:r>
              <a:rPr lang="en-US" altLang="zh-CN" dirty="0"/>
              <a:t>Flash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539552" y="5229200"/>
            <a:ext cx="3047429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lang="en-US" altLang="zh-CN" sz="3200" kern="0" dirty="0">
                <a:solidFill>
                  <a:srgbClr val="000000"/>
                </a:solidFill>
              </a:rPr>
              <a:t>3.4.5 </a:t>
            </a:r>
            <a:r>
              <a:rPr lang="zh-CN" altLang="en-US" sz="3200" kern="0" dirty="0">
                <a:solidFill>
                  <a:srgbClr val="000000"/>
                </a:solidFill>
              </a:rPr>
              <a:t>闪存</a:t>
            </a:r>
            <a:r>
              <a:rPr lang="en-US" altLang="zh-CN" sz="3200" kern="0" dirty="0">
                <a:solidFill>
                  <a:srgbClr val="000000"/>
                </a:solidFill>
              </a:rPr>
              <a:t>Flash</a:t>
            </a:r>
          </a:p>
        </p:txBody>
      </p:sp>
    </p:spTree>
    <p:extLst>
      <p:ext uri="{BB962C8B-B14F-4D97-AF65-F5344CB8AC3E}">
        <p14:creationId xmlns:p14="http://schemas.microsoft.com/office/powerpoint/2010/main" val="2671699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461D6AB-4007-462E-BF6F-CDC151CE44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2" y="183467"/>
            <a:ext cx="9793088" cy="850106"/>
          </a:xfrm>
        </p:spPr>
        <p:txBody>
          <a:bodyPr/>
          <a:lstStyle/>
          <a:p>
            <a:r>
              <a:rPr lang="en-US" altLang="zh-CN" sz="3200" dirty="0"/>
              <a:t>3.4.5 </a:t>
            </a:r>
            <a:r>
              <a:rPr lang="zh-CN" altLang="en-US" sz="3200" dirty="0"/>
              <a:t>闪存</a:t>
            </a:r>
            <a:r>
              <a:rPr lang="en-US" altLang="zh-CN" sz="3200" dirty="0"/>
              <a:t>Flash</a:t>
            </a:r>
          </a:p>
        </p:txBody>
      </p:sp>
      <p:sp>
        <p:nvSpPr>
          <p:cNvPr id="292" name="矩形 291">
            <a:extLst>
              <a:ext uri="{FF2B5EF4-FFF2-40B4-BE49-F238E27FC236}">
                <a16:creationId xmlns:a16="http://schemas.microsoft.com/office/drawing/2014/main" id="{8F4658A0-DBA3-40D3-B876-532778C36A01}"/>
              </a:ext>
            </a:extLst>
          </p:cNvPr>
          <p:cNvSpPr/>
          <p:nvPr/>
        </p:nvSpPr>
        <p:spPr>
          <a:xfrm>
            <a:off x="330211" y="1079158"/>
            <a:ext cx="126188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存储元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9ABC6971-DA47-4A3C-9460-D125F4023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44" y="1844823"/>
            <a:ext cx="21446238" cy="45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6" name="对象 5">
            <a:extLst>
              <a:ext uri="{FF2B5EF4-FFF2-40B4-BE49-F238E27FC236}">
                <a16:creationId xmlns:a16="http://schemas.microsoft.com/office/drawing/2014/main" id="{36968CC4-991D-41B0-B2AD-CC80C80C9F39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527647639"/>
              </p:ext>
            </p:extLst>
          </p:nvPr>
        </p:nvGraphicFramePr>
        <p:xfrm>
          <a:off x="467543" y="1844824"/>
          <a:ext cx="8014163" cy="424847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8088" name="Visio" r:id="rId3" imgW="3162897" imgH="1678717" progId="Visio.Drawing.11">
                  <p:embed/>
                </p:oleObj>
              </mc:Choice>
              <mc:Fallback>
                <p:oleObj name="Visio" r:id="rId3" imgW="3162897" imgH="1678717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7543" y="1844824"/>
                        <a:ext cx="8014163" cy="4248472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45242080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C671274-8978-4D32-9D46-F60CA2426F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3.4.5 </a:t>
            </a:r>
            <a:r>
              <a:rPr lang="zh-CN" altLang="en-US" dirty="0"/>
              <a:t>闪存</a:t>
            </a:r>
            <a:r>
              <a:rPr lang="en-US" altLang="zh-CN" dirty="0"/>
              <a:t>Flash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18C2B40-15CA-453F-94C2-1634870BA07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在不加电时仍可长期保持信息</a:t>
            </a:r>
          </a:p>
          <a:p>
            <a:r>
              <a:rPr lang="zh-CN" altLang="en-US" dirty="0"/>
              <a:t>本质上属于</a:t>
            </a:r>
            <a:r>
              <a:rPr lang="en-US" altLang="zh-CN" dirty="0"/>
              <a:t>EEPROM</a:t>
            </a:r>
            <a:r>
              <a:rPr lang="zh-CN" altLang="en-US" dirty="0"/>
              <a:t>，存储速度快</a:t>
            </a:r>
          </a:p>
          <a:p>
            <a:r>
              <a:rPr lang="zh-CN" altLang="en-US" dirty="0"/>
              <a:t>易于擦除和重写，功耗很小</a:t>
            </a:r>
          </a:p>
          <a:p>
            <a:r>
              <a:rPr lang="zh-CN" altLang="en-US" dirty="0"/>
              <a:t>存放</a:t>
            </a:r>
            <a:r>
              <a:rPr lang="en-US" altLang="zh-CN" dirty="0"/>
              <a:t>BIOS</a:t>
            </a:r>
            <a:r>
              <a:rPr lang="zh-CN" altLang="en-US" dirty="0"/>
              <a:t>，升级方便，</a:t>
            </a:r>
            <a:r>
              <a:rPr lang="en-US" altLang="zh-CN" dirty="0"/>
              <a:t>CIH</a:t>
            </a:r>
            <a:r>
              <a:rPr lang="zh-CN" altLang="en-US" dirty="0"/>
              <a:t>病毒</a:t>
            </a:r>
          </a:p>
          <a:p>
            <a:r>
              <a:rPr lang="en-US" altLang="zh-CN" dirty="0"/>
              <a:t>NOR &amp; NAND  FLASH</a:t>
            </a:r>
          </a:p>
          <a:p>
            <a:pPr marL="0" indent="0">
              <a:buNone/>
            </a:pPr>
            <a:endParaRPr lang="zh-CN" altLang="en-US" dirty="0"/>
          </a:p>
        </p:txBody>
      </p:sp>
      <p:pic>
        <p:nvPicPr>
          <p:cNvPr id="5" name="Picture 8" descr="Card_sum_sm">
            <a:extLst>
              <a:ext uri="{FF2B5EF4-FFF2-40B4-BE49-F238E27FC236}">
                <a16:creationId xmlns:a16="http://schemas.microsoft.com/office/drawing/2014/main" id="{6A94B682-0C62-422F-8D64-D77B47F6D4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429648" y="4331413"/>
            <a:ext cx="1655762" cy="2016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39E09C0F-B563-4B5A-A2B8-E6C9FAD1FA0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674" b="13178"/>
          <a:stretch/>
        </p:blipFill>
        <p:spPr>
          <a:xfrm>
            <a:off x="1973666" y="4544138"/>
            <a:ext cx="2857495" cy="2090204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16B817AC-90AC-44F0-AA42-633CC30011FA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59588" y="4544138"/>
            <a:ext cx="1803400" cy="1803400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4E242A4B-D014-4281-AAE0-D1A8CA469935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074"/>
          <a:stretch/>
        </p:blipFill>
        <p:spPr>
          <a:xfrm>
            <a:off x="350473" y="4925945"/>
            <a:ext cx="1550949" cy="11775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165776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F49B2ACD-BCC3-42F3-8A46-1FF68D1E3F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zh-CN" altLang="en-US" b="1" dirty="0">
                <a:solidFill>
                  <a:srgbClr val="FF0000"/>
                </a:solidFill>
              </a:rPr>
              <a:t>第</a:t>
            </a:r>
            <a:r>
              <a:rPr lang="en-US" altLang="zh-CN" b="1" dirty="0">
                <a:solidFill>
                  <a:srgbClr val="FF0000"/>
                </a:solidFill>
                <a:latin typeface="Times New Roman" panose="02020603050405020304" pitchFamily="18" charset="0"/>
              </a:rPr>
              <a:t>3</a:t>
            </a:r>
            <a:r>
              <a:rPr lang="zh-CN" altLang="en-US" b="1" dirty="0">
                <a:solidFill>
                  <a:srgbClr val="FF0000"/>
                </a:solidFill>
              </a:rPr>
              <a:t>章  存 储 系统</a:t>
            </a:r>
          </a:p>
        </p:txBody>
      </p:sp>
      <p:sp>
        <p:nvSpPr>
          <p:cNvPr id="2" name="内容占位符 1">
            <a:extLst>
              <a:ext uri="{FF2B5EF4-FFF2-40B4-BE49-F238E27FC236}">
                <a16:creationId xmlns:a16="http://schemas.microsoft.com/office/drawing/2014/main" id="{5C153F71-F0B3-4B12-888B-BBC670D2D9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1560" y="1600202"/>
            <a:ext cx="8075240" cy="4525963"/>
          </a:xfrm>
        </p:spPr>
        <p:txBody>
          <a:bodyPr/>
          <a:lstStyle/>
          <a:p>
            <a:pPr marL="0" indent="0">
              <a:buNone/>
            </a:pPr>
            <a:r>
              <a:rPr lang="en-US" altLang="zh-CN" dirty="0"/>
              <a:t>	3.1	</a:t>
            </a:r>
            <a:r>
              <a:rPr lang="zh-CN" altLang="en-US" dirty="0"/>
              <a:t>概述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3.2	</a:t>
            </a:r>
            <a:r>
              <a:rPr lang="zh-CN" altLang="en-US" dirty="0"/>
              <a:t>主存储器的内部结构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3.3 	</a:t>
            </a:r>
            <a:r>
              <a:rPr lang="zh-CN" altLang="en-US" dirty="0"/>
              <a:t>随机访问存储器</a:t>
            </a:r>
            <a:r>
              <a:rPr lang="en-US" altLang="zh-CN" dirty="0"/>
              <a:t>RAM</a:t>
            </a:r>
          </a:p>
          <a:p>
            <a:pPr marL="0" indent="0">
              <a:buNone/>
            </a:pPr>
            <a:r>
              <a:rPr lang="en-US" altLang="zh-CN" dirty="0"/>
              <a:t>	3.4	</a:t>
            </a:r>
            <a:r>
              <a:rPr lang="zh-CN" altLang="en-US" dirty="0"/>
              <a:t>只读存储器</a:t>
            </a:r>
            <a:r>
              <a:rPr lang="en-US" altLang="zh-CN" dirty="0"/>
              <a:t>ROM</a:t>
            </a:r>
          </a:p>
          <a:p>
            <a:pPr marL="0" indent="0">
              <a:buNone/>
            </a:pPr>
            <a:r>
              <a:rPr lang="en-US" altLang="zh-CN" dirty="0"/>
              <a:t>	3.5	</a:t>
            </a:r>
            <a:r>
              <a:rPr lang="zh-CN" altLang="en-US" dirty="0"/>
              <a:t>半导体存储器扩展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3.6	</a:t>
            </a:r>
            <a:r>
              <a:rPr lang="zh-CN" altLang="en-US" dirty="0"/>
              <a:t>高速存储器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3.7	</a:t>
            </a:r>
            <a:r>
              <a:rPr lang="zh-CN" altLang="en-US" dirty="0"/>
              <a:t>高速缓冲存储器</a:t>
            </a:r>
          </a:p>
        </p:txBody>
      </p:sp>
      <p:sp>
        <p:nvSpPr>
          <p:cNvPr id="3079" name="AutoShape 7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64C93FDC-193E-49AB-BFA8-021C378F5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5" y="6498710"/>
            <a:ext cx="184731" cy="369332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D5D67CA4-03D2-4867-8379-5DE67C6D1C43}"/>
              </a:ext>
            </a:extLst>
          </p:cNvPr>
          <p:cNvSpPr/>
          <p:nvPr/>
        </p:nvSpPr>
        <p:spPr>
          <a:xfrm>
            <a:off x="1547664" y="3933056"/>
            <a:ext cx="4378122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/>
            <a:r>
              <a:rPr lang="en-US" altLang="zh-CN" sz="3200" kern="0" dirty="0">
                <a:solidFill>
                  <a:srgbClr val="000000"/>
                </a:solidFill>
              </a:rPr>
              <a:t>3.5   </a:t>
            </a:r>
            <a:r>
              <a:rPr lang="zh-CN" altLang="en-US" sz="3200" kern="0" dirty="0">
                <a:solidFill>
                  <a:srgbClr val="000000"/>
                </a:solidFill>
              </a:rPr>
              <a:t>半导体存储器扩展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6296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3.5 </a:t>
            </a:r>
            <a:r>
              <a:rPr lang="zh-CN" altLang="en-US" dirty="0"/>
              <a:t>半导体存储器扩展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5"/>
            <a:ext cx="8229600" cy="3240358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3.5.1 </a:t>
            </a:r>
            <a:r>
              <a:rPr lang="zh-CN" altLang="en-US" dirty="0"/>
              <a:t>位扩展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3.5.2 </a:t>
            </a:r>
            <a:r>
              <a:rPr lang="zh-CN" altLang="en-US" dirty="0"/>
              <a:t>字扩展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3.5.3 </a:t>
            </a:r>
            <a:r>
              <a:rPr lang="zh-CN" altLang="en-US" dirty="0"/>
              <a:t>存储器扩展举例</a:t>
            </a:r>
            <a:endParaRPr lang="en-US" altLang="zh-CN" dirty="0"/>
          </a:p>
          <a:p>
            <a:pPr marL="0" indent="0">
              <a:spcBef>
                <a:spcPts val="1200"/>
              </a:spcBef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27584" y="1628800"/>
            <a:ext cx="2440092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3.5.1 </a:t>
            </a:r>
            <a:r>
              <a:rPr lang="zh-CN" altLang="en-US" sz="3200" kern="0" dirty="0">
                <a:solidFill>
                  <a:srgbClr val="000000"/>
                </a:solidFill>
              </a:rPr>
              <a:t>位扩展</a:t>
            </a:r>
            <a:endParaRPr kumimoji="0" lang="en-US" altLang="zh-CN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22903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956285BE-77E0-4FB5-AA21-390A38BC62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3152"/>
            <a:ext cx="8229600" cy="850106"/>
          </a:xfrm>
        </p:spPr>
        <p:txBody>
          <a:bodyPr/>
          <a:lstStyle/>
          <a:p>
            <a:r>
              <a:rPr lang="en-US" altLang="zh-CN" dirty="0"/>
              <a:t>3.5.1 </a:t>
            </a:r>
            <a:r>
              <a:rPr lang="zh-CN" altLang="en-US" dirty="0"/>
              <a:t>位扩展</a:t>
            </a:r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618A37DF-DE9D-440F-8538-FA17F537E8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64019" y="690851"/>
            <a:ext cx="8229600" cy="4857403"/>
          </a:xfrm>
        </p:spPr>
        <p:txBody>
          <a:bodyPr/>
          <a:lstStyle/>
          <a:p>
            <a:r>
              <a:rPr lang="zh-CN" altLang="en-US" sz="2800" dirty="0"/>
              <a:t>实质：字长扩展</a:t>
            </a:r>
            <a:r>
              <a:rPr lang="en-US" altLang="zh-CN" sz="2800" dirty="0"/>
              <a:t>(</a:t>
            </a:r>
            <a:r>
              <a:rPr lang="zh-CN" altLang="en-US" sz="2800" dirty="0"/>
              <a:t>数据总线扩展</a:t>
            </a:r>
            <a:r>
              <a:rPr lang="en-US" altLang="zh-CN" sz="2800" dirty="0"/>
              <a:t>)</a:t>
            </a:r>
          </a:p>
          <a:p>
            <a:pPr lvl="1"/>
            <a:r>
              <a:rPr lang="zh-CN" altLang="en-US" sz="2400" dirty="0"/>
              <a:t>所需的所有芯片并行工作</a:t>
            </a:r>
          </a:p>
          <a:p>
            <a:endParaRPr lang="zh-CN" altLang="en-US" dirty="0"/>
          </a:p>
        </p:txBody>
      </p:sp>
      <p:grpSp>
        <p:nvGrpSpPr>
          <p:cNvPr id="6" name="Group 2">
            <a:extLst>
              <a:ext uri="{FF2B5EF4-FFF2-40B4-BE49-F238E27FC236}">
                <a16:creationId xmlns:a16="http://schemas.microsoft.com/office/drawing/2014/main" id="{1A25E013-4617-411F-BAF6-DB5B05828821}"/>
              </a:ext>
            </a:extLst>
          </p:cNvPr>
          <p:cNvGrpSpPr>
            <a:grpSpLocks/>
          </p:cNvGrpSpPr>
          <p:nvPr/>
        </p:nvGrpSpPr>
        <p:grpSpPr bwMode="auto">
          <a:xfrm>
            <a:off x="1672371" y="3212122"/>
            <a:ext cx="5656256" cy="450850"/>
            <a:chOff x="1277" y="2074"/>
            <a:chExt cx="3563" cy="284"/>
          </a:xfrm>
        </p:grpSpPr>
        <p:sp>
          <p:nvSpPr>
            <p:cNvPr id="7" name="Line 3">
              <a:extLst>
                <a:ext uri="{FF2B5EF4-FFF2-40B4-BE49-F238E27FC236}">
                  <a16:creationId xmlns:a16="http://schemas.microsoft.com/office/drawing/2014/main" id="{5AEC936E-54BB-4E33-A838-DFA690DF82A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1812" y="2074"/>
              <a:ext cx="0" cy="28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" name="Line 4">
              <a:extLst>
                <a:ext uri="{FF2B5EF4-FFF2-40B4-BE49-F238E27FC236}">
                  <a16:creationId xmlns:a16="http://schemas.microsoft.com/office/drawing/2014/main" id="{95F1CD22-B547-4DB4-B3C8-DF481BF3063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704" y="2074"/>
              <a:ext cx="0" cy="28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" name="Line 5">
              <a:extLst>
                <a:ext uri="{FF2B5EF4-FFF2-40B4-BE49-F238E27FC236}">
                  <a16:creationId xmlns:a16="http://schemas.microsoft.com/office/drawing/2014/main" id="{C10D4DAD-07B5-4A8C-A2E2-9A5A0C5045A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4840" y="2074"/>
              <a:ext cx="0" cy="28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0" name="Line 6">
              <a:extLst>
                <a:ext uri="{FF2B5EF4-FFF2-40B4-BE49-F238E27FC236}">
                  <a16:creationId xmlns:a16="http://schemas.microsoft.com/office/drawing/2014/main" id="{CCC19F2E-4599-463F-B72C-289550714E5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575" y="2074"/>
              <a:ext cx="0" cy="28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Line 8">
              <a:extLst>
                <a:ext uri="{FF2B5EF4-FFF2-40B4-BE49-F238E27FC236}">
                  <a16:creationId xmlns:a16="http://schemas.microsoft.com/office/drawing/2014/main" id="{16CDD459-72A1-4930-A124-7D2F115038F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77" y="2074"/>
              <a:ext cx="3563" cy="0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2" name="Rectangle 14">
            <a:extLst>
              <a:ext uri="{FF2B5EF4-FFF2-40B4-BE49-F238E27FC236}">
                <a16:creationId xmlns:a16="http://schemas.microsoft.com/office/drawing/2014/main" id="{4320177F-1645-442A-BFE9-0A155865F81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811058" y="2398716"/>
            <a:ext cx="908050" cy="45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dirty="0">
                <a:solidFill>
                  <a:prstClr val="black"/>
                </a:solidFill>
                <a:latin typeface="Times New Roman" pitchFamily="18" charset="0"/>
                <a:ea typeface="微软雅黑" panose="020B0503020204020204" pitchFamily="34" charset="-122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latin typeface="Times New Roman" pitchFamily="18" charset="0"/>
                <a:ea typeface="微软雅黑" panose="020B0503020204020204" pitchFamily="34" charset="-122"/>
              </a:rPr>
              <a:t>17-0</a:t>
            </a:r>
            <a:endParaRPr lang="en-US" altLang="zh-CN" b="1" dirty="0">
              <a:solidFill>
                <a:prstClr val="black"/>
              </a:solidFill>
              <a:latin typeface="Tahoma" pitchFamily="34" charset="0"/>
              <a:ea typeface="微软雅黑" panose="020B0503020204020204" pitchFamily="34" charset="-122"/>
            </a:endParaRPr>
          </a:p>
        </p:txBody>
      </p:sp>
      <p:sp>
        <p:nvSpPr>
          <p:cNvPr id="13" name="Line 34">
            <a:extLst>
              <a:ext uri="{FF2B5EF4-FFF2-40B4-BE49-F238E27FC236}">
                <a16:creationId xmlns:a16="http://schemas.microsoft.com/office/drawing/2014/main" id="{0602D67D-08C5-49A6-9EEB-D4A940C0C0BA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678352" y="2774930"/>
            <a:ext cx="5901532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4" name="Line 35">
            <a:extLst>
              <a:ext uri="{FF2B5EF4-FFF2-40B4-BE49-F238E27FC236}">
                <a16:creationId xmlns:a16="http://schemas.microsoft.com/office/drawing/2014/main" id="{1023CD80-C5AB-4373-870D-12F9620CF7C6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714812" y="5636496"/>
            <a:ext cx="6486296" cy="0"/>
          </a:xfrm>
          <a:prstGeom prst="line">
            <a:avLst/>
          </a:prstGeom>
          <a:noFill/>
          <a:ln w="76200">
            <a:solidFill>
              <a:srgbClr val="008000"/>
            </a:solidFill>
            <a:round/>
            <a:headEnd type="triangle" w="sm" len="sm"/>
            <a:tailEnd type="triangl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5" name="Line 36">
            <a:extLst>
              <a:ext uri="{FF2B5EF4-FFF2-40B4-BE49-F238E27FC236}">
                <a16:creationId xmlns:a16="http://schemas.microsoft.com/office/drawing/2014/main" id="{4AF93CB1-A2A0-4A97-903D-8BE03E755CEA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672371" y="2312015"/>
            <a:ext cx="6322962" cy="0"/>
          </a:xfrm>
          <a:prstGeom prst="line">
            <a:avLst/>
          </a:prstGeom>
          <a:noFill/>
          <a:ln w="19050" cap="sq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16" name="Group 37">
            <a:extLst>
              <a:ext uri="{FF2B5EF4-FFF2-40B4-BE49-F238E27FC236}">
                <a16:creationId xmlns:a16="http://schemas.microsoft.com/office/drawing/2014/main" id="{F0D1DDBC-F7C6-4703-B918-085C81D69FE4}"/>
              </a:ext>
            </a:extLst>
          </p:cNvPr>
          <p:cNvGrpSpPr>
            <a:grpSpLocks/>
          </p:cNvGrpSpPr>
          <p:nvPr/>
        </p:nvGrpSpPr>
        <p:grpSpPr bwMode="auto">
          <a:xfrm>
            <a:off x="2810660" y="2774818"/>
            <a:ext cx="4827593" cy="740121"/>
            <a:chOff x="1908" y="1843"/>
            <a:chExt cx="3041" cy="458"/>
          </a:xfrm>
        </p:grpSpPr>
        <p:sp>
          <p:nvSpPr>
            <p:cNvPr id="17" name="Line 38">
              <a:extLst>
                <a:ext uri="{FF2B5EF4-FFF2-40B4-BE49-F238E27FC236}">
                  <a16:creationId xmlns:a16="http://schemas.microsoft.com/office/drawing/2014/main" id="{5BFE7CA4-B652-479D-AEBC-99F224F0CFD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949" y="1843"/>
              <a:ext cx="0" cy="458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8" name="Line 39">
              <a:extLst>
                <a:ext uri="{FF2B5EF4-FFF2-40B4-BE49-F238E27FC236}">
                  <a16:creationId xmlns:a16="http://schemas.microsoft.com/office/drawing/2014/main" id="{C51D3261-79BD-41F4-9554-F1709243DB5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98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9" name="Line 40">
              <a:extLst>
                <a:ext uri="{FF2B5EF4-FFF2-40B4-BE49-F238E27FC236}">
                  <a16:creationId xmlns:a16="http://schemas.microsoft.com/office/drawing/2014/main" id="{1C4C5089-EA86-4155-881C-7DC52F9F8A4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908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0" name="Line 41">
              <a:extLst>
                <a:ext uri="{FF2B5EF4-FFF2-40B4-BE49-F238E27FC236}">
                  <a16:creationId xmlns:a16="http://schemas.microsoft.com/office/drawing/2014/main" id="{07007657-B6F1-4273-87ED-AA946BD3DC0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02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21" name="Group 43">
            <a:extLst>
              <a:ext uri="{FF2B5EF4-FFF2-40B4-BE49-F238E27FC236}">
                <a16:creationId xmlns:a16="http://schemas.microsoft.com/office/drawing/2014/main" id="{EE71B963-9AB0-46C5-9367-9DA779BCA28F}"/>
              </a:ext>
            </a:extLst>
          </p:cNvPr>
          <p:cNvGrpSpPr>
            <a:grpSpLocks/>
          </p:cNvGrpSpPr>
          <p:nvPr/>
        </p:nvGrpSpPr>
        <p:grpSpPr bwMode="auto">
          <a:xfrm>
            <a:off x="3151870" y="2312195"/>
            <a:ext cx="4843463" cy="1316038"/>
            <a:chOff x="2064" y="1526"/>
            <a:chExt cx="3051" cy="829"/>
          </a:xfrm>
        </p:grpSpPr>
        <p:sp>
          <p:nvSpPr>
            <p:cNvPr id="22" name="Line 44">
              <a:extLst>
                <a:ext uri="{FF2B5EF4-FFF2-40B4-BE49-F238E27FC236}">
                  <a16:creationId xmlns:a16="http://schemas.microsoft.com/office/drawing/2014/main" id="{F505235B-2091-489C-B7EA-F87A12870FC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961" y="1526"/>
              <a:ext cx="0" cy="829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Line 45">
              <a:extLst>
                <a:ext uri="{FF2B5EF4-FFF2-40B4-BE49-F238E27FC236}">
                  <a16:creationId xmlns:a16="http://schemas.microsoft.com/office/drawing/2014/main" id="{9EAD67D5-610C-4EA6-9D1C-1229C0C32A0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853" y="1526"/>
              <a:ext cx="0" cy="829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4" name="Line 46">
              <a:extLst>
                <a:ext uri="{FF2B5EF4-FFF2-40B4-BE49-F238E27FC236}">
                  <a16:creationId xmlns:a16="http://schemas.microsoft.com/office/drawing/2014/main" id="{7DCE894D-AF1E-4755-A4E7-F09ADAFC4B8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064" y="1526"/>
              <a:ext cx="0" cy="829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5" name="Line 47">
              <a:extLst>
                <a:ext uri="{FF2B5EF4-FFF2-40B4-BE49-F238E27FC236}">
                  <a16:creationId xmlns:a16="http://schemas.microsoft.com/office/drawing/2014/main" id="{AE967B81-B849-4D60-9C44-3040155D2E5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5115" y="1526"/>
              <a:ext cx="0" cy="761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FBDE0FFF-FF08-4EF3-81E3-00D5A674A749}"/>
              </a:ext>
            </a:extLst>
          </p:cNvPr>
          <p:cNvGrpSpPr/>
          <p:nvPr/>
        </p:nvGrpSpPr>
        <p:grpSpPr>
          <a:xfrm>
            <a:off x="3089518" y="4817164"/>
            <a:ext cx="4989594" cy="796472"/>
            <a:chOff x="4968385" y="4324426"/>
            <a:chExt cx="4989594" cy="796472"/>
          </a:xfrm>
        </p:grpSpPr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A8EA2E89-81FF-40CC-BE5C-F92A3F1F4EE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526179" y="4324426"/>
              <a:ext cx="0" cy="78898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 type="triangle" w="lg" len="lg"/>
              <a:tailEnd type="triangle" w="lg" len="lg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28" name="Rectangle 15">
              <a:extLst>
                <a:ext uri="{FF2B5EF4-FFF2-40B4-BE49-F238E27FC236}">
                  <a16:creationId xmlns:a16="http://schemas.microsoft.com/office/drawing/2014/main" id="{C5ABF931-D0D7-495B-8114-8802A09E7E3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569041" y="4518013"/>
              <a:ext cx="388938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31</a:t>
              </a:r>
              <a:endParaRPr lang="en-US" altLang="zh-CN" b="1" dirty="0">
                <a:solidFill>
                  <a:prstClr val="black"/>
                </a:solidFill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16">
              <a:extLst>
                <a:ext uri="{FF2B5EF4-FFF2-40B4-BE49-F238E27FC236}">
                  <a16:creationId xmlns:a16="http://schemas.microsoft.com/office/drawing/2014/main" id="{83A9C16E-8A83-4D8D-947B-79C3C185E58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10336" y="4518013"/>
              <a:ext cx="388938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2</a:t>
              </a:r>
              <a:endParaRPr lang="en-US" altLang="zh-CN" b="1" dirty="0">
                <a:solidFill>
                  <a:prstClr val="black"/>
                </a:solidFill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17">
              <a:extLst>
                <a:ext uri="{FF2B5EF4-FFF2-40B4-BE49-F238E27FC236}">
                  <a16:creationId xmlns:a16="http://schemas.microsoft.com/office/drawing/2014/main" id="{98562695-16EF-4570-9BD4-4217CADEDA1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58287" y="4518013"/>
              <a:ext cx="390525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1</a:t>
              </a:r>
              <a:endParaRPr lang="en-US" altLang="zh-CN" b="1" dirty="0">
                <a:solidFill>
                  <a:prstClr val="black"/>
                </a:solidFill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18">
              <a:extLst>
                <a:ext uri="{FF2B5EF4-FFF2-40B4-BE49-F238E27FC236}">
                  <a16:creationId xmlns:a16="http://schemas.microsoft.com/office/drawing/2014/main" id="{395317CF-1973-4E45-AB97-7BC97FA5246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68385" y="4518013"/>
              <a:ext cx="388938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itchFamily="18" charset="0"/>
                  <a:ea typeface="微软雅黑" panose="020B0503020204020204" pitchFamily="34" charset="-122"/>
                </a:rPr>
                <a:t>0</a:t>
              </a:r>
              <a:endParaRPr lang="en-US" altLang="zh-CN" b="1" dirty="0">
                <a:solidFill>
                  <a:prstClr val="black"/>
                </a:solidFill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32" name="Line 51">
              <a:extLst>
                <a:ext uri="{FF2B5EF4-FFF2-40B4-BE49-F238E27FC236}">
                  <a16:creationId xmlns:a16="http://schemas.microsoft.com/office/drawing/2014/main" id="{12DB9C3E-7C48-43A1-9FC8-0477A453356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9539229" y="4331910"/>
              <a:ext cx="0" cy="78898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 type="triangle" w="lg" len="lg"/>
              <a:tailEnd type="triangle" w="lg" len="lg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3" name="Line 52">
              <a:extLst>
                <a:ext uri="{FF2B5EF4-FFF2-40B4-BE49-F238E27FC236}">
                  <a16:creationId xmlns:a16="http://schemas.microsoft.com/office/drawing/2014/main" id="{81FDB217-700D-47D2-B85B-73EB6E85A3D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269587" y="4324426"/>
              <a:ext cx="0" cy="78898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 type="triangle" w="lg" len="lg"/>
              <a:tailEnd type="triangle" w="lg" len="lg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34" name="Line 53">
              <a:extLst>
                <a:ext uri="{FF2B5EF4-FFF2-40B4-BE49-F238E27FC236}">
                  <a16:creationId xmlns:a16="http://schemas.microsoft.com/office/drawing/2014/main" id="{5FA8520C-E9A2-48F0-AF02-98A4B4771E4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986723" y="4324426"/>
              <a:ext cx="0" cy="78898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 type="triangle" w="lg" len="lg"/>
              <a:tailEnd type="triangle" w="lg" len="lg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35" name="Text Box 54">
            <a:extLst>
              <a:ext uri="{FF2B5EF4-FFF2-40B4-BE49-F238E27FC236}">
                <a16:creationId xmlns:a16="http://schemas.microsoft.com/office/drawing/2014/main" id="{2BF6450A-250E-4A47-ACF9-F31B94F14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531" y="6210679"/>
            <a:ext cx="8493645" cy="461665"/>
          </a:xfrm>
          <a:prstGeom prst="rect">
            <a:avLst/>
          </a:prstGeom>
          <a:ln/>
          <a:extLst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9pPr>
          </a:lstStyle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2400" dirty="0">
                <a:solidFill>
                  <a:prstClr val="black"/>
                </a:solidFill>
                <a:latin typeface="微软雅黑"/>
                <a:ea typeface="微软雅黑"/>
              </a:rPr>
              <a:t>存储系统位宽为 </a:t>
            </a:r>
            <a:r>
              <a:rPr lang="en-US" altLang="zh-CN" sz="2400" dirty="0">
                <a:solidFill>
                  <a:prstClr val="black"/>
                </a:solidFill>
                <a:latin typeface="微软雅黑"/>
                <a:ea typeface="微软雅黑"/>
              </a:rPr>
              <a:t>N</a:t>
            </a:r>
            <a:r>
              <a:rPr lang="zh-CN" altLang="en-US" sz="2400" dirty="0">
                <a:solidFill>
                  <a:prstClr val="black"/>
                </a:solidFill>
                <a:latin typeface="微软雅黑"/>
                <a:ea typeface="微软雅黑"/>
              </a:rPr>
              <a:t>位，若使用</a:t>
            </a:r>
            <a:r>
              <a:rPr lang="en-US" altLang="zh-CN" sz="2400" dirty="0">
                <a:solidFill>
                  <a:prstClr val="black"/>
                </a:solidFill>
                <a:latin typeface="微软雅黑"/>
                <a:ea typeface="微软雅黑"/>
              </a:rPr>
              <a:t>k</a:t>
            </a:r>
            <a:r>
              <a:rPr lang="zh-CN" altLang="en-US" sz="2400" dirty="0">
                <a:solidFill>
                  <a:prstClr val="black"/>
                </a:solidFill>
                <a:latin typeface="微软雅黑"/>
                <a:ea typeface="微软雅黑"/>
              </a:rPr>
              <a:t>位芯片，</a:t>
            </a:r>
            <a:r>
              <a:rPr lang="en-US" altLang="zh-CN" sz="2400" dirty="0">
                <a:solidFill>
                  <a:prstClr val="black"/>
                </a:solidFill>
                <a:latin typeface="微软雅黑"/>
                <a:ea typeface="微软雅黑"/>
              </a:rPr>
              <a:t>k&lt;N</a:t>
            </a:r>
            <a:r>
              <a:rPr lang="zh-CN" altLang="en-US" sz="2400" dirty="0">
                <a:solidFill>
                  <a:prstClr val="black"/>
                </a:solidFill>
                <a:latin typeface="微软雅黑"/>
                <a:ea typeface="微软雅黑"/>
              </a:rPr>
              <a:t>，需</a:t>
            </a:r>
            <a:r>
              <a:rPr lang="en-US" altLang="zh-CN" sz="2400" dirty="0">
                <a:solidFill>
                  <a:prstClr val="black"/>
                </a:solidFill>
                <a:latin typeface="微软雅黑"/>
                <a:ea typeface="微软雅黑"/>
              </a:rPr>
              <a:t>(N/k)</a:t>
            </a:r>
            <a:r>
              <a:rPr lang="zh-CN" altLang="en-US" sz="2400" dirty="0">
                <a:solidFill>
                  <a:prstClr val="black"/>
                </a:solidFill>
                <a:latin typeface="微软雅黑"/>
                <a:ea typeface="微软雅黑"/>
              </a:rPr>
              <a:t>个芯片</a:t>
            </a:r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E9E9DD3B-7683-4133-8635-53AC08808EC3}"/>
              </a:ext>
            </a:extLst>
          </p:cNvPr>
          <p:cNvGrpSpPr/>
          <p:nvPr/>
        </p:nvGrpSpPr>
        <p:grpSpPr>
          <a:xfrm>
            <a:off x="2239108" y="3473642"/>
            <a:ext cx="5997981" cy="1497234"/>
            <a:chOff x="4117975" y="2980904"/>
            <a:chExt cx="5997981" cy="1497234"/>
          </a:xfrm>
        </p:grpSpPr>
        <p:grpSp>
          <p:nvGrpSpPr>
            <p:cNvPr id="37" name="Group 56">
              <a:extLst>
                <a:ext uri="{FF2B5EF4-FFF2-40B4-BE49-F238E27FC236}">
                  <a16:creationId xmlns:a16="http://schemas.microsoft.com/office/drawing/2014/main" id="{8B2F240B-1A53-4DFE-A33D-D70CAEE1D2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74565" y="3619288"/>
              <a:ext cx="368165" cy="54399"/>
              <a:chOff x="4096" y="2541"/>
              <a:chExt cx="379" cy="56"/>
            </a:xfrm>
          </p:grpSpPr>
          <p:sp>
            <p:nvSpPr>
              <p:cNvPr id="66" name="Oval 27">
                <a:extLst>
                  <a:ext uri="{FF2B5EF4-FFF2-40B4-BE49-F238E27FC236}">
                    <a16:creationId xmlns:a16="http://schemas.microsoft.com/office/drawing/2014/main" id="{6BCCFEB9-D62F-4CDB-B52B-6B66B19B0C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422" y="2541"/>
                <a:ext cx="53" cy="56"/>
              </a:xfrm>
              <a:prstGeom prst="ellipse">
                <a:avLst/>
              </a:prstGeom>
              <a:solidFill>
                <a:srgbClr val="FFCC00">
                  <a:alpha val="89803"/>
                </a:srgbClr>
              </a:solidFill>
              <a:ln w="3175">
                <a:solidFill>
                  <a:srgbClr val="954F7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2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67" name="Oval 28">
                <a:extLst>
                  <a:ext uri="{FF2B5EF4-FFF2-40B4-BE49-F238E27FC236}">
                    <a16:creationId xmlns:a16="http://schemas.microsoft.com/office/drawing/2014/main" id="{421423F7-656D-404D-9EC7-28EC2B66C7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96" y="2541"/>
                <a:ext cx="52" cy="56"/>
              </a:xfrm>
              <a:prstGeom prst="ellipse">
                <a:avLst/>
              </a:prstGeom>
              <a:solidFill>
                <a:srgbClr val="FFCC00">
                  <a:alpha val="89803"/>
                </a:srgbClr>
              </a:solidFill>
              <a:ln w="3175">
                <a:solidFill>
                  <a:srgbClr val="954F7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2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68" name="Oval 29">
                <a:extLst>
                  <a:ext uri="{FF2B5EF4-FFF2-40B4-BE49-F238E27FC236}">
                    <a16:creationId xmlns:a16="http://schemas.microsoft.com/office/drawing/2014/main" id="{DB6ED9A7-7BB5-4B7A-990C-C9F0A4E5A7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259" y="2541"/>
                <a:ext cx="53" cy="56"/>
              </a:xfrm>
              <a:prstGeom prst="ellipse">
                <a:avLst/>
              </a:prstGeom>
              <a:solidFill>
                <a:srgbClr val="FFCC00">
                  <a:alpha val="89803"/>
                </a:srgbClr>
              </a:solidFill>
              <a:ln w="3175">
                <a:solidFill>
                  <a:srgbClr val="954F7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2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38" name="组合 37">
              <a:extLst>
                <a:ext uri="{FF2B5EF4-FFF2-40B4-BE49-F238E27FC236}">
                  <a16:creationId xmlns:a16="http://schemas.microsoft.com/office/drawing/2014/main" id="{AFE7564B-5AE5-4CEA-8D92-253F026CB4E5}"/>
                </a:ext>
              </a:extLst>
            </p:cNvPr>
            <p:cNvGrpSpPr/>
            <p:nvPr/>
          </p:nvGrpSpPr>
          <p:grpSpPr>
            <a:xfrm>
              <a:off x="4117975" y="2980904"/>
              <a:ext cx="1160869" cy="1486746"/>
              <a:chOff x="7569723" y="3328852"/>
              <a:chExt cx="1160869" cy="1486746"/>
            </a:xfrm>
          </p:grpSpPr>
          <p:sp>
            <p:nvSpPr>
              <p:cNvPr id="60" name="Rectangle 8">
                <a:extLst>
                  <a:ext uri="{FF2B5EF4-FFF2-40B4-BE49-F238E27FC236}">
                    <a16:creationId xmlns:a16="http://schemas.microsoft.com/office/drawing/2014/main" id="{69A2B015-BAD9-425B-A719-4AF201BC52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596819" y="3359908"/>
                <a:ext cx="1102341" cy="1317082"/>
              </a:xfrm>
              <a:prstGeom prst="rect">
                <a:avLst/>
              </a:prstGeom>
              <a:solidFill>
                <a:srgbClr val="FFC000">
                  <a:lumMod val="60000"/>
                  <a:lumOff val="40000"/>
                </a:srgbClr>
              </a:solidFill>
              <a:ln w="28575">
                <a:solidFill>
                  <a:sysClr val="windowText" lastClr="000000"/>
                </a:solidFill>
                <a:miter lim="800000"/>
                <a:headEnd/>
                <a:tailEnd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lIns="12700" tIns="12700" rIns="12700" bIns="1270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矩形 60">
                <a:extLst>
                  <a:ext uri="{FF2B5EF4-FFF2-40B4-BE49-F238E27FC236}">
                    <a16:creationId xmlns:a16="http://schemas.microsoft.com/office/drawing/2014/main" id="{43AFB9BC-51B4-4418-BC55-38F4F7AE91DC}"/>
                  </a:ext>
                </a:extLst>
              </p:cNvPr>
              <p:cNvSpPr/>
              <p:nvPr/>
            </p:nvSpPr>
            <p:spPr>
              <a:xfrm>
                <a:off x="7569723" y="3328852"/>
                <a:ext cx="50366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WE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矩形 61">
                <a:extLst>
                  <a:ext uri="{FF2B5EF4-FFF2-40B4-BE49-F238E27FC236}">
                    <a16:creationId xmlns:a16="http://schemas.microsoft.com/office/drawing/2014/main" id="{1B3F02F7-5B57-4D0E-A30D-46A2B9E3759E}"/>
                  </a:ext>
                </a:extLst>
              </p:cNvPr>
              <p:cNvSpPr/>
              <p:nvPr/>
            </p:nvSpPr>
            <p:spPr>
              <a:xfrm>
                <a:off x="7989076" y="4353933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D</a:t>
                </a: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ahoma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矩形 62">
                <a:extLst>
                  <a:ext uri="{FF2B5EF4-FFF2-40B4-BE49-F238E27FC236}">
                    <a16:creationId xmlns:a16="http://schemas.microsoft.com/office/drawing/2014/main" id="{410144C6-87E5-4A3A-9963-B4AE43E94AFD}"/>
                  </a:ext>
                </a:extLst>
              </p:cNvPr>
              <p:cNvSpPr/>
              <p:nvPr/>
            </p:nvSpPr>
            <p:spPr>
              <a:xfrm>
                <a:off x="7977125" y="3328852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A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矩形 63">
                <a:extLst>
                  <a:ext uri="{FF2B5EF4-FFF2-40B4-BE49-F238E27FC236}">
                    <a16:creationId xmlns:a16="http://schemas.microsoft.com/office/drawing/2014/main" id="{EAB819F4-EC4C-4818-A4EC-643A3AB0BABC}"/>
                  </a:ext>
                </a:extLst>
              </p:cNvPr>
              <p:cNvSpPr/>
              <p:nvPr/>
            </p:nvSpPr>
            <p:spPr>
              <a:xfrm>
                <a:off x="8259877" y="3328852"/>
                <a:ext cx="43473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CS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矩形 64">
                <a:extLst>
                  <a:ext uri="{FF2B5EF4-FFF2-40B4-BE49-F238E27FC236}">
                    <a16:creationId xmlns:a16="http://schemas.microsoft.com/office/drawing/2014/main" id="{C1BD4908-C696-466E-B2E4-C7C880FC5AE6}"/>
                  </a:ext>
                </a:extLst>
              </p:cNvPr>
              <p:cNvSpPr/>
              <p:nvPr/>
            </p:nvSpPr>
            <p:spPr>
              <a:xfrm>
                <a:off x="7577138" y="3825087"/>
                <a:ext cx="1153454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256K×1</a:t>
                </a:r>
              </a:p>
            </p:txBody>
          </p:sp>
        </p:grpSp>
        <p:grpSp>
          <p:nvGrpSpPr>
            <p:cNvPr id="39" name="组合 38">
              <a:extLst>
                <a:ext uri="{FF2B5EF4-FFF2-40B4-BE49-F238E27FC236}">
                  <a16:creationId xmlns:a16="http://schemas.microsoft.com/office/drawing/2014/main" id="{ABD30028-53F1-462A-892B-DF86CBB327A8}"/>
                </a:ext>
              </a:extLst>
            </p:cNvPr>
            <p:cNvGrpSpPr/>
            <p:nvPr/>
          </p:nvGrpSpPr>
          <p:grpSpPr>
            <a:xfrm>
              <a:off x="5533045" y="2980904"/>
              <a:ext cx="1160869" cy="1486746"/>
              <a:chOff x="7712598" y="3328852"/>
              <a:chExt cx="1160869" cy="1486746"/>
            </a:xfrm>
          </p:grpSpPr>
          <p:sp>
            <p:nvSpPr>
              <p:cNvPr id="54" name="Rectangle 8">
                <a:extLst>
                  <a:ext uri="{FF2B5EF4-FFF2-40B4-BE49-F238E27FC236}">
                    <a16:creationId xmlns:a16="http://schemas.microsoft.com/office/drawing/2014/main" id="{09E9BF75-DEE0-422E-AC6C-9DBC4D65EE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739694" y="3359908"/>
                <a:ext cx="1102341" cy="1317082"/>
              </a:xfrm>
              <a:prstGeom prst="rect">
                <a:avLst/>
              </a:prstGeom>
              <a:solidFill>
                <a:srgbClr val="FFC000">
                  <a:lumMod val="60000"/>
                  <a:lumOff val="40000"/>
                </a:srgbClr>
              </a:solidFill>
              <a:ln w="28575">
                <a:solidFill>
                  <a:sysClr val="windowText" lastClr="000000"/>
                </a:solidFill>
                <a:miter lim="800000"/>
                <a:headEnd/>
                <a:tailEnd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lIns="12700" tIns="12700" rIns="12700" bIns="1270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矩形 54">
                <a:extLst>
                  <a:ext uri="{FF2B5EF4-FFF2-40B4-BE49-F238E27FC236}">
                    <a16:creationId xmlns:a16="http://schemas.microsoft.com/office/drawing/2014/main" id="{16AE286B-9783-450E-AD9A-04BA5E02AE4C}"/>
                  </a:ext>
                </a:extLst>
              </p:cNvPr>
              <p:cNvSpPr/>
              <p:nvPr/>
            </p:nvSpPr>
            <p:spPr>
              <a:xfrm>
                <a:off x="7712598" y="3328852"/>
                <a:ext cx="50366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WE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矩形 55">
                <a:extLst>
                  <a:ext uri="{FF2B5EF4-FFF2-40B4-BE49-F238E27FC236}">
                    <a16:creationId xmlns:a16="http://schemas.microsoft.com/office/drawing/2014/main" id="{EF57A42A-633D-4E14-8A46-5EECC55B9FB9}"/>
                  </a:ext>
                </a:extLst>
              </p:cNvPr>
              <p:cNvSpPr/>
              <p:nvPr/>
            </p:nvSpPr>
            <p:spPr>
              <a:xfrm>
                <a:off x="8131951" y="4353933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D</a:t>
                </a: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ahoma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矩形 56">
                <a:extLst>
                  <a:ext uri="{FF2B5EF4-FFF2-40B4-BE49-F238E27FC236}">
                    <a16:creationId xmlns:a16="http://schemas.microsoft.com/office/drawing/2014/main" id="{F12C1455-E8BF-4159-B1FA-D02A07595899}"/>
                  </a:ext>
                </a:extLst>
              </p:cNvPr>
              <p:cNvSpPr/>
              <p:nvPr/>
            </p:nvSpPr>
            <p:spPr>
              <a:xfrm>
                <a:off x="8120000" y="3328852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A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矩形 57">
                <a:extLst>
                  <a:ext uri="{FF2B5EF4-FFF2-40B4-BE49-F238E27FC236}">
                    <a16:creationId xmlns:a16="http://schemas.microsoft.com/office/drawing/2014/main" id="{B2A2ECEC-BD34-44F4-9070-2255ED2D69C4}"/>
                  </a:ext>
                </a:extLst>
              </p:cNvPr>
              <p:cNvSpPr/>
              <p:nvPr/>
            </p:nvSpPr>
            <p:spPr>
              <a:xfrm>
                <a:off x="8402752" y="3328852"/>
                <a:ext cx="43473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CS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矩形 58">
                <a:extLst>
                  <a:ext uri="{FF2B5EF4-FFF2-40B4-BE49-F238E27FC236}">
                    <a16:creationId xmlns:a16="http://schemas.microsoft.com/office/drawing/2014/main" id="{7AFA06AD-067D-4A82-8FAF-62BBFDCDD548}"/>
                  </a:ext>
                </a:extLst>
              </p:cNvPr>
              <p:cNvSpPr/>
              <p:nvPr/>
            </p:nvSpPr>
            <p:spPr>
              <a:xfrm>
                <a:off x="7720013" y="3825087"/>
                <a:ext cx="1153454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256K×1</a:t>
                </a:r>
              </a:p>
            </p:txBody>
          </p:sp>
        </p:grpSp>
        <p:grpSp>
          <p:nvGrpSpPr>
            <p:cNvPr id="40" name="组合 39">
              <a:extLst>
                <a:ext uri="{FF2B5EF4-FFF2-40B4-BE49-F238E27FC236}">
                  <a16:creationId xmlns:a16="http://schemas.microsoft.com/office/drawing/2014/main" id="{313FD1E7-6638-44F5-80C1-9167F9BD5641}"/>
                </a:ext>
              </a:extLst>
            </p:cNvPr>
            <p:cNvGrpSpPr/>
            <p:nvPr/>
          </p:nvGrpSpPr>
          <p:grpSpPr>
            <a:xfrm>
              <a:off x="6957640" y="2980904"/>
              <a:ext cx="1160869" cy="1486746"/>
              <a:chOff x="7864998" y="3328852"/>
              <a:chExt cx="1160869" cy="1486746"/>
            </a:xfrm>
          </p:grpSpPr>
          <p:sp>
            <p:nvSpPr>
              <p:cNvPr id="48" name="Rectangle 8">
                <a:extLst>
                  <a:ext uri="{FF2B5EF4-FFF2-40B4-BE49-F238E27FC236}">
                    <a16:creationId xmlns:a16="http://schemas.microsoft.com/office/drawing/2014/main" id="{120ADDB0-0CE9-4CCA-8FC4-5581B5E6EA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892094" y="3359908"/>
                <a:ext cx="1102341" cy="1317082"/>
              </a:xfrm>
              <a:prstGeom prst="rect">
                <a:avLst/>
              </a:prstGeom>
              <a:solidFill>
                <a:srgbClr val="FFC000">
                  <a:lumMod val="60000"/>
                  <a:lumOff val="40000"/>
                </a:srgbClr>
              </a:solidFill>
              <a:ln w="28575">
                <a:solidFill>
                  <a:sysClr val="windowText" lastClr="000000"/>
                </a:solidFill>
                <a:miter lim="800000"/>
                <a:headEnd/>
                <a:tailEnd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lIns="12700" tIns="12700" rIns="12700" bIns="1270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矩形 48">
                <a:extLst>
                  <a:ext uri="{FF2B5EF4-FFF2-40B4-BE49-F238E27FC236}">
                    <a16:creationId xmlns:a16="http://schemas.microsoft.com/office/drawing/2014/main" id="{7D70A36E-F70B-4B0A-ADF3-D9B0ED43E611}"/>
                  </a:ext>
                </a:extLst>
              </p:cNvPr>
              <p:cNvSpPr/>
              <p:nvPr/>
            </p:nvSpPr>
            <p:spPr>
              <a:xfrm>
                <a:off x="7864998" y="3328852"/>
                <a:ext cx="50366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WE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矩形 49">
                <a:extLst>
                  <a:ext uri="{FF2B5EF4-FFF2-40B4-BE49-F238E27FC236}">
                    <a16:creationId xmlns:a16="http://schemas.microsoft.com/office/drawing/2014/main" id="{9DCBDA00-1C12-4344-92EB-B3E17930B791}"/>
                  </a:ext>
                </a:extLst>
              </p:cNvPr>
              <p:cNvSpPr/>
              <p:nvPr/>
            </p:nvSpPr>
            <p:spPr>
              <a:xfrm>
                <a:off x="8284351" y="4353933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D</a:t>
                </a: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ahoma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矩形 50">
                <a:extLst>
                  <a:ext uri="{FF2B5EF4-FFF2-40B4-BE49-F238E27FC236}">
                    <a16:creationId xmlns:a16="http://schemas.microsoft.com/office/drawing/2014/main" id="{779D831D-FD2E-4BB3-AE45-6E636EC9E9AB}"/>
                  </a:ext>
                </a:extLst>
              </p:cNvPr>
              <p:cNvSpPr/>
              <p:nvPr/>
            </p:nvSpPr>
            <p:spPr>
              <a:xfrm>
                <a:off x="8272400" y="3328852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A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矩形 51">
                <a:extLst>
                  <a:ext uri="{FF2B5EF4-FFF2-40B4-BE49-F238E27FC236}">
                    <a16:creationId xmlns:a16="http://schemas.microsoft.com/office/drawing/2014/main" id="{A4DF0514-0190-4D81-A2F4-6686CC043179}"/>
                  </a:ext>
                </a:extLst>
              </p:cNvPr>
              <p:cNvSpPr/>
              <p:nvPr/>
            </p:nvSpPr>
            <p:spPr>
              <a:xfrm>
                <a:off x="8555152" y="3328852"/>
                <a:ext cx="43473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CS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矩形 52">
                <a:extLst>
                  <a:ext uri="{FF2B5EF4-FFF2-40B4-BE49-F238E27FC236}">
                    <a16:creationId xmlns:a16="http://schemas.microsoft.com/office/drawing/2014/main" id="{500D4F23-7C2E-473C-97AF-61F402C91FAD}"/>
                  </a:ext>
                </a:extLst>
              </p:cNvPr>
              <p:cNvSpPr/>
              <p:nvPr/>
            </p:nvSpPr>
            <p:spPr>
              <a:xfrm>
                <a:off x="7872413" y="3825087"/>
                <a:ext cx="1153454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256K×1</a:t>
                </a:r>
              </a:p>
            </p:txBody>
          </p:sp>
        </p:grpSp>
        <p:grpSp>
          <p:nvGrpSpPr>
            <p:cNvPr id="41" name="组合 40">
              <a:extLst>
                <a:ext uri="{FF2B5EF4-FFF2-40B4-BE49-F238E27FC236}">
                  <a16:creationId xmlns:a16="http://schemas.microsoft.com/office/drawing/2014/main" id="{73225847-30C0-443D-86E4-4E3C2C6CC961}"/>
                </a:ext>
              </a:extLst>
            </p:cNvPr>
            <p:cNvGrpSpPr/>
            <p:nvPr/>
          </p:nvGrpSpPr>
          <p:grpSpPr>
            <a:xfrm>
              <a:off x="8955087" y="2991392"/>
              <a:ext cx="1160869" cy="1486746"/>
              <a:chOff x="7864998" y="3328852"/>
              <a:chExt cx="1160869" cy="1486746"/>
            </a:xfrm>
          </p:grpSpPr>
          <p:sp>
            <p:nvSpPr>
              <p:cNvPr id="42" name="Rectangle 8">
                <a:extLst>
                  <a:ext uri="{FF2B5EF4-FFF2-40B4-BE49-F238E27FC236}">
                    <a16:creationId xmlns:a16="http://schemas.microsoft.com/office/drawing/2014/main" id="{9C508F9C-0589-4550-A70B-4F7B67DBDD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892094" y="3359908"/>
                <a:ext cx="1102341" cy="1317082"/>
              </a:xfrm>
              <a:prstGeom prst="rect">
                <a:avLst/>
              </a:prstGeom>
              <a:solidFill>
                <a:srgbClr val="FFC000">
                  <a:lumMod val="60000"/>
                  <a:lumOff val="40000"/>
                </a:srgbClr>
              </a:solidFill>
              <a:ln w="28575">
                <a:solidFill>
                  <a:sysClr val="windowText" lastClr="000000"/>
                </a:solidFill>
                <a:miter lim="800000"/>
                <a:headEnd/>
                <a:tailEnd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lIns="12700" tIns="12700" rIns="12700" bIns="1270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矩形 42">
                <a:extLst>
                  <a:ext uri="{FF2B5EF4-FFF2-40B4-BE49-F238E27FC236}">
                    <a16:creationId xmlns:a16="http://schemas.microsoft.com/office/drawing/2014/main" id="{1A17198F-67B3-40F2-A59E-A7427E57D309}"/>
                  </a:ext>
                </a:extLst>
              </p:cNvPr>
              <p:cNvSpPr/>
              <p:nvPr/>
            </p:nvSpPr>
            <p:spPr>
              <a:xfrm>
                <a:off x="7864998" y="3328852"/>
                <a:ext cx="50366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WE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矩形 43">
                <a:extLst>
                  <a:ext uri="{FF2B5EF4-FFF2-40B4-BE49-F238E27FC236}">
                    <a16:creationId xmlns:a16="http://schemas.microsoft.com/office/drawing/2014/main" id="{C8F33C98-C83D-4E68-BED0-5C628EA6EFBB}"/>
                  </a:ext>
                </a:extLst>
              </p:cNvPr>
              <p:cNvSpPr/>
              <p:nvPr/>
            </p:nvSpPr>
            <p:spPr>
              <a:xfrm>
                <a:off x="8284351" y="4353933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D</a:t>
                </a: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ahoma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矩形 44">
                <a:extLst>
                  <a:ext uri="{FF2B5EF4-FFF2-40B4-BE49-F238E27FC236}">
                    <a16:creationId xmlns:a16="http://schemas.microsoft.com/office/drawing/2014/main" id="{28D90362-BEBC-456A-9F4D-CB7F4AB1CC79}"/>
                  </a:ext>
                </a:extLst>
              </p:cNvPr>
              <p:cNvSpPr/>
              <p:nvPr/>
            </p:nvSpPr>
            <p:spPr>
              <a:xfrm>
                <a:off x="8272400" y="3328852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A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矩形 45">
                <a:extLst>
                  <a:ext uri="{FF2B5EF4-FFF2-40B4-BE49-F238E27FC236}">
                    <a16:creationId xmlns:a16="http://schemas.microsoft.com/office/drawing/2014/main" id="{806E2042-82A4-4FF7-92FB-58A541A14650}"/>
                  </a:ext>
                </a:extLst>
              </p:cNvPr>
              <p:cNvSpPr/>
              <p:nvPr/>
            </p:nvSpPr>
            <p:spPr>
              <a:xfrm>
                <a:off x="8555152" y="3328852"/>
                <a:ext cx="43473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itchFamily="18" charset="0"/>
                    <a:ea typeface="微软雅黑" panose="020B0503020204020204" pitchFamily="34" charset="-122"/>
                  </a:rPr>
                  <a:t>CS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矩形 46">
                <a:extLst>
                  <a:ext uri="{FF2B5EF4-FFF2-40B4-BE49-F238E27FC236}">
                    <a16:creationId xmlns:a16="http://schemas.microsoft.com/office/drawing/2014/main" id="{3C23C884-08F7-4AF5-9C34-0D04FC3B7602}"/>
                  </a:ext>
                </a:extLst>
              </p:cNvPr>
              <p:cNvSpPr/>
              <p:nvPr/>
            </p:nvSpPr>
            <p:spPr>
              <a:xfrm>
                <a:off x="7872413" y="3825087"/>
                <a:ext cx="1153454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256K×1</a:t>
                </a:r>
              </a:p>
            </p:txBody>
          </p:sp>
        </p:grpSp>
      </p:grpSp>
      <p:grpSp>
        <p:nvGrpSpPr>
          <p:cNvPr id="69" name="Group 14">
            <a:extLst>
              <a:ext uri="{FF2B5EF4-FFF2-40B4-BE49-F238E27FC236}">
                <a16:creationId xmlns:a16="http://schemas.microsoft.com/office/drawing/2014/main" id="{2B81E21B-3DAA-4736-AB37-895AB914B1C2}"/>
              </a:ext>
            </a:extLst>
          </p:cNvPr>
          <p:cNvGrpSpPr>
            <a:grpSpLocks/>
          </p:cNvGrpSpPr>
          <p:nvPr/>
        </p:nvGrpSpPr>
        <p:grpSpPr bwMode="auto">
          <a:xfrm>
            <a:off x="462695" y="1990146"/>
            <a:ext cx="1247293" cy="3979878"/>
            <a:chOff x="580" y="1369"/>
            <a:chExt cx="697" cy="222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0" name="Rectangle 15">
              <a:extLst>
                <a:ext uri="{FF2B5EF4-FFF2-40B4-BE49-F238E27FC236}">
                  <a16:creationId xmlns:a16="http://schemas.microsoft.com/office/drawing/2014/main" id="{E410B3BF-5B5F-4AFC-9D07-1FB71A4AE6F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4" y="1369"/>
              <a:ext cx="653" cy="2224"/>
            </a:xfrm>
            <a:prstGeom prst="rect">
              <a:avLst/>
            </a:prstGeom>
            <a:solidFill>
              <a:srgbClr val="5B9BD5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</a:endParaRPr>
            </a:p>
          </p:txBody>
        </p:sp>
        <p:sp>
          <p:nvSpPr>
            <p:cNvPr id="71" name="Rectangle 16">
              <a:extLst>
                <a:ext uri="{FF2B5EF4-FFF2-40B4-BE49-F238E27FC236}">
                  <a16:creationId xmlns:a16="http://schemas.microsoft.com/office/drawing/2014/main" id="{03A64554-AEDB-4420-B1ED-1C72190CBE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9" y="1686"/>
              <a:ext cx="572" cy="2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rPr>
                <a:t>A</a:t>
              </a:r>
              <a:r>
                <a:rPr kumimoji="0" lang="en-US" altLang="zh-CN" sz="20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rPr>
                <a:t>17-0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17">
              <a:extLst>
                <a:ext uri="{FF2B5EF4-FFF2-40B4-BE49-F238E27FC236}">
                  <a16:creationId xmlns:a16="http://schemas.microsoft.com/office/drawing/2014/main" id="{C174B2B5-7A86-4183-BD2F-CC3D974BB48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49" y="1492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rPr>
                <a:t>MREQ#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18">
              <a:extLst>
                <a:ext uri="{FF2B5EF4-FFF2-40B4-BE49-F238E27FC236}">
                  <a16:creationId xmlns:a16="http://schemas.microsoft.com/office/drawing/2014/main" id="{7B60EF76-9826-4C2E-8ED1-686D0C8577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4" y="1951"/>
              <a:ext cx="572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rPr>
                <a:t>R/W#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19">
              <a:extLst>
                <a:ext uri="{FF2B5EF4-FFF2-40B4-BE49-F238E27FC236}">
                  <a16:creationId xmlns:a16="http://schemas.microsoft.com/office/drawing/2014/main" id="{73FBEE41-A345-4066-B2C9-E13617FE36E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0" y="2355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CPU</a:t>
              </a:r>
            </a:p>
          </p:txBody>
        </p:sp>
        <p:sp>
          <p:nvSpPr>
            <p:cNvPr id="75" name="Rectangle 20">
              <a:extLst>
                <a:ext uri="{FF2B5EF4-FFF2-40B4-BE49-F238E27FC236}">
                  <a16:creationId xmlns:a16="http://schemas.microsoft.com/office/drawing/2014/main" id="{07BDA260-FCE1-4EC2-95DC-9A70CD1D79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4" y="3308"/>
              <a:ext cx="571" cy="2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rPr>
                <a:t>D</a:t>
              </a:r>
              <a:r>
                <a:rPr kumimoji="0" lang="en-US" altLang="zh-CN" sz="20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rPr>
                <a:t>31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rPr>
                <a:t>~D</a:t>
              </a:r>
              <a:r>
                <a:rPr kumimoji="0" lang="en-US" altLang="zh-CN" sz="20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微软雅黑" panose="020B0503020204020204" pitchFamily="34" charset="-122"/>
                </a:rPr>
                <a:t>0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itchFamily="34" charset="0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6" name="组合 75">
            <a:extLst>
              <a:ext uri="{FF2B5EF4-FFF2-40B4-BE49-F238E27FC236}">
                <a16:creationId xmlns:a16="http://schemas.microsoft.com/office/drawing/2014/main" id="{E61A9EFC-19B2-469A-9228-229C0C71DE5F}"/>
              </a:ext>
            </a:extLst>
          </p:cNvPr>
          <p:cNvGrpSpPr/>
          <p:nvPr/>
        </p:nvGrpSpPr>
        <p:grpSpPr>
          <a:xfrm>
            <a:off x="6607665" y="1479019"/>
            <a:ext cx="2440101" cy="579957"/>
            <a:chOff x="665665" y="4732301"/>
            <a:chExt cx="1887609" cy="579957"/>
          </a:xfrm>
        </p:grpSpPr>
        <p:sp>
          <p:nvSpPr>
            <p:cNvPr id="77" name="矩形 76">
              <a:extLst>
                <a:ext uri="{FF2B5EF4-FFF2-40B4-BE49-F238E27FC236}">
                  <a16:creationId xmlns:a16="http://schemas.microsoft.com/office/drawing/2014/main" id="{937BB8D9-31AB-42B9-BDBC-CDD47629A2EC}"/>
                </a:ext>
              </a:extLst>
            </p:cNvPr>
            <p:cNvSpPr/>
            <p:nvPr/>
          </p:nvSpPr>
          <p:spPr>
            <a:xfrm>
              <a:off x="665666" y="4732301"/>
              <a:ext cx="1887608" cy="579957"/>
            </a:xfrm>
            <a:prstGeom prst="rect">
              <a:avLst/>
            </a:prstGeom>
            <a:solidFill>
              <a:sysClr val="windowText" lastClr="000000"/>
            </a:solidFill>
            <a:ln w="127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78" name="矩形 77">
              <a:extLst>
                <a:ext uri="{FF2B5EF4-FFF2-40B4-BE49-F238E27FC236}">
                  <a16:creationId xmlns:a16="http://schemas.microsoft.com/office/drawing/2014/main" id="{4BF26BA5-107F-4F0F-B30E-6DC9C4BEBDAF}"/>
                </a:ext>
              </a:extLst>
            </p:cNvPr>
            <p:cNvSpPr/>
            <p:nvPr/>
          </p:nvSpPr>
          <p:spPr>
            <a:xfrm>
              <a:off x="665665" y="4822224"/>
              <a:ext cx="1887609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</a:rPr>
                <a:t>K&gt;N</a:t>
              </a:r>
              <a:r>
                <a:rPr kumimoji="0" lang="zh-CN" alt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</a:rPr>
                <a:t>？是否可用？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79" name="文本框 78">
            <a:extLst>
              <a:ext uri="{FF2B5EF4-FFF2-40B4-BE49-F238E27FC236}">
                <a16:creationId xmlns:a16="http://schemas.microsoft.com/office/drawing/2014/main" id="{A6F8EA7A-A7A5-4ACA-BC5F-1C6906E65F1B}"/>
              </a:ext>
            </a:extLst>
          </p:cNvPr>
          <p:cNvSpPr txBox="1"/>
          <p:nvPr/>
        </p:nvSpPr>
        <p:spPr>
          <a:xfrm>
            <a:off x="3478456" y="90551"/>
            <a:ext cx="4870961" cy="58477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r>
              <a:rPr lang="en-US" altLang="zh-CN" sz="3200" dirty="0">
                <a:solidFill>
                  <a:srgbClr val="FF0000"/>
                </a:solidFill>
              </a:rPr>
              <a:t>256K×1</a:t>
            </a:r>
            <a:r>
              <a:rPr lang="zh-CN" altLang="en-US" sz="3200" dirty="0">
                <a:solidFill>
                  <a:schemeClr val="tx1"/>
                </a:solidFill>
              </a:rPr>
              <a:t>实现</a:t>
            </a:r>
            <a:r>
              <a:rPr lang="en-US" altLang="zh-CN" sz="3200" dirty="0">
                <a:solidFill>
                  <a:srgbClr val="FF0000"/>
                </a:solidFill>
              </a:rPr>
              <a:t>256K×32</a:t>
            </a:r>
            <a:r>
              <a:rPr lang="zh-CN" altLang="en-US" sz="3200" dirty="0">
                <a:solidFill>
                  <a:schemeClr val="tx1"/>
                </a:solidFill>
              </a:rPr>
              <a:t>？</a:t>
            </a:r>
          </a:p>
        </p:txBody>
      </p:sp>
    </p:spTree>
    <p:extLst>
      <p:ext uri="{BB962C8B-B14F-4D97-AF65-F5344CB8AC3E}">
        <p14:creationId xmlns:p14="http://schemas.microsoft.com/office/powerpoint/2010/main" val="24542144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5" presetClass="emph" presetSubtype="0" repeatCount="3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  <p:bldP spid="13" grpId="1" animBg="1"/>
      <p:bldP spid="14" grpId="0" animBg="1"/>
      <p:bldP spid="14" grpId="1" animBg="1"/>
      <p:bldP spid="15" grpId="0" animBg="1"/>
      <p:bldP spid="35" grpId="0" animBg="1"/>
      <p:bldP spid="79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3.5 </a:t>
            </a:r>
            <a:r>
              <a:rPr lang="zh-CN" altLang="en-US" dirty="0"/>
              <a:t>半导体存储器扩展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5"/>
            <a:ext cx="8229600" cy="3240358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3.5.1 </a:t>
            </a:r>
            <a:r>
              <a:rPr lang="zh-CN" altLang="en-US" dirty="0"/>
              <a:t>位扩展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3.5.2 </a:t>
            </a:r>
            <a:r>
              <a:rPr lang="zh-CN" altLang="en-US" dirty="0"/>
              <a:t>字扩展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3.5.3 </a:t>
            </a:r>
            <a:r>
              <a:rPr lang="zh-CN" altLang="en-US" dirty="0"/>
              <a:t>存储器扩展举例</a:t>
            </a:r>
            <a:endParaRPr lang="en-US" altLang="zh-CN" dirty="0"/>
          </a:p>
          <a:p>
            <a:pPr marL="0" indent="0">
              <a:spcBef>
                <a:spcPts val="1200"/>
              </a:spcBef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27584" y="2592199"/>
            <a:ext cx="2440092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3.5.2 </a:t>
            </a:r>
            <a:r>
              <a:rPr kumimoji="0" lang="zh-CN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字扩展</a:t>
            </a:r>
            <a:endParaRPr kumimoji="0" lang="en-US" altLang="zh-CN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40800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956285BE-77E0-4FB5-AA21-390A38BC62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504" y="0"/>
            <a:ext cx="8229600" cy="850106"/>
          </a:xfrm>
        </p:spPr>
        <p:txBody>
          <a:bodyPr/>
          <a:lstStyle/>
          <a:p>
            <a:r>
              <a:rPr lang="en-US" altLang="zh-CN" dirty="0"/>
              <a:t>3.5.2 </a:t>
            </a:r>
            <a:r>
              <a:rPr lang="zh-CN" altLang="en-US" dirty="0"/>
              <a:t>字扩展</a:t>
            </a:r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618A37DF-DE9D-440F-8538-FA17F537E8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51520" y="764704"/>
            <a:ext cx="8229600" cy="4857403"/>
          </a:xfrm>
        </p:spPr>
        <p:txBody>
          <a:bodyPr/>
          <a:lstStyle/>
          <a:p>
            <a:r>
              <a:rPr lang="zh-CN" altLang="en-US" sz="2400" dirty="0"/>
              <a:t>字数扩展</a:t>
            </a:r>
            <a:r>
              <a:rPr lang="en-US" altLang="zh-CN" sz="2400" dirty="0"/>
              <a:t>(</a:t>
            </a:r>
            <a:r>
              <a:rPr lang="zh-CN" altLang="en-US" sz="2400" dirty="0"/>
              <a:t>地址总线扩展</a:t>
            </a:r>
            <a:r>
              <a:rPr lang="en-US" altLang="zh-CN" sz="2400" dirty="0"/>
              <a:t>)</a:t>
            </a:r>
          </a:p>
          <a:p>
            <a:pPr lvl="1"/>
            <a:r>
              <a:rPr lang="zh-CN" altLang="en-US" sz="2400" dirty="0"/>
              <a:t>同一时刻仅一芯片工作</a:t>
            </a:r>
          </a:p>
          <a:p>
            <a:endParaRPr lang="zh-CN" altLang="en-US" sz="2400" dirty="0"/>
          </a:p>
        </p:txBody>
      </p:sp>
      <p:sp>
        <p:nvSpPr>
          <p:cNvPr id="97" name="文本框 96">
            <a:extLst>
              <a:ext uri="{FF2B5EF4-FFF2-40B4-BE49-F238E27FC236}">
                <a16:creationId xmlns:a16="http://schemas.microsoft.com/office/drawing/2014/main" id="{C57BE7B2-F551-40F2-9655-70361D9E4214}"/>
              </a:ext>
            </a:extLst>
          </p:cNvPr>
          <p:cNvSpPr txBox="1"/>
          <p:nvPr/>
        </p:nvSpPr>
        <p:spPr>
          <a:xfrm>
            <a:off x="3904176" y="129529"/>
            <a:ext cx="4870961" cy="58477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r>
              <a:rPr lang="en-US" altLang="zh-CN" sz="3200" dirty="0">
                <a:solidFill>
                  <a:srgbClr val="FF0000"/>
                </a:solidFill>
              </a:rPr>
              <a:t>256K×32</a:t>
            </a:r>
            <a:r>
              <a:rPr lang="zh-CN" altLang="en-US" sz="3200" dirty="0">
                <a:solidFill>
                  <a:schemeClr val="tx1"/>
                </a:solidFill>
              </a:rPr>
              <a:t>实现</a:t>
            </a:r>
            <a:r>
              <a:rPr lang="en-US" altLang="zh-CN" sz="3200" dirty="0">
                <a:solidFill>
                  <a:srgbClr val="FF0000"/>
                </a:solidFill>
              </a:rPr>
              <a:t>2M×32</a:t>
            </a:r>
            <a:r>
              <a:rPr lang="zh-CN" altLang="en-US" sz="3200" dirty="0">
                <a:solidFill>
                  <a:schemeClr val="tx1"/>
                </a:solidFill>
              </a:rPr>
              <a:t>？</a:t>
            </a:r>
          </a:p>
        </p:txBody>
      </p:sp>
      <p:grpSp>
        <p:nvGrpSpPr>
          <p:cNvPr id="98" name="Group 2">
            <a:extLst>
              <a:ext uri="{FF2B5EF4-FFF2-40B4-BE49-F238E27FC236}">
                <a16:creationId xmlns:a16="http://schemas.microsoft.com/office/drawing/2014/main" id="{070AF1B4-0761-481E-B177-A34B232FDB93}"/>
              </a:ext>
            </a:extLst>
          </p:cNvPr>
          <p:cNvGrpSpPr>
            <a:grpSpLocks/>
          </p:cNvGrpSpPr>
          <p:nvPr/>
        </p:nvGrpSpPr>
        <p:grpSpPr bwMode="auto">
          <a:xfrm>
            <a:off x="1631371" y="3136059"/>
            <a:ext cx="5656256" cy="364287"/>
            <a:chOff x="1277" y="2074"/>
            <a:chExt cx="3563" cy="284"/>
          </a:xfrm>
        </p:grpSpPr>
        <p:sp>
          <p:nvSpPr>
            <p:cNvPr id="99" name="Line 3">
              <a:extLst>
                <a:ext uri="{FF2B5EF4-FFF2-40B4-BE49-F238E27FC236}">
                  <a16:creationId xmlns:a16="http://schemas.microsoft.com/office/drawing/2014/main" id="{145F0F16-B6B1-417E-B7C9-D2220CC3BAF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1806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" name="Line 4">
              <a:extLst>
                <a:ext uri="{FF2B5EF4-FFF2-40B4-BE49-F238E27FC236}">
                  <a16:creationId xmlns:a16="http://schemas.microsoft.com/office/drawing/2014/main" id="{EE0AC3EE-6714-4C3D-9C93-FD43225DC61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692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" name="Line 5">
              <a:extLst>
                <a:ext uri="{FF2B5EF4-FFF2-40B4-BE49-F238E27FC236}">
                  <a16:creationId xmlns:a16="http://schemas.microsoft.com/office/drawing/2014/main" id="{40AA963B-1618-4AB4-B238-080A9E8D71C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4840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" name="Line 6">
              <a:extLst>
                <a:ext uri="{FF2B5EF4-FFF2-40B4-BE49-F238E27FC236}">
                  <a16:creationId xmlns:a16="http://schemas.microsoft.com/office/drawing/2014/main" id="{1BAF091C-0AD1-40E2-9771-078EAF7BAE3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575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" name="Line 8">
              <a:extLst>
                <a:ext uri="{FF2B5EF4-FFF2-40B4-BE49-F238E27FC236}">
                  <a16:creationId xmlns:a16="http://schemas.microsoft.com/office/drawing/2014/main" id="{9583656B-B57A-4C60-9C9A-765AB8723CA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77" y="2074"/>
              <a:ext cx="3563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04" name="Rectangle 14">
            <a:extLst>
              <a:ext uri="{FF2B5EF4-FFF2-40B4-BE49-F238E27FC236}">
                <a16:creationId xmlns:a16="http://schemas.microsoft.com/office/drawing/2014/main" id="{6B641FD1-68E2-499A-9BA3-4D578C8D604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599341" y="2742195"/>
            <a:ext cx="908050" cy="45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r"/>
            <a:r>
              <a: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17-0</a:t>
            </a:r>
            <a:endParaRPr lang="en-US" altLang="zh-CN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5" name="Line 34">
            <a:extLst>
              <a:ext uri="{FF2B5EF4-FFF2-40B4-BE49-F238E27FC236}">
                <a16:creationId xmlns:a16="http://schemas.microsoft.com/office/drawing/2014/main" id="{62B297D2-7819-4A4A-B357-610627830141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658251" y="2770520"/>
            <a:ext cx="5901532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6" name="Line 35">
            <a:extLst>
              <a:ext uri="{FF2B5EF4-FFF2-40B4-BE49-F238E27FC236}">
                <a16:creationId xmlns:a16="http://schemas.microsoft.com/office/drawing/2014/main" id="{946157A2-E5B3-4298-95E2-EF5021254595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673812" y="5646158"/>
            <a:ext cx="6486296" cy="0"/>
          </a:xfrm>
          <a:prstGeom prst="line">
            <a:avLst/>
          </a:prstGeom>
          <a:noFill/>
          <a:ln w="76200">
            <a:solidFill>
              <a:srgbClr val="008000"/>
            </a:solidFill>
            <a:round/>
            <a:headEnd type="triangle" w="sm" len="sm"/>
            <a:tailEnd type="triangle" w="sm" len="sm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" name="Line 36">
            <a:extLst>
              <a:ext uri="{FF2B5EF4-FFF2-40B4-BE49-F238E27FC236}">
                <a16:creationId xmlns:a16="http://schemas.microsoft.com/office/drawing/2014/main" id="{03693E49-1C54-4C1F-AD54-871CE91C503D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668988" y="2075143"/>
            <a:ext cx="831810" cy="0"/>
          </a:xfrm>
          <a:prstGeom prst="line">
            <a:avLst/>
          </a:prstGeom>
          <a:noFill/>
          <a:ln w="19050" cap="sq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08" name="Group 37">
            <a:extLst>
              <a:ext uri="{FF2B5EF4-FFF2-40B4-BE49-F238E27FC236}">
                <a16:creationId xmlns:a16="http://schemas.microsoft.com/office/drawing/2014/main" id="{EDE7B687-1C00-4965-A02E-B91DC5C84610}"/>
              </a:ext>
            </a:extLst>
          </p:cNvPr>
          <p:cNvGrpSpPr>
            <a:grpSpLocks/>
          </p:cNvGrpSpPr>
          <p:nvPr/>
        </p:nvGrpSpPr>
        <p:grpSpPr bwMode="auto">
          <a:xfrm>
            <a:off x="2761984" y="2770408"/>
            <a:ext cx="4856168" cy="740121"/>
            <a:chOff x="1890" y="1843"/>
            <a:chExt cx="3059" cy="458"/>
          </a:xfrm>
        </p:grpSpPr>
        <p:sp>
          <p:nvSpPr>
            <p:cNvPr id="109" name="Line 38">
              <a:extLst>
                <a:ext uri="{FF2B5EF4-FFF2-40B4-BE49-F238E27FC236}">
                  <a16:creationId xmlns:a16="http://schemas.microsoft.com/office/drawing/2014/main" id="{9D8A2728-C6EE-4578-9BCB-06515F5184E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949" y="1843"/>
              <a:ext cx="0" cy="458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" name="Line 39">
              <a:extLst>
                <a:ext uri="{FF2B5EF4-FFF2-40B4-BE49-F238E27FC236}">
                  <a16:creationId xmlns:a16="http://schemas.microsoft.com/office/drawing/2014/main" id="{10A6A89B-1613-41F7-BDC5-DBD157FFCDF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86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" name="Line 40">
              <a:extLst>
                <a:ext uri="{FF2B5EF4-FFF2-40B4-BE49-F238E27FC236}">
                  <a16:creationId xmlns:a16="http://schemas.microsoft.com/office/drawing/2014/main" id="{7FB0BB34-8A07-4209-9845-620F93040B6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90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" name="Line 41">
              <a:extLst>
                <a:ext uri="{FF2B5EF4-FFF2-40B4-BE49-F238E27FC236}">
                  <a16:creationId xmlns:a16="http://schemas.microsoft.com/office/drawing/2014/main" id="{E18B686D-7717-419D-B844-9156E785707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72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3" name="Group 43">
            <a:extLst>
              <a:ext uri="{FF2B5EF4-FFF2-40B4-BE49-F238E27FC236}">
                <a16:creationId xmlns:a16="http://schemas.microsoft.com/office/drawing/2014/main" id="{E35E1292-595D-4117-83E8-55ED23629060}"/>
              </a:ext>
            </a:extLst>
          </p:cNvPr>
          <p:cNvGrpSpPr>
            <a:grpSpLocks/>
          </p:cNvGrpSpPr>
          <p:nvPr/>
        </p:nvGrpSpPr>
        <p:grpSpPr bwMode="auto">
          <a:xfrm>
            <a:off x="3101345" y="2406786"/>
            <a:ext cx="4852988" cy="1103251"/>
            <a:chOff x="2058" y="1526"/>
            <a:chExt cx="3057" cy="829"/>
          </a:xfrm>
        </p:grpSpPr>
        <p:sp>
          <p:nvSpPr>
            <p:cNvPr id="114" name="Line 44">
              <a:extLst>
                <a:ext uri="{FF2B5EF4-FFF2-40B4-BE49-F238E27FC236}">
                  <a16:creationId xmlns:a16="http://schemas.microsoft.com/office/drawing/2014/main" id="{050D638B-DF61-4690-9AEB-FFCBD1CAECE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955" y="1526"/>
              <a:ext cx="0" cy="829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" name="Line 45">
              <a:extLst>
                <a:ext uri="{FF2B5EF4-FFF2-40B4-BE49-F238E27FC236}">
                  <a16:creationId xmlns:a16="http://schemas.microsoft.com/office/drawing/2014/main" id="{28D10FA1-32EA-4334-87CE-9E3859A93F9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853" y="1526"/>
              <a:ext cx="0" cy="829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" name="Line 46">
              <a:extLst>
                <a:ext uri="{FF2B5EF4-FFF2-40B4-BE49-F238E27FC236}">
                  <a16:creationId xmlns:a16="http://schemas.microsoft.com/office/drawing/2014/main" id="{6B42FC70-8126-41C6-AC0D-6C0CFC2097B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058" y="1526"/>
              <a:ext cx="0" cy="829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" name="Line 47">
              <a:extLst>
                <a:ext uri="{FF2B5EF4-FFF2-40B4-BE49-F238E27FC236}">
                  <a16:creationId xmlns:a16="http://schemas.microsoft.com/office/drawing/2014/main" id="{B86B776C-0AD8-4E09-AD4A-1C41675C5D4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5115" y="1526"/>
              <a:ext cx="0" cy="829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8" name="组合 117">
            <a:extLst>
              <a:ext uri="{FF2B5EF4-FFF2-40B4-BE49-F238E27FC236}">
                <a16:creationId xmlns:a16="http://schemas.microsoft.com/office/drawing/2014/main" id="{2EB110F7-451B-4EC1-8662-44DAC5A6F304}"/>
              </a:ext>
            </a:extLst>
          </p:cNvPr>
          <p:cNvGrpSpPr/>
          <p:nvPr/>
        </p:nvGrpSpPr>
        <p:grpSpPr>
          <a:xfrm>
            <a:off x="2771581" y="4836287"/>
            <a:ext cx="5623287" cy="777386"/>
            <a:chOff x="4691448" y="4324426"/>
            <a:chExt cx="5623287" cy="796472"/>
          </a:xfrm>
        </p:grpSpPr>
        <p:sp>
          <p:nvSpPr>
            <p:cNvPr id="119" name="Line 13">
              <a:extLst>
                <a:ext uri="{FF2B5EF4-FFF2-40B4-BE49-F238E27FC236}">
                  <a16:creationId xmlns:a16="http://schemas.microsoft.com/office/drawing/2014/main" id="{A6A02B0C-89EA-4F96-BA39-B79A04E3FAD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526179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" name="Rectangle 15">
              <a:extLst>
                <a:ext uri="{FF2B5EF4-FFF2-40B4-BE49-F238E27FC236}">
                  <a16:creationId xmlns:a16="http://schemas.microsoft.com/office/drawing/2014/main" id="{3BC827B7-17D4-40BC-B67B-7BE6072250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588091" y="4518013"/>
              <a:ext cx="726644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~ 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" name="Rectangle 16">
              <a:extLst>
                <a:ext uri="{FF2B5EF4-FFF2-40B4-BE49-F238E27FC236}">
                  <a16:creationId xmlns:a16="http://schemas.microsoft.com/office/drawing/2014/main" id="{801F440B-E4C9-4AF3-8044-5C881C5D43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38910" y="4527772"/>
              <a:ext cx="772301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~ 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" name="Rectangle 17">
              <a:extLst>
                <a:ext uri="{FF2B5EF4-FFF2-40B4-BE49-F238E27FC236}">
                  <a16:creationId xmlns:a16="http://schemas.microsoft.com/office/drawing/2014/main" id="{2F0D2464-7950-4EF7-80D2-5331E9C595C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89136" y="4526194"/>
              <a:ext cx="706768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~ 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" name="Rectangle 18">
              <a:extLst>
                <a:ext uri="{FF2B5EF4-FFF2-40B4-BE49-F238E27FC236}">
                  <a16:creationId xmlns:a16="http://schemas.microsoft.com/office/drawing/2014/main" id="{2ADB0D10-A23F-4E41-9920-CBE927FFE3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57163" y="4526194"/>
              <a:ext cx="724475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~ 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" name="Line 51">
              <a:extLst>
                <a:ext uri="{FF2B5EF4-FFF2-40B4-BE49-F238E27FC236}">
                  <a16:creationId xmlns:a16="http://schemas.microsoft.com/office/drawing/2014/main" id="{0089460E-3885-4EC1-B1CA-72175D8A63D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9539229" y="4331910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" name="Line 52">
              <a:extLst>
                <a:ext uri="{FF2B5EF4-FFF2-40B4-BE49-F238E27FC236}">
                  <a16:creationId xmlns:a16="http://schemas.microsoft.com/office/drawing/2014/main" id="{30F7ED18-3AE9-4D04-B89E-16692BCB891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126712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" name="Line 53">
              <a:extLst>
                <a:ext uri="{FF2B5EF4-FFF2-40B4-BE49-F238E27FC236}">
                  <a16:creationId xmlns:a16="http://schemas.microsoft.com/office/drawing/2014/main" id="{1F2702F0-CF6F-4BC8-8EF4-B412A299243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691448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953482ED-0C49-4CD7-B17B-F9FA8481E60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138374" y="4331910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28" name="Text Box 54">
            <a:extLst>
              <a:ext uri="{FF2B5EF4-FFF2-40B4-BE49-F238E27FC236}">
                <a16:creationId xmlns:a16="http://schemas.microsoft.com/office/drawing/2014/main" id="{159E80BF-2DFF-48B0-9CB5-FA0B05A5C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3" y="6292972"/>
            <a:ext cx="8896740" cy="461665"/>
          </a:xfrm>
          <a:prstGeom prst="rect">
            <a:avLst/>
          </a:prstGeom>
          <a:ln/>
          <a:extLst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9pPr>
          </a:lstStyle>
          <a:p>
            <a:pPr algn="r" eaLnBrk="1" hangingPunct="1">
              <a:defRPr/>
            </a:pPr>
            <a:r>
              <a:rPr lang="zh-CN" altLang="en-US" sz="2400" dirty="0">
                <a:latin typeface="+mn-ea"/>
                <a:ea typeface="+mn-ea"/>
              </a:rPr>
              <a:t>存储系统容量为 </a:t>
            </a:r>
            <a:r>
              <a:rPr lang="en-US" altLang="zh-CN" sz="2400" dirty="0">
                <a:latin typeface="+mn-ea"/>
                <a:ea typeface="+mn-ea"/>
              </a:rPr>
              <a:t>M</a:t>
            </a:r>
            <a:r>
              <a:rPr lang="zh-CN" altLang="en-US" sz="2400" dirty="0">
                <a:latin typeface="+mn-ea"/>
                <a:ea typeface="+mn-ea"/>
              </a:rPr>
              <a:t>，若使用容量</a:t>
            </a:r>
            <a:r>
              <a:rPr lang="en-US" altLang="zh-CN" sz="2400" dirty="0">
                <a:latin typeface="+mn-ea"/>
                <a:ea typeface="+mn-ea"/>
              </a:rPr>
              <a:t>l</a:t>
            </a:r>
            <a:r>
              <a:rPr lang="zh-CN" altLang="en-US" sz="2400" dirty="0">
                <a:latin typeface="+mn-ea"/>
                <a:ea typeface="+mn-ea"/>
              </a:rPr>
              <a:t>的芯片，</a:t>
            </a:r>
            <a:r>
              <a:rPr lang="en-US" altLang="zh-CN" sz="2400" dirty="0">
                <a:latin typeface="+mn-ea"/>
                <a:ea typeface="+mn-ea"/>
              </a:rPr>
              <a:t>l&lt;M</a:t>
            </a:r>
            <a:r>
              <a:rPr lang="zh-CN" altLang="en-US" sz="2400" dirty="0">
                <a:latin typeface="+mn-ea"/>
                <a:ea typeface="+mn-ea"/>
              </a:rPr>
              <a:t>，需（</a:t>
            </a:r>
            <a:r>
              <a:rPr lang="en-US" altLang="zh-CN" sz="2400" dirty="0">
                <a:latin typeface="+mn-ea"/>
                <a:ea typeface="+mn-ea"/>
              </a:rPr>
              <a:t>M/l</a:t>
            </a:r>
            <a:r>
              <a:rPr lang="zh-CN" altLang="en-US" sz="2400" dirty="0">
                <a:latin typeface="+mn-ea"/>
                <a:ea typeface="+mn-ea"/>
              </a:rPr>
              <a:t>）个芯片</a:t>
            </a:r>
          </a:p>
        </p:txBody>
      </p:sp>
      <p:grpSp>
        <p:nvGrpSpPr>
          <p:cNvPr id="129" name="Group 56">
            <a:extLst>
              <a:ext uri="{FF2B5EF4-FFF2-40B4-BE49-F238E27FC236}">
                <a16:creationId xmlns:a16="http://schemas.microsoft.com/office/drawing/2014/main" id="{2B594D37-0034-460A-B565-80670D9E8109}"/>
              </a:ext>
            </a:extLst>
          </p:cNvPr>
          <p:cNvGrpSpPr>
            <a:grpSpLocks/>
          </p:cNvGrpSpPr>
          <p:nvPr/>
        </p:nvGrpSpPr>
        <p:grpSpPr bwMode="auto">
          <a:xfrm>
            <a:off x="6454698" y="4106877"/>
            <a:ext cx="368165" cy="54399"/>
            <a:chOff x="4096" y="2541"/>
            <a:chExt cx="379" cy="56"/>
          </a:xfrm>
        </p:grpSpPr>
        <p:sp>
          <p:nvSpPr>
            <p:cNvPr id="130" name="Oval 27">
              <a:extLst>
                <a:ext uri="{FF2B5EF4-FFF2-40B4-BE49-F238E27FC236}">
                  <a16:creationId xmlns:a16="http://schemas.microsoft.com/office/drawing/2014/main" id="{1436C665-4B16-4D17-B765-CA4F8513A3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22" y="2541"/>
              <a:ext cx="53" cy="56"/>
            </a:xfrm>
            <a:prstGeom prst="ellipse">
              <a:avLst/>
            </a:prstGeom>
            <a:solidFill>
              <a:srgbClr val="FFCC00">
                <a:alpha val="89803"/>
              </a:srgbClr>
            </a:solidFill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zh-CN" altLang="en-US" sz="1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" name="Oval 28">
              <a:extLst>
                <a:ext uri="{FF2B5EF4-FFF2-40B4-BE49-F238E27FC236}">
                  <a16:creationId xmlns:a16="http://schemas.microsoft.com/office/drawing/2014/main" id="{3E3BDE50-86C0-4E0D-A78E-7065A5897D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96" y="2541"/>
              <a:ext cx="52" cy="56"/>
            </a:xfrm>
            <a:prstGeom prst="ellipse">
              <a:avLst/>
            </a:prstGeom>
            <a:solidFill>
              <a:srgbClr val="FFCC00">
                <a:alpha val="89803"/>
              </a:srgbClr>
            </a:solidFill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zh-CN" altLang="en-US" sz="1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" name="Oval 29">
              <a:extLst>
                <a:ext uri="{FF2B5EF4-FFF2-40B4-BE49-F238E27FC236}">
                  <a16:creationId xmlns:a16="http://schemas.microsoft.com/office/drawing/2014/main" id="{958E6957-1F0C-4D75-B7F1-59CE802F31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" y="2541"/>
              <a:ext cx="53" cy="56"/>
            </a:xfrm>
            <a:prstGeom prst="ellipse">
              <a:avLst/>
            </a:prstGeom>
            <a:solidFill>
              <a:srgbClr val="FFCC00">
                <a:alpha val="89803"/>
              </a:srgbClr>
            </a:solidFill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zh-CN" altLang="en-US" sz="1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33" name="组合 132">
            <a:extLst>
              <a:ext uri="{FF2B5EF4-FFF2-40B4-BE49-F238E27FC236}">
                <a16:creationId xmlns:a16="http://schemas.microsoft.com/office/drawing/2014/main" id="{7D387A64-1EEC-4CF8-9835-7B5762713AE4}"/>
              </a:ext>
            </a:extLst>
          </p:cNvPr>
          <p:cNvGrpSpPr/>
          <p:nvPr/>
        </p:nvGrpSpPr>
        <p:grpSpPr>
          <a:xfrm>
            <a:off x="2198108" y="3468493"/>
            <a:ext cx="1160869" cy="1486746"/>
            <a:chOff x="7569723" y="3328852"/>
            <a:chExt cx="1160869" cy="1486746"/>
          </a:xfrm>
        </p:grpSpPr>
        <p:sp>
          <p:nvSpPr>
            <p:cNvPr id="134" name="Rectangle 8">
              <a:extLst>
                <a:ext uri="{FF2B5EF4-FFF2-40B4-BE49-F238E27FC236}">
                  <a16:creationId xmlns:a16="http://schemas.microsoft.com/office/drawing/2014/main" id="{6610BFCE-6F26-4363-98C8-1E2B66E9B1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96819" y="3359908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>
                <a:defRPr/>
              </a:pPr>
              <a:endParaRPr lang="en-US" altLang="zh-CN" sz="20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" name="矩形 134">
              <a:extLst>
                <a:ext uri="{FF2B5EF4-FFF2-40B4-BE49-F238E27FC236}">
                  <a16:creationId xmlns:a16="http://schemas.microsoft.com/office/drawing/2014/main" id="{FDE971E6-58CC-4607-BD25-90822278F1FC}"/>
                </a:ext>
              </a:extLst>
            </p:cNvPr>
            <p:cNvSpPr/>
            <p:nvPr/>
          </p:nvSpPr>
          <p:spPr>
            <a:xfrm>
              <a:off x="7569723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WE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6" name="矩形 135">
              <a:extLst>
                <a:ext uri="{FF2B5EF4-FFF2-40B4-BE49-F238E27FC236}">
                  <a16:creationId xmlns:a16="http://schemas.microsoft.com/office/drawing/2014/main" id="{66AC5C28-A5E0-4279-AF27-59A6001507C3}"/>
                </a:ext>
              </a:extLst>
            </p:cNvPr>
            <p:cNvSpPr/>
            <p:nvPr/>
          </p:nvSpPr>
          <p:spPr>
            <a:xfrm>
              <a:off x="7989076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24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7" name="矩形 136">
              <a:extLst>
                <a:ext uri="{FF2B5EF4-FFF2-40B4-BE49-F238E27FC236}">
                  <a16:creationId xmlns:a16="http://schemas.microsoft.com/office/drawing/2014/main" id="{592CB5B0-02FB-4522-AAC8-C39796049905}"/>
                </a:ext>
              </a:extLst>
            </p:cNvPr>
            <p:cNvSpPr/>
            <p:nvPr/>
          </p:nvSpPr>
          <p:spPr>
            <a:xfrm>
              <a:off x="7977125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8" name="矩形 137">
              <a:extLst>
                <a:ext uri="{FF2B5EF4-FFF2-40B4-BE49-F238E27FC236}">
                  <a16:creationId xmlns:a16="http://schemas.microsoft.com/office/drawing/2014/main" id="{09A84B79-1C0D-41A7-BACA-55A75CFDFF19}"/>
                </a:ext>
              </a:extLst>
            </p:cNvPr>
            <p:cNvSpPr/>
            <p:nvPr/>
          </p:nvSpPr>
          <p:spPr>
            <a:xfrm>
              <a:off x="8259877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9" name="矩形 138">
              <a:extLst>
                <a:ext uri="{FF2B5EF4-FFF2-40B4-BE49-F238E27FC236}">
                  <a16:creationId xmlns:a16="http://schemas.microsoft.com/office/drawing/2014/main" id="{0063EB4C-051F-441D-8C02-42DEE0D0C11E}"/>
                </a:ext>
              </a:extLst>
            </p:cNvPr>
            <p:cNvSpPr/>
            <p:nvPr/>
          </p:nvSpPr>
          <p:spPr>
            <a:xfrm>
              <a:off x="7577138" y="3825087"/>
              <a:ext cx="115345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256K×8</a:t>
              </a:r>
            </a:p>
          </p:txBody>
        </p:sp>
      </p:grpSp>
      <p:grpSp>
        <p:nvGrpSpPr>
          <p:cNvPr id="140" name="组合 139">
            <a:extLst>
              <a:ext uri="{FF2B5EF4-FFF2-40B4-BE49-F238E27FC236}">
                <a16:creationId xmlns:a16="http://schemas.microsoft.com/office/drawing/2014/main" id="{3E9BD4D3-FDC8-4494-81AB-A6BC9F2E79AC}"/>
              </a:ext>
            </a:extLst>
          </p:cNvPr>
          <p:cNvGrpSpPr/>
          <p:nvPr/>
        </p:nvGrpSpPr>
        <p:grpSpPr>
          <a:xfrm>
            <a:off x="3622703" y="3468493"/>
            <a:ext cx="1160869" cy="1486746"/>
            <a:chOff x="7722123" y="3328852"/>
            <a:chExt cx="1160869" cy="1486746"/>
          </a:xfrm>
        </p:grpSpPr>
        <p:sp>
          <p:nvSpPr>
            <p:cNvPr id="141" name="Rectangle 8">
              <a:extLst>
                <a:ext uri="{FF2B5EF4-FFF2-40B4-BE49-F238E27FC236}">
                  <a16:creationId xmlns:a16="http://schemas.microsoft.com/office/drawing/2014/main" id="{ED579D18-6603-4AA8-8698-FC005259CFA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749219" y="3359908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>
                <a:defRPr/>
              </a:pPr>
              <a:endParaRPr lang="en-US" altLang="zh-CN" sz="20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2" name="矩形 141">
              <a:extLst>
                <a:ext uri="{FF2B5EF4-FFF2-40B4-BE49-F238E27FC236}">
                  <a16:creationId xmlns:a16="http://schemas.microsoft.com/office/drawing/2014/main" id="{445A3ED1-E961-4EBF-A3E5-C43966FD09B9}"/>
                </a:ext>
              </a:extLst>
            </p:cNvPr>
            <p:cNvSpPr/>
            <p:nvPr/>
          </p:nvSpPr>
          <p:spPr>
            <a:xfrm>
              <a:off x="7722123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WE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" name="矩形 142">
              <a:extLst>
                <a:ext uri="{FF2B5EF4-FFF2-40B4-BE49-F238E27FC236}">
                  <a16:creationId xmlns:a16="http://schemas.microsoft.com/office/drawing/2014/main" id="{8775D0CD-4789-4780-8201-97D9E9F6DB21}"/>
                </a:ext>
              </a:extLst>
            </p:cNvPr>
            <p:cNvSpPr/>
            <p:nvPr/>
          </p:nvSpPr>
          <p:spPr>
            <a:xfrm>
              <a:off x="8141476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24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" name="矩形 143">
              <a:extLst>
                <a:ext uri="{FF2B5EF4-FFF2-40B4-BE49-F238E27FC236}">
                  <a16:creationId xmlns:a16="http://schemas.microsoft.com/office/drawing/2014/main" id="{E1FCF536-59D8-44F4-8179-3718C6EC7359}"/>
                </a:ext>
              </a:extLst>
            </p:cNvPr>
            <p:cNvSpPr/>
            <p:nvPr/>
          </p:nvSpPr>
          <p:spPr>
            <a:xfrm>
              <a:off x="8129525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5" name="矩形 144">
              <a:extLst>
                <a:ext uri="{FF2B5EF4-FFF2-40B4-BE49-F238E27FC236}">
                  <a16:creationId xmlns:a16="http://schemas.microsoft.com/office/drawing/2014/main" id="{DC3E60DB-1C99-4401-8F5E-D689B5451870}"/>
                </a:ext>
              </a:extLst>
            </p:cNvPr>
            <p:cNvSpPr/>
            <p:nvPr/>
          </p:nvSpPr>
          <p:spPr>
            <a:xfrm>
              <a:off x="8412277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6" name="矩形 145">
              <a:extLst>
                <a:ext uri="{FF2B5EF4-FFF2-40B4-BE49-F238E27FC236}">
                  <a16:creationId xmlns:a16="http://schemas.microsoft.com/office/drawing/2014/main" id="{BBB4A0C4-9371-4B1D-8D87-1A9F2EEFE515}"/>
                </a:ext>
              </a:extLst>
            </p:cNvPr>
            <p:cNvSpPr/>
            <p:nvPr/>
          </p:nvSpPr>
          <p:spPr>
            <a:xfrm>
              <a:off x="7729538" y="3825087"/>
              <a:ext cx="115345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256K×8</a:t>
              </a:r>
            </a:p>
          </p:txBody>
        </p:sp>
      </p:grpSp>
      <p:grpSp>
        <p:nvGrpSpPr>
          <p:cNvPr id="147" name="组合 146">
            <a:extLst>
              <a:ext uri="{FF2B5EF4-FFF2-40B4-BE49-F238E27FC236}">
                <a16:creationId xmlns:a16="http://schemas.microsoft.com/office/drawing/2014/main" id="{0FF825A6-8F57-4B63-9982-7B28521AC908}"/>
              </a:ext>
            </a:extLst>
          </p:cNvPr>
          <p:cNvGrpSpPr/>
          <p:nvPr/>
        </p:nvGrpSpPr>
        <p:grpSpPr>
          <a:xfrm>
            <a:off x="5037773" y="3468493"/>
            <a:ext cx="1160869" cy="1486746"/>
            <a:chOff x="7864998" y="3328852"/>
            <a:chExt cx="1160869" cy="1486746"/>
          </a:xfrm>
        </p:grpSpPr>
        <p:sp>
          <p:nvSpPr>
            <p:cNvPr id="148" name="Rectangle 8">
              <a:extLst>
                <a:ext uri="{FF2B5EF4-FFF2-40B4-BE49-F238E27FC236}">
                  <a16:creationId xmlns:a16="http://schemas.microsoft.com/office/drawing/2014/main" id="{CCAEC277-FA25-4DAF-BA7B-E8B5037369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>
                <a:defRPr/>
              </a:pPr>
              <a:endParaRPr lang="en-US" altLang="zh-CN" sz="20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9" name="矩形 148">
              <a:extLst>
                <a:ext uri="{FF2B5EF4-FFF2-40B4-BE49-F238E27FC236}">
                  <a16:creationId xmlns:a16="http://schemas.microsoft.com/office/drawing/2014/main" id="{9C504951-24BB-4253-9334-98EA8F4C6D2D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WE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0" name="矩形 149">
              <a:extLst>
                <a:ext uri="{FF2B5EF4-FFF2-40B4-BE49-F238E27FC236}">
                  <a16:creationId xmlns:a16="http://schemas.microsoft.com/office/drawing/2014/main" id="{3B64A5E1-8BB8-4DEA-BB39-93E00760F076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24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1" name="矩形 150">
              <a:extLst>
                <a:ext uri="{FF2B5EF4-FFF2-40B4-BE49-F238E27FC236}">
                  <a16:creationId xmlns:a16="http://schemas.microsoft.com/office/drawing/2014/main" id="{4FD4E83C-EB07-43D0-930F-B073B099A5F4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2" name="矩形 151">
              <a:extLst>
                <a:ext uri="{FF2B5EF4-FFF2-40B4-BE49-F238E27FC236}">
                  <a16:creationId xmlns:a16="http://schemas.microsoft.com/office/drawing/2014/main" id="{4B321E76-E4C3-436E-832D-A8C1B3661010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" name="矩形 152">
              <a:extLst>
                <a:ext uri="{FF2B5EF4-FFF2-40B4-BE49-F238E27FC236}">
                  <a16:creationId xmlns:a16="http://schemas.microsoft.com/office/drawing/2014/main" id="{212F8336-32B5-4B03-A445-3B40915E1800}"/>
                </a:ext>
              </a:extLst>
            </p:cNvPr>
            <p:cNvSpPr/>
            <p:nvPr/>
          </p:nvSpPr>
          <p:spPr>
            <a:xfrm>
              <a:off x="7872413" y="3825087"/>
              <a:ext cx="115345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256K×8</a:t>
              </a:r>
            </a:p>
          </p:txBody>
        </p:sp>
      </p:grpSp>
      <p:grpSp>
        <p:nvGrpSpPr>
          <p:cNvPr id="154" name="组合 153">
            <a:extLst>
              <a:ext uri="{FF2B5EF4-FFF2-40B4-BE49-F238E27FC236}">
                <a16:creationId xmlns:a16="http://schemas.microsoft.com/office/drawing/2014/main" id="{8E8097FF-4A3C-42B4-9019-6D3B586DFA79}"/>
              </a:ext>
            </a:extLst>
          </p:cNvPr>
          <p:cNvGrpSpPr/>
          <p:nvPr/>
        </p:nvGrpSpPr>
        <p:grpSpPr>
          <a:xfrm>
            <a:off x="7035220" y="3478981"/>
            <a:ext cx="1160869" cy="1486746"/>
            <a:chOff x="7864998" y="3328852"/>
            <a:chExt cx="1160869" cy="1486746"/>
          </a:xfrm>
        </p:grpSpPr>
        <p:sp>
          <p:nvSpPr>
            <p:cNvPr id="155" name="Rectangle 8">
              <a:extLst>
                <a:ext uri="{FF2B5EF4-FFF2-40B4-BE49-F238E27FC236}">
                  <a16:creationId xmlns:a16="http://schemas.microsoft.com/office/drawing/2014/main" id="{62B9BE1B-8C14-4692-B964-C76B7076FB8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>
                <a:defRPr/>
              </a:pPr>
              <a:endParaRPr lang="en-US" altLang="zh-CN" sz="20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6" name="矩形 155">
              <a:extLst>
                <a:ext uri="{FF2B5EF4-FFF2-40B4-BE49-F238E27FC236}">
                  <a16:creationId xmlns:a16="http://schemas.microsoft.com/office/drawing/2014/main" id="{D242CBCC-5D07-4CB2-A37F-1E5B0454723D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WE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7" name="矩形 156">
              <a:extLst>
                <a:ext uri="{FF2B5EF4-FFF2-40B4-BE49-F238E27FC236}">
                  <a16:creationId xmlns:a16="http://schemas.microsoft.com/office/drawing/2014/main" id="{13E418DD-E8B8-4EA9-BB68-F7BE19D0272B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24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8" name="矩形 157">
              <a:extLst>
                <a:ext uri="{FF2B5EF4-FFF2-40B4-BE49-F238E27FC236}">
                  <a16:creationId xmlns:a16="http://schemas.microsoft.com/office/drawing/2014/main" id="{95ED6CBD-55BC-4E80-9B50-2A0A4870B898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9" name="矩形 158">
              <a:extLst>
                <a:ext uri="{FF2B5EF4-FFF2-40B4-BE49-F238E27FC236}">
                  <a16:creationId xmlns:a16="http://schemas.microsoft.com/office/drawing/2014/main" id="{6F40583A-8D73-4AB8-90A2-A6D30154B4FD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0" name="矩形 159">
              <a:extLst>
                <a:ext uri="{FF2B5EF4-FFF2-40B4-BE49-F238E27FC236}">
                  <a16:creationId xmlns:a16="http://schemas.microsoft.com/office/drawing/2014/main" id="{F8581D96-BE26-48E5-BAF4-61A61EBD3476}"/>
                </a:ext>
              </a:extLst>
            </p:cNvPr>
            <p:cNvSpPr/>
            <p:nvPr/>
          </p:nvSpPr>
          <p:spPr>
            <a:xfrm>
              <a:off x="7872413" y="3825087"/>
              <a:ext cx="115345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256K×8</a:t>
              </a:r>
            </a:p>
          </p:txBody>
        </p:sp>
      </p:grpSp>
      <p:grpSp>
        <p:nvGrpSpPr>
          <p:cNvPr id="161" name="Group 14">
            <a:extLst>
              <a:ext uri="{FF2B5EF4-FFF2-40B4-BE49-F238E27FC236}">
                <a16:creationId xmlns:a16="http://schemas.microsoft.com/office/drawing/2014/main" id="{4A61F2ED-DB80-4BB5-909E-0BABC71EE472}"/>
              </a:ext>
            </a:extLst>
          </p:cNvPr>
          <p:cNvGrpSpPr>
            <a:grpSpLocks/>
          </p:cNvGrpSpPr>
          <p:nvPr/>
        </p:nvGrpSpPr>
        <p:grpSpPr bwMode="auto">
          <a:xfrm>
            <a:off x="421695" y="1914083"/>
            <a:ext cx="1247293" cy="4058617"/>
            <a:chOff x="580" y="1369"/>
            <a:chExt cx="697" cy="226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62" name="Rectangle 15">
              <a:extLst>
                <a:ext uri="{FF2B5EF4-FFF2-40B4-BE49-F238E27FC236}">
                  <a16:creationId xmlns:a16="http://schemas.microsoft.com/office/drawing/2014/main" id="{0AE3A4DB-C8BD-4D0D-89F5-8F626EC0FF7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4" y="1369"/>
              <a:ext cx="653" cy="2224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pPr algn="r">
                <a:defRPr/>
              </a:pPr>
              <a:endParaRPr lang="zh-CN" alt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3" name="Rectangle 16">
              <a:extLst>
                <a:ext uri="{FF2B5EF4-FFF2-40B4-BE49-F238E27FC236}">
                  <a16:creationId xmlns:a16="http://schemas.microsoft.com/office/drawing/2014/main" id="{A431DBBC-2FFE-4E56-A2DE-D2545DA3CE9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49" y="1697"/>
              <a:ext cx="572" cy="2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sz="2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r>
                <a:rPr lang="en-US" altLang="zh-CN" sz="20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20-0</a:t>
              </a:r>
              <a:endParaRPr lang="en-US" altLang="zh-CN" sz="20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4" name="Rectangle 17">
              <a:extLst>
                <a:ext uri="{FF2B5EF4-FFF2-40B4-BE49-F238E27FC236}">
                  <a16:creationId xmlns:a16="http://schemas.microsoft.com/office/drawing/2014/main" id="{D392047E-CDD4-48A4-862A-CBF2B3382B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4" y="1369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sz="2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MREQ#</a:t>
              </a:r>
              <a:endParaRPr lang="en-US" altLang="zh-CN" sz="20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5" name="Rectangle 18">
              <a:extLst>
                <a:ext uri="{FF2B5EF4-FFF2-40B4-BE49-F238E27FC236}">
                  <a16:creationId xmlns:a16="http://schemas.microsoft.com/office/drawing/2014/main" id="{29FF296B-DC35-427A-98D2-6FE1D6FE98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4" y="1962"/>
              <a:ext cx="572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sz="2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R/W#</a:t>
              </a:r>
              <a:endParaRPr lang="en-US" altLang="zh-CN" sz="20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6" name="Rectangle 19">
              <a:extLst>
                <a:ext uri="{FF2B5EF4-FFF2-40B4-BE49-F238E27FC236}">
                  <a16:creationId xmlns:a16="http://schemas.microsoft.com/office/drawing/2014/main" id="{06D5CCAE-8164-4717-AB84-AA697FB5D84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0" y="2355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sz="2400" b="1" dirty="0"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CPU</a:t>
              </a:r>
            </a:p>
          </p:txBody>
        </p:sp>
        <p:sp>
          <p:nvSpPr>
            <p:cNvPr id="167" name="Rectangle 20">
              <a:extLst>
                <a:ext uri="{FF2B5EF4-FFF2-40B4-BE49-F238E27FC236}">
                  <a16:creationId xmlns:a16="http://schemas.microsoft.com/office/drawing/2014/main" id="{2E030A94-2BF3-434E-92B1-1463CA7166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3" y="3352"/>
              <a:ext cx="571" cy="2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sz="2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sz="20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r>
                <a:rPr lang="en-US" altLang="zh-CN" sz="2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~D</a:t>
              </a:r>
              <a:r>
                <a:rPr lang="en-US" altLang="zh-CN" sz="20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sz="20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68" name="Line 40">
            <a:extLst>
              <a:ext uri="{FF2B5EF4-FFF2-40B4-BE49-F238E27FC236}">
                <a16:creationId xmlns:a16="http://schemas.microsoft.com/office/drawing/2014/main" id="{B1832902-E4C5-4B4D-A0DB-E42472C5325E}"/>
              </a:ext>
            </a:extLst>
          </p:cNvPr>
          <p:cNvSpPr>
            <a:spLocks noChangeAspect="1" noChangeShapeType="1"/>
          </p:cNvSpPr>
          <p:nvPr/>
        </p:nvSpPr>
        <p:spPr bwMode="auto">
          <a:xfrm rot="16200000">
            <a:off x="2329206" y="2094091"/>
            <a:ext cx="0" cy="343184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triangle" w="sm" len="sm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" name="Line 34">
            <a:extLst>
              <a:ext uri="{FF2B5EF4-FFF2-40B4-BE49-F238E27FC236}">
                <a16:creationId xmlns:a16="http://schemas.microsoft.com/office/drawing/2014/main" id="{23753637-DE75-447A-B400-625563A391DE}"/>
              </a:ext>
            </a:extLst>
          </p:cNvPr>
          <p:cNvSpPr>
            <a:spLocks noChangeAspect="1" noChangeShapeType="1"/>
          </p:cNvSpPr>
          <p:nvPr/>
        </p:nvSpPr>
        <p:spPr bwMode="auto">
          <a:xfrm rot="5400000">
            <a:off x="1909285" y="2522079"/>
            <a:ext cx="496658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0" name="Rectangle 13">
            <a:extLst>
              <a:ext uri="{FF2B5EF4-FFF2-40B4-BE49-F238E27FC236}">
                <a16:creationId xmlns:a16="http://schemas.microsoft.com/office/drawing/2014/main" id="{74DDF5C4-F761-4B69-8815-783BF9776A2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65283" y="2385198"/>
            <a:ext cx="892175" cy="4429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r"/>
            <a:r>
              <a: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20-18</a:t>
            </a:r>
            <a:endParaRPr lang="en-US" altLang="zh-CN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" name="Line 44">
            <a:extLst>
              <a:ext uri="{FF2B5EF4-FFF2-40B4-BE49-F238E27FC236}">
                <a16:creationId xmlns:a16="http://schemas.microsoft.com/office/drawing/2014/main" id="{CCB27ABD-19D7-4076-BADD-6CD3DB83E806}"/>
              </a:ext>
            </a:extLst>
          </p:cNvPr>
          <p:cNvSpPr>
            <a:spLocks noChangeAspect="1" noChangeShapeType="1"/>
          </p:cNvSpPr>
          <p:nvPr/>
        </p:nvSpPr>
        <p:spPr bwMode="auto">
          <a:xfrm flipV="1">
            <a:off x="4525333" y="2395142"/>
            <a:ext cx="0" cy="1092763"/>
          </a:xfrm>
          <a:prstGeom prst="line">
            <a:avLst/>
          </a:prstGeom>
          <a:noFill/>
          <a:ln w="28575" cap="sq">
            <a:solidFill>
              <a:srgbClr val="00CC00"/>
            </a:solidFill>
            <a:miter lim="800000"/>
            <a:headEnd type="none" w="sm" len="sm"/>
            <a:tailEnd type="none" w="med" len="med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72" name="组合 171">
            <a:extLst>
              <a:ext uri="{FF2B5EF4-FFF2-40B4-BE49-F238E27FC236}">
                <a16:creationId xmlns:a16="http://schemas.microsoft.com/office/drawing/2014/main" id="{22768B65-051A-4E34-B734-F27E3B97DC07}"/>
              </a:ext>
            </a:extLst>
          </p:cNvPr>
          <p:cNvGrpSpPr/>
          <p:nvPr/>
        </p:nvGrpSpPr>
        <p:grpSpPr>
          <a:xfrm>
            <a:off x="3624012" y="3468257"/>
            <a:ext cx="1160869" cy="1486746"/>
            <a:chOff x="7722123" y="3328852"/>
            <a:chExt cx="1160869" cy="1486746"/>
          </a:xfrm>
        </p:grpSpPr>
        <p:sp>
          <p:nvSpPr>
            <p:cNvPr id="173" name="Rectangle 8">
              <a:extLst>
                <a:ext uri="{FF2B5EF4-FFF2-40B4-BE49-F238E27FC236}">
                  <a16:creationId xmlns:a16="http://schemas.microsoft.com/office/drawing/2014/main" id="{ACEF34C3-03E9-4012-A8FC-503F6E30AE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749219" y="3359908"/>
              <a:ext cx="1102341" cy="1317082"/>
            </a:xfrm>
            <a:prstGeom prst="rect">
              <a:avLst/>
            </a:prstGeom>
            <a:solidFill>
              <a:srgbClr val="92D05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>
                <a:defRPr/>
              </a:pPr>
              <a:endParaRPr lang="en-US" altLang="zh-CN" sz="20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" name="矩形 173">
              <a:extLst>
                <a:ext uri="{FF2B5EF4-FFF2-40B4-BE49-F238E27FC236}">
                  <a16:creationId xmlns:a16="http://schemas.microsoft.com/office/drawing/2014/main" id="{62D0AD28-F668-4D42-911A-97F77E86AC58}"/>
                </a:ext>
              </a:extLst>
            </p:cNvPr>
            <p:cNvSpPr/>
            <p:nvPr/>
          </p:nvSpPr>
          <p:spPr>
            <a:xfrm>
              <a:off x="7722123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WE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" name="矩形 174">
              <a:extLst>
                <a:ext uri="{FF2B5EF4-FFF2-40B4-BE49-F238E27FC236}">
                  <a16:creationId xmlns:a16="http://schemas.microsoft.com/office/drawing/2014/main" id="{DD591740-90A8-4C17-89FB-EF54A7872970}"/>
                </a:ext>
              </a:extLst>
            </p:cNvPr>
            <p:cNvSpPr/>
            <p:nvPr/>
          </p:nvSpPr>
          <p:spPr>
            <a:xfrm>
              <a:off x="8141476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24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" name="矩形 175">
              <a:extLst>
                <a:ext uri="{FF2B5EF4-FFF2-40B4-BE49-F238E27FC236}">
                  <a16:creationId xmlns:a16="http://schemas.microsoft.com/office/drawing/2014/main" id="{7E8436E0-12E4-4D59-A14D-135678702575}"/>
                </a:ext>
              </a:extLst>
            </p:cNvPr>
            <p:cNvSpPr/>
            <p:nvPr/>
          </p:nvSpPr>
          <p:spPr>
            <a:xfrm>
              <a:off x="8129525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" name="矩形 176">
              <a:extLst>
                <a:ext uri="{FF2B5EF4-FFF2-40B4-BE49-F238E27FC236}">
                  <a16:creationId xmlns:a16="http://schemas.microsoft.com/office/drawing/2014/main" id="{20BE4E63-10C2-4278-8A83-71F61C4C821C}"/>
                </a:ext>
              </a:extLst>
            </p:cNvPr>
            <p:cNvSpPr/>
            <p:nvPr/>
          </p:nvSpPr>
          <p:spPr>
            <a:xfrm>
              <a:off x="8412277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" name="矩形 177">
              <a:extLst>
                <a:ext uri="{FF2B5EF4-FFF2-40B4-BE49-F238E27FC236}">
                  <a16:creationId xmlns:a16="http://schemas.microsoft.com/office/drawing/2014/main" id="{746952AD-B5B4-4087-9403-BD18439C760C}"/>
                </a:ext>
              </a:extLst>
            </p:cNvPr>
            <p:cNvSpPr/>
            <p:nvPr/>
          </p:nvSpPr>
          <p:spPr>
            <a:xfrm>
              <a:off x="7729538" y="3825087"/>
              <a:ext cx="115345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256K×8</a:t>
              </a:r>
            </a:p>
          </p:txBody>
        </p:sp>
      </p:grpSp>
      <p:grpSp>
        <p:nvGrpSpPr>
          <p:cNvPr id="179" name="组合 178">
            <a:extLst>
              <a:ext uri="{FF2B5EF4-FFF2-40B4-BE49-F238E27FC236}">
                <a16:creationId xmlns:a16="http://schemas.microsoft.com/office/drawing/2014/main" id="{2777B6EA-F493-4C29-83C1-35ABCB339430}"/>
              </a:ext>
            </a:extLst>
          </p:cNvPr>
          <p:cNvGrpSpPr/>
          <p:nvPr/>
        </p:nvGrpSpPr>
        <p:grpSpPr>
          <a:xfrm>
            <a:off x="2472404" y="1930708"/>
            <a:ext cx="5687704" cy="464434"/>
            <a:chOff x="4392271" y="1514033"/>
            <a:chExt cx="5687704" cy="464434"/>
          </a:xfrm>
        </p:grpSpPr>
        <p:sp>
          <p:nvSpPr>
            <p:cNvPr id="180" name="梯形 179">
              <a:extLst>
                <a:ext uri="{FF2B5EF4-FFF2-40B4-BE49-F238E27FC236}">
                  <a16:creationId xmlns:a16="http://schemas.microsoft.com/office/drawing/2014/main" id="{BBFB906E-9A0C-41E6-A324-DD9533F8D933}"/>
                </a:ext>
              </a:extLst>
            </p:cNvPr>
            <p:cNvSpPr/>
            <p:nvPr/>
          </p:nvSpPr>
          <p:spPr>
            <a:xfrm>
              <a:off x="4413250" y="1514033"/>
              <a:ext cx="5666725" cy="464434"/>
            </a:xfrm>
            <a:prstGeom prst="trapezoid">
              <a:avLst>
                <a:gd name="adj" fmla="val 0"/>
              </a:avLst>
            </a:prstGeom>
            <a:solidFill>
              <a:srgbClr val="CCFF66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 anchor="ctr" anchorCtr="1"/>
            <a:lstStyle/>
            <a:p>
              <a:pPr algn="ctr"/>
              <a:endParaRPr lang="zh-CN" altLang="en-US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" name="文本框 180">
              <a:extLst>
                <a:ext uri="{FF2B5EF4-FFF2-40B4-BE49-F238E27FC236}">
                  <a16:creationId xmlns:a16="http://schemas.microsoft.com/office/drawing/2014/main" id="{1BD4DCAA-DFD4-4FC3-A3CC-03EF8FB2EC6E}"/>
                </a:ext>
              </a:extLst>
            </p:cNvPr>
            <p:cNvSpPr txBox="1"/>
            <p:nvPr/>
          </p:nvSpPr>
          <p:spPr>
            <a:xfrm>
              <a:off x="6598022" y="1561989"/>
              <a:ext cx="12282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3:8</a:t>
              </a:r>
              <a:r>
                <a:rPr lang="zh-CN" altLang="en-US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译码器</a:t>
              </a:r>
            </a:p>
          </p:txBody>
        </p:sp>
        <p:sp>
          <p:nvSpPr>
            <p:cNvPr id="182" name="Rectangle 13">
              <a:extLst>
                <a:ext uri="{FF2B5EF4-FFF2-40B4-BE49-F238E27FC236}">
                  <a16:creationId xmlns:a16="http://schemas.microsoft.com/office/drawing/2014/main" id="{66A459E6-5FBB-4BF1-8665-98F1E9D91C9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56433" y="1676781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" name="Rectangle 13">
              <a:extLst>
                <a:ext uri="{FF2B5EF4-FFF2-40B4-BE49-F238E27FC236}">
                  <a16:creationId xmlns:a16="http://schemas.microsoft.com/office/drawing/2014/main" id="{D4CE343A-7039-43F5-84A5-9DEAD5670C1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83587" y="1671169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" name="Rectangle 13">
              <a:extLst>
                <a:ext uri="{FF2B5EF4-FFF2-40B4-BE49-F238E27FC236}">
                  <a16:creationId xmlns:a16="http://schemas.microsoft.com/office/drawing/2014/main" id="{DC39BED2-7C7A-4ED2-A400-8011129D1E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588091" y="1667255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" name="Rectangle 13">
              <a:extLst>
                <a:ext uri="{FF2B5EF4-FFF2-40B4-BE49-F238E27FC236}">
                  <a16:creationId xmlns:a16="http://schemas.microsoft.com/office/drawing/2014/main" id="{A09AA4B8-9904-4BA0-9A13-93AD85A0BD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92271" y="1517143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OE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86" name="组合 185">
            <a:extLst>
              <a:ext uri="{FF2B5EF4-FFF2-40B4-BE49-F238E27FC236}">
                <a16:creationId xmlns:a16="http://schemas.microsoft.com/office/drawing/2014/main" id="{7F11CADE-F4B2-4274-8B17-5F070A52A492}"/>
              </a:ext>
            </a:extLst>
          </p:cNvPr>
          <p:cNvGrpSpPr/>
          <p:nvPr/>
        </p:nvGrpSpPr>
        <p:grpSpPr>
          <a:xfrm>
            <a:off x="4224422" y="1117027"/>
            <a:ext cx="2440101" cy="579957"/>
            <a:chOff x="665665" y="4732301"/>
            <a:chExt cx="1887609" cy="579957"/>
          </a:xfrm>
        </p:grpSpPr>
        <p:sp>
          <p:nvSpPr>
            <p:cNvPr id="187" name="矩形 186">
              <a:extLst>
                <a:ext uri="{FF2B5EF4-FFF2-40B4-BE49-F238E27FC236}">
                  <a16:creationId xmlns:a16="http://schemas.microsoft.com/office/drawing/2014/main" id="{D9C7BF82-233D-43DA-A6CA-1E953BADAB11}"/>
                </a:ext>
              </a:extLst>
            </p:cNvPr>
            <p:cNvSpPr/>
            <p:nvPr/>
          </p:nvSpPr>
          <p:spPr>
            <a:xfrm>
              <a:off x="665666" y="4732301"/>
              <a:ext cx="1887608" cy="57995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8" name="矩形 187">
              <a:extLst>
                <a:ext uri="{FF2B5EF4-FFF2-40B4-BE49-F238E27FC236}">
                  <a16:creationId xmlns:a16="http://schemas.microsoft.com/office/drawing/2014/main" id="{C81C2681-3884-4105-B442-2CBD66F98AE5}"/>
                </a:ext>
              </a:extLst>
            </p:cNvPr>
            <p:cNvSpPr/>
            <p:nvPr/>
          </p:nvSpPr>
          <p:spPr>
            <a:xfrm>
              <a:off x="665665" y="4822224"/>
              <a:ext cx="1887609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2000" b="1" dirty="0">
                  <a:solidFill>
                    <a:schemeClr val="bg1"/>
                  </a:solidFill>
                  <a:latin typeface="+mn-ea"/>
                </a:rPr>
                <a:t>l&gt;M</a:t>
              </a:r>
              <a:r>
                <a:rPr lang="zh-CN" altLang="en-US" sz="2000" b="1" dirty="0">
                  <a:solidFill>
                    <a:schemeClr val="bg1"/>
                  </a:solidFill>
                  <a:latin typeface="+mn-ea"/>
                </a:rPr>
                <a:t>？是否可用？</a:t>
              </a:r>
              <a:endParaRPr lang="en-US" altLang="zh-CN" sz="2000" b="1" dirty="0">
                <a:solidFill>
                  <a:srgbClr val="FF0000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9958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0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0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5" presetClass="emph" presetSubtype="0" repeatCount="3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0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2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4" dur="1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8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1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8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104" grpId="0"/>
      <p:bldP spid="105" grpId="0" animBg="1"/>
      <p:bldP spid="105" grpId="1" animBg="1"/>
      <p:bldP spid="106" grpId="0" animBg="1"/>
      <p:bldP spid="107" grpId="0" animBg="1"/>
      <p:bldP spid="128" grpId="0" animBg="1"/>
      <p:bldP spid="168" grpId="0" animBg="1"/>
      <p:bldP spid="168" grpId="1" animBg="1"/>
      <p:bldP spid="169" grpId="0" animBg="1"/>
      <p:bldP spid="169" grpId="1" animBg="1"/>
      <p:bldP spid="170" grpId="0"/>
      <p:bldP spid="171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956285BE-77E0-4FB5-AA21-390A38BC62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504" y="0"/>
            <a:ext cx="8229600" cy="850106"/>
          </a:xfrm>
        </p:spPr>
        <p:txBody>
          <a:bodyPr/>
          <a:lstStyle/>
          <a:p>
            <a:r>
              <a:rPr lang="zh-CN" altLang="en-US" dirty="0"/>
              <a:t>字位综合扩展</a:t>
            </a: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9165267E-0101-407F-B4D1-31A5D41BF603}"/>
              </a:ext>
            </a:extLst>
          </p:cNvPr>
          <p:cNvGrpSpPr/>
          <p:nvPr/>
        </p:nvGrpSpPr>
        <p:grpSpPr>
          <a:xfrm>
            <a:off x="3799531" y="2834056"/>
            <a:ext cx="1214516" cy="1540213"/>
            <a:chOff x="5542402" y="2999314"/>
            <a:chExt cx="1214516" cy="1540213"/>
          </a:xfrm>
        </p:grpSpPr>
        <p:grpSp>
          <p:nvGrpSpPr>
            <p:cNvPr id="7" name="组合 6">
              <a:extLst>
                <a:ext uri="{FF2B5EF4-FFF2-40B4-BE49-F238E27FC236}">
                  <a16:creationId xmlns:a16="http://schemas.microsoft.com/office/drawing/2014/main" id="{8F970EA4-4645-4A12-A875-0D2CFB4FD622}"/>
                </a:ext>
              </a:extLst>
            </p:cNvPr>
            <p:cNvGrpSpPr/>
            <p:nvPr/>
          </p:nvGrpSpPr>
          <p:grpSpPr>
            <a:xfrm>
              <a:off x="5542570" y="2999314"/>
              <a:ext cx="1214348" cy="1539250"/>
              <a:chOff x="7722123" y="3276348"/>
              <a:chExt cx="1214348" cy="1539250"/>
            </a:xfrm>
          </p:grpSpPr>
          <p:sp>
            <p:nvSpPr>
              <p:cNvPr id="14" name="Rectangle 8">
                <a:extLst>
                  <a:ext uri="{FF2B5EF4-FFF2-40B4-BE49-F238E27FC236}">
                    <a16:creationId xmlns:a16="http://schemas.microsoft.com/office/drawing/2014/main" id="{A9CDB151-6E04-46D8-9906-FF044F8F04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834130" y="3276348"/>
                <a:ext cx="1102341" cy="1317082"/>
              </a:xfrm>
              <a:prstGeom prst="rect">
                <a:avLst/>
              </a:prstGeom>
              <a:solidFill>
                <a:srgbClr val="92D050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lIns="12700" tIns="12700" rIns="12700" bIns="12700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" name="矩形 14">
                <a:extLst>
                  <a:ext uri="{FF2B5EF4-FFF2-40B4-BE49-F238E27FC236}">
                    <a16:creationId xmlns:a16="http://schemas.microsoft.com/office/drawing/2014/main" id="{C561D2E2-8AC4-4FC0-B065-E26F5F70A124}"/>
                  </a:ext>
                </a:extLst>
              </p:cNvPr>
              <p:cNvSpPr/>
              <p:nvPr/>
            </p:nvSpPr>
            <p:spPr>
              <a:xfrm>
                <a:off x="7722123" y="3328852"/>
                <a:ext cx="50366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WE</a:t>
                </a:r>
                <a:endParaRPr kumimoji="0" lang="en-US" altLang="zh-C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" name="矩形 15">
                <a:extLst>
                  <a:ext uri="{FF2B5EF4-FFF2-40B4-BE49-F238E27FC236}">
                    <a16:creationId xmlns:a16="http://schemas.microsoft.com/office/drawing/2014/main" id="{B0DFFBBA-31DE-457E-9873-2393E76FAD83}"/>
                  </a:ext>
                </a:extLst>
              </p:cNvPr>
              <p:cNvSpPr/>
              <p:nvPr/>
            </p:nvSpPr>
            <p:spPr>
              <a:xfrm>
                <a:off x="8141476" y="4353933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endPara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" name="矩形 16">
                <a:extLst>
                  <a:ext uri="{FF2B5EF4-FFF2-40B4-BE49-F238E27FC236}">
                    <a16:creationId xmlns:a16="http://schemas.microsoft.com/office/drawing/2014/main" id="{CFA30872-9A8E-4E88-932F-07DDD3B3B0BD}"/>
                  </a:ext>
                </a:extLst>
              </p:cNvPr>
              <p:cNvSpPr/>
              <p:nvPr/>
            </p:nvSpPr>
            <p:spPr>
              <a:xfrm>
                <a:off x="8129525" y="3328852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endParaRPr kumimoji="0" lang="en-US" altLang="zh-C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" name="矩形 17">
                <a:extLst>
                  <a:ext uri="{FF2B5EF4-FFF2-40B4-BE49-F238E27FC236}">
                    <a16:creationId xmlns:a16="http://schemas.microsoft.com/office/drawing/2014/main" id="{31E71293-91B3-4376-B7CB-08E9BEED88F2}"/>
                  </a:ext>
                </a:extLst>
              </p:cNvPr>
              <p:cNvSpPr/>
              <p:nvPr/>
            </p:nvSpPr>
            <p:spPr>
              <a:xfrm>
                <a:off x="8412277" y="3328852"/>
                <a:ext cx="43473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CS</a:t>
                </a:r>
                <a:endParaRPr kumimoji="0" lang="en-US" altLang="zh-C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" name="Rectangle 8">
                <a:extLst>
                  <a:ext uri="{FF2B5EF4-FFF2-40B4-BE49-F238E27FC236}">
                    <a16:creationId xmlns:a16="http://schemas.microsoft.com/office/drawing/2014/main" id="{0A86E216-396A-460A-BD09-645675779F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749219" y="3359908"/>
                <a:ext cx="1102341" cy="1317082"/>
              </a:xfrm>
              <a:prstGeom prst="rect">
                <a:avLst/>
              </a:prstGeom>
              <a:solidFill>
                <a:srgbClr val="92D050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lIns="12700" tIns="12700" rIns="12700" bIns="12700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8" name="组合 7">
              <a:extLst>
                <a:ext uri="{FF2B5EF4-FFF2-40B4-BE49-F238E27FC236}">
                  <a16:creationId xmlns:a16="http://schemas.microsoft.com/office/drawing/2014/main" id="{E23D37BB-4CFE-4EBE-8AC8-6BFD881A595D}"/>
                </a:ext>
              </a:extLst>
            </p:cNvPr>
            <p:cNvGrpSpPr/>
            <p:nvPr/>
          </p:nvGrpSpPr>
          <p:grpSpPr>
            <a:xfrm>
              <a:off x="5542402" y="3052781"/>
              <a:ext cx="1162151" cy="1486746"/>
              <a:chOff x="7722123" y="3328852"/>
              <a:chExt cx="1162151" cy="1486746"/>
            </a:xfrm>
          </p:grpSpPr>
          <p:sp>
            <p:nvSpPr>
              <p:cNvPr id="9" name="矩形 8">
                <a:extLst>
                  <a:ext uri="{FF2B5EF4-FFF2-40B4-BE49-F238E27FC236}">
                    <a16:creationId xmlns:a16="http://schemas.microsoft.com/office/drawing/2014/main" id="{F7579627-6684-4BDF-9484-FC49E08126C9}"/>
                  </a:ext>
                </a:extLst>
              </p:cNvPr>
              <p:cNvSpPr/>
              <p:nvPr/>
            </p:nvSpPr>
            <p:spPr>
              <a:xfrm>
                <a:off x="7722123" y="3328852"/>
                <a:ext cx="50366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WE</a:t>
                </a:r>
                <a:endParaRPr kumimoji="0" lang="en-US" altLang="zh-C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" name="矩形 9">
                <a:extLst>
                  <a:ext uri="{FF2B5EF4-FFF2-40B4-BE49-F238E27FC236}">
                    <a16:creationId xmlns:a16="http://schemas.microsoft.com/office/drawing/2014/main" id="{1D1A9622-79EF-41DA-944E-FC53EC51E0DA}"/>
                  </a:ext>
                </a:extLst>
              </p:cNvPr>
              <p:cNvSpPr/>
              <p:nvPr/>
            </p:nvSpPr>
            <p:spPr>
              <a:xfrm>
                <a:off x="8141476" y="4353933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endPara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" name="矩形 10">
                <a:extLst>
                  <a:ext uri="{FF2B5EF4-FFF2-40B4-BE49-F238E27FC236}">
                    <a16:creationId xmlns:a16="http://schemas.microsoft.com/office/drawing/2014/main" id="{0D92C269-31D1-4C82-ABC1-2C78FD8DFB25}"/>
                  </a:ext>
                </a:extLst>
              </p:cNvPr>
              <p:cNvSpPr/>
              <p:nvPr/>
            </p:nvSpPr>
            <p:spPr>
              <a:xfrm>
                <a:off x="8129525" y="3328852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endParaRPr kumimoji="0" lang="en-US" altLang="zh-C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" name="矩形 11">
                <a:extLst>
                  <a:ext uri="{FF2B5EF4-FFF2-40B4-BE49-F238E27FC236}">
                    <a16:creationId xmlns:a16="http://schemas.microsoft.com/office/drawing/2014/main" id="{65904164-1828-47C6-9A7B-1621714C5971}"/>
                  </a:ext>
                </a:extLst>
              </p:cNvPr>
              <p:cNvSpPr/>
              <p:nvPr/>
            </p:nvSpPr>
            <p:spPr>
              <a:xfrm>
                <a:off x="8412277" y="3328852"/>
                <a:ext cx="43473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CS</a:t>
                </a:r>
                <a:endParaRPr kumimoji="0" lang="en-US" altLang="zh-C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" name="矩形 12">
                <a:extLst>
                  <a:ext uri="{FF2B5EF4-FFF2-40B4-BE49-F238E27FC236}">
                    <a16:creationId xmlns:a16="http://schemas.microsoft.com/office/drawing/2014/main" id="{B2EC4427-2F1F-4482-AC86-7F78884F19C5}"/>
                  </a:ext>
                </a:extLst>
              </p:cNvPr>
              <p:cNvSpPr/>
              <p:nvPr/>
            </p:nvSpPr>
            <p:spPr>
              <a:xfrm>
                <a:off x="7730820" y="3732623"/>
                <a:ext cx="1153454" cy="83099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256K×8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4</a:t>
                </a:r>
                <a:r>
                  <a:rPr kumimoji="0" lang="zh-CN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片</a:t>
                </a:r>
                <a:endParaRPr kumimoji="0" lang="en-US" altLang="zh-CN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0" name="组合 19">
            <a:extLst>
              <a:ext uri="{FF2B5EF4-FFF2-40B4-BE49-F238E27FC236}">
                <a16:creationId xmlns:a16="http://schemas.microsoft.com/office/drawing/2014/main" id="{A835E043-E35D-4AD4-AA05-3DBB42D77B8F}"/>
              </a:ext>
            </a:extLst>
          </p:cNvPr>
          <p:cNvGrpSpPr/>
          <p:nvPr/>
        </p:nvGrpSpPr>
        <p:grpSpPr>
          <a:xfrm>
            <a:off x="7212216" y="2842218"/>
            <a:ext cx="1224721" cy="1541576"/>
            <a:chOff x="7864998" y="3274022"/>
            <a:chExt cx="1224721" cy="1541576"/>
          </a:xfrm>
        </p:grpSpPr>
        <p:sp>
          <p:nvSpPr>
            <p:cNvPr id="21" name="Rectangle 8">
              <a:extLst>
                <a:ext uri="{FF2B5EF4-FFF2-40B4-BE49-F238E27FC236}">
                  <a16:creationId xmlns:a16="http://schemas.microsoft.com/office/drawing/2014/main" id="{AF04894D-2F59-4A96-B147-952D4CC7423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987378" y="3274022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Rectangle 8">
              <a:extLst>
                <a:ext uri="{FF2B5EF4-FFF2-40B4-BE49-F238E27FC236}">
                  <a16:creationId xmlns:a16="http://schemas.microsoft.com/office/drawing/2014/main" id="{3E0702EB-2EDB-42B8-90F5-43340AF425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B98943E2-A70F-4461-9DEA-F9C9FFD8BD74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WE</a:t>
              </a:r>
              <a:endPara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矩形 23">
              <a:extLst>
                <a:ext uri="{FF2B5EF4-FFF2-40B4-BE49-F238E27FC236}">
                  <a16:creationId xmlns:a16="http://schemas.microsoft.com/office/drawing/2014/main" id="{9C2A722E-94C3-4164-BD4C-32A23AD212D1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5" name="矩形 24">
              <a:extLst>
                <a:ext uri="{FF2B5EF4-FFF2-40B4-BE49-F238E27FC236}">
                  <a16:creationId xmlns:a16="http://schemas.microsoft.com/office/drawing/2014/main" id="{7F6748F7-8F4D-490B-91C5-914FB142C43D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endPara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6" name="矩形 25">
              <a:extLst>
                <a:ext uri="{FF2B5EF4-FFF2-40B4-BE49-F238E27FC236}">
                  <a16:creationId xmlns:a16="http://schemas.microsoft.com/office/drawing/2014/main" id="{A172B06D-78D1-47D7-A772-67B5827DAE59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矩形 26">
              <a:extLst>
                <a:ext uri="{FF2B5EF4-FFF2-40B4-BE49-F238E27FC236}">
                  <a16:creationId xmlns:a16="http://schemas.microsoft.com/office/drawing/2014/main" id="{C1716426-BAE2-4CEE-A1DD-B83EE808ECD0}"/>
                </a:ext>
              </a:extLst>
            </p:cNvPr>
            <p:cNvSpPr/>
            <p:nvPr/>
          </p:nvSpPr>
          <p:spPr>
            <a:xfrm>
              <a:off x="7872413" y="3739362"/>
              <a:ext cx="115345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256K×8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4</a:t>
              </a:r>
              <a:r>
                <a:rPr kumimoji="0" lang="zh-CN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片</a:t>
              </a:r>
              <a:endPara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37071E53-C077-4F32-98E0-0BABC8DC74BD}"/>
              </a:ext>
            </a:extLst>
          </p:cNvPr>
          <p:cNvGrpSpPr/>
          <p:nvPr/>
        </p:nvGrpSpPr>
        <p:grpSpPr>
          <a:xfrm>
            <a:off x="5214769" y="2832601"/>
            <a:ext cx="1215196" cy="1540705"/>
            <a:chOff x="7864998" y="3274893"/>
            <a:chExt cx="1215196" cy="1540705"/>
          </a:xfrm>
        </p:grpSpPr>
        <p:sp>
          <p:nvSpPr>
            <p:cNvPr id="29" name="Rectangle 8">
              <a:extLst>
                <a:ext uri="{FF2B5EF4-FFF2-40B4-BE49-F238E27FC236}">
                  <a16:creationId xmlns:a16="http://schemas.microsoft.com/office/drawing/2014/main" id="{5BD07989-E5DA-4655-B980-74466CB723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977853" y="3274893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0" name="Rectangle 8">
              <a:extLst>
                <a:ext uri="{FF2B5EF4-FFF2-40B4-BE49-F238E27FC236}">
                  <a16:creationId xmlns:a16="http://schemas.microsoft.com/office/drawing/2014/main" id="{08B203E8-E71E-4003-97C6-6DD06682705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1" name="矩形 30">
              <a:extLst>
                <a:ext uri="{FF2B5EF4-FFF2-40B4-BE49-F238E27FC236}">
                  <a16:creationId xmlns:a16="http://schemas.microsoft.com/office/drawing/2014/main" id="{5BBE5AA6-CCE1-4FB6-9716-BB8EE99935F9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WE</a:t>
              </a:r>
              <a:endPara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矩形 31">
              <a:extLst>
                <a:ext uri="{FF2B5EF4-FFF2-40B4-BE49-F238E27FC236}">
                  <a16:creationId xmlns:a16="http://schemas.microsoft.com/office/drawing/2014/main" id="{35764B1C-35CB-4F73-AC50-121EE8C02B05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3" name="矩形 32">
              <a:extLst>
                <a:ext uri="{FF2B5EF4-FFF2-40B4-BE49-F238E27FC236}">
                  <a16:creationId xmlns:a16="http://schemas.microsoft.com/office/drawing/2014/main" id="{6B710A28-06AA-4B88-B510-0DAEEDBF7AE5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endPara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矩形 33">
              <a:extLst>
                <a:ext uri="{FF2B5EF4-FFF2-40B4-BE49-F238E27FC236}">
                  <a16:creationId xmlns:a16="http://schemas.microsoft.com/office/drawing/2014/main" id="{57937C9D-A28C-4AD2-9314-EC814F0EF4C1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5" name="矩形 34">
              <a:extLst>
                <a:ext uri="{FF2B5EF4-FFF2-40B4-BE49-F238E27FC236}">
                  <a16:creationId xmlns:a16="http://schemas.microsoft.com/office/drawing/2014/main" id="{74CBF553-5527-4328-9023-8A10EED07E6A}"/>
                </a:ext>
              </a:extLst>
            </p:cNvPr>
            <p:cNvSpPr/>
            <p:nvPr/>
          </p:nvSpPr>
          <p:spPr>
            <a:xfrm>
              <a:off x="7872413" y="3748887"/>
              <a:ext cx="115345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256K×8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4</a:t>
              </a:r>
              <a:r>
                <a:rPr kumimoji="0" lang="zh-CN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片</a:t>
              </a:r>
              <a:endPara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D9CD057C-2356-47FF-B702-7B7C52BE8F13}"/>
              </a:ext>
            </a:extLst>
          </p:cNvPr>
          <p:cNvGrpSpPr/>
          <p:nvPr/>
        </p:nvGrpSpPr>
        <p:grpSpPr>
          <a:xfrm>
            <a:off x="2375104" y="2832274"/>
            <a:ext cx="1215699" cy="1541032"/>
            <a:chOff x="7569723" y="3274566"/>
            <a:chExt cx="1215699" cy="1541032"/>
          </a:xfrm>
        </p:grpSpPr>
        <p:sp>
          <p:nvSpPr>
            <p:cNvPr id="37" name="Rectangle 8">
              <a:extLst>
                <a:ext uri="{FF2B5EF4-FFF2-40B4-BE49-F238E27FC236}">
                  <a16:creationId xmlns:a16="http://schemas.microsoft.com/office/drawing/2014/main" id="{799D8A8B-2505-4E35-A891-8BE70740F0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83081" y="3274566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8" name="Rectangle 8">
              <a:extLst>
                <a:ext uri="{FF2B5EF4-FFF2-40B4-BE49-F238E27FC236}">
                  <a16:creationId xmlns:a16="http://schemas.microsoft.com/office/drawing/2014/main" id="{FB85315C-DAC2-47E5-ACF3-DA79A8556AE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96819" y="3359908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9" name="矩形 38">
              <a:extLst>
                <a:ext uri="{FF2B5EF4-FFF2-40B4-BE49-F238E27FC236}">
                  <a16:creationId xmlns:a16="http://schemas.microsoft.com/office/drawing/2014/main" id="{38ABBED7-317E-4B15-80C2-A48DD5DC22AA}"/>
                </a:ext>
              </a:extLst>
            </p:cNvPr>
            <p:cNvSpPr/>
            <p:nvPr/>
          </p:nvSpPr>
          <p:spPr>
            <a:xfrm>
              <a:off x="7569723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WE</a:t>
              </a:r>
              <a:endPara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0" name="矩形 39">
              <a:extLst>
                <a:ext uri="{FF2B5EF4-FFF2-40B4-BE49-F238E27FC236}">
                  <a16:creationId xmlns:a16="http://schemas.microsoft.com/office/drawing/2014/main" id="{5D0C99D3-8804-4BFF-85AA-7950AD8E6968}"/>
                </a:ext>
              </a:extLst>
            </p:cNvPr>
            <p:cNvSpPr/>
            <p:nvPr/>
          </p:nvSpPr>
          <p:spPr>
            <a:xfrm>
              <a:off x="7989076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1" name="矩形 40">
              <a:extLst>
                <a:ext uri="{FF2B5EF4-FFF2-40B4-BE49-F238E27FC236}">
                  <a16:creationId xmlns:a16="http://schemas.microsoft.com/office/drawing/2014/main" id="{1B782698-FCAF-47B5-8BB7-1CECF2E1132D}"/>
                </a:ext>
              </a:extLst>
            </p:cNvPr>
            <p:cNvSpPr/>
            <p:nvPr/>
          </p:nvSpPr>
          <p:spPr>
            <a:xfrm>
              <a:off x="7977125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endPara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2" name="矩形 41">
              <a:extLst>
                <a:ext uri="{FF2B5EF4-FFF2-40B4-BE49-F238E27FC236}">
                  <a16:creationId xmlns:a16="http://schemas.microsoft.com/office/drawing/2014/main" id="{0EF93ACD-1604-498F-8B75-01B77F52CC61}"/>
                </a:ext>
              </a:extLst>
            </p:cNvPr>
            <p:cNvSpPr/>
            <p:nvPr/>
          </p:nvSpPr>
          <p:spPr>
            <a:xfrm>
              <a:off x="8259877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3" name="矩形 42">
              <a:extLst>
                <a:ext uri="{FF2B5EF4-FFF2-40B4-BE49-F238E27FC236}">
                  <a16:creationId xmlns:a16="http://schemas.microsoft.com/office/drawing/2014/main" id="{B12109CB-0F06-4DE9-BECD-E79095C60C79}"/>
                </a:ext>
              </a:extLst>
            </p:cNvPr>
            <p:cNvSpPr/>
            <p:nvPr/>
          </p:nvSpPr>
          <p:spPr>
            <a:xfrm>
              <a:off x="7577138" y="3739362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256K×8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4</a:t>
              </a:r>
              <a:r>
                <a:rPr kumimoji="0" lang="zh-CN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片</a:t>
              </a:r>
              <a:endPara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4" name="Group 2">
            <a:extLst>
              <a:ext uri="{FF2B5EF4-FFF2-40B4-BE49-F238E27FC236}">
                <a16:creationId xmlns:a16="http://schemas.microsoft.com/office/drawing/2014/main" id="{FBAF5F32-FF07-48FC-835B-C7DAF86FD420}"/>
              </a:ext>
            </a:extLst>
          </p:cNvPr>
          <p:cNvGrpSpPr>
            <a:grpSpLocks/>
          </p:cNvGrpSpPr>
          <p:nvPr/>
        </p:nvGrpSpPr>
        <p:grpSpPr bwMode="auto">
          <a:xfrm>
            <a:off x="1808367" y="2554126"/>
            <a:ext cx="5656256" cy="364287"/>
            <a:chOff x="1277" y="2074"/>
            <a:chExt cx="3563" cy="284"/>
          </a:xfrm>
        </p:grpSpPr>
        <p:sp>
          <p:nvSpPr>
            <p:cNvPr id="45" name="Line 3">
              <a:extLst>
                <a:ext uri="{FF2B5EF4-FFF2-40B4-BE49-F238E27FC236}">
                  <a16:creationId xmlns:a16="http://schemas.microsoft.com/office/drawing/2014/main" id="{76C2002F-57A9-4C8E-9590-28727D78833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1806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6" name="Line 4">
              <a:extLst>
                <a:ext uri="{FF2B5EF4-FFF2-40B4-BE49-F238E27FC236}">
                  <a16:creationId xmlns:a16="http://schemas.microsoft.com/office/drawing/2014/main" id="{63732333-CF4C-499E-87BA-AFA6570FB47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692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7" name="Line 5">
              <a:extLst>
                <a:ext uri="{FF2B5EF4-FFF2-40B4-BE49-F238E27FC236}">
                  <a16:creationId xmlns:a16="http://schemas.microsoft.com/office/drawing/2014/main" id="{361BECDE-F73B-43EF-A9AA-3E769D8430C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4840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8" name="Line 6">
              <a:extLst>
                <a:ext uri="{FF2B5EF4-FFF2-40B4-BE49-F238E27FC236}">
                  <a16:creationId xmlns:a16="http://schemas.microsoft.com/office/drawing/2014/main" id="{A3731C9D-2883-49A3-908F-779C007AA5F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575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9" name="Line 8">
              <a:extLst>
                <a:ext uri="{FF2B5EF4-FFF2-40B4-BE49-F238E27FC236}">
                  <a16:creationId xmlns:a16="http://schemas.microsoft.com/office/drawing/2014/main" id="{2A5E6E7F-A546-49DA-BA7B-01C45346C0C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77" y="2074"/>
              <a:ext cx="3563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50" name="Rectangle 14">
            <a:extLst>
              <a:ext uri="{FF2B5EF4-FFF2-40B4-BE49-F238E27FC236}">
                <a16:creationId xmlns:a16="http://schemas.microsoft.com/office/drawing/2014/main" id="{5C952692-66BB-4EDA-842A-876C8F1CB75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776337" y="2160262"/>
            <a:ext cx="908050" cy="45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0" lang="en-US" altLang="zh-CN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17-0</a:t>
            </a:r>
            <a:endParaRPr kumimoji="0" lang="en-US" altLang="zh-CN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Line 34">
            <a:extLst>
              <a:ext uri="{FF2B5EF4-FFF2-40B4-BE49-F238E27FC236}">
                <a16:creationId xmlns:a16="http://schemas.microsoft.com/office/drawing/2014/main" id="{0F40E739-5E9F-4AE9-93E8-3F88C35ADFC8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835247" y="2188587"/>
            <a:ext cx="5901532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2" name="Line 35">
            <a:extLst>
              <a:ext uri="{FF2B5EF4-FFF2-40B4-BE49-F238E27FC236}">
                <a16:creationId xmlns:a16="http://schemas.microsoft.com/office/drawing/2014/main" id="{4AEFFD26-4A16-4443-9EE0-8DB92C827837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850808" y="5064225"/>
            <a:ext cx="6486296" cy="0"/>
          </a:xfrm>
          <a:prstGeom prst="line">
            <a:avLst/>
          </a:prstGeom>
          <a:noFill/>
          <a:ln w="76200">
            <a:solidFill>
              <a:srgbClr val="008000"/>
            </a:solidFill>
            <a:round/>
            <a:headEnd type="triangle" w="sm" len="sm"/>
            <a:tailEnd type="triangle" w="sm" len="sm"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Line 36">
            <a:extLst>
              <a:ext uri="{FF2B5EF4-FFF2-40B4-BE49-F238E27FC236}">
                <a16:creationId xmlns:a16="http://schemas.microsoft.com/office/drawing/2014/main" id="{0C6D289A-C0B3-4805-9C61-FF094C953E1E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845984" y="1493210"/>
            <a:ext cx="831810" cy="0"/>
          </a:xfrm>
          <a:prstGeom prst="line">
            <a:avLst/>
          </a:prstGeom>
          <a:noFill/>
          <a:ln w="19050" cap="sq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54" name="Group 37">
            <a:extLst>
              <a:ext uri="{FF2B5EF4-FFF2-40B4-BE49-F238E27FC236}">
                <a16:creationId xmlns:a16="http://schemas.microsoft.com/office/drawing/2014/main" id="{39E6F4A0-CCE2-4FD5-9A13-C1CCC29EF359}"/>
              </a:ext>
            </a:extLst>
          </p:cNvPr>
          <p:cNvGrpSpPr>
            <a:grpSpLocks/>
          </p:cNvGrpSpPr>
          <p:nvPr/>
        </p:nvGrpSpPr>
        <p:grpSpPr bwMode="auto">
          <a:xfrm>
            <a:off x="2938980" y="2188475"/>
            <a:ext cx="4856168" cy="740121"/>
            <a:chOff x="1890" y="1843"/>
            <a:chExt cx="3059" cy="458"/>
          </a:xfrm>
        </p:grpSpPr>
        <p:sp>
          <p:nvSpPr>
            <p:cNvPr id="55" name="Line 38">
              <a:extLst>
                <a:ext uri="{FF2B5EF4-FFF2-40B4-BE49-F238E27FC236}">
                  <a16:creationId xmlns:a16="http://schemas.microsoft.com/office/drawing/2014/main" id="{777986FA-41F1-414D-9EDB-EAF59819A83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949" y="1843"/>
              <a:ext cx="0" cy="458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6" name="Line 40">
              <a:extLst>
                <a:ext uri="{FF2B5EF4-FFF2-40B4-BE49-F238E27FC236}">
                  <a16:creationId xmlns:a16="http://schemas.microsoft.com/office/drawing/2014/main" id="{383519CB-1F37-4815-B64E-A5E2BCA38B0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90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7" name="Line 41">
              <a:extLst>
                <a:ext uri="{FF2B5EF4-FFF2-40B4-BE49-F238E27FC236}">
                  <a16:creationId xmlns:a16="http://schemas.microsoft.com/office/drawing/2014/main" id="{D8CDB98C-51DE-4898-85DE-BD1CB617F0B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72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8" name="Line 39">
              <a:extLst>
                <a:ext uri="{FF2B5EF4-FFF2-40B4-BE49-F238E27FC236}">
                  <a16:creationId xmlns:a16="http://schemas.microsoft.com/office/drawing/2014/main" id="{F7A42BA9-47B6-402C-9D01-FA19D9C22D1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86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9" name="Group 43">
            <a:extLst>
              <a:ext uri="{FF2B5EF4-FFF2-40B4-BE49-F238E27FC236}">
                <a16:creationId xmlns:a16="http://schemas.microsoft.com/office/drawing/2014/main" id="{8D2E73B9-ECF9-46A6-8202-2091BBB899B4}"/>
              </a:ext>
            </a:extLst>
          </p:cNvPr>
          <p:cNvGrpSpPr>
            <a:grpSpLocks/>
          </p:cNvGrpSpPr>
          <p:nvPr/>
        </p:nvGrpSpPr>
        <p:grpSpPr bwMode="auto">
          <a:xfrm>
            <a:off x="3278341" y="1816868"/>
            <a:ext cx="4852988" cy="1111236"/>
            <a:chOff x="2058" y="1520"/>
            <a:chExt cx="3057" cy="835"/>
          </a:xfrm>
        </p:grpSpPr>
        <p:sp>
          <p:nvSpPr>
            <p:cNvPr id="60" name="Line 44">
              <a:extLst>
                <a:ext uri="{FF2B5EF4-FFF2-40B4-BE49-F238E27FC236}">
                  <a16:creationId xmlns:a16="http://schemas.microsoft.com/office/drawing/2014/main" id="{F7D48BB7-5982-4F7C-A59B-48A55968E90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955" y="1520"/>
              <a:ext cx="0" cy="829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61" name="Line 45">
              <a:extLst>
                <a:ext uri="{FF2B5EF4-FFF2-40B4-BE49-F238E27FC236}">
                  <a16:creationId xmlns:a16="http://schemas.microsoft.com/office/drawing/2014/main" id="{1E7B1F65-7360-48A1-9640-C9956961F17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853" y="1520"/>
              <a:ext cx="0" cy="829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62" name="Line 46">
              <a:extLst>
                <a:ext uri="{FF2B5EF4-FFF2-40B4-BE49-F238E27FC236}">
                  <a16:creationId xmlns:a16="http://schemas.microsoft.com/office/drawing/2014/main" id="{67AA0F6E-FBF2-463E-AC4D-A7CA381F5C9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058" y="1526"/>
              <a:ext cx="0" cy="829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63" name="Line 47">
              <a:extLst>
                <a:ext uri="{FF2B5EF4-FFF2-40B4-BE49-F238E27FC236}">
                  <a16:creationId xmlns:a16="http://schemas.microsoft.com/office/drawing/2014/main" id="{4C884025-F2C2-418C-A201-2E73741D9D1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5115" y="1526"/>
              <a:ext cx="0" cy="829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64" name="组合 63">
            <a:extLst>
              <a:ext uri="{FF2B5EF4-FFF2-40B4-BE49-F238E27FC236}">
                <a16:creationId xmlns:a16="http://schemas.microsoft.com/office/drawing/2014/main" id="{5FB390B6-94B2-4EE9-9B3E-D1A62531F19C}"/>
              </a:ext>
            </a:extLst>
          </p:cNvPr>
          <p:cNvGrpSpPr/>
          <p:nvPr/>
        </p:nvGrpSpPr>
        <p:grpSpPr>
          <a:xfrm>
            <a:off x="2938092" y="4254354"/>
            <a:ext cx="5644136" cy="777386"/>
            <a:chOff x="4680963" y="4324426"/>
            <a:chExt cx="5644136" cy="796472"/>
          </a:xfrm>
        </p:grpSpPr>
        <p:sp>
          <p:nvSpPr>
            <p:cNvPr id="65" name="Line 13">
              <a:extLst>
                <a:ext uri="{FF2B5EF4-FFF2-40B4-BE49-F238E27FC236}">
                  <a16:creationId xmlns:a16="http://schemas.microsoft.com/office/drawing/2014/main" id="{3684A4D5-E4BB-4462-9559-EBC89528A35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526179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66" name="Rectangle 15">
              <a:extLst>
                <a:ext uri="{FF2B5EF4-FFF2-40B4-BE49-F238E27FC236}">
                  <a16:creationId xmlns:a16="http://schemas.microsoft.com/office/drawing/2014/main" id="{AF00E359-386B-4C09-BB78-98D3E418438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511890" y="4518013"/>
              <a:ext cx="813209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~D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31</a:t>
              </a:r>
              <a:endPara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67" name="Rectangle 16">
              <a:extLst>
                <a:ext uri="{FF2B5EF4-FFF2-40B4-BE49-F238E27FC236}">
                  <a16:creationId xmlns:a16="http://schemas.microsoft.com/office/drawing/2014/main" id="{D1901923-082D-4A75-BD31-00B1693298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48435" y="4527772"/>
              <a:ext cx="772301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~D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31</a:t>
              </a:r>
              <a:endPara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68" name="Rectangle 17">
              <a:extLst>
                <a:ext uri="{FF2B5EF4-FFF2-40B4-BE49-F238E27FC236}">
                  <a16:creationId xmlns:a16="http://schemas.microsoft.com/office/drawing/2014/main" id="{0D5B8795-7677-4AF8-9D3F-FEA2F9B222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46260" y="4526194"/>
              <a:ext cx="881359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~D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31</a:t>
              </a:r>
              <a:endPara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585080DA-D324-4ED4-BE00-79D85836D27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80963" y="4526194"/>
              <a:ext cx="812503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~D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31</a:t>
              </a:r>
              <a:endPara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0" name="Line 51">
              <a:extLst>
                <a:ext uri="{FF2B5EF4-FFF2-40B4-BE49-F238E27FC236}">
                  <a16:creationId xmlns:a16="http://schemas.microsoft.com/office/drawing/2014/main" id="{5E0F8376-7CBE-48C1-8FC6-2384405A3F7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9539229" y="4331910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1" name="Line 52">
              <a:extLst>
                <a:ext uri="{FF2B5EF4-FFF2-40B4-BE49-F238E27FC236}">
                  <a16:creationId xmlns:a16="http://schemas.microsoft.com/office/drawing/2014/main" id="{0C481D14-ED8F-4028-BCDB-996836A14BE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126712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2" name="Line 53">
              <a:extLst>
                <a:ext uri="{FF2B5EF4-FFF2-40B4-BE49-F238E27FC236}">
                  <a16:creationId xmlns:a16="http://schemas.microsoft.com/office/drawing/2014/main" id="{60C7C905-D905-4D7A-805D-603326FDEF3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691448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3" name="Line 52">
              <a:extLst>
                <a:ext uri="{FF2B5EF4-FFF2-40B4-BE49-F238E27FC236}">
                  <a16:creationId xmlns:a16="http://schemas.microsoft.com/office/drawing/2014/main" id="{11EC7292-C282-4391-99A4-1168B1AD00D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138374" y="4331910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74" name="Text Box 54">
            <a:extLst>
              <a:ext uri="{FF2B5EF4-FFF2-40B4-BE49-F238E27FC236}">
                <a16:creationId xmlns:a16="http://schemas.microsoft.com/office/drawing/2014/main" id="{4FE5495C-0DAE-4173-8CF5-38A14AE40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306" y="5532008"/>
            <a:ext cx="9005113" cy="400110"/>
          </a:xfrm>
          <a:prstGeom prst="rect">
            <a:avLst/>
          </a:prstGeom>
          <a:ln/>
          <a:extLst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存储系统 </a:t>
            </a: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M*N</a:t>
            </a: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位，若使用</a:t>
            </a: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l*k</a:t>
            </a: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位的芯片，</a:t>
            </a: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l&lt;</a:t>
            </a:r>
            <a:r>
              <a:rPr kumimoji="0" lang="en-US" altLang="zh-CN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M,k</a:t>
            </a: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&lt;N</a:t>
            </a: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，需（</a:t>
            </a: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M/l</a:t>
            </a: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）*</a:t>
            </a: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(N/k)</a:t>
            </a: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/>
                <a:ea typeface="宋体"/>
                <a:cs typeface="+mn-cs"/>
              </a:rPr>
              <a:t>个芯片</a:t>
            </a:r>
          </a:p>
        </p:txBody>
      </p:sp>
      <p:grpSp>
        <p:nvGrpSpPr>
          <p:cNvPr id="75" name="Group 56">
            <a:extLst>
              <a:ext uri="{FF2B5EF4-FFF2-40B4-BE49-F238E27FC236}">
                <a16:creationId xmlns:a16="http://schemas.microsoft.com/office/drawing/2014/main" id="{94C349AB-73D7-4381-8B01-7B184A5DA6DF}"/>
              </a:ext>
            </a:extLst>
          </p:cNvPr>
          <p:cNvGrpSpPr>
            <a:grpSpLocks/>
          </p:cNvGrpSpPr>
          <p:nvPr/>
        </p:nvGrpSpPr>
        <p:grpSpPr bwMode="auto">
          <a:xfrm>
            <a:off x="6631694" y="3524944"/>
            <a:ext cx="368165" cy="54399"/>
            <a:chOff x="4096" y="2541"/>
            <a:chExt cx="379" cy="56"/>
          </a:xfrm>
        </p:grpSpPr>
        <p:sp>
          <p:nvSpPr>
            <p:cNvPr id="76" name="Oval 27">
              <a:extLst>
                <a:ext uri="{FF2B5EF4-FFF2-40B4-BE49-F238E27FC236}">
                  <a16:creationId xmlns:a16="http://schemas.microsoft.com/office/drawing/2014/main" id="{524109DD-A103-4432-995A-A825496FBEF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22" y="2541"/>
              <a:ext cx="53" cy="56"/>
            </a:xfrm>
            <a:prstGeom prst="ellipse">
              <a:avLst/>
            </a:prstGeom>
            <a:solidFill>
              <a:srgbClr val="FFCC00">
                <a:alpha val="89803"/>
              </a:srgbClr>
            </a:solidFill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7" name="Oval 28">
              <a:extLst>
                <a:ext uri="{FF2B5EF4-FFF2-40B4-BE49-F238E27FC236}">
                  <a16:creationId xmlns:a16="http://schemas.microsoft.com/office/drawing/2014/main" id="{9F716D2D-50C8-463D-AA9F-EB7D9CCCC1C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96" y="2541"/>
              <a:ext cx="52" cy="56"/>
            </a:xfrm>
            <a:prstGeom prst="ellipse">
              <a:avLst/>
            </a:prstGeom>
            <a:solidFill>
              <a:srgbClr val="FFCC00">
                <a:alpha val="89803"/>
              </a:srgbClr>
            </a:solidFill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8" name="Oval 29">
              <a:extLst>
                <a:ext uri="{FF2B5EF4-FFF2-40B4-BE49-F238E27FC236}">
                  <a16:creationId xmlns:a16="http://schemas.microsoft.com/office/drawing/2014/main" id="{D729466B-ED43-4F5B-956D-49589F2BAF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" y="2541"/>
              <a:ext cx="53" cy="56"/>
            </a:xfrm>
            <a:prstGeom prst="ellipse">
              <a:avLst/>
            </a:prstGeom>
            <a:solidFill>
              <a:srgbClr val="FFCC00">
                <a:alpha val="89803"/>
              </a:srgbClr>
            </a:solidFill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9" name="Group 14">
            <a:extLst>
              <a:ext uri="{FF2B5EF4-FFF2-40B4-BE49-F238E27FC236}">
                <a16:creationId xmlns:a16="http://schemas.microsoft.com/office/drawing/2014/main" id="{AA2E90D9-5CCE-46E8-9218-899D17ADC192}"/>
              </a:ext>
            </a:extLst>
          </p:cNvPr>
          <p:cNvGrpSpPr>
            <a:grpSpLocks/>
          </p:cNvGrpSpPr>
          <p:nvPr/>
        </p:nvGrpSpPr>
        <p:grpSpPr bwMode="auto">
          <a:xfrm>
            <a:off x="598691" y="1332150"/>
            <a:ext cx="1247293" cy="4058617"/>
            <a:chOff x="580" y="1369"/>
            <a:chExt cx="697" cy="226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80" name="Rectangle 15">
              <a:extLst>
                <a:ext uri="{FF2B5EF4-FFF2-40B4-BE49-F238E27FC236}">
                  <a16:creationId xmlns:a16="http://schemas.microsoft.com/office/drawing/2014/main" id="{7AD23CD0-E554-4C94-BD74-937A4F07397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4" y="1369"/>
              <a:ext cx="653" cy="2224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1" name="Rectangle 16">
              <a:extLst>
                <a:ext uri="{FF2B5EF4-FFF2-40B4-BE49-F238E27FC236}">
                  <a16:creationId xmlns:a16="http://schemas.microsoft.com/office/drawing/2014/main" id="{412373B8-26AF-44CA-9271-489ACF9863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49" y="1697"/>
              <a:ext cx="572" cy="2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20-0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2" name="Rectangle 17">
              <a:extLst>
                <a:ext uri="{FF2B5EF4-FFF2-40B4-BE49-F238E27FC236}">
                  <a16:creationId xmlns:a16="http://schemas.microsoft.com/office/drawing/2014/main" id="{B20803AB-011A-4FAA-A1BB-C8E68FDE4F6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4" y="1369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MREQ#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3" name="Rectangle 18">
              <a:extLst>
                <a:ext uri="{FF2B5EF4-FFF2-40B4-BE49-F238E27FC236}">
                  <a16:creationId xmlns:a16="http://schemas.microsoft.com/office/drawing/2014/main" id="{D265AE57-74DF-450A-B44D-3C494DC4244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4" y="1962"/>
              <a:ext cx="572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R/W#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4" name="Rectangle 19">
              <a:extLst>
                <a:ext uri="{FF2B5EF4-FFF2-40B4-BE49-F238E27FC236}">
                  <a16:creationId xmlns:a16="http://schemas.microsoft.com/office/drawing/2014/main" id="{7BF4CAEE-1789-413B-AF22-32B83C5CBE6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0" y="2355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CPU</a:t>
              </a:r>
            </a:p>
          </p:txBody>
        </p:sp>
        <p:sp>
          <p:nvSpPr>
            <p:cNvPr id="85" name="Rectangle 20">
              <a:extLst>
                <a:ext uri="{FF2B5EF4-FFF2-40B4-BE49-F238E27FC236}">
                  <a16:creationId xmlns:a16="http://schemas.microsoft.com/office/drawing/2014/main" id="{2A806120-CA54-4F9F-93CD-A61BBA792B9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3" y="3352"/>
              <a:ext cx="571" cy="2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31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~D</a:t>
              </a:r>
              <a:r>
                <a:rPr kumimoji="0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86" name="Line 40">
            <a:extLst>
              <a:ext uri="{FF2B5EF4-FFF2-40B4-BE49-F238E27FC236}">
                <a16:creationId xmlns:a16="http://schemas.microsoft.com/office/drawing/2014/main" id="{3E149116-BC92-4D9E-9D10-AC56737CCC20}"/>
              </a:ext>
            </a:extLst>
          </p:cNvPr>
          <p:cNvSpPr>
            <a:spLocks noChangeAspect="1" noChangeShapeType="1"/>
          </p:cNvSpPr>
          <p:nvPr/>
        </p:nvSpPr>
        <p:spPr bwMode="auto">
          <a:xfrm rot="16200000">
            <a:off x="2506202" y="1512158"/>
            <a:ext cx="0" cy="343184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triangle" w="sm" len="sm"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7" name="Line 34">
            <a:extLst>
              <a:ext uri="{FF2B5EF4-FFF2-40B4-BE49-F238E27FC236}">
                <a16:creationId xmlns:a16="http://schemas.microsoft.com/office/drawing/2014/main" id="{9C03EE33-4B42-48E7-A997-A7D23889C743}"/>
              </a:ext>
            </a:extLst>
          </p:cNvPr>
          <p:cNvSpPr>
            <a:spLocks noChangeAspect="1" noChangeShapeType="1"/>
          </p:cNvSpPr>
          <p:nvPr/>
        </p:nvSpPr>
        <p:spPr bwMode="auto">
          <a:xfrm rot="5400000">
            <a:off x="2086281" y="1940146"/>
            <a:ext cx="496658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D01C6D66-374A-4144-9526-7B73991D7F6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042279" y="1803265"/>
            <a:ext cx="892175" cy="4429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0" lang="en-US" altLang="zh-CN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20-18</a:t>
            </a:r>
            <a:endParaRPr kumimoji="0" lang="en-US" altLang="zh-CN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9" name="Line 44">
            <a:extLst>
              <a:ext uri="{FF2B5EF4-FFF2-40B4-BE49-F238E27FC236}">
                <a16:creationId xmlns:a16="http://schemas.microsoft.com/office/drawing/2014/main" id="{5A1A7DC2-BA50-4683-84DB-DE175947EF89}"/>
              </a:ext>
            </a:extLst>
          </p:cNvPr>
          <p:cNvSpPr>
            <a:spLocks noChangeAspect="1" noChangeShapeType="1"/>
          </p:cNvSpPr>
          <p:nvPr/>
        </p:nvSpPr>
        <p:spPr bwMode="auto">
          <a:xfrm flipV="1">
            <a:off x="4709051" y="1797969"/>
            <a:ext cx="0" cy="1092763"/>
          </a:xfrm>
          <a:prstGeom prst="line">
            <a:avLst/>
          </a:prstGeom>
          <a:noFill/>
          <a:ln w="28575" cap="sq">
            <a:solidFill>
              <a:srgbClr val="00CC00"/>
            </a:solidFill>
            <a:miter lim="800000"/>
            <a:headEnd type="none" w="sm" len="sm"/>
            <a:tailEnd type="none" w="med" len="med"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90" name="组合 89">
            <a:extLst>
              <a:ext uri="{FF2B5EF4-FFF2-40B4-BE49-F238E27FC236}">
                <a16:creationId xmlns:a16="http://schemas.microsoft.com/office/drawing/2014/main" id="{32E456BD-BA2D-44B5-A86E-531CD938F5C7}"/>
              </a:ext>
            </a:extLst>
          </p:cNvPr>
          <p:cNvGrpSpPr/>
          <p:nvPr/>
        </p:nvGrpSpPr>
        <p:grpSpPr>
          <a:xfrm>
            <a:off x="2651121" y="1340768"/>
            <a:ext cx="5685983" cy="472441"/>
            <a:chOff x="4393992" y="1506026"/>
            <a:chExt cx="5685983" cy="472441"/>
          </a:xfrm>
        </p:grpSpPr>
        <p:sp>
          <p:nvSpPr>
            <p:cNvPr id="91" name="梯形 90">
              <a:extLst>
                <a:ext uri="{FF2B5EF4-FFF2-40B4-BE49-F238E27FC236}">
                  <a16:creationId xmlns:a16="http://schemas.microsoft.com/office/drawing/2014/main" id="{D614C2E9-571B-4A68-9DE6-E130EB201A32}"/>
                </a:ext>
              </a:extLst>
            </p:cNvPr>
            <p:cNvSpPr/>
            <p:nvPr/>
          </p:nvSpPr>
          <p:spPr>
            <a:xfrm>
              <a:off x="4413250" y="1514033"/>
              <a:ext cx="5666725" cy="464434"/>
            </a:xfrm>
            <a:prstGeom prst="trapezoid">
              <a:avLst>
                <a:gd name="adj" fmla="val 0"/>
              </a:avLst>
            </a:prstGeom>
            <a:solidFill>
              <a:srgbClr val="CCFF66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 anchor="ctr" anchorCtr="1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2" name="文本框 91">
              <a:extLst>
                <a:ext uri="{FF2B5EF4-FFF2-40B4-BE49-F238E27FC236}">
                  <a16:creationId xmlns:a16="http://schemas.microsoft.com/office/drawing/2014/main" id="{8DB5B5A6-958B-4E08-830A-ED35E9CFC089}"/>
                </a:ext>
              </a:extLst>
            </p:cNvPr>
            <p:cNvSpPr txBox="1"/>
            <p:nvPr/>
          </p:nvSpPr>
          <p:spPr>
            <a:xfrm>
              <a:off x="6598022" y="1561989"/>
              <a:ext cx="12282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3:8</a:t>
              </a: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译码器</a:t>
              </a:r>
            </a:p>
          </p:txBody>
        </p:sp>
        <p:sp>
          <p:nvSpPr>
            <p:cNvPr id="93" name="Rectangle 13">
              <a:extLst>
                <a:ext uri="{FF2B5EF4-FFF2-40B4-BE49-F238E27FC236}">
                  <a16:creationId xmlns:a16="http://schemas.microsoft.com/office/drawing/2014/main" id="{B6C35CA3-92A5-4962-82A8-6BEA01C4D1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56433" y="1676781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endPara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4" name="Rectangle 13">
              <a:extLst>
                <a:ext uri="{FF2B5EF4-FFF2-40B4-BE49-F238E27FC236}">
                  <a16:creationId xmlns:a16="http://schemas.microsoft.com/office/drawing/2014/main" id="{D281E1FE-961B-4047-AB8E-BC627678134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83587" y="1671169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endPara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5" name="Rectangle 13">
              <a:extLst>
                <a:ext uri="{FF2B5EF4-FFF2-40B4-BE49-F238E27FC236}">
                  <a16:creationId xmlns:a16="http://schemas.microsoft.com/office/drawing/2014/main" id="{9E6B4728-903D-486C-AC9F-B5B9E370E64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588091" y="1667255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7</a:t>
              </a:r>
              <a:endPara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6" name="Rectangle 13">
              <a:extLst>
                <a:ext uri="{FF2B5EF4-FFF2-40B4-BE49-F238E27FC236}">
                  <a16:creationId xmlns:a16="http://schemas.microsoft.com/office/drawing/2014/main" id="{498D836A-F7DB-4768-A6DA-752BE6E155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93992" y="1506026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OE</a:t>
              </a:r>
              <a:endPara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97" name="文本框 96">
            <a:extLst>
              <a:ext uri="{FF2B5EF4-FFF2-40B4-BE49-F238E27FC236}">
                <a16:creationId xmlns:a16="http://schemas.microsoft.com/office/drawing/2014/main" id="{C57BE7B2-F551-40F2-9655-70361D9E4214}"/>
              </a:ext>
            </a:extLst>
          </p:cNvPr>
          <p:cNvSpPr txBox="1"/>
          <p:nvPr/>
        </p:nvSpPr>
        <p:spPr>
          <a:xfrm>
            <a:off x="3904176" y="129529"/>
            <a:ext cx="4870961" cy="58477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256K×8</a:t>
            </a: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实现</a:t>
            </a:r>
            <a:r>
              <a:rPr kumimoji="0" lang="en-US" altLang="zh-C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2M×32</a:t>
            </a: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？</a:t>
            </a:r>
          </a:p>
        </p:txBody>
      </p:sp>
    </p:spTree>
    <p:extLst>
      <p:ext uri="{BB962C8B-B14F-4D97-AF65-F5344CB8AC3E}">
        <p14:creationId xmlns:p14="http://schemas.microsoft.com/office/powerpoint/2010/main" val="34767560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97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3.5 </a:t>
            </a:r>
            <a:r>
              <a:rPr lang="zh-CN" altLang="en-US" dirty="0"/>
              <a:t>半导体存储器扩展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5"/>
            <a:ext cx="8229600" cy="3240358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3.5.1 </a:t>
            </a:r>
            <a:r>
              <a:rPr lang="zh-CN" altLang="en-US" dirty="0"/>
              <a:t>位扩展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3.5.2 </a:t>
            </a:r>
            <a:r>
              <a:rPr lang="zh-CN" altLang="en-US" dirty="0"/>
              <a:t>字扩展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3.5.3 </a:t>
            </a:r>
            <a:r>
              <a:rPr lang="zh-CN" altLang="en-US" dirty="0"/>
              <a:t>存储器扩展举例</a:t>
            </a:r>
            <a:endParaRPr lang="en-US" altLang="zh-CN" dirty="0"/>
          </a:p>
          <a:p>
            <a:pPr marL="0" indent="0">
              <a:spcBef>
                <a:spcPts val="1200"/>
              </a:spcBef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99592" y="3429000"/>
            <a:ext cx="4081567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3.5.3 </a:t>
            </a:r>
            <a:r>
              <a:rPr lang="zh-CN" altLang="en-US" sz="3200" kern="0" dirty="0">
                <a:solidFill>
                  <a:srgbClr val="000000"/>
                </a:solidFill>
              </a:rPr>
              <a:t>存储器扩展举例</a:t>
            </a:r>
          </a:p>
        </p:txBody>
      </p:sp>
    </p:spTree>
    <p:extLst>
      <p:ext uri="{BB962C8B-B14F-4D97-AF65-F5344CB8AC3E}">
        <p14:creationId xmlns:p14="http://schemas.microsoft.com/office/powerpoint/2010/main" val="3730323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18010A6E-1ED1-4CEB-A4B0-CAA0D5E52A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3.5.3 </a:t>
            </a:r>
            <a:r>
              <a:rPr lang="zh-CN" altLang="en-US" dirty="0"/>
              <a:t>存储器扩展举例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内容占位符 2">
                <a:extLst>
                  <a:ext uri="{FF2B5EF4-FFF2-40B4-BE49-F238E27FC236}">
                    <a16:creationId xmlns:a16="http://schemas.microsoft.com/office/drawing/2014/main" id="{D6EFD74B-08E4-4659-AC25-49AB1E21D6D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87822" y="942764"/>
                <a:ext cx="8332650" cy="563702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342900" indent="-342900" algn="just" defTabSz="914400" rtl="0" eaLnBrk="1" latinLnBrk="0" hangingPunct="1">
                  <a:lnSpc>
                    <a:spcPct val="150000"/>
                  </a:lnSpc>
                  <a:spcBef>
                    <a:spcPts val="1000"/>
                  </a:spcBef>
                  <a:buClr>
                    <a:srgbClr val="FFC000"/>
                  </a:buClr>
                  <a:buFont typeface="Wingdings" panose="05000000000000000000" pitchFamily="2" charset="2"/>
                  <a:buChar char="n"/>
                  <a:defRPr sz="2600" kern="12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+mn-cs"/>
                  </a:defRPr>
                </a:lvl1pPr>
                <a:lvl2pPr marL="812800" indent="-355600" algn="just" defTabSz="914400" rtl="0" eaLnBrk="1" latinLnBrk="0" hangingPunct="1">
                  <a:lnSpc>
                    <a:spcPct val="150000"/>
                  </a:lnSpc>
                  <a:spcBef>
                    <a:spcPts val="500"/>
                  </a:spcBef>
                  <a:buClr>
                    <a:srgbClr val="FFC000"/>
                  </a:buClr>
                  <a:buFont typeface="Wingdings" panose="05000000000000000000" pitchFamily="2" charset="2"/>
                  <a:buChar char="p"/>
                  <a:defRPr sz="2000" kern="120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150000"/>
                  </a:lnSpc>
                  <a:spcBef>
                    <a:spcPts val="500"/>
                  </a:spcBef>
                  <a:buClr>
                    <a:srgbClr val="FFC000"/>
                  </a:buClr>
                  <a:buFont typeface="Wingdings" panose="05000000000000000000" pitchFamily="2" charset="2"/>
                  <a:buChar char="u"/>
                  <a:defRPr sz="2000" kern="12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15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15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auto">
                  <a:lnSpc>
                    <a:spcPct val="100000"/>
                  </a:lnSpc>
                  <a:spcAft>
                    <a:spcPts val="0"/>
                  </a:spcAft>
                  <a:buFont typeface="Wingdings" panose="05000000000000000000" pitchFamily="2" charset="2"/>
                  <a:buNone/>
                  <a:defRPr/>
                </a:pP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例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4.1 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某计算机的主存地址空间中</a:t>
                </a:r>
              </a:p>
              <a:p>
                <a:pPr marL="400050" lvl="1" indent="0" fontAlgn="auto">
                  <a:lnSpc>
                    <a:spcPct val="100000"/>
                  </a:lnSpc>
                  <a:spcAft>
                    <a:spcPts val="0"/>
                  </a:spcAft>
                  <a:buFont typeface="Wingdings" panose="05000000000000000000" pitchFamily="2" charset="2"/>
                  <a:buNone/>
                  <a:defRPr/>
                </a:pP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   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0x0000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到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3FFF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为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ROM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存储区域</a:t>
                </a:r>
              </a:p>
              <a:p>
                <a:pPr marL="400050" lvl="1" indent="0" fontAlgn="auto">
                  <a:lnSpc>
                    <a:spcPct val="100000"/>
                  </a:lnSpc>
                  <a:spcAft>
                    <a:spcPts val="0"/>
                  </a:spcAft>
                  <a:buFont typeface="Wingdings" panose="05000000000000000000" pitchFamily="2" charset="2"/>
                  <a:buNone/>
                  <a:defRPr/>
                </a:pP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   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0x4000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到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0x5FFF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为保留地址区域</a:t>
                </a:r>
              </a:p>
              <a:p>
                <a:pPr marL="400050" lvl="1" indent="0" fontAlgn="auto">
                  <a:lnSpc>
                    <a:spcPct val="100000"/>
                  </a:lnSpc>
                  <a:spcAft>
                    <a:spcPts val="0"/>
                  </a:spcAft>
                  <a:buFont typeface="Wingdings" panose="05000000000000000000" pitchFamily="2" charset="2"/>
                  <a:buNone/>
                  <a:defRPr/>
                </a:pP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   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0x6000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到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0xFFFF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为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RAM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地址区域。</a:t>
                </a:r>
              </a:p>
              <a:p>
                <a:pPr marL="0" indent="0" fontAlgn="auto">
                  <a:lnSpc>
                    <a:spcPct val="100000"/>
                  </a:lnSpc>
                  <a:spcAft>
                    <a:spcPts val="0"/>
                  </a:spcAft>
                  <a:buFont typeface="Wingdings" panose="05000000000000000000" pitchFamily="2" charset="2"/>
                  <a:buNone/>
                  <a:defRPr/>
                </a:pP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RAM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的控制信号为</a:t>
                </a: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altLang="zh-CN" sz="2400" b="1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altLang="zh-CN" sz="2400" b="1" i="1" dirty="0" smtClean="0">
                            <a:latin typeface="Cambria Math" panose="02040503050406030204" pitchFamily="18" charset="0"/>
                          </a:rPr>
                          <m:t>𝐶𝑆</m:t>
                        </m:r>
                      </m:e>
                    </m:acc>
                  </m:oMath>
                </a14:m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#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和</a:t>
                </a: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altLang="zh-CN" sz="2400" b="1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altLang="zh-CN" sz="2400" b="1" i="1" dirty="0" smtClean="0">
                            <a:latin typeface="Cambria Math" panose="02040503050406030204" pitchFamily="18" charset="0"/>
                          </a:rPr>
                          <m:t>𝑊𝐸</m:t>
                        </m:r>
                      </m:e>
                    </m:acc>
                  </m:oMath>
                </a14:m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，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CPU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地址线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A15-A0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，数据线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D7-D0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，控制信号有读写控制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R/</a:t>
                </a: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altLang="zh-CN" sz="2400" b="1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altLang="zh-CN" sz="2400" b="1" i="1" dirty="0" smtClean="0">
                            <a:latin typeface="Cambria Math" panose="02040503050406030204" pitchFamily="18" charset="0"/>
                          </a:rPr>
                          <m:t>𝑊</m:t>
                        </m:r>
                      </m:e>
                    </m:acc>
                  </m:oMath>
                </a14:m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和访存请求</a:t>
                </a: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altLang="zh-CN" sz="2400" b="1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altLang="zh-CN" sz="2400" b="1" i="1" dirty="0" smtClean="0">
                            <a:latin typeface="Cambria Math" panose="02040503050406030204" pitchFamily="18" charset="0"/>
                          </a:rPr>
                          <m:t>𝑀𝑅𝐸𝑄</m:t>
                        </m:r>
                      </m:e>
                    </m:acc>
                  </m:oMath>
                </a14:m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。</a:t>
                </a:r>
              </a:p>
              <a:p>
                <a:pPr marL="857250" lvl="1" indent="-457200" fontAlgn="auto">
                  <a:lnSpc>
                    <a:spcPct val="100000"/>
                  </a:lnSpc>
                  <a:spcAft>
                    <a:spcPts val="0"/>
                  </a:spcAft>
                  <a:buClr>
                    <a:srgbClr val="C00000"/>
                  </a:buClr>
                  <a:buFont typeface="+mj-lt"/>
                  <a:buAutoNum type="arabicPeriod"/>
                  <a:defRPr/>
                </a:pP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如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ROM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和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RAM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都采用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8K×1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芯片，试画出与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CPU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的连接图。</a:t>
                </a:r>
              </a:p>
              <a:p>
                <a:pPr marL="857250" lvl="1" indent="-457200" fontAlgn="auto">
                  <a:lnSpc>
                    <a:spcPct val="100000"/>
                  </a:lnSpc>
                  <a:spcAft>
                    <a:spcPts val="0"/>
                  </a:spcAft>
                  <a:buClr>
                    <a:srgbClr val="C00000"/>
                  </a:buClr>
                  <a:buFont typeface="+mj-lt"/>
                  <a:buAutoNum type="arabicPeriod"/>
                  <a:defRPr/>
                </a:pP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如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ROM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采用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8K×8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的芯片，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RAM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芯片采用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4K×8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的芯片，试画出与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CPU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的连接图。</a:t>
                </a:r>
              </a:p>
              <a:p>
                <a:pPr marL="857250" lvl="1" indent="-457200" fontAlgn="auto">
                  <a:lnSpc>
                    <a:spcPct val="100000"/>
                  </a:lnSpc>
                  <a:spcAft>
                    <a:spcPts val="0"/>
                  </a:spcAft>
                  <a:buClr>
                    <a:srgbClr val="C00000"/>
                  </a:buClr>
                  <a:buFont typeface="+mj-lt"/>
                  <a:buAutoNum type="arabicPeriod"/>
                  <a:defRPr/>
                </a:pP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如果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ROM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采用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16K×8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的芯片，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RAM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芯片采用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4K×8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的芯片，试画出与</a:t>
                </a:r>
                <a:r>
                  <a:rPr lang="en-US" altLang="zh-CN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CPU</a:t>
                </a:r>
                <a:r>
                  <a:rPr lang="zh-CN" altLang="en-US" sz="2400" b="1" dirty="0">
                    <a:latin typeface="楷体" panose="02010609060101010101" pitchFamily="49" charset="-122"/>
                    <a:ea typeface="楷体" panose="02010609060101010101" pitchFamily="49" charset="-122"/>
                  </a:rPr>
                  <a:t>的连接图</a:t>
                </a:r>
              </a:p>
            </p:txBody>
          </p:sp>
        </mc:Choice>
        <mc:Fallback xmlns="">
          <p:sp>
            <p:nvSpPr>
              <p:cNvPr id="6" name="内容占位符 2">
                <a:extLst>
                  <a:ext uri="{FF2B5EF4-FFF2-40B4-BE49-F238E27FC236}">
                    <a16:creationId xmlns:a16="http://schemas.microsoft.com/office/drawing/2014/main" id="{D6EFD74B-08E4-4659-AC25-49AB1E21D6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822" y="942764"/>
                <a:ext cx="8332650" cy="5637024"/>
              </a:xfrm>
              <a:prstGeom prst="rect">
                <a:avLst/>
              </a:prstGeom>
              <a:blipFill>
                <a:blip r:embed="rId2"/>
                <a:stretch>
                  <a:fillRect l="-1097" t="-866" r="-4828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6702392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Text Box 2">
            <a:extLst>
              <a:ext uri="{FF2B5EF4-FFF2-40B4-BE49-F238E27FC236}">
                <a16:creationId xmlns:a16="http://schemas.microsoft.com/office/drawing/2014/main" id="{FD73E9EB-E546-4EEC-A95B-81CF2E92B5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576" y="353802"/>
            <a:ext cx="573907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存储器与 </a:t>
            </a: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CPU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的连接信号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</a:p>
        </p:txBody>
      </p:sp>
      <p:sp>
        <p:nvSpPr>
          <p:cNvPr id="69635" name="Text Box 3">
            <a:extLst>
              <a:ext uri="{FF2B5EF4-FFF2-40B4-BE49-F238E27FC236}">
                <a16:creationId xmlns:a16="http://schemas.microsoft.com/office/drawing/2014/main" id="{6C54CE73-4C5F-43F0-BBED-D5F0BC8A27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1401763"/>
            <a:ext cx="5867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地址线的连接</a:t>
            </a:r>
          </a:p>
        </p:txBody>
      </p:sp>
      <p:sp>
        <p:nvSpPr>
          <p:cNvPr id="69636" name="Text Box 4">
            <a:extLst>
              <a:ext uri="{FF2B5EF4-FFF2-40B4-BE49-F238E27FC236}">
                <a16:creationId xmlns:a16="http://schemas.microsoft.com/office/drawing/2014/main" id="{F0E64CE9-06BB-4213-A30B-5864C30361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2217738"/>
            <a:ext cx="5867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数据线的连接</a:t>
            </a:r>
          </a:p>
        </p:txBody>
      </p:sp>
      <p:sp>
        <p:nvSpPr>
          <p:cNvPr id="69637" name="Text Box 5">
            <a:extLst>
              <a:ext uri="{FF2B5EF4-FFF2-40B4-BE49-F238E27FC236}">
                <a16:creationId xmlns:a16="http://schemas.microsoft.com/office/drawing/2014/main" id="{90C679D2-F2D1-4805-BB06-D87D16E10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303530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(3)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/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写命令线的连接</a:t>
            </a:r>
          </a:p>
        </p:txBody>
      </p:sp>
      <p:sp>
        <p:nvSpPr>
          <p:cNvPr id="69638" name="Text Box 6">
            <a:extLst>
              <a:ext uri="{FF2B5EF4-FFF2-40B4-BE49-F238E27FC236}">
                <a16:creationId xmlns:a16="http://schemas.microsoft.com/office/drawing/2014/main" id="{FDFA4275-E0C6-43BC-9445-A9DF979B11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3851275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(4)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片选线的连接</a:t>
            </a:r>
          </a:p>
        </p:txBody>
      </p:sp>
      <p:sp>
        <p:nvSpPr>
          <p:cNvPr id="69639" name="Text Box 7">
            <a:extLst>
              <a:ext uri="{FF2B5EF4-FFF2-40B4-BE49-F238E27FC236}">
                <a16:creationId xmlns:a16="http://schemas.microsoft.com/office/drawing/2014/main" id="{8DC9DAE1-0C23-44AE-A012-AB0B35D53C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4668838"/>
            <a:ext cx="5867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(5)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合理选择存储芯片</a:t>
            </a:r>
          </a:p>
        </p:txBody>
      </p:sp>
      <p:sp>
        <p:nvSpPr>
          <p:cNvPr id="69640" name="Text Box 8">
            <a:extLst>
              <a:ext uri="{FF2B5EF4-FFF2-40B4-BE49-F238E27FC236}">
                <a16:creationId xmlns:a16="http://schemas.microsoft.com/office/drawing/2014/main" id="{84C727FC-0E90-4CA4-BCDD-12941DD6F1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548640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(6)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其他       时序、负载</a:t>
            </a:r>
          </a:p>
        </p:txBody>
      </p:sp>
    </p:spTree>
    <p:extLst>
      <p:ext uri="{BB962C8B-B14F-4D97-AF65-F5344CB8AC3E}">
        <p14:creationId xmlns:p14="http://schemas.microsoft.com/office/powerpoint/2010/main" val="15128303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9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9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9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69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69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69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635" grpId="0" autoUpdateAnimBg="0"/>
      <p:bldP spid="69636" grpId="0" autoUpdateAnimBg="0"/>
      <p:bldP spid="69637" grpId="0" autoUpdateAnimBg="0"/>
      <p:bldP spid="69638" grpId="0" autoUpdateAnimBg="0"/>
      <p:bldP spid="69639" grpId="0" autoUpdateAnimBg="0"/>
      <p:bldP spid="69640" grpId="0" autoUpdateAnimBg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2C9CC3FD-416A-4AC5-AFFC-0B548B4026D1}"/>
              </a:ext>
            </a:extLst>
          </p:cNvPr>
          <p:cNvGrpSpPr/>
          <p:nvPr/>
        </p:nvGrpSpPr>
        <p:grpSpPr>
          <a:xfrm>
            <a:off x="1043608" y="1340768"/>
            <a:ext cx="6745315" cy="1088844"/>
            <a:chOff x="2737895" y="1542231"/>
            <a:chExt cx="6745315" cy="1088844"/>
          </a:xfrm>
        </p:grpSpPr>
        <p:sp>
          <p:nvSpPr>
            <p:cNvPr id="3" name="矩形 2">
              <a:extLst>
                <a:ext uri="{FF2B5EF4-FFF2-40B4-BE49-F238E27FC236}">
                  <a16:creationId xmlns:a16="http://schemas.microsoft.com/office/drawing/2014/main" id="{3545DAD1-1776-4665-96F6-C87B2D63B1EA}"/>
                </a:ext>
              </a:extLst>
            </p:cNvPr>
            <p:cNvSpPr/>
            <p:nvPr/>
          </p:nvSpPr>
          <p:spPr>
            <a:xfrm>
              <a:off x="2737895" y="1542231"/>
              <a:ext cx="6745315" cy="1088844"/>
            </a:xfrm>
            <a:prstGeom prst="rect">
              <a:avLst/>
            </a:prstGeom>
            <a:solidFill>
              <a:sysClr val="window" lastClr="FFFFFF"/>
            </a:solidFill>
            <a:ln w="28575" cap="flat" cmpd="sng" algn="ctr">
              <a:solidFill>
                <a:srgbClr val="002060"/>
              </a:solidFill>
              <a:prstDash val="solid"/>
              <a:miter lim="800000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grpSp>
          <p:nvGrpSpPr>
            <p:cNvPr id="4" name="Group 281">
              <a:extLst>
                <a:ext uri="{FF2B5EF4-FFF2-40B4-BE49-F238E27FC236}">
                  <a16:creationId xmlns:a16="http://schemas.microsoft.com/office/drawing/2014/main" id="{BC02F339-16AF-4A23-AF20-5B158E9890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1006" y="1556212"/>
              <a:ext cx="6732203" cy="1074862"/>
              <a:chOff x="684" y="672"/>
              <a:chExt cx="4344" cy="716"/>
            </a:xfrm>
          </p:grpSpPr>
          <p:sp>
            <p:nvSpPr>
              <p:cNvPr id="5" name="Rectangle 3">
                <a:extLst>
                  <a:ext uri="{FF2B5EF4-FFF2-40B4-BE49-F238E27FC236}">
                    <a16:creationId xmlns:a16="http://schemas.microsoft.com/office/drawing/2014/main" id="{F81A2216-CC49-4778-8EF8-31FA48CA7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7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6" name="Rectangle 4">
                <a:extLst>
                  <a:ext uri="{FF2B5EF4-FFF2-40B4-BE49-F238E27FC236}">
                    <a16:creationId xmlns:a16="http://schemas.microsoft.com/office/drawing/2014/main" id="{44C0BEFF-DB83-4D4C-9485-0E6F7BA53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7" name="Rectangle 5">
                <a:extLst>
                  <a:ext uri="{FF2B5EF4-FFF2-40B4-BE49-F238E27FC236}">
                    <a16:creationId xmlns:a16="http://schemas.microsoft.com/office/drawing/2014/main" id="{32945FBA-264B-490C-BE3C-690AB139A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8" name="Rectangle 6">
                <a:extLst>
                  <a:ext uri="{FF2B5EF4-FFF2-40B4-BE49-F238E27FC236}">
                    <a16:creationId xmlns:a16="http://schemas.microsoft.com/office/drawing/2014/main" id="{E6F19D74-2B69-4145-AA2F-5272AAEF0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9" name="Rectangle 7">
                <a:extLst>
                  <a:ext uri="{FF2B5EF4-FFF2-40B4-BE49-F238E27FC236}">
                    <a16:creationId xmlns:a16="http://schemas.microsoft.com/office/drawing/2014/main" id="{3E9D95EF-F46A-4E53-A82A-B6FC6780D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50000"/>
                      </a:srgbClr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0" name="Rectangle 8">
                <a:extLst>
                  <a:ext uri="{FF2B5EF4-FFF2-40B4-BE49-F238E27FC236}">
                    <a16:creationId xmlns:a16="http://schemas.microsoft.com/office/drawing/2014/main" id="{6C05CA63-8DD8-4651-8399-3CFC4FDD2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50000"/>
                      </a:srgbClr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1" name="Rectangle 9">
                <a:extLst>
                  <a:ext uri="{FF2B5EF4-FFF2-40B4-BE49-F238E27FC236}">
                    <a16:creationId xmlns:a16="http://schemas.microsoft.com/office/drawing/2014/main" id="{D0226014-5488-43FE-A700-4FAA3C0FC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50000"/>
                      </a:srgbClr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" name="Rectangle 10">
                <a:extLst>
                  <a:ext uri="{FF2B5EF4-FFF2-40B4-BE49-F238E27FC236}">
                    <a16:creationId xmlns:a16="http://schemas.microsoft.com/office/drawing/2014/main" id="{A1103465-3D33-44B9-9455-AD46ABE76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50000"/>
                      </a:srgbClr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3" name="Rectangle 11">
                <a:extLst>
                  <a:ext uri="{FF2B5EF4-FFF2-40B4-BE49-F238E27FC236}">
                    <a16:creationId xmlns:a16="http://schemas.microsoft.com/office/drawing/2014/main" id="{131305E6-5B1B-4553-9D34-44E3DFA7A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4" name="Rectangle 12">
                <a:extLst>
                  <a:ext uri="{FF2B5EF4-FFF2-40B4-BE49-F238E27FC236}">
                    <a16:creationId xmlns:a16="http://schemas.microsoft.com/office/drawing/2014/main" id="{5DAF4D3F-ACDD-4DEC-8C67-1EB8CE92B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5" name="Rectangle 13">
                <a:extLst>
                  <a:ext uri="{FF2B5EF4-FFF2-40B4-BE49-F238E27FC236}">
                    <a16:creationId xmlns:a16="http://schemas.microsoft.com/office/drawing/2014/main" id="{A2E504A1-3F80-48DD-BE0D-E92EBF176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6" name="Rectangle 14">
                <a:extLst>
                  <a:ext uri="{FF2B5EF4-FFF2-40B4-BE49-F238E27FC236}">
                    <a16:creationId xmlns:a16="http://schemas.microsoft.com/office/drawing/2014/main" id="{16DA8D23-61B8-44B5-ABD0-7F0D5095B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7" name="Rectangle 15">
                <a:extLst>
                  <a:ext uri="{FF2B5EF4-FFF2-40B4-BE49-F238E27FC236}">
                    <a16:creationId xmlns:a16="http://schemas.microsoft.com/office/drawing/2014/main" id="{4953D920-1828-4905-B9C9-72F2FAEAC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8" name="Rectangle 16">
                <a:extLst>
                  <a:ext uri="{FF2B5EF4-FFF2-40B4-BE49-F238E27FC236}">
                    <a16:creationId xmlns:a16="http://schemas.microsoft.com/office/drawing/2014/main" id="{42CD71D6-64AD-46BA-AE88-1C220FB8A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7" y="1030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9" name="Rectangle 17">
                <a:extLst>
                  <a:ext uri="{FF2B5EF4-FFF2-40B4-BE49-F238E27FC236}">
                    <a16:creationId xmlns:a16="http://schemas.microsoft.com/office/drawing/2014/main" id="{59E8F9EF-6942-403D-9EF4-38F324D8B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" y="1030"/>
                <a:ext cx="271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20" name="Rectangle 18">
                <a:extLst>
                  <a:ext uri="{FF2B5EF4-FFF2-40B4-BE49-F238E27FC236}">
                    <a16:creationId xmlns:a16="http://schemas.microsoft.com/office/drawing/2014/main" id="{CC8D1ECB-A878-46BB-8FB2-98C89D75B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1030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21" name="Rectangle 19">
                <a:extLst>
                  <a:ext uri="{FF2B5EF4-FFF2-40B4-BE49-F238E27FC236}">
                    <a16:creationId xmlns:a16="http://schemas.microsoft.com/office/drawing/2014/main" id="{CA36656E-A1DD-481F-A765-D8A3EC672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7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22" name="Rectangle 20">
                <a:extLst>
                  <a:ext uri="{FF2B5EF4-FFF2-40B4-BE49-F238E27FC236}">
                    <a16:creationId xmlns:a16="http://schemas.microsoft.com/office/drawing/2014/main" id="{76E48689-FC52-4526-9A17-E9592B81E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23" name="Rectangle 21">
                <a:extLst>
                  <a:ext uri="{FF2B5EF4-FFF2-40B4-BE49-F238E27FC236}">
                    <a16:creationId xmlns:a16="http://schemas.microsoft.com/office/drawing/2014/main" id="{641C2A85-11E2-4DCA-B080-F35B0AB8A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24" name="Rectangle 22">
                <a:extLst>
                  <a:ext uri="{FF2B5EF4-FFF2-40B4-BE49-F238E27FC236}">
                    <a16:creationId xmlns:a16="http://schemas.microsoft.com/office/drawing/2014/main" id="{F82354CB-5047-491B-BBE3-FA9F2844C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25" name="Rectangle 23">
                <a:extLst>
                  <a:ext uri="{FF2B5EF4-FFF2-40B4-BE49-F238E27FC236}">
                    <a16:creationId xmlns:a16="http://schemas.microsoft.com/office/drawing/2014/main" id="{14A44742-CDEC-4133-806F-DC3C1DDB0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50000"/>
                      </a:srgbClr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26" name="Rectangle 24">
                <a:extLst>
                  <a:ext uri="{FF2B5EF4-FFF2-40B4-BE49-F238E27FC236}">
                    <a16:creationId xmlns:a16="http://schemas.microsoft.com/office/drawing/2014/main" id="{6341A75B-F1D9-465D-9AA7-9F72B003F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50000"/>
                      </a:srgbClr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27" name="Rectangle 25">
                <a:extLst>
                  <a:ext uri="{FF2B5EF4-FFF2-40B4-BE49-F238E27FC236}">
                    <a16:creationId xmlns:a16="http://schemas.microsoft.com/office/drawing/2014/main" id="{DFC7FB4E-7754-4BFD-B8EE-EAE8C382F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50000"/>
                      </a:srgbClr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28" name="Rectangle 26">
                <a:extLst>
                  <a:ext uri="{FF2B5EF4-FFF2-40B4-BE49-F238E27FC236}">
                    <a16:creationId xmlns:a16="http://schemas.microsoft.com/office/drawing/2014/main" id="{42492088-9D50-4E6D-B7BF-4CC053565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50000"/>
                      </a:srgbClr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29" name="Rectangle 27">
                <a:extLst>
                  <a:ext uri="{FF2B5EF4-FFF2-40B4-BE49-F238E27FC236}">
                    <a16:creationId xmlns:a16="http://schemas.microsoft.com/office/drawing/2014/main" id="{5E9A6C6A-ACE9-4D6A-8218-F5C701AFB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30" name="Rectangle 28">
                <a:extLst>
                  <a:ext uri="{FF2B5EF4-FFF2-40B4-BE49-F238E27FC236}">
                    <a16:creationId xmlns:a16="http://schemas.microsoft.com/office/drawing/2014/main" id="{EFDCFEB8-DE40-427D-BB76-0E0FC7F3B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31" name="Rectangle 29">
                <a:extLst>
                  <a:ext uri="{FF2B5EF4-FFF2-40B4-BE49-F238E27FC236}">
                    <a16:creationId xmlns:a16="http://schemas.microsoft.com/office/drawing/2014/main" id="{A1C27358-F23C-4EE8-818A-AC5CB3C60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32" name="Rectangle 30">
                <a:extLst>
                  <a:ext uri="{FF2B5EF4-FFF2-40B4-BE49-F238E27FC236}">
                    <a16:creationId xmlns:a16="http://schemas.microsoft.com/office/drawing/2014/main" id="{500E0463-C23F-4615-9112-D597B311D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33" name="Rectangle 31">
                <a:extLst>
                  <a:ext uri="{FF2B5EF4-FFF2-40B4-BE49-F238E27FC236}">
                    <a16:creationId xmlns:a16="http://schemas.microsoft.com/office/drawing/2014/main" id="{20C56D59-A0FD-4051-B3D7-35F595A92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34" name="Rectangle 32">
                <a:extLst>
                  <a:ext uri="{FF2B5EF4-FFF2-40B4-BE49-F238E27FC236}">
                    <a16:creationId xmlns:a16="http://schemas.microsoft.com/office/drawing/2014/main" id="{A6CC7A7E-4CFA-42F7-AD0C-03890B9CB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7" y="672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35" name="Rectangle 33">
                <a:extLst>
                  <a:ext uri="{FF2B5EF4-FFF2-40B4-BE49-F238E27FC236}">
                    <a16:creationId xmlns:a16="http://schemas.microsoft.com/office/drawing/2014/main" id="{B7D6FB4B-656B-4505-ADCC-2245DD4A7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" y="672"/>
                <a:ext cx="271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36" name="Rectangle 34">
                <a:extLst>
                  <a:ext uri="{FF2B5EF4-FFF2-40B4-BE49-F238E27FC236}">
                    <a16:creationId xmlns:a16="http://schemas.microsoft.com/office/drawing/2014/main" id="{0DF8412F-2F52-49F2-972F-4CE9E8B08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672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37" name="Line 35">
                <a:extLst>
                  <a:ext uri="{FF2B5EF4-FFF2-40B4-BE49-F238E27FC236}">
                    <a16:creationId xmlns:a16="http://schemas.microsoft.com/office/drawing/2014/main" id="{D1FEFEAE-20D3-4466-AB4A-2933955ABB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672"/>
                <a:ext cx="4344" cy="0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38" name="Line 36">
                <a:extLst>
                  <a:ext uri="{FF2B5EF4-FFF2-40B4-BE49-F238E27FC236}">
                    <a16:creationId xmlns:a16="http://schemas.microsoft.com/office/drawing/2014/main" id="{33BD5281-8621-45C8-A4F4-3B992173EF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1030"/>
                <a:ext cx="815" cy="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39" name="Line 37">
                <a:extLst>
                  <a:ext uri="{FF2B5EF4-FFF2-40B4-BE49-F238E27FC236}">
                    <a16:creationId xmlns:a16="http://schemas.microsoft.com/office/drawing/2014/main" id="{AD16B1EF-8871-4C64-8666-4FFE88A396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1388"/>
                <a:ext cx="4344" cy="0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40" name="Line 38">
                <a:extLst>
                  <a:ext uri="{FF2B5EF4-FFF2-40B4-BE49-F238E27FC236}">
                    <a16:creationId xmlns:a16="http://schemas.microsoft.com/office/drawing/2014/main" id="{A8F0ECB4-D6A9-4C3E-9170-BA37C19C98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672"/>
                <a:ext cx="0" cy="716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41" name="Line 39">
                <a:extLst>
                  <a:ext uri="{FF2B5EF4-FFF2-40B4-BE49-F238E27FC236}">
                    <a16:creationId xmlns:a16="http://schemas.microsoft.com/office/drawing/2014/main" id="{D41682F9-9318-4AE0-AB48-CDB78FA580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6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42" name="Line 40">
                <a:extLst>
                  <a:ext uri="{FF2B5EF4-FFF2-40B4-BE49-F238E27FC236}">
                    <a16:creationId xmlns:a16="http://schemas.microsoft.com/office/drawing/2014/main" id="{306C2F36-99E4-4A8E-9B54-CBCE1708E0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27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43" name="Line 41">
                <a:extLst>
                  <a:ext uri="{FF2B5EF4-FFF2-40B4-BE49-F238E27FC236}">
                    <a16:creationId xmlns:a16="http://schemas.microsoft.com/office/drawing/2014/main" id="{6122B313-A725-4767-87C1-C9155D189C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0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44" name="Line 42">
                <a:extLst>
                  <a:ext uri="{FF2B5EF4-FFF2-40B4-BE49-F238E27FC236}">
                    <a16:creationId xmlns:a16="http://schemas.microsoft.com/office/drawing/2014/main" id="{36F29FEF-E44A-4E92-A64D-D43970EF2A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42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45" name="Line 43">
                <a:extLst>
                  <a:ext uri="{FF2B5EF4-FFF2-40B4-BE49-F238E27FC236}">
                    <a16:creationId xmlns:a16="http://schemas.microsoft.com/office/drawing/2014/main" id="{D6C6FE19-3866-4B25-8569-B4470F9B3B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3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46" name="Line 44">
                <a:extLst>
                  <a:ext uri="{FF2B5EF4-FFF2-40B4-BE49-F238E27FC236}">
                    <a16:creationId xmlns:a16="http://schemas.microsoft.com/office/drawing/2014/main" id="{6D98E81C-45CF-4C09-A5D3-645B5A65A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5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47" name="Line 45">
                <a:extLst>
                  <a:ext uri="{FF2B5EF4-FFF2-40B4-BE49-F238E27FC236}">
                    <a16:creationId xmlns:a16="http://schemas.microsoft.com/office/drawing/2014/main" id="{CBAF5260-C56C-4F8F-B5EA-6004A9A9CD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56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48" name="Line 46">
                <a:extLst>
                  <a:ext uri="{FF2B5EF4-FFF2-40B4-BE49-F238E27FC236}">
                    <a16:creationId xmlns:a16="http://schemas.microsoft.com/office/drawing/2014/main" id="{292969B1-280B-4D03-A2C2-6976FF9523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8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49" name="Line 47">
                <a:extLst>
                  <a:ext uri="{FF2B5EF4-FFF2-40B4-BE49-F238E27FC236}">
                    <a16:creationId xmlns:a16="http://schemas.microsoft.com/office/drawing/2014/main" id="{9EAC4EFC-E232-40C0-92C8-C82C91F5DA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99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50" name="Line 48">
                <a:extLst>
                  <a:ext uri="{FF2B5EF4-FFF2-40B4-BE49-F238E27FC236}">
                    <a16:creationId xmlns:a16="http://schemas.microsoft.com/office/drawing/2014/main" id="{FA66D328-6A06-4B01-90AF-E9F352F7C8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1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51" name="Line 49">
                <a:extLst>
                  <a:ext uri="{FF2B5EF4-FFF2-40B4-BE49-F238E27FC236}">
                    <a16:creationId xmlns:a16="http://schemas.microsoft.com/office/drawing/2014/main" id="{5A7915B8-C36B-4FE2-BE6E-7A265FA955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42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52" name="Line 50">
                <a:extLst>
                  <a:ext uri="{FF2B5EF4-FFF2-40B4-BE49-F238E27FC236}">
                    <a16:creationId xmlns:a16="http://schemas.microsoft.com/office/drawing/2014/main" id="{C350D6D8-BBAF-4274-9596-7D408DF620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4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53" name="Line 51">
                <a:extLst>
                  <a:ext uri="{FF2B5EF4-FFF2-40B4-BE49-F238E27FC236}">
                    <a16:creationId xmlns:a16="http://schemas.microsoft.com/office/drawing/2014/main" id="{55545CF4-7DC2-4BEA-A9CF-DE1051CBC4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5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54" name="Line 52">
                <a:extLst>
                  <a:ext uri="{FF2B5EF4-FFF2-40B4-BE49-F238E27FC236}">
                    <a16:creationId xmlns:a16="http://schemas.microsoft.com/office/drawing/2014/main" id="{F64F9F32-4A46-474E-A14B-4B43904F2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57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55" name="Line 53">
                <a:extLst>
                  <a:ext uri="{FF2B5EF4-FFF2-40B4-BE49-F238E27FC236}">
                    <a16:creationId xmlns:a16="http://schemas.microsoft.com/office/drawing/2014/main" id="{E466311A-20B5-40F0-9395-24E25E750F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8" y="672"/>
                <a:ext cx="0" cy="716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56" name="Line 54">
                <a:extLst>
                  <a:ext uri="{FF2B5EF4-FFF2-40B4-BE49-F238E27FC236}">
                    <a16:creationId xmlns:a16="http://schemas.microsoft.com/office/drawing/2014/main" id="{734D1E8E-FD53-4341-8BE9-6F8B727B01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9" y="1030"/>
                <a:ext cx="3529" cy="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57" name="Line 55">
                <a:extLst>
                  <a:ext uri="{FF2B5EF4-FFF2-40B4-BE49-F238E27FC236}">
                    <a16:creationId xmlns:a16="http://schemas.microsoft.com/office/drawing/2014/main" id="{27C789CE-4B85-4ED4-A839-44ACCD4079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9" y="672"/>
                <a:ext cx="0" cy="716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</p:grpSp>
      </p:grpSp>
      <p:grpSp>
        <p:nvGrpSpPr>
          <p:cNvPr id="58" name="组合 57">
            <a:extLst>
              <a:ext uri="{FF2B5EF4-FFF2-40B4-BE49-F238E27FC236}">
                <a16:creationId xmlns:a16="http://schemas.microsoft.com/office/drawing/2014/main" id="{68FA3385-A070-403B-8E64-26D5FF5F2DAA}"/>
              </a:ext>
            </a:extLst>
          </p:cNvPr>
          <p:cNvGrpSpPr/>
          <p:nvPr/>
        </p:nvGrpSpPr>
        <p:grpSpPr>
          <a:xfrm>
            <a:off x="1056719" y="3243355"/>
            <a:ext cx="6745315" cy="1088844"/>
            <a:chOff x="2737895" y="1542231"/>
            <a:chExt cx="6745315" cy="1088844"/>
          </a:xfrm>
        </p:grpSpPr>
        <p:sp>
          <p:nvSpPr>
            <p:cNvPr id="59" name="矩形 58">
              <a:extLst>
                <a:ext uri="{FF2B5EF4-FFF2-40B4-BE49-F238E27FC236}">
                  <a16:creationId xmlns:a16="http://schemas.microsoft.com/office/drawing/2014/main" id="{A6E2CB2A-0D47-405F-A65E-78D1048CF8FF}"/>
                </a:ext>
              </a:extLst>
            </p:cNvPr>
            <p:cNvSpPr/>
            <p:nvPr/>
          </p:nvSpPr>
          <p:spPr>
            <a:xfrm>
              <a:off x="2737895" y="1542231"/>
              <a:ext cx="6745315" cy="1088844"/>
            </a:xfrm>
            <a:prstGeom prst="rect">
              <a:avLst/>
            </a:prstGeom>
            <a:solidFill>
              <a:sysClr val="window" lastClr="FFFFFF"/>
            </a:solidFill>
            <a:ln w="28575" cap="flat" cmpd="sng" algn="ctr">
              <a:solidFill>
                <a:srgbClr val="002060"/>
              </a:solidFill>
              <a:prstDash val="solid"/>
              <a:miter lim="800000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grpSp>
          <p:nvGrpSpPr>
            <p:cNvPr id="60" name="Group 281">
              <a:extLst>
                <a:ext uri="{FF2B5EF4-FFF2-40B4-BE49-F238E27FC236}">
                  <a16:creationId xmlns:a16="http://schemas.microsoft.com/office/drawing/2014/main" id="{654011F5-58A9-48D9-8B68-ACAC67215B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1006" y="1556212"/>
              <a:ext cx="6732203" cy="1074862"/>
              <a:chOff x="684" y="672"/>
              <a:chExt cx="4344" cy="716"/>
            </a:xfrm>
          </p:grpSpPr>
          <p:sp>
            <p:nvSpPr>
              <p:cNvPr id="61" name="Rectangle 3">
                <a:extLst>
                  <a:ext uri="{FF2B5EF4-FFF2-40B4-BE49-F238E27FC236}">
                    <a16:creationId xmlns:a16="http://schemas.microsoft.com/office/drawing/2014/main" id="{C676F1D3-2ABB-4969-B599-188920217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7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62" name="Rectangle 4">
                <a:extLst>
                  <a:ext uri="{FF2B5EF4-FFF2-40B4-BE49-F238E27FC236}">
                    <a16:creationId xmlns:a16="http://schemas.microsoft.com/office/drawing/2014/main" id="{04587383-62C6-4926-BAEC-6FC76CCA9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63" name="Rectangle 5">
                <a:extLst>
                  <a:ext uri="{FF2B5EF4-FFF2-40B4-BE49-F238E27FC236}">
                    <a16:creationId xmlns:a16="http://schemas.microsoft.com/office/drawing/2014/main" id="{BC8DA3AB-75BD-4515-91E7-10DB9F019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64" name="Rectangle 6">
                <a:extLst>
                  <a:ext uri="{FF2B5EF4-FFF2-40B4-BE49-F238E27FC236}">
                    <a16:creationId xmlns:a16="http://schemas.microsoft.com/office/drawing/2014/main" id="{FD282F5E-F373-4E80-B1DB-A8F84372B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65" name="Rectangle 7">
                <a:extLst>
                  <a:ext uri="{FF2B5EF4-FFF2-40B4-BE49-F238E27FC236}">
                    <a16:creationId xmlns:a16="http://schemas.microsoft.com/office/drawing/2014/main" id="{279304E0-932C-4FB4-B8BC-73B90D286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66" name="Rectangle 8">
                <a:extLst>
                  <a:ext uri="{FF2B5EF4-FFF2-40B4-BE49-F238E27FC236}">
                    <a16:creationId xmlns:a16="http://schemas.microsoft.com/office/drawing/2014/main" id="{9A57A1FA-6385-44CE-B1AF-4EAAE8806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67" name="Rectangle 9">
                <a:extLst>
                  <a:ext uri="{FF2B5EF4-FFF2-40B4-BE49-F238E27FC236}">
                    <a16:creationId xmlns:a16="http://schemas.microsoft.com/office/drawing/2014/main" id="{D9DB7C06-E9C7-43D8-9CE4-227277E1E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68" name="Rectangle 10">
                <a:extLst>
                  <a:ext uri="{FF2B5EF4-FFF2-40B4-BE49-F238E27FC236}">
                    <a16:creationId xmlns:a16="http://schemas.microsoft.com/office/drawing/2014/main" id="{ED33F797-A806-4502-9906-2C46820CB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69" name="Rectangle 11">
                <a:extLst>
                  <a:ext uri="{FF2B5EF4-FFF2-40B4-BE49-F238E27FC236}">
                    <a16:creationId xmlns:a16="http://schemas.microsoft.com/office/drawing/2014/main" id="{EDD40978-B263-432C-A97A-BCE7D2EF2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70" name="Rectangle 12">
                <a:extLst>
                  <a:ext uri="{FF2B5EF4-FFF2-40B4-BE49-F238E27FC236}">
                    <a16:creationId xmlns:a16="http://schemas.microsoft.com/office/drawing/2014/main" id="{FCC2D7F5-C5E7-44D7-9543-E9C4834D9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71" name="Rectangle 13">
                <a:extLst>
                  <a:ext uri="{FF2B5EF4-FFF2-40B4-BE49-F238E27FC236}">
                    <a16:creationId xmlns:a16="http://schemas.microsoft.com/office/drawing/2014/main" id="{60F6E547-CC4C-4F3D-8A76-0BA4AFCA9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72" name="Rectangle 14">
                <a:extLst>
                  <a:ext uri="{FF2B5EF4-FFF2-40B4-BE49-F238E27FC236}">
                    <a16:creationId xmlns:a16="http://schemas.microsoft.com/office/drawing/2014/main" id="{F5EFE715-85DE-4F8B-A3ED-904407929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73" name="Rectangle 15">
                <a:extLst>
                  <a:ext uri="{FF2B5EF4-FFF2-40B4-BE49-F238E27FC236}">
                    <a16:creationId xmlns:a16="http://schemas.microsoft.com/office/drawing/2014/main" id="{06CB75BF-2CFD-409D-A6D9-E899F5BB8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74" name="Rectangle 16">
                <a:extLst>
                  <a:ext uri="{FF2B5EF4-FFF2-40B4-BE49-F238E27FC236}">
                    <a16:creationId xmlns:a16="http://schemas.microsoft.com/office/drawing/2014/main" id="{4440645B-2421-4247-879D-20840B93D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7" y="1030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75" name="Rectangle 17">
                <a:extLst>
                  <a:ext uri="{FF2B5EF4-FFF2-40B4-BE49-F238E27FC236}">
                    <a16:creationId xmlns:a16="http://schemas.microsoft.com/office/drawing/2014/main" id="{B3121B0A-CA0B-4208-AA11-414013D1F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" y="1030"/>
                <a:ext cx="271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76" name="Rectangle 18">
                <a:extLst>
                  <a:ext uri="{FF2B5EF4-FFF2-40B4-BE49-F238E27FC236}">
                    <a16:creationId xmlns:a16="http://schemas.microsoft.com/office/drawing/2014/main" id="{ADC6E34D-2EB3-4641-A34B-63E11C761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1030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77" name="Rectangle 19">
                <a:extLst>
                  <a:ext uri="{FF2B5EF4-FFF2-40B4-BE49-F238E27FC236}">
                    <a16:creationId xmlns:a16="http://schemas.microsoft.com/office/drawing/2014/main" id="{C9306E2D-24C7-4E9E-B118-BDCD5D2FA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7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78" name="Rectangle 20">
                <a:extLst>
                  <a:ext uri="{FF2B5EF4-FFF2-40B4-BE49-F238E27FC236}">
                    <a16:creationId xmlns:a16="http://schemas.microsoft.com/office/drawing/2014/main" id="{F754765E-6CBA-474B-B7B3-2414473F4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79" name="Rectangle 21">
                <a:extLst>
                  <a:ext uri="{FF2B5EF4-FFF2-40B4-BE49-F238E27FC236}">
                    <a16:creationId xmlns:a16="http://schemas.microsoft.com/office/drawing/2014/main" id="{488CB819-C1FE-4E08-A255-E1AA13557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80" name="Rectangle 22">
                <a:extLst>
                  <a:ext uri="{FF2B5EF4-FFF2-40B4-BE49-F238E27FC236}">
                    <a16:creationId xmlns:a16="http://schemas.microsoft.com/office/drawing/2014/main" id="{6BAF2B7C-5556-47C4-841D-4F968FCDF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81" name="Rectangle 23">
                <a:extLst>
                  <a:ext uri="{FF2B5EF4-FFF2-40B4-BE49-F238E27FC236}">
                    <a16:creationId xmlns:a16="http://schemas.microsoft.com/office/drawing/2014/main" id="{E137F3F1-D489-4610-A6BA-AE7F71454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82" name="Rectangle 24">
                <a:extLst>
                  <a:ext uri="{FF2B5EF4-FFF2-40B4-BE49-F238E27FC236}">
                    <a16:creationId xmlns:a16="http://schemas.microsoft.com/office/drawing/2014/main" id="{F41CCE3D-37D3-4F9F-ABE5-1A4860CE7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83" name="Rectangle 25">
                <a:extLst>
                  <a:ext uri="{FF2B5EF4-FFF2-40B4-BE49-F238E27FC236}">
                    <a16:creationId xmlns:a16="http://schemas.microsoft.com/office/drawing/2014/main" id="{534A8231-9C0A-4BD8-8ACD-89B280810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84" name="Rectangle 26">
                <a:extLst>
                  <a:ext uri="{FF2B5EF4-FFF2-40B4-BE49-F238E27FC236}">
                    <a16:creationId xmlns:a16="http://schemas.microsoft.com/office/drawing/2014/main" id="{639CBC55-A2C8-4349-822F-043BEC880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85" name="Rectangle 27">
                <a:extLst>
                  <a:ext uri="{FF2B5EF4-FFF2-40B4-BE49-F238E27FC236}">
                    <a16:creationId xmlns:a16="http://schemas.microsoft.com/office/drawing/2014/main" id="{007540EA-D6B2-4B95-9F16-2AEA9CA71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86" name="Rectangle 28">
                <a:extLst>
                  <a:ext uri="{FF2B5EF4-FFF2-40B4-BE49-F238E27FC236}">
                    <a16:creationId xmlns:a16="http://schemas.microsoft.com/office/drawing/2014/main" id="{68583FE8-41E0-40AD-90C9-EE80EBE4C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87" name="Rectangle 29">
                <a:extLst>
                  <a:ext uri="{FF2B5EF4-FFF2-40B4-BE49-F238E27FC236}">
                    <a16:creationId xmlns:a16="http://schemas.microsoft.com/office/drawing/2014/main" id="{DA1AE261-7D1D-465E-940B-CDE5F86E4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88" name="Rectangle 30">
                <a:extLst>
                  <a:ext uri="{FF2B5EF4-FFF2-40B4-BE49-F238E27FC236}">
                    <a16:creationId xmlns:a16="http://schemas.microsoft.com/office/drawing/2014/main" id="{9E3436CC-2F28-4E51-8F41-E8679A985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89" name="Rectangle 31">
                <a:extLst>
                  <a:ext uri="{FF2B5EF4-FFF2-40B4-BE49-F238E27FC236}">
                    <a16:creationId xmlns:a16="http://schemas.microsoft.com/office/drawing/2014/main" id="{EB4DD592-0829-48C8-81D5-172398159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90" name="Rectangle 32">
                <a:extLst>
                  <a:ext uri="{FF2B5EF4-FFF2-40B4-BE49-F238E27FC236}">
                    <a16:creationId xmlns:a16="http://schemas.microsoft.com/office/drawing/2014/main" id="{7CC2DED9-47DA-47C0-80FA-A8EB7AF95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7" y="672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91" name="Rectangle 33">
                <a:extLst>
                  <a:ext uri="{FF2B5EF4-FFF2-40B4-BE49-F238E27FC236}">
                    <a16:creationId xmlns:a16="http://schemas.microsoft.com/office/drawing/2014/main" id="{A6A0C9B6-0AF5-422E-8CAB-95F937053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" y="672"/>
                <a:ext cx="271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92" name="Rectangle 34">
                <a:extLst>
                  <a:ext uri="{FF2B5EF4-FFF2-40B4-BE49-F238E27FC236}">
                    <a16:creationId xmlns:a16="http://schemas.microsoft.com/office/drawing/2014/main" id="{6C43FD49-45B4-4C87-B66A-1840A4616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672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93" name="Line 35">
                <a:extLst>
                  <a:ext uri="{FF2B5EF4-FFF2-40B4-BE49-F238E27FC236}">
                    <a16:creationId xmlns:a16="http://schemas.microsoft.com/office/drawing/2014/main" id="{0DAD2754-BE27-4520-93E4-2ECF5AFC35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672"/>
                <a:ext cx="4344" cy="0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94" name="Line 36">
                <a:extLst>
                  <a:ext uri="{FF2B5EF4-FFF2-40B4-BE49-F238E27FC236}">
                    <a16:creationId xmlns:a16="http://schemas.microsoft.com/office/drawing/2014/main" id="{A7B11C8B-427F-4032-A715-CF971F899D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1030"/>
                <a:ext cx="815" cy="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95" name="Line 37">
                <a:extLst>
                  <a:ext uri="{FF2B5EF4-FFF2-40B4-BE49-F238E27FC236}">
                    <a16:creationId xmlns:a16="http://schemas.microsoft.com/office/drawing/2014/main" id="{0B8AA567-E8FC-4F77-80E0-3FB376EA31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1388"/>
                <a:ext cx="4344" cy="0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96" name="Line 38">
                <a:extLst>
                  <a:ext uri="{FF2B5EF4-FFF2-40B4-BE49-F238E27FC236}">
                    <a16:creationId xmlns:a16="http://schemas.microsoft.com/office/drawing/2014/main" id="{49E53942-DC78-44DE-8C69-206A638A84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672"/>
                <a:ext cx="0" cy="716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97" name="Line 39">
                <a:extLst>
                  <a:ext uri="{FF2B5EF4-FFF2-40B4-BE49-F238E27FC236}">
                    <a16:creationId xmlns:a16="http://schemas.microsoft.com/office/drawing/2014/main" id="{E938724F-84EB-4AA9-9C1C-D04C3FDA4D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6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98" name="Line 40">
                <a:extLst>
                  <a:ext uri="{FF2B5EF4-FFF2-40B4-BE49-F238E27FC236}">
                    <a16:creationId xmlns:a16="http://schemas.microsoft.com/office/drawing/2014/main" id="{B659CA2F-94DB-4307-A423-856563C296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27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99" name="Line 41">
                <a:extLst>
                  <a:ext uri="{FF2B5EF4-FFF2-40B4-BE49-F238E27FC236}">
                    <a16:creationId xmlns:a16="http://schemas.microsoft.com/office/drawing/2014/main" id="{931D35A0-AC76-436B-9969-89778ADC4D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0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00" name="Line 42">
                <a:extLst>
                  <a:ext uri="{FF2B5EF4-FFF2-40B4-BE49-F238E27FC236}">
                    <a16:creationId xmlns:a16="http://schemas.microsoft.com/office/drawing/2014/main" id="{9B26B9BE-7FB0-42ED-92FB-0AF7A3A0B2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42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01" name="Line 43">
                <a:extLst>
                  <a:ext uri="{FF2B5EF4-FFF2-40B4-BE49-F238E27FC236}">
                    <a16:creationId xmlns:a16="http://schemas.microsoft.com/office/drawing/2014/main" id="{5D961F06-BDAF-421F-941E-4021AD9083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3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02" name="Line 44">
                <a:extLst>
                  <a:ext uri="{FF2B5EF4-FFF2-40B4-BE49-F238E27FC236}">
                    <a16:creationId xmlns:a16="http://schemas.microsoft.com/office/drawing/2014/main" id="{C7DD715B-8189-471A-89FD-28F74BF3F7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5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03" name="Line 45">
                <a:extLst>
                  <a:ext uri="{FF2B5EF4-FFF2-40B4-BE49-F238E27FC236}">
                    <a16:creationId xmlns:a16="http://schemas.microsoft.com/office/drawing/2014/main" id="{FCCEACDA-F4C5-461C-AD95-57590EF509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56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04" name="Line 46">
                <a:extLst>
                  <a:ext uri="{FF2B5EF4-FFF2-40B4-BE49-F238E27FC236}">
                    <a16:creationId xmlns:a16="http://schemas.microsoft.com/office/drawing/2014/main" id="{A221FD25-4219-4559-9FF2-0822507EB6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8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05" name="Line 47">
                <a:extLst>
                  <a:ext uri="{FF2B5EF4-FFF2-40B4-BE49-F238E27FC236}">
                    <a16:creationId xmlns:a16="http://schemas.microsoft.com/office/drawing/2014/main" id="{878FF8D5-BBD3-4462-92AD-20D0B29A0A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99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06" name="Line 48">
                <a:extLst>
                  <a:ext uri="{FF2B5EF4-FFF2-40B4-BE49-F238E27FC236}">
                    <a16:creationId xmlns:a16="http://schemas.microsoft.com/office/drawing/2014/main" id="{A5F64AA9-7A23-4D86-B8F8-BB34B6BB8E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1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07" name="Line 49">
                <a:extLst>
                  <a:ext uri="{FF2B5EF4-FFF2-40B4-BE49-F238E27FC236}">
                    <a16:creationId xmlns:a16="http://schemas.microsoft.com/office/drawing/2014/main" id="{7E6CBC2C-A341-45F7-BAE6-63AF8432A7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42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08" name="Line 50">
                <a:extLst>
                  <a:ext uri="{FF2B5EF4-FFF2-40B4-BE49-F238E27FC236}">
                    <a16:creationId xmlns:a16="http://schemas.microsoft.com/office/drawing/2014/main" id="{8D50508E-B8CF-408F-8D78-E1BA3080DD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4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09" name="Line 51">
                <a:extLst>
                  <a:ext uri="{FF2B5EF4-FFF2-40B4-BE49-F238E27FC236}">
                    <a16:creationId xmlns:a16="http://schemas.microsoft.com/office/drawing/2014/main" id="{253ECEF0-3828-4655-A494-C56367A48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5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10" name="Line 52">
                <a:extLst>
                  <a:ext uri="{FF2B5EF4-FFF2-40B4-BE49-F238E27FC236}">
                    <a16:creationId xmlns:a16="http://schemas.microsoft.com/office/drawing/2014/main" id="{89DBF968-698A-46C6-AB49-EE15A4E10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57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11" name="Line 53">
                <a:extLst>
                  <a:ext uri="{FF2B5EF4-FFF2-40B4-BE49-F238E27FC236}">
                    <a16:creationId xmlns:a16="http://schemas.microsoft.com/office/drawing/2014/main" id="{1338591E-96A8-4D32-8FCB-002E11886E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8" y="672"/>
                <a:ext cx="0" cy="716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12" name="Line 54">
                <a:extLst>
                  <a:ext uri="{FF2B5EF4-FFF2-40B4-BE49-F238E27FC236}">
                    <a16:creationId xmlns:a16="http://schemas.microsoft.com/office/drawing/2014/main" id="{C8D2E7B3-1EA9-4F65-AA88-B7307B6A93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9" y="1030"/>
                <a:ext cx="3529" cy="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13" name="Line 55">
                <a:extLst>
                  <a:ext uri="{FF2B5EF4-FFF2-40B4-BE49-F238E27FC236}">
                    <a16:creationId xmlns:a16="http://schemas.microsoft.com/office/drawing/2014/main" id="{19EAAADA-A77A-4F5E-B75B-CF3F172179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9" y="672"/>
                <a:ext cx="0" cy="716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</p:grpSp>
      </p:grpSp>
      <p:grpSp>
        <p:nvGrpSpPr>
          <p:cNvPr id="114" name="组合 113">
            <a:extLst>
              <a:ext uri="{FF2B5EF4-FFF2-40B4-BE49-F238E27FC236}">
                <a16:creationId xmlns:a16="http://schemas.microsoft.com/office/drawing/2014/main" id="{8EA9043A-68B5-4B1F-B70D-BBE85A0BCC01}"/>
              </a:ext>
            </a:extLst>
          </p:cNvPr>
          <p:cNvGrpSpPr/>
          <p:nvPr/>
        </p:nvGrpSpPr>
        <p:grpSpPr>
          <a:xfrm>
            <a:off x="1056719" y="5053194"/>
            <a:ext cx="6745315" cy="1088844"/>
            <a:chOff x="2737895" y="1542231"/>
            <a:chExt cx="6745315" cy="1088844"/>
          </a:xfrm>
        </p:grpSpPr>
        <p:sp>
          <p:nvSpPr>
            <p:cNvPr id="115" name="矩形 114">
              <a:extLst>
                <a:ext uri="{FF2B5EF4-FFF2-40B4-BE49-F238E27FC236}">
                  <a16:creationId xmlns:a16="http://schemas.microsoft.com/office/drawing/2014/main" id="{70F8490F-79B3-4470-8DBD-F7209A77B3F7}"/>
                </a:ext>
              </a:extLst>
            </p:cNvPr>
            <p:cNvSpPr/>
            <p:nvPr/>
          </p:nvSpPr>
          <p:spPr>
            <a:xfrm>
              <a:off x="2737895" y="1542231"/>
              <a:ext cx="6745315" cy="1088844"/>
            </a:xfrm>
            <a:prstGeom prst="rect">
              <a:avLst/>
            </a:prstGeom>
            <a:solidFill>
              <a:sysClr val="window" lastClr="FFFFFF"/>
            </a:solidFill>
            <a:ln w="28575" cap="flat" cmpd="sng" algn="ctr">
              <a:solidFill>
                <a:srgbClr val="002060"/>
              </a:solidFill>
              <a:prstDash val="solid"/>
              <a:miter lim="800000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grpSp>
          <p:nvGrpSpPr>
            <p:cNvPr id="116" name="Group 281">
              <a:extLst>
                <a:ext uri="{FF2B5EF4-FFF2-40B4-BE49-F238E27FC236}">
                  <a16:creationId xmlns:a16="http://schemas.microsoft.com/office/drawing/2014/main" id="{D6EBF280-A965-4A1C-A796-C09FA29D6B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1006" y="1556212"/>
              <a:ext cx="6732203" cy="1074862"/>
              <a:chOff x="684" y="672"/>
              <a:chExt cx="4344" cy="716"/>
            </a:xfrm>
          </p:grpSpPr>
          <p:sp>
            <p:nvSpPr>
              <p:cNvPr id="117" name="Rectangle 3">
                <a:extLst>
                  <a:ext uri="{FF2B5EF4-FFF2-40B4-BE49-F238E27FC236}">
                    <a16:creationId xmlns:a16="http://schemas.microsoft.com/office/drawing/2014/main" id="{018AF96E-9789-4B29-B585-ADA31A840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7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18" name="Rectangle 4">
                <a:extLst>
                  <a:ext uri="{FF2B5EF4-FFF2-40B4-BE49-F238E27FC236}">
                    <a16:creationId xmlns:a16="http://schemas.microsoft.com/office/drawing/2014/main" id="{5A725332-D29C-4877-8A3A-2656CF21F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19" name="Rectangle 5">
                <a:extLst>
                  <a:ext uri="{FF2B5EF4-FFF2-40B4-BE49-F238E27FC236}">
                    <a16:creationId xmlns:a16="http://schemas.microsoft.com/office/drawing/2014/main" id="{157963A6-12EA-4571-BA21-FC2AC1BF9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0" name="Rectangle 6">
                <a:extLst>
                  <a:ext uri="{FF2B5EF4-FFF2-40B4-BE49-F238E27FC236}">
                    <a16:creationId xmlns:a16="http://schemas.microsoft.com/office/drawing/2014/main" id="{2E5AD9D2-63EF-44BD-98E9-FE38776D0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1" name="Rectangle 7">
                <a:extLst>
                  <a:ext uri="{FF2B5EF4-FFF2-40B4-BE49-F238E27FC236}">
                    <a16:creationId xmlns:a16="http://schemas.microsoft.com/office/drawing/2014/main" id="{C647A5DE-C41C-4265-A203-6E87CDCA9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2" name="Rectangle 8">
                <a:extLst>
                  <a:ext uri="{FF2B5EF4-FFF2-40B4-BE49-F238E27FC236}">
                    <a16:creationId xmlns:a16="http://schemas.microsoft.com/office/drawing/2014/main" id="{EF6ACFC6-8CA9-42D8-9C8F-94B73FFAD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3" name="Rectangle 9">
                <a:extLst>
                  <a:ext uri="{FF2B5EF4-FFF2-40B4-BE49-F238E27FC236}">
                    <a16:creationId xmlns:a16="http://schemas.microsoft.com/office/drawing/2014/main" id="{FC94E2E8-4A33-45CC-B46C-5B9285342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4" name="Rectangle 10">
                <a:extLst>
                  <a:ext uri="{FF2B5EF4-FFF2-40B4-BE49-F238E27FC236}">
                    <a16:creationId xmlns:a16="http://schemas.microsoft.com/office/drawing/2014/main" id="{5908EF48-6E1D-4E2E-B4FF-08041AE80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5" name="Rectangle 11">
                <a:extLst>
                  <a:ext uri="{FF2B5EF4-FFF2-40B4-BE49-F238E27FC236}">
                    <a16:creationId xmlns:a16="http://schemas.microsoft.com/office/drawing/2014/main" id="{49B76CE6-A2B1-4D39-B9CA-B6282DC12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6" name="Rectangle 12">
                <a:extLst>
                  <a:ext uri="{FF2B5EF4-FFF2-40B4-BE49-F238E27FC236}">
                    <a16:creationId xmlns:a16="http://schemas.microsoft.com/office/drawing/2014/main" id="{A54F96AF-F5B0-4998-B743-EDFDF324C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7" name="Rectangle 13">
                <a:extLst>
                  <a:ext uri="{FF2B5EF4-FFF2-40B4-BE49-F238E27FC236}">
                    <a16:creationId xmlns:a16="http://schemas.microsoft.com/office/drawing/2014/main" id="{008C47F4-94E7-4464-9E48-3C3417869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8" name="Rectangle 14">
                <a:extLst>
                  <a:ext uri="{FF2B5EF4-FFF2-40B4-BE49-F238E27FC236}">
                    <a16:creationId xmlns:a16="http://schemas.microsoft.com/office/drawing/2014/main" id="{FAD47D68-1967-4C3F-81F4-3F960B7EE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030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29" name="Rectangle 15">
                <a:extLst>
                  <a:ext uri="{FF2B5EF4-FFF2-40B4-BE49-F238E27FC236}">
                    <a16:creationId xmlns:a16="http://schemas.microsoft.com/office/drawing/2014/main" id="{8A29A129-5FB4-4873-9DF5-9B4E49B99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1030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30" name="Rectangle 16">
                <a:extLst>
                  <a:ext uri="{FF2B5EF4-FFF2-40B4-BE49-F238E27FC236}">
                    <a16:creationId xmlns:a16="http://schemas.microsoft.com/office/drawing/2014/main" id="{9DC0C250-342C-4A4E-BEF2-E7181AB76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7" y="1030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31" name="Rectangle 17">
                <a:extLst>
                  <a:ext uri="{FF2B5EF4-FFF2-40B4-BE49-F238E27FC236}">
                    <a16:creationId xmlns:a16="http://schemas.microsoft.com/office/drawing/2014/main" id="{5820D876-5EBD-4E4A-B4F8-932DF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" y="1030"/>
                <a:ext cx="271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32" name="Rectangle 18">
                <a:extLst>
                  <a:ext uri="{FF2B5EF4-FFF2-40B4-BE49-F238E27FC236}">
                    <a16:creationId xmlns:a16="http://schemas.microsoft.com/office/drawing/2014/main" id="{84345D94-CB13-4DB9-94A5-5A9080DC4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1030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33" name="Rectangle 19">
                <a:extLst>
                  <a:ext uri="{FF2B5EF4-FFF2-40B4-BE49-F238E27FC236}">
                    <a16:creationId xmlns:a16="http://schemas.microsoft.com/office/drawing/2014/main" id="{3047A086-0A42-4183-A7BD-6F716455C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7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34" name="Rectangle 20">
                <a:extLst>
                  <a:ext uri="{FF2B5EF4-FFF2-40B4-BE49-F238E27FC236}">
                    <a16:creationId xmlns:a16="http://schemas.microsoft.com/office/drawing/2014/main" id="{FB0F9F2C-CEF9-4C21-A7F2-9E59B5114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35" name="Rectangle 21">
                <a:extLst>
                  <a:ext uri="{FF2B5EF4-FFF2-40B4-BE49-F238E27FC236}">
                    <a16:creationId xmlns:a16="http://schemas.microsoft.com/office/drawing/2014/main" id="{17A59CD7-79CE-4DAE-8B41-091D99DD1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36" name="Rectangle 22">
                <a:extLst>
                  <a:ext uri="{FF2B5EF4-FFF2-40B4-BE49-F238E27FC236}">
                    <a16:creationId xmlns:a16="http://schemas.microsoft.com/office/drawing/2014/main" id="{B43CB901-D444-4F4F-959B-2018CE69A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37" name="Rectangle 23">
                <a:extLst>
                  <a:ext uri="{FF2B5EF4-FFF2-40B4-BE49-F238E27FC236}">
                    <a16:creationId xmlns:a16="http://schemas.microsoft.com/office/drawing/2014/main" id="{9AF47FDC-56FC-4F1C-B724-7294FBA14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38" name="Rectangle 24">
                <a:extLst>
                  <a:ext uri="{FF2B5EF4-FFF2-40B4-BE49-F238E27FC236}">
                    <a16:creationId xmlns:a16="http://schemas.microsoft.com/office/drawing/2014/main" id="{106AB42B-1895-4763-9611-95AFE505A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39" name="Rectangle 25">
                <a:extLst>
                  <a:ext uri="{FF2B5EF4-FFF2-40B4-BE49-F238E27FC236}">
                    <a16:creationId xmlns:a16="http://schemas.microsoft.com/office/drawing/2014/main" id="{626FAD58-5FD1-4FA8-8B6C-EE9DACFD4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40" name="Rectangle 26">
                <a:extLst>
                  <a:ext uri="{FF2B5EF4-FFF2-40B4-BE49-F238E27FC236}">
                    <a16:creationId xmlns:a16="http://schemas.microsoft.com/office/drawing/2014/main" id="{DD99221D-6106-4770-94A7-C7C4E97D6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41" name="Rectangle 27">
                <a:extLst>
                  <a:ext uri="{FF2B5EF4-FFF2-40B4-BE49-F238E27FC236}">
                    <a16:creationId xmlns:a16="http://schemas.microsoft.com/office/drawing/2014/main" id="{12A62F4B-A91C-431F-AECB-1451B877B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42" name="Rectangle 28">
                <a:extLst>
                  <a:ext uri="{FF2B5EF4-FFF2-40B4-BE49-F238E27FC236}">
                    <a16:creationId xmlns:a16="http://schemas.microsoft.com/office/drawing/2014/main" id="{A8177043-0CAB-40B6-B7A6-D00484DB1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43" name="Rectangle 29">
                <a:extLst>
                  <a:ext uri="{FF2B5EF4-FFF2-40B4-BE49-F238E27FC236}">
                    <a16:creationId xmlns:a16="http://schemas.microsoft.com/office/drawing/2014/main" id="{7579ABEA-0F11-4CD1-9A1B-233507D14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44" name="Rectangle 30">
                <a:extLst>
                  <a:ext uri="{FF2B5EF4-FFF2-40B4-BE49-F238E27FC236}">
                    <a16:creationId xmlns:a16="http://schemas.microsoft.com/office/drawing/2014/main" id="{6C14DFAC-E40F-4E8E-A4AC-B2EB0A3CE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672"/>
                <a:ext cx="272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45" name="Rectangle 31">
                <a:extLst>
                  <a:ext uri="{FF2B5EF4-FFF2-40B4-BE49-F238E27FC236}">
                    <a16:creationId xmlns:a16="http://schemas.microsoft.com/office/drawing/2014/main" id="{5EEEFA5B-F809-482D-828A-0812E25F9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672"/>
                <a:ext cx="271" cy="358"/>
              </a:xfrm>
              <a:prstGeom prst="rect">
                <a:avLst/>
              </a:prstGeom>
              <a:solidFill>
                <a:srgbClr val="CCFF66">
                  <a:alpha val="50195"/>
                </a:srgbClr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lIns="90000" tIns="46800" rIns="90000" bIns="46800"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46" name="Rectangle 32">
                <a:extLst>
                  <a:ext uri="{FF2B5EF4-FFF2-40B4-BE49-F238E27FC236}">
                    <a16:creationId xmlns:a16="http://schemas.microsoft.com/office/drawing/2014/main" id="{D4CB3CE2-B0E8-4273-A80C-457C07630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7" y="672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47" name="Rectangle 33">
                <a:extLst>
                  <a:ext uri="{FF2B5EF4-FFF2-40B4-BE49-F238E27FC236}">
                    <a16:creationId xmlns:a16="http://schemas.microsoft.com/office/drawing/2014/main" id="{2370F281-2708-45D4-B8BC-E59DF299D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" y="672"/>
                <a:ext cx="271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1</a:t>
                </a:r>
              </a:p>
            </p:txBody>
          </p:sp>
          <p:sp>
            <p:nvSpPr>
              <p:cNvPr id="148" name="Rectangle 34">
                <a:extLst>
                  <a:ext uri="{FF2B5EF4-FFF2-40B4-BE49-F238E27FC236}">
                    <a16:creationId xmlns:a16="http://schemas.microsoft.com/office/drawing/2014/main" id="{68C348CD-445B-4040-A679-63A8BDDB4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672"/>
                <a:ext cx="272" cy="358"/>
              </a:xfrm>
              <a:prstGeom prst="rect">
                <a:avLst/>
              </a:prstGeom>
              <a:solidFill>
                <a:srgbClr val="FFCC00"/>
              </a:solidFill>
              <a:ln w="9525" algn="ctr">
                <a:solidFill>
                  <a:sysClr val="windowText" lastClr="000000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2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ED7D31"/>
                  </a:buClr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2600" b="1" i="0" u="none" strike="noStrike" kern="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Consolas" panose="020B0609020204030204" pitchFamily="49" charset="0"/>
                    <a:ea typeface="微软雅黑"/>
                  </a:rPr>
                  <a:t>0</a:t>
                </a:r>
              </a:p>
            </p:txBody>
          </p:sp>
          <p:sp>
            <p:nvSpPr>
              <p:cNvPr id="149" name="Line 35">
                <a:extLst>
                  <a:ext uri="{FF2B5EF4-FFF2-40B4-BE49-F238E27FC236}">
                    <a16:creationId xmlns:a16="http://schemas.microsoft.com/office/drawing/2014/main" id="{56185966-27DF-494A-9C32-0687FBA605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672"/>
                <a:ext cx="4344" cy="0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50" name="Line 36">
                <a:extLst>
                  <a:ext uri="{FF2B5EF4-FFF2-40B4-BE49-F238E27FC236}">
                    <a16:creationId xmlns:a16="http://schemas.microsoft.com/office/drawing/2014/main" id="{2F9CD2B2-A0A1-4439-A6FA-84D7F00C32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1030"/>
                <a:ext cx="815" cy="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51" name="Line 37">
                <a:extLst>
                  <a:ext uri="{FF2B5EF4-FFF2-40B4-BE49-F238E27FC236}">
                    <a16:creationId xmlns:a16="http://schemas.microsoft.com/office/drawing/2014/main" id="{3659AE21-8793-40C4-BADA-21A221D6F1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1388"/>
                <a:ext cx="4344" cy="0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52" name="Line 38">
                <a:extLst>
                  <a:ext uri="{FF2B5EF4-FFF2-40B4-BE49-F238E27FC236}">
                    <a16:creationId xmlns:a16="http://schemas.microsoft.com/office/drawing/2014/main" id="{BB35325A-61DF-4A8F-AA03-31F439195D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4" y="672"/>
                <a:ext cx="0" cy="716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53" name="Line 39">
                <a:extLst>
                  <a:ext uri="{FF2B5EF4-FFF2-40B4-BE49-F238E27FC236}">
                    <a16:creationId xmlns:a16="http://schemas.microsoft.com/office/drawing/2014/main" id="{A38D6A3C-22F4-4FFB-A93C-5B1C5BA7CC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6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54" name="Line 40">
                <a:extLst>
                  <a:ext uri="{FF2B5EF4-FFF2-40B4-BE49-F238E27FC236}">
                    <a16:creationId xmlns:a16="http://schemas.microsoft.com/office/drawing/2014/main" id="{A66608F0-78C8-4BE0-AEB1-95AF3A31A5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27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55" name="Line 41">
                <a:extLst>
                  <a:ext uri="{FF2B5EF4-FFF2-40B4-BE49-F238E27FC236}">
                    <a16:creationId xmlns:a16="http://schemas.microsoft.com/office/drawing/2014/main" id="{34A32E32-F862-4650-AE79-13AFAA7004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0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56" name="Line 42">
                <a:extLst>
                  <a:ext uri="{FF2B5EF4-FFF2-40B4-BE49-F238E27FC236}">
                    <a16:creationId xmlns:a16="http://schemas.microsoft.com/office/drawing/2014/main" id="{3AE981AA-E045-4C5E-BB37-015941A21A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42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57" name="Line 43">
                <a:extLst>
                  <a:ext uri="{FF2B5EF4-FFF2-40B4-BE49-F238E27FC236}">
                    <a16:creationId xmlns:a16="http://schemas.microsoft.com/office/drawing/2014/main" id="{13C2D75F-6FDC-4DA1-A6F8-24DDF2456E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3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58" name="Line 44">
                <a:extLst>
                  <a:ext uri="{FF2B5EF4-FFF2-40B4-BE49-F238E27FC236}">
                    <a16:creationId xmlns:a16="http://schemas.microsoft.com/office/drawing/2014/main" id="{1C2F4570-8A0F-439C-B7B3-5B109351E9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5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59" name="Line 45">
                <a:extLst>
                  <a:ext uri="{FF2B5EF4-FFF2-40B4-BE49-F238E27FC236}">
                    <a16:creationId xmlns:a16="http://schemas.microsoft.com/office/drawing/2014/main" id="{77FEAAD9-63A1-4AE1-BC29-83FAFE5812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56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60" name="Line 46">
                <a:extLst>
                  <a:ext uri="{FF2B5EF4-FFF2-40B4-BE49-F238E27FC236}">
                    <a16:creationId xmlns:a16="http://schemas.microsoft.com/office/drawing/2014/main" id="{49B1925C-BC1D-4FED-8AE7-7376B18B65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8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61" name="Line 47">
                <a:extLst>
                  <a:ext uri="{FF2B5EF4-FFF2-40B4-BE49-F238E27FC236}">
                    <a16:creationId xmlns:a16="http://schemas.microsoft.com/office/drawing/2014/main" id="{B19A8CFE-3965-402D-841A-1784CA4CD7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99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62" name="Line 48">
                <a:extLst>
                  <a:ext uri="{FF2B5EF4-FFF2-40B4-BE49-F238E27FC236}">
                    <a16:creationId xmlns:a16="http://schemas.microsoft.com/office/drawing/2014/main" id="{594376D9-1BBB-4116-812E-5FAF9DB05B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1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63" name="Line 49">
                <a:extLst>
                  <a:ext uri="{FF2B5EF4-FFF2-40B4-BE49-F238E27FC236}">
                    <a16:creationId xmlns:a16="http://schemas.microsoft.com/office/drawing/2014/main" id="{C75B3BB9-CD0C-40B7-9B21-7AA5B4C07F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42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64" name="Line 50">
                <a:extLst>
                  <a:ext uri="{FF2B5EF4-FFF2-40B4-BE49-F238E27FC236}">
                    <a16:creationId xmlns:a16="http://schemas.microsoft.com/office/drawing/2014/main" id="{73DE30A8-9A11-420B-9323-A66C5D1E63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4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65" name="Line 51">
                <a:extLst>
                  <a:ext uri="{FF2B5EF4-FFF2-40B4-BE49-F238E27FC236}">
                    <a16:creationId xmlns:a16="http://schemas.microsoft.com/office/drawing/2014/main" id="{916892BB-69CA-41CB-B331-0FDB055B59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5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66" name="Line 52">
                <a:extLst>
                  <a:ext uri="{FF2B5EF4-FFF2-40B4-BE49-F238E27FC236}">
                    <a16:creationId xmlns:a16="http://schemas.microsoft.com/office/drawing/2014/main" id="{351B8A3C-C1FA-4128-A45C-0BFA909817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57" y="672"/>
                <a:ext cx="0" cy="71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67" name="Line 53">
                <a:extLst>
                  <a:ext uri="{FF2B5EF4-FFF2-40B4-BE49-F238E27FC236}">
                    <a16:creationId xmlns:a16="http://schemas.microsoft.com/office/drawing/2014/main" id="{D12E9581-66DC-459C-8B2D-044443FCB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8" y="672"/>
                <a:ext cx="0" cy="716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68" name="Line 54">
                <a:extLst>
                  <a:ext uri="{FF2B5EF4-FFF2-40B4-BE49-F238E27FC236}">
                    <a16:creationId xmlns:a16="http://schemas.microsoft.com/office/drawing/2014/main" id="{2C40C67A-853C-4B60-8F5E-263B1E3F15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9" y="1030"/>
                <a:ext cx="3529" cy="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  <p:sp>
            <p:nvSpPr>
              <p:cNvPr id="169" name="Line 55">
                <a:extLst>
                  <a:ext uri="{FF2B5EF4-FFF2-40B4-BE49-F238E27FC236}">
                    <a16:creationId xmlns:a16="http://schemas.microsoft.com/office/drawing/2014/main" id="{D2DBD0DB-E718-42B3-A430-4E5404B443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9" y="672"/>
                <a:ext cx="0" cy="716"/>
              </a:xfrm>
              <a:prstGeom prst="line">
                <a:avLst/>
              </a:prstGeom>
              <a:noFill/>
              <a:ln w="9525" cap="sq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nsolas" panose="020B0609020204030204" pitchFamily="49" charset="0"/>
                  <a:ea typeface="微软雅黑"/>
                </a:endParaRPr>
              </a:p>
            </p:txBody>
          </p:sp>
        </p:grpSp>
      </p:grpSp>
      <p:sp>
        <p:nvSpPr>
          <p:cNvPr id="170" name="矩形 169">
            <a:extLst>
              <a:ext uri="{FF2B5EF4-FFF2-40B4-BE49-F238E27FC236}">
                <a16:creationId xmlns:a16="http://schemas.microsoft.com/office/drawing/2014/main" id="{0F7CF912-5155-4C77-A890-DAC17E7D7186}"/>
              </a:ext>
            </a:extLst>
          </p:cNvPr>
          <p:cNvSpPr/>
          <p:nvPr/>
        </p:nvSpPr>
        <p:spPr>
          <a:xfrm>
            <a:off x="741804" y="149066"/>
            <a:ext cx="244650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 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地址范围分析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663072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0708C1E3-3E54-4E50-BF5E-F551A25F5F7C}"/>
              </a:ext>
            </a:extLst>
          </p:cNvPr>
          <p:cNvGrpSpPr/>
          <p:nvPr/>
        </p:nvGrpSpPr>
        <p:grpSpPr>
          <a:xfrm>
            <a:off x="4225980" y="3074356"/>
            <a:ext cx="1214516" cy="1540213"/>
            <a:chOff x="5542402" y="2999314"/>
            <a:chExt cx="1214516" cy="1540213"/>
          </a:xfrm>
        </p:grpSpPr>
        <p:grpSp>
          <p:nvGrpSpPr>
            <p:cNvPr id="3" name="组合 2">
              <a:extLst>
                <a:ext uri="{FF2B5EF4-FFF2-40B4-BE49-F238E27FC236}">
                  <a16:creationId xmlns:a16="http://schemas.microsoft.com/office/drawing/2014/main" id="{B29F4471-F134-4420-B277-54FDB89E5E66}"/>
                </a:ext>
              </a:extLst>
            </p:cNvPr>
            <p:cNvGrpSpPr/>
            <p:nvPr/>
          </p:nvGrpSpPr>
          <p:grpSpPr>
            <a:xfrm>
              <a:off x="5542570" y="2999314"/>
              <a:ext cx="1214348" cy="1539250"/>
              <a:chOff x="7722123" y="3276348"/>
              <a:chExt cx="1214348" cy="1539250"/>
            </a:xfrm>
          </p:grpSpPr>
          <p:sp>
            <p:nvSpPr>
              <p:cNvPr id="10" name="Rectangle 8">
                <a:extLst>
                  <a:ext uri="{FF2B5EF4-FFF2-40B4-BE49-F238E27FC236}">
                    <a16:creationId xmlns:a16="http://schemas.microsoft.com/office/drawing/2014/main" id="{3CB52FC8-2611-4CAD-82FB-2C208C71C9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834130" y="3276348"/>
                <a:ext cx="1102341" cy="1317082"/>
              </a:xfrm>
              <a:prstGeom prst="rect">
                <a:avLst/>
              </a:prstGeom>
              <a:solidFill>
                <a:srgbClr val="FFC000">
                  <a:lumMod val="60000"/>
                  <a:lumOff val="40000"/>
                </a:srgbClr>
              </a:solidFill>
              <a:ln w="28575">
                <a:solidFill>
                  <a:sysClr val="windowText" lastClr="000000"/>
                </a:solidFill>
                <a:miter lim="800000"/>
                <a:headEnd/>
                <a:tailEnd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lIns="12700" tIns="12700" rIns="12700" bIns="1270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" name="Rectangle 8">
                <a:extLst>
                  <a:ext uri="{FF2B5EF4-FFF2-40B4-BE49-F238E27FC236}">
                    <a16:creationId xmlns:a16="http://schemas.microsoft.com/office/drawing/2014/main" id="{3B4810CD-4B31-4EE4-8A53-D1609E489E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749219" y="3359908"/>
                <a:ext cx="1102341" cy="1317082"/>
              </a:xfrm>
              <a:prstGeom prst="rect">
                <a:avLst/>
              </a:prstGeom>
              <a:solidFill>
                <a:srgbClr val="FFC000">
                  <a:lumMod val="60000"/>
                  <a:lumOff val="40000"/>
                </a:srgbClr>
              </a:solidFill>
              <a:ln w="28575">
                <a:solidFill>
                  <a:sysClr val="windowText" lastClr="000000"/>
                </a:solidFill>
                <a:miter lim="800000"/>
                <a:headEnd/>
                <a:tailEnd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lIns="12700" tIns="12700" rIns="12700" bIns="1270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" name="矩形 11">
                <a:extLst>
                  <a:ext uri="{FF2B5EF4-FFF2-40B4-BE49-F238E27FC236}">
                    <a16:creationId xmlns:a16="http://schemas.microsoft.com/office/drawing/2014/main" id="{CE093B28-6F2B-4644-A005-491E8757ABD4}"/>
                  </a:ext>
                </a:extLst>
              </p:cNvPr>
              <p:cNvSpPr/>
              <p:nvPr/>
            </p:nvSpPr>
            <p:spPr>
              <a:xfrm>
                <a:off x="7722123" y="3328852"/>
                <a:ext cx="50366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" name="矩形 12">
                <a:extLst>
                  <a:ext uri="{FF2B5EF4-FFF2-40B4-BE49-F238E27FC236}">
                    <a16:creationId xmlns:a16="http://schemas.microsoft.com/office/drawing/2014/main" id="{2E7B362C-0D27-4A11-A399-E17CBDD139F2}"/>
                  </a:ext>
                </a:extLst>
              </p:cNvPr>
              <p:cNvSpPr/>
              <p:nvPr/>
            </p:nvSpPr>
            <p:spPr>
              <a:xfrm>
                <a:off x="8141476" y="4353933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D</a:t>
                </a: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" name="矩形 13">
                <a:extLst>
                  <a:ext uri="{FF2B5EF4-FFF2-40B4-BE49-F238E27FC236}">
                    <a16:creationId xmlns:a16="http://schemas.microsoft.com/office/drawing/2014/main" id="{ADE73656-86C6-47EA-BC2B-147130DF37D7}"/>
                  </a:ext>
                </a:extLst>
              </p:cNvPr>
              <p:cNvSpPr/>
              <p:nvPr/>
            </p:nvSpPr>
            <p:spPr>
              <a:xfrm>
                <a:off x="8129525" y="3328852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A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" name="矩形 14">
                <a:extLst>
                  <a:ext uri="{FF2B5EF4-FFF2-40B4-BE49-F238E27FC236}">
                    <a16:creationId xmlns:a16="http://schemas.microsoft.com/office/drawing/2014/main" id="{75F48A28-2CA9-40FE-91D6-FB92F6CC026C}"/>
                  </a:ext>
                </a:extLst>
              </p:cNvPr>
              <p:cNvSpPr/>
              <p:nvPr/>
            </p:nvSpPr>
            <p:spPr>
              <a:xfrm>
                <a:off x="8412277" y="3328852"/>
                <a:ext cx="43473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CS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" name="组合 3">
              <a:extLst>
                <a:ext uri="{FF2B5EF4-FFF2-40B4-BE49-F238E27FC236}">
                  <a16:creationId xmlns:a16="http://schemas.microsoft.com/office/drawing/2014/main" id="{E9928701-B705-4A32-8244-0351377D5439}"/>
                </a:ext>
              </a:extLst>
            </p:cNvPr>
            <p:cNvGrpSpPr/>
            <p:nvPr/>
          </p:nvGrpSpPr>
          <p:grpSpPr>
            <a:xfrm>
              <a:off x="5542402" y="3052781"/>
              <a:ext cx="1162151" cy="1486746"/>
              <a:chOff x="7722123" y="3328852"/>
              <a:chExt cx="1162151" cy="1486746"/>
            </a:xfrm>
          </p:grpSpPr>
          <p:sp>
            <p:nvSpPr>
              <p:cNvPr id="5" name="矩形 4">
                <a:extLst>
                  <a:ext uri="{FF2B5EF4-FFF2-40B4-BE49-F238E27FC236}">
                    <a16:creationId xmlns:a16="http://schemas.microsoft.com/office/drawing/2014/main" id="{89F82C2F-F590-404B-92CA-EECE0AABCAE0}"/>
                  </a:ext>
                </a:extLst>
              </p:cNvPr>
              <p:cNvSpPr/>
              <p:nvPr/>
            </p:nvSpPr>
            <p:spPr>
              <a:xfrm>
                <a:off x="7722123" y="3328852"/>
                <a:ext cx="50366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6" name="矩形 5">
                <a:extLst>
                  <a:ext uri="{FF2B5EF4-FFF2-40B4-BE49-F238E27FC236}">
                    <a16:creationId xmlns:a16="http://schemas.microsoft.com/office/drawing/2014/main" id="{E37F3B0A-B36F-4D79-974E-20091D348D25}"/>
                  </a:ext>
                </a:extLst>
              </p:cNvPr>
              <p:cNvSpPr/>
              <p:nvPr/>
            </p:nvSpPr>
            <p:spPr>
              <a:xfrm>
                <a:off x="8141476" y="4353933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D</a:t>
                </a: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7" name="矩形 6">
                <a:extLst>
                  <a:ext uri="{FF2B5EF4-FFF2-40B4-BE49-F238E27FC236}">
                    <a16:creationId xmlns:a16="http://schemas.microsoft.com/office/drawing/2014/main" id="{A05CC8CF-3D66-4234-993F-8668986D0395}"/>
                  </a:ext>
                </a:extLst>
              </p:cNvPr>
              <p:cNvSpPr/>
              <p:nvPr/>
            </p:nvSpPr>
            <p:spPr>
              <a:xfrm>
                <a:off x="8129525" y="3328852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A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" name="矩形 7">
                <a:extLst>
                  <a:ext uri="{FF2B5EF4-FFF2-40B4-BE49-F238E27FC236}">
                    <a16:creationId xmlns:a16="http://schemas.microsoft.com/office/drawing/2014/main" id="{9FAD4129-8FCD-4947-9FEC-D932A5570034}"/>
                  </a:ext>
                </a:extLst>
              </p:cNvPr>
              <p:cNvSpPr/>
              <p:nvPr/>
            </p:nvSpPr>
            <p:spPr>
              <a:xfrm>
                <a:off x="8412277" y="3328852"/>
                <a:ext cx="43473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CS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9" name="矩形 8">
                <a:extLst>
                  <a:ext uri="{FF2B5EF4-FFF2-40B4-BE49-F238E27FC236}">
                    <a16:creationId xmlns:a16="http://schemas.microsoft.com/office/drawing/2014/main" id="{650460F7-8156-4F40-80DE-AB6722F805FB}"/>
                  </a:ext>
                </a:extLst>
              </p:cNvPr>
              <p:cNvSpPr/>
              <p:nvPr/>
            </p:nvSpPr>
            <p:spPr>
              <a:xfrm>
                <a:off x="7730820" y="3732623"/>
                <a:ext cx="1153454" cy="5847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8K×1</a:t>
                </a: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8</a:t>
                </a:r>
                <a:r>
                  <a:rPr kumimoji="0" lang="zh-CN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片</a:t>
                </a: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ROM</a:t>
                </a:r>
              </a:p>
            </p:txBody>
          </p:sp>
        </p:grpSp>
      </p:grpSp>
      <p:grpSp>
        <p:nvGrpSpPr>
          <p:cNvPr id="16" name="组合 15">
            <a:extLst>
              <a:ext uri="{FF2B5EF4-FFF2-40B4-BE49-F238E27FC236}">
                <a16:creationId xmlns:a16="http://schemas.microsoft.com/office/drawing/2014/main" id="{FF1B8073-DE98-4DE4-B346-C2DC06B9F6FD}"/>
              </a:ext>
            </a:extLst>
          </p:cNvPr>
          <p:cNvGrpSpPr/>
          <p:nvPr/>
        </p:nvGrpSpPr>
        <p:grpSpPr>
          <a:xfrm>
            <a:off x="7638665" y="3082518"/>
            <a:ext cx="1224721" cy="1541576"/>
            <a:chOff x="7864998" y="3274022"/>
            <a:chExt cx="1224721" cy="1541576"/>
          </a:xfrm>
        </p:grpSpPr>
        <p:sp>
          <p:nvSpPr>
            <p:cNvPr id="17" name="Rectangle 8">
              <a:extLst>
                <a:ext uri="{FF2B5EF4-FFF2-40B4-BE49-F238E27FC236}">
                  <a16:creationId xmlns:a16="http://schemas.microsoft.com/office/drawing/2014/main" id="{9348F32E-E254-43B8-8E47-9F5366AB91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987378" y="3274022"/>
              <a:ext cx="1102341" cy="1317082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8" name="Rectangle 8">
              <a:extLst>
                <a:ext uri="{FF2B5EF4-FFF2-40B4-BE49-F238E27FC236}">
                  <a16:creationId xmlns:a16="http://schemas.microsoft.com/office/drawing/2014/main" id="{4643C6D9-0DF4-4D0E-AEBF-1586AB7CA1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9" name="矩形 18">
              <a:extLst>
                <a:ext uri="{FF2B5EF4-FFF2-40B4-BE49-F238E27FC236}">
                  <a16:creationId xmlns:a16="http://schemas.microsoft.com/office/drawing/2014/main" id="{3D094B4F-C661-40A9-9FD5-F0A5F74CFC95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WE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0" name="矩形 19">
              <a:extLst>
                <a:ext uri="{FF2B5EF4-FFF2-40B4-BE49-F238E27FC236}">
                  <a16:creationId xmlns:a16="http://schemas.microsoft.com/office/drawing/2014/main" id="{4A4F9A45-B555-455F-9F2B-97CB15383F8C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B85C6994-2D61-4F97-A9FB-DE968A7EF878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2" name="矩形 21">
              <a:extLst>
                <a:ext uri="{FF2B5EF4-FFF2-40B4-BE49-F238E27FC236}">
                  <a16:creationId xmlns:a16="http://schemas.microsoft.com/office/drawing/2014/main" id="{EB562C2E-8A92-4C98-B45C-68725661397E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A86D1369-874C-4B0F-ACC5-4F5BA7CCD5FE}"/>
                </a:ext>
              </a:extLst>
            </p:cNvPr>
            <p:cNvSpPr/>
            <p:nvPr/>
          </p:nvSpPr>
          <p:spPr>
            <a:xfrm>
              <a:off x="7872413" y="3739362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8K×1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8</a:t>
              </a: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RAM</a:t>
              </a:r>
            </a:p>
          </p:txBody>
        </p:sp>
      </p:grp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E6E6CF22-DCDD-45E2-9DE7-D87A3CE83104}"/>
              </a:ext>
            </a:extLst>
          </p:cNvPr>
          <p:cNvGrpSpPr/>
          <p:nvPr/>
        </p:nvGrpSpPr>
        <p:grpSpPr>
          <a:xfrm>
            <a:off x="5641218" y="3072901"/>
            <a:ext cx="1215196" cy="1540705"/>
            <a:chOff x="7864998" y="3274893"/>
            <a:chExt cx="1215196" cy="1540705"/>
          </a:xfrm>
        </p:grpSpPr>
        <p:sp>
          <p:nvSpPr>
            <p:cNvPr id="25" name="Rectangle 8">
              <a:extLst>
                <a:ext uri="{FF2B5EF4-FFF2-40B4-BE49-F238E27FC236}">
                  <a16:creationId xmlns:a16="http://schemas.microsoft.com/office/drawing/2014/main" id="{8D26EEC7-EE45-4152-A92B-9624170546F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977853" y="3274893"/>
              <a:ext cx="1102341" cy="1317082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6" name="Rectangle 8">
              <a:extLst>
                <a:ext uri="{FF2B5EF4-FFF2-40B4-BE49-F238E27FC236}">
                  <a16:creationId xmlns:a16="http://schemas.microsoft.com/office/drawing/2014/main" id="{15CF30BE-0315-44D9-A016-A8148025ED7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7" name="矩形 26">
              <a:extLst>
                <a:ext uri="{FF2B5EF4-FFF2-40B4-BE49-F238E27FC236}">
                  <a16:creationId xmlns:a16="http://schemas.microsoft.com/office/drawing/2014/main" id="{4C25FC47-CB2F-4DA8-9BEC-3EF32A22EFC3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WE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8" name="矩形 27">
              <a:extLst>
                <a:ext uri="{FF2B5EF4-FFF2-40B4-BE49-F238E27FC236}">
                  <a16:creationId xmlns:a16="http://schemas.microsoft.com/office/drawing/2014/main" id="{E41391DF-0556-4811-AAD7-740170A5AFF5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9" name="矩形 28">
              <a:extLst>
                <a:ext uri="{FF2B5EF4-FFF2-40B4-BE49-F238E27FC236}">
                  <a16:creationId xmlns:a16="http://schemas.microsoft.com/office/drawing/2014/main" id="{8DFCE6E8-2BF1-4192-9354-10E72D58DA7A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30" name="矩形 29">
              <a:extLst>
                <a:ext uri="{FF2B5EF4-FFF2-40B4-BE49-F238E27FC236}">
                  <a16:creationId xmlns:a16="http://schemas.microsoft.com/office/drawing/2014/main" id="{8A9EEC00-D679-4FA2-B214-0BAB01941654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31" name="矩形 30">
              <a:extLst>
                <a:ext uri="{FF2B5EF4-FFF2-40B4-BE49-F238E27FC236}">
                  <a16:creationId xmlns:a16="http://schemas.microsoft.com/office/drawing/2014/main" id="{0956CE2E-8923-474E-96EF-14E53C88EAE0}"/>
                </a:ext>
              </a:extLst>
            </p:cNvPr>
            <p:cNvSpPr/>
            <p:nvPr/>
          </p:nvSpPr>
          <p:spPr>
            <a:xfrm>
              <a:off x="7872413" y="3748887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8K×1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8</a:t>
              </a: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RAM</a:t>
              </a:r>
            </a:p>
          </p:txBody>
        </p:sp>
      </p:grp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86837004-811B-4A83-94D4-3110AC8BCD97}"/>
              </a:ext>
            </a:extLst>
          </p:cNvPr>
          <p:cNvGrpSpPr/>
          <p:nvPr/>
        </p:nvGrpSpPr>
        <p:grpSpPr>
          <a:xfrm>
            <a:off x="2801553" y="3072574"/>
            <a:ext cx="1215699" cy="1541032"/>
            <a:chOff x="7569723" y="3274566"/>
            <a:chExt cx="1215699" cy="1541032"/>
          </a:xfrm>
        </p:grpSpPr>
        <p:sp>
          <p:nvSpPr>
            <p:cNvPr id="33" name="Rectangle 8">
              <a:extLst>
                <a:ext uri="{FF2B5EF4-FFF2-40B4-BE49-F238E27FC236}">
                  <a16:creationId xmlns:a16="http://schemas.microsoft.com/office/drawing/2014/main" id="{4D89387C-276C-420B-BC44-93FBDCB6C5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83081" y="3274566"/>
              <a:ext cx="1102341" cy="1317082"/>
            </a:xfrm>
            <a:prstGeom prst="rect">
              <a:avLst/>
            </a:prstGeom>
            <a:solidFill>
              <a:srgbClr val="FFC000">
                <a:lumMod val="60000"/>
                <a:lumOff val="4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34" name="Rectangle 8">
              <a:extLst>
                <a:ext uri="{FF2B5EF4-FFF2-40B4-BE49-F238E27FC236}">
                  <a16:creationId xmlns:a16="http://schemas.microsoft.com/office/drawing/2014/main" id="{D02BDB33-33E3-423D-8655-3ADDC9734B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96819" y="3359908"/>
              <a:ext cx="1102341" cy="1317082"/>
            </a:xfrm>
            <a:prstGeom prst="rect">
              <a:avLst/>
            </a:prstGeom>
            <a:solidFill>
              <a:srgbClr val="FFC000">
                <a:lumMod val="60000"/>
                <a:lumOff val="4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35" name="矩形 34">
              <a:extLst>
                <a:ext uri="{FF2B5EF4-FFF2-40B4-BE49-F238E27FC236}">
                  <a16:creationId xmlns:a16="http://schemas.microsoft.com/office/drawing/2014/main" id="{B3444DF8-3717-4ADF-B76C-216517D0ADAC}"/>
                </a:ext>
              </a:extLst>
            </p:cNvPr>
            <p:cNvSpPr/>
            <p:nvPr/>
          </p:nvSpPr>
          <p:spPr>
            <a:xfrm>
              <a:off x="7569723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36" name="矩形 35">
              <a:extLst>
                <a:ext uri="{FF2B5EF4-FFF2-40B4-BE49-F238E27FC236}">
                  <a16:creationId xmlns:a16="http://schemas.microsoft.com/office/drawing/2014/main" id="{C47788E0-60D6-4781-8089-EB193C7F0E1B}"/>
                </a:ext>
              </a:extLst>
            </p:cNvPr>
            <p:cNvSpPr/>
            <p:nvPr/>
          </p:nvSpPr>
          <p:spPr>
            <a:xfrm>
              <a:off x="7989076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37" name="矩形 36">
              <a:extLst>
                <a:ext uri="{FF2B5EF4-FFF2-40B4-BE49-F238E27FC236}">
                  <a16:creationId xmlns:a16="http://schemas.microsoft.com/office/drawing/2014/main" id="{31BBDA65-E9AF-47B6-879E-00603721E5F2}"/>
                </a:ext>
              </a:extLst>
            </p:cNvPr>
            <p:cNvSpPr/>
            <p:nvPr/>
          </p:nvSpPr>
          <p:spPr>
            <a:xfrm>
              <a:off x="7977125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38" name="矩形 37">
              <a:extLst>
                <a:ext uri="{FF2B5EF4-FFF2-40B4-BE49-F238E27FC236}">
                  <a16:creationId xmlns:a16="http://schemas.microsoft.com/office/drawing/2014/main" id="{F20263DC-7727-4623-AE54-30C75F67ADC0}"/>
                </a:ext>
              </a:extLst>
            </p:cNvPr>
            <p:cNvSpPr/>
            <p:nvPr/>
          </p:nvSpPr>
          <p:spPr>
            <a:xfrm>
              <a:off x="8259877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39" name="矩形 38">
              <a:extLst>
                <a:ext uri="{FF2B5EF4-FFF2-40B4-BE49-F238E27FC236}">
                  <a16:creationId xmlns:a16="http://schemas.microsoft.com/office/drawing/2014/main" id="{B8D78E53-7F6F-41E4-BCA7-62D818474AE1}"/>
                </a:ext>
              </a:extLst>
            </p:cNvPr>
            <p:cNvSpPr/>
            <p:nvPr/>
          </p:nvSpPr>
          <p:spPr>
            <a:xfrm>
              <a:off x="7577138" y="3739362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8K×1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8</a:t>
              </a: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微软雅黑"/>
                  <a:cs typeface="Segoe UI Black" panose="020B0A02040204020203" pitchFamily="34" charset="0"/>
                </a:rPr>
                <a:t>片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ROM</a:t>
              </a:r>
            </a:p>
          </p:txBody>
        </p:sp>
      </p:grpSp>
      <p:grpSp>
        <p:nvGrpSpPr>
          <p:cNvPr id="40" name="Group 2">
            <a:extLst>
              <a:ext uri="{FF2B5EF4-FFF2-40B4-BE49-F238E27FC236}">
                <a16:creationId xmlns:a16="http://schemas.microsoft.com/office/drawing/2014/main" id="{674CB948-3B07-4199-B110-E7A8D638212C}"/>
              </a:ext>
            </a:extLst>
          </p:cNvPr>
          <p:cNvGrpSpPr>
            <a:grpSpLocks/>
          </p:cNvGrpSpPr>
          <p:nvPr/>
        </p:nvGrpSpPr>
        <p:grpSpPr bwMode="auto">
          <a:xfrm>
            <a:off x="2234816" y="2794426"/>
            <a:ext cx="5656256" cy="364287"/>
            <a:chOff x="1277" y="2074"/>
            <a:chExt cx="3563" cy="284"/>
          </a:xfrm>
        </p:grpSpPr>
        <p:sp>
          <p:nvSpPr>
            <p:cNvPr id="41" name="Line 5">
              <a:extLst>
                <a:ext uri="{FF2B5EF4-FFF2-40B4-BE49-F238E27FC236}">
                  <a16:creationId xmlns:a16="http://schemas.microsoft.com/office/drawing/2014/main" id="{132B0E76-ABCE-40CF-80EF-19CB82CAF5A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4840" y="2074"/>
              <a:ext cx="0" cy="28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42" name="Line 6">
              <a:extLst>
                <a:ext uri="{FF2B5EF4-FFF2-40B4-BE49-F238E27FC236}">
                  <a16:creationId xmlns:a16="http://schemas.microsoft.com/office/drawing/2014/main" id="{6D09072B-2C21-45CF-BB5E-712D91D29AC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575" y="2074"/>
              <a:ext cx="0" cy="28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43" name="Line 8">
              <a:extLst>
                <a:ext uri="{FF2B5EF4-FFF2-40B4-BE49-F238E27FC236}">
                  <a16:creationId xmlns:a16="http://schemas.microsoft.com/office/drawing/2014/main" id="{CFA28440-6218-4A6B-92D2-9775998892A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77" y="2074"/>
              <a:ext cx="3563" cy="0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sp>
        <p:nvSpPr>
          <p:cNvPr id="44" name="Rectangle 12">
            <a:extLst>
              <a:ext uri="{FF2B5EF4-FFF2-40B4-BE49-F238E27FC236}">
                <a16:creationId xmlns:a16="http://schemas.microsoft.com/office/drawing/2014/main" id="{F30DB51E-420E-4F0B-BF76-13A6CE20C3C1}"/>
              </a:ext>
            </a:extLst>
          </p:cNvPr>
          <p:cNvSpPr txBox="1">
            <a:spLocks noChangeArrowheads="1"/>
          </p:cNvSpPr>
          <p:nvPr/>
        </p:nvSpPr>
        <p:spPr>
          <a:xfrm>
            <a:off x="182696" y="234985"/>
            <a:ext cx="10515600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、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8K×1 ROM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、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RAM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j-cs"/>
            </a:endParaRPr>
          </a:p>
        </p:txBody>
      </p:sp>
      <p:sp>
        <p:nvSpPr>
          <p:cNvPr id="45" name="Rectangle 14">
            <a:extLst>
              <a:ext uri="{FF2B5EF4-FFF2-40B4-BE49-F238E27FC236}">
                <a16:creationId xmlns:a16="http://schemas.microsoft.com/office/drawing/2014/main" id="{77B130AC-E547-4328-80AB-C259E3AE71A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202786" y="2400562"/>
            <a:ext cx="908050" cy="45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rPr>
              <a:t>12-0</a:t>
            </a:r>
            <a:endParaRPr lang="en-US" altLang="zh-CN" b="1" dirty="0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46" name="Line 34">
            <a:extLst>
              <a:ext uri="{FF2B5EF4-FFF2-40B4-BE49-F238E27FC236}">
                <a16:creationId xmlns:a16="http://schemas.microsoft.com/office/drawing/2014/main" id="{2351545E-CA18-4C89-8814-ABF1FA8F70A2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261696" y="2428887"/>
            <a:ext cx="5901532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47" name="Line 35">
            <a:extLst>
              <a:ext uri="{FF2B5EF4-FFF2-40B4-BE49-F238E27FC236}">
                <a16:creationId xmlns:a16="http://schemas.microsoft.com/office/drawing/2014/main" id="{7C0D8407-C35D-4A5E-A41B-DF41EDA581C0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277257" y="5304525"/>
            <a:ext cx="6486296" cy="0"/>
          </a:xfrm>
          <a:prstGeom prst="line">
            <a:avLst/>
          </a:prstGeom>
          <a:noFill/>
          <a:ln w="76200">
            <a:solidFill>
              <a:srgbClr val="008000"/>
            </a:solidFill>
            <a:round/>
            <a:headEnd type="triangle" w="sm" len="sm"/>
            <a:tailEnd type="triangl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48" name="Line 36">
            <a:extLst>
              <a:ext uri="{FF2B5EF4-FFF2-40B4-BE49-F238E27FC236}">
                <a16:creationId xmlns:a16="http://schemas.microsoft.com/office/drawing/2014/main" id="{737C0A09-C4F0-4D94-8550-4D5ECE25BD3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2272433" y="1733510"/>
            <a:ext cx="831810" cy="0"/>
          </a:xfrm>
          <a:prstGeom prst="line">
            <a:avLst/>
          </a:prstGeom>
          <a:noFill/>
          <a:ln w="19050" cap="sq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grpSp>
        <p:nvGrpSpPr>
          <p:cNvPr id="49" name="Group 37">
            <a:extLst>
              <a:ext uri="{FF2B5EF4-FFF2-40B4-BE49-F238E27FC236}">
                <a16:creationId xmlns:a16="http://schemas.microsoft.com/office/drawing/2014/main" id="{CEF0AE68-31B7-4942-9CEF-49EA2578F02D}"/>
              </a:ext>
            </a:extLst>
          </p:cNvPr>
          <p:cNvGrpSpPr>
            <a:grpSpLocks/>
          </p:cNvGrpSpPr>
          <p:nvPr/>
        </p:nvGrpSpPr>
        <p:grpSpPr bwMode="auto">
          <a:xfrm>
            <a:off x="3365429" y="2428775"/>
            <a:ext cx="4856168" cy="740121"/>
            <a:chOff x="1890" y="1843"/>
            <a:chExt cx="3059" cy="458"/>
          </a:xfrm>
        </p:grpSpPr>
        <p:sp>
          <p:nvSpPr>
            <p:cNvPr id="50" name="Line 38">
              <a:extLst>
                <a:ext uri="{FF2B5EF4-FFF2-40B4-BE49-F238E27FC236}">
                  <a16:creationId xmlns:a16="http://schemas.microsoft.com/office/drawing/2014/main" id="{5A79EF34-8C4A-432E-9A2E-4EB70D628C8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949" y="1843"/>
              <a:ext cx="0" cy="458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51" name="Line 40">
              <a:extLst>
                <a:ext uri="{FF2B5EF4-FFF2-40B4-BE49-F238E27FC236}">
                  <a16:creationId xmlns:a16="http://schemas.microsoft.com/office/drawing/2014/main" id="{140D4FCE-08FA-4757-BEF7-70508210F04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90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52" name="Line 41">
              <a:extLst>
                <a:ext uri="{FF2B5EF4-FFF2-40B4-BE49-F238E27FC236}">
                  <a16:creationId xmlns:a16="http://schemas.microsoft.com/office/drawing/2014/main" id="{DE66CBE2-A86E-469A-919C-6DEBC3386B2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72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53" name="Line 39">
              <a:extLst>
                <a:ext uri="{FF2B5EF4-FFF2-40B4-BE49-F238E27FC236}">
                  <a16:creationId xmlns:a16="http://schemas.microsoft.com/office/drawing/2014/main" id="{8A46160B-59CB-47EB-AA09-87A5D7CE2C0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86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4" name="Group 43">
            <a:extLst>
              <a:ext uri="{FF2B5EF4-FFF2-40B4-BE49-F238E27FC236}">
                <a16:creationId xmlns:a16="http://schemas.microsoft.com/office/drawing/2014/main" id="{18A22EB1-E299-45DD-AE27-B6A738987A5E}"/>
              </a:ext>
            </a:extLst>
          </p:cNvPr>
          <p:cNvGrpSpPr>
            <a:grpSpLocks/>
          </p:cNvGrpSpPr>
          <p:nvPr/>
        </p:nvGrpSpPr>
        <p:grpSpPr bwMode="auto">
          <a:xfrm>
            <a:off x="3704790" y="2065153"/>
            <a:ext cx="4852988" cy="1103251"/>
            <a:chOff x="2058" y="1526"/>
            <a:chExt cx="3057" cy="829"/>
          </a:xfrm>
        </p:grpSpPr>
        <p:sp>
          <p:nvSpPr>
            <p:cNvPr id="55" name="Line 44">
              <a:extLst>
                <a:ext uri="{FF2B5EF4-FFF2-40B4-BE49-F238E27FC236}">
                  <a16:creationId xmlns:a16="http://schemas.microsoft.com/office/drawing/2014/main" id="{B2536169-C484-4694-B891-E7C283226DD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955" y="1526"/>
              <a:ext cx="0" cy="821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56" name="Line 45">
              <a:extLst>
                <a:ext uri="{FF2B5EF4-FFF2-40B4-BE49-F238E27FC236}">
                  <a16:creationId xmlns:a16="http://schemas.microsoft.com/office/drawing/2014/main" id="{12172F09-699F-4ADD-BF95-616DB68EEF3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853" y="1526"/>
              <a:ext cx="0" cy="812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57" name="Line 46">
              <a:extLst>
                <a:ext uri="{FF2B5EF4-FFF2-40B4-BE49-F238E27FC236}">
                  <a16:creationId xmlns:a16="http://schemas.microsoft.com/office/drawing/2014/main" id="{F315C81B-0346-4D51-8C15-F81B47AB7E6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058" y="1526"/>
              <a:ext cx="0" cy="812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58" name="Line 47">
              <a:extLst>
                <a:ext uri="{FF2B5EF4-FFF2-40B4-BE49-F238E27FC236}">
                  <a16:creationId xmlns:a16="http://schemas.microsoft.com/office/drawing/2014/main" id="{56300DE3-1C33-47E2-988F-D80E8011E72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5115" y="1526"/>
              <a:ext cx="0" cy="829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9" name="组合 58">
            <a:extLst>
              <a:ext uri="{FF2B5EF4-FFF2-40B4-BE49-F238E27FC236}">
                <a16:creationId xmlns:a16="http://schemas.microsoft.com/office/drawing/2014/main" id="{0820FAF8-92CA-4214-90DB-96AE4D8C9EAA}"/>
              </a:ext>
            </a:extLst>
          </p:cNvPr>
          <p:cNvGrpSpPr/>
          <p:nvPr/>
        </p:nvGrpSpPr>
        <p:grpSpPr>
          <a:xfrm>
            <a:off x="3364541" y="4494654"/>
            <a:ext cx="5644136" cy="777386"/>
            <a:chOff x="4680963" y="4324426"/>
            <a:chExt cx="5644136" cy="796472"/>
          </a:xfrm>
        </p:grpSpPr>
        <p:sp>
          <p:nvSpPr>
            <p:cNvPr id="60" name="Line 13">
              <a:extLst>
                <a:ext uri="{FF2B5EF4-FFF2-40B4-BE49-F238E27FC236}">
                  <a16:creationId xmlns:a16="http://schemas.microsoft.com/office/drawing/2014/main" id="{A80B4F20-90A9-4C8C-8792-DE43BFCFDE7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526179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61" name="Rectangle 15">
              <a:extLst>
                <a:ext uri="{FF2B5EF4-FFF2-40B4-BE49-F238E27FC236}">
                  <a16:creationId xmlns:a16="http://schemas.microsoft.com/office/drawing/2014/main" id="{E539C362-AAC0-433E-8906-0FC59FAF58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511890" y="4518013"/>
              <a:ext cx="813209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62" name="Rectangle 16">
              <a:extLst>
                <a:ext uri="{FF2B5EF4-FFF2-40B4-BE49-F238E27FC236}">
                  <a16:creationId xmlns:a16="http://schemas.microsoft.com/office/drawing/2014/main" id="{E97D3594-E361-46F7-838D-73765FCDA4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48435" y="4527772"/>
              <a:ext cx="772301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63" name="Rectangle 17">
              <a:extLst>
                <a:ext uri="{FF2B5EF4-FFF2-40B4-BE49-F238E27FC236}">
                  <a16:creationId xmlns:a16="http://schemas.microsoft.com/office/drawing/2014/main" id="{BFB22F92-B981-431F-A19C-C738BF3CB9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46260" y="4526194"/>
              <a:ext cx="881359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64" name="Rectangle 18">
              <a:extLst>
                <a:ext uri="{FF2B5EF4-FFF2-40B4-BE49-F238E27FC236}">
                  <a16:creationId xmlns:a16="http://schemas.microsoft.com/office/drawing/2014/main" id="{628494F5-0190-4959-B16D-0939D633DE8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80963" y="4526194"/>
              <a:ext cx="812503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65" name="Line 51">
              <a:extLst>
                <a:ext uri="{FF2B5EF4-FFF2-40B4-BE49-F238E27FC236}">
                  <a16:creationId xmlns:a16="http://schemas.microsoft.com/office/drawing/2014/main" id="{53B476FB-6602-4BAE-B3F5-AE3A33840BB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9539229" y="4331910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66" name="Line 52">
              <a:extLst>
                <a:ext uri="{FF2B5EF4-FFF2-40B4-BE49-F238E27FC236}">
                  <a16:creationId xmlns:a16="http://schemas.microsoft.com/office/drawing/2014/main" id="{16A2D5BE-C7DA-494E-8EF2-4AD1CEB7341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126712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67" name="Line 53">
              <a:extLst>
                <a:ext uri="{FF2B5EF4-FFF2-40B4-BE49-F238E27FC236}">
                  <a16:creationId xmlns:a16="http://schemas.microsoft.com/office/drawing/2014/main" id="{BE3B8FB9-26FA-4B4B-8562-5CCB3EEAB22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691448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68" name="Line 52">
              <a:extLst>
                <a:ext uri="{FF2B5EF4-FFF2-40B4-BE49-F238E27FC236}">
                  <a16:creationId xmlns:a16="http://schemas.microsoft.com/office/drawing/2014/main" id="{C6743E4A-FF5F-4556-BE1A-327E4418B48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138374" y="4331910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sp>
        <p:nvSpPr>
          <p:cNvPr id="69" name="Text Box 54">
            <a:extLst>
              <a:ext uri="{FF2B5EF4-FFF2-40B4-BE49-F238E27FC236}">
                <a16:creationId xmlns:a16="http://schemas.microsoft.com/office/drawing/2014/main" id="{598E0FFB-763C-45FE-8EB6-1F12BE3A5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462" y="5881002"/>
            <a:ext cx="8521406" cy="461665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9pPr>
          </a:lstStyle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2400" dirty="0">
                <a:solidFill>
                  <a:prstClr val="black"/>
                </a:solidFill>
                <a:latin typeface="微软雅黑"/>
                <a:ea typeface="微软雅黑"/>
              </a:rPr>
              <a:t>注意</a:t>
            </a:r>
            <a:r>
              <a:rPr lang="zh-CN" altLang="en-US" sz="2400" b="1" dirty="0">
                <a:solidFill>
                  <a:prstClr val="black"/>
                </a:solidFill>
                <a:latin typeface="微软雅黑"/>
                <a:ea typeface="微软雅黑"/>
              </a:rPr>
              <a:t>译码器片选信号</a:t>
            </a:r>
            <a:r>
              <a:rPr lang="zh-CN" altLang="en-US" sz="2400" dirty="0">
                <a:solidFill>
                  <a:prstClr val="black"/>
                </a:solidFill>
                <a:latin typeface="微软雅黑"/>
                <a:ea typeface="微软雅黑"/>
              </a:rPr>
              <a:t>的连接对应不同的存储区间和设备类型</a:t>
            </a:r>
          </a:p>
        </p:txBody>
      </p:sp>
      <p:grpSp>
        <p:nvGrpSpPr>
          <p:cNvPr id="70" name="Group 56">
            <a:extLst>
              <a:ext uri="{FF2B5EF4-FFF2-40B4-BE49-F238E27FC236}">
                <a16:creationId xmlns:a16="http://schemas.microsoft.com/office/drawing/2014/main" id="{5FBC6568-AE82-4300-862A-9FADD68EC127}"/>
              </a:ext>
            </a:extLst>
          </p:cNvPr>
          <p:cNvGrpSpPr>
            <a:grpSpLocks/>
          </p:cNvGrpSpPr>
          <p:nvPr/>
        </p:nvGrpSpPr>
        <p:grpSpPr bwMode="auto">
          <a:xfrm>
            <a:off x="7058143" y="3765244"/>
            <a:ext cx="368165" cy="54399"/>
            <a:chOff x="4096" y="2541"/>
            <a:chExt cx="379" cy="56"/>
          </a:xfrm>
        </p:grpSpPr>
        <p:sp>
          <p:nvSpPr>
            <p:cNvPr id="71" name="Oval 27">
              <a:extLst>
                <a:ext uri="{FF2B5EF4-FFF2-40B4-BE49-F238E27FC236}">
                  <a16:creationId xmlns:a16="http://schemas.microsoft.com/office/drawing/2014/main" id="{FC4D67B4-FDA7-4606-A718-6F4AF029D0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22" y="2541"/>
              <a:ext cx="53" cy="56"/>
            </a:xfrm>
            <a:prstGeom prst="ellipse">
              <a:avLst/>
            </a:prstGeom>
            <a:solidFill>
              <a:srgbClr val="FFCC00">
                <a:alpha val="89803"/>
              </a:srgbClr>
            </a:solidFill>
            <a:ln w="3175">
              <a:solidFill>
                <a:srgbClr val="954F7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72" name="Oval 28">
              <a:extLst>
                <a:ext uri="{FF2B5EF4-FFF2-40B4-BE49-F238E27FC236}">
                  <a16:creationId xmlns:a16="http://schemas.microsoft.com/office/drawing/2014/main" id="{098BC8C2-1DAD-4873-B636-4476977EDE8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96" y="2541"/>
              <a:ext cx="52" cy="56"/>
            </a:xfrm>
            <a:prstGeom prst="ellipse">
              <a:avLst/>
            </a:prstGeom>
            <a:solidFill>
              <a:srgbClr val="FFCC00">
                <a:alpha val="89803"/>
              </a:srgbClr>
            </a:solidFill>
            <a:ln w="3175">
              <a:solidFill>
                <a:srgbClr val="954F7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73" name="Oval 29">
              <a:extLst>
                <a:ext uri="{FF2B5EF4-FFF2-40B4-BE49-F238E27FC236}">
                  <a16:creationId xmlns:a16="http://schemas.microsoft.com/office/drawing/2014/main" id="{B0A22FDD-5963-420E-908B-77F906151D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" y="2541"/>
              <a:ext cx="53" cy="56"/>
            </a:xfrm>
            <a:prstGeom prst="ellipse">
              <a:avLst/>
            </a:prstGeom>
            <a:solidFill>
              <a:srgbClr val="FFCC00">
                <a:alpha val="89803"/>
              </a:srgbClr>
            </a:solidFill>
            <a:ln w="3175">
              <a:solidFill>
                <a:srgbClr val="954F7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4" name="Group 14">
            <a:extLst>
              <a:ext uri="{FF2B5EF4-FFF2-40B4-BE49-F238E27FC236}">
                <a16:creationId xmlns:a16="http://schemas.microsoft.com/office/drawing/2014/main" id="{7419AAE2-D46C-4D5E-AE86-3DA45B6B5D56}"/>
              </a:ext>
            </a:extLst>
          </p:cNvPr>
          <p:cNvGrpSpPr>
            <a:grpSpLocks/>
          </p:cNvGrpSpPr>
          <p:nvPr/>
        </p:nvGrpSpPr>
        <p:grpSpPr bwMode="auto">
          <a:xfrm>
            <a:off x="1025140" y="1572450"/>
            <a:ext cx="1247293" cy="4058617"/>
            <a:chOff x="580" y="1369"/>
            <a:chExt cx="697" cy="226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5" name="Rectangle 15">
              <a:extLst>
                <a:ext uri="{FF2B5EF4-FFF2-40B4-BE49-F238E27FC236}">
                  <a16:creationId xmlns:a16="http://schemas.microsoft.com/office/drawing/2014/main" id="{5C1228BB-FDED-4538-AE78-875AC76C90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4" y="1369"/>
              <a:ext cx="653" cy="2224"/>
            </a:xfrm>
            <a:prstGeom prst="rect">
              <a:avLst/>
            </a:prstGeom>
            <a:solidFill>
              <a:srgbClr val="5B9BD5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76" name="Rectangle 16">
              <a:extLst>
                <a:ext uri="{FF2B5EF4-FFF2-40B4-BE49-F238E27FC236}">
                  <a16:creationId xmlns:a16="http://schemas.microsoft.com/office/drawing/2014/main" id="{85DDC1AF-38D3-458C-880E-C3542670CC8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49" y="1697"/>
              <a:ext cx="572" cy="2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15-0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77" name="Rectangle 17">
              <a:extLst>
                <a:ext uri="{FF2B5EF4-FFF2-40B4-BE49-F238E27FC236}">
                  <a16:creationId xmlns:a16="http://schemas.microsoft.com/office/drawing/2014/main" id="{1A1EB51E-55DB-4CAA-84EA-D1513D87D5C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4" y="1369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MREQ#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78" name="Rectangle 18">
              <a:extLst>
                <a:ext uri="{FF2B5EF4-FFF2-40B4-BE49-F238E27FC236}">
                  <a16:creationId xmlns:a16="http://schemas.microsoft.com/office/drawing/2014/main" id="{D08387C0-6F7F-467E-B700-21D23C7F9F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4" y="1962"/>
              <a:ext cx="572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R/W#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79" name="Rectangle 19">
              <a:extLst>
                <a:ext uri="{FF2B5EF4-FFF2-40B4-BE49-F238E27FC236}">
                  <a16:creationId xmlns:a16="http://schemas.microsoft.com/office/drawing/2014/main" id="{E246A7DB-E720-4E45-8A24-7271A5FD41D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0" y="2355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CPU</a:t>
              </a:r>
            </a:p>
          </p:txBody>
        </p:sp>
        <p:sp>
          <p:nvSpPr>
            <p:cNvPr id="80" name="Rectangle 20">
              <a:extLst>
                <a:ext uri="{FF2B5EF4-FFF2-40B4-BE49-F238E27FC236}">
                  <a16:creationId xmlns:a16="http://schemas.microsoft.com/office/drawing/2014/main" id="{0E9BB21B-2790-4582-BC7C-1C384BACB54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3" y="3352"/>
              <a:ext cx="571" cy="2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~D</a:t>
              </a:r>
              <a:r>
                <a:rPr kumimoji="0" lang="en-US" altLang="zh-CN" sz="20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sp>
        <p:nvSpPr>
          <p:cNvPr id="81" name="Line 40">
            <a:extLst>
              <a:ext uri="{FF2B5EF4-FFF2-40B4-BE49-F238E27FC236}">
                <a16:creationId xmlns:a16="http://schemas.microsoft.com/office/drawing/2014/main" id="{189C6251-E625-4472-8DB9-F597CC85E446}"/>
              </a:ext>
            </a:extLst>
          </p:cNvPr>
          <p:cNvSpPr>
            <a:spLocks noChangeAspect="1" noChangeShapeType="1"/>
          </p:cNvSpPr>
          <p:nvPr/>
        </p:nvSpPr>
        <p:spPr bwMode="auto">
          <a:xfrm rot="16200000">
            <a:off x="2932651" y="1752458"/>
            <a:ext cx="0" cy="343184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triangl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82" name="Line 34">
            <a:extLst>
              <a:ext uri="{FF2B5EF4-FFF2-40B4-BE49-F238E27FC236}">
                <a16:creationId xmlns:a16="http://schemas.microsoft.com/office/drawing/2014/main" id="{B4D4F62E-65FB-4284-8FB9-9887E2923C62}"/>
              </a:ext>
            </a:extLst>
          </p:cNvPr>
          <p:cNvSpPr>
            <a:spLocks noChangeAspect="1" noChangeShapeType="1"/>
          </p:cNvSpPr>
          <p:nvPr/>
        </p:nvSpPr>
        <p:spPr bwMode="auto">
          <a:xfrm rot="5400000">
            <a:off x="2512730" y="2180446"/>
            <a:ext cx="496658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83" name="Rectangle 13">
            <a:extLst>
              <a:ext uri="{FF2B5EF4-FFF2-40B4-BE49-F238E27FC236}">
                <a16:creationId xmlns:a16="http://schemas.microsoft.com/office/drawing/2014/main" id="{03225AE4-83CD-46BF-84CA-9A4884F5E14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468728" y="2043565"/>
            <a:ext cx="892175" cy="4429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rPr>
              <a:t>15-13</a:t>
            </a:r>
            <a:endParaRPr lang="en-US" altLang="zh-CN" b="1" dirty="0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grpSp>
        <p:nvGrpSpPr>
          <p:cNvPr id="84" name="组合 83">
            <a:extLst>
              <a:ext uri="{FF2B5EF4-FFF2-40B4-BE49-F238E27FC236}">
                <a16:creationId xmlns:a16="http://schemas.microsoft.com/office/drawing/2014/main" id="{272BB941-8615-4E63-A601-555CDC110919}"/>
              </a:ext>
            </a:extLst>
          </p:cNvPr>
          <p:cNvGrpSpPr/>
          <p:nvPr/>
        </p:nvGrpSpPr>
        <p:grpSpPr>
          <a:xfrm>
            <a:off x="3077570" y="1581068"/>
            <a:ext cx="5685983" cy="472441"/>
            <a:chOff x="4393992" y="1506026"/>
            <a:chExt cx="5685983" cy="472441"/>
          </a:xfrm>
        </p:grpSpPr>
        <p:sp>
          <p:nvSpPr>
            <p:cNvPr id="85" name="梯形 84">
              <a:extLst>
                <a:ext uri="{FF2B5EF4-FFF2-40B4-BE49-F238E27FC236}">
                  <a16:creationId xmlns:a16="http://schemas.microsoft.com/office/drawing/2014/main" id="{1D98DED5-4C7D-4E0F-941A-172DF1AF2F16}"/>
                </a:ext>
              </a:extLst>
            </p:cNvPr>
            <p:cNvSpPr/>
            <p:nvPr/>
          </p:nvSpPr>
          <p:spPr>
            <a:xfrm>
              <a:off x="4413250" y="1514033"/>
              <a:ext cx="5666725" cy="464434"/>
            </a:xfrm>
            <a:prstGeom prst="trapezoid">
              <a:avLst>
                <a:gd name="adj" fmla="val 0"/>
              </a:avLst>
            </a:prstGeom>
            <a:solidFill>
              <a:srgbClr val="CCFF66"/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86" name="文本框 85">
              <a:extLst>
                <a:ext uri="{FF2B5EF4-FFF2-40B4-BE49-F238E27FC236}">
                  <a16:creationId xmlns:a16="http://schemas.microsoft.com/office/drawing/2014/main" id="{9D89692F-94F1-4519-B792-CD1F04CEA4CF}"/>
                </a:ext>
              </a:extLst>
            </p:cNvPr>
            <p:cNvSpPr txBox="1"/>
            <p:nvPr/>
          </p:nvSpPr>
          <p:spPr>
            <a:xfrm>
              <a:off x="6512505" y="1561896"/>
              <a:ext cx="12282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3:8</a:t>
              </a:r>
              <a:r>
                <a:rPr kumimoji="0" lang="zh-CN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译码器</a:t>
              </a:r>
            </a:p>
          </p:txBody>
        </p:sp>
        <p:sp>
          <p:nvSpPr>
            <p:cNvPr id="87" name="Rectangle 13">
              <a:extLst>
                <a:ext uri="{FF2B5EF4-FFF2-40B4-BE49-F238E27FC236}">
                  <a16:creationId xmlns:a16="http://schemas.microsoft.com/office/drawing/2014/main" id="{65AA781D-6BC4-44C9-AE29-A7F9227D08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56433" y="1676781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88" name="Rectangle 13">
              <a:extLst>
                <a:ext uri="{FF2B5EF4-FFF2-40B4-BE49-F238E27FC236}">
                  <a16:creationId xmlns:a16="http://schemas.microsoft.com/office/drawing/2014/main" id="{CE6E7F22-A341-4404-84C6-82860D8F09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83587" y="1671169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1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89" name="Rectangle 13">
              <a:extLst>
                <a:ext uri="{FF2B5EF4-FFF2-40B4-BE49-F238E27FC236}">
                  <a16:creationId xmlns:a16="http://schemas.microsoft.com/office/drawing/2014/main" id="{3BB43C84-BE4D-4F7E-B02C-2F69E4509AC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588091" y="1667255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90" name="Rectangle 13">
              <a:extLst>
                <a:ext uri="{FF2B5EF4-FFF2-40B4-BE49-F238E27FC236}">
                  <a16:creationId xmlns:a16="http://schemas.microsoft.com/office/drawing/2014/main" id="{6558440E-8208-4C6D-B688-1A4D958A93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93992" y="1506026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OE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91" name="Rectangle 13">
              <a:extLst>
                <a:ext uri="{FF2B5EF4-FFF2-40B4-BE49-F238E27FC236}">
                  <a16:creationId xmlns:a16="http://schemas.microsoft.com/office/drawing/2014/main" id="{FF94D7F7-ABD5-4C8A-94E7-B4CF1D90777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47794" y="1660600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3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452923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0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 animBg="1"/>
      <p:bldP spid="47" grpId="0" animBg="1"/>
      <p:bldP spid="48" grpId="0" animBg="1"/>
      <p:bldP spid="69" grpId="0"/>
      <p:bldP spid="81" grpId="0" animBg="1"/>
      <p:bldP spid="82" grpId="0" animBg="1"/>
      <p:bldP spid="83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12">
            <a:extLst>
              <a:ext uri="{FF2B5EF4-FFF2-40B4-BE49-F238E27FC236}">
                <a16:creationId xmlns:a16="http://schemas.microsoft.com/office/drawing/2014/main" id="{70D22865-BD8F-452D-8986-40158F36C736}"/>
              </a:ext>
            </a:extLst>
          </p:cNvPr>
          <p:cNvSpPr txBox="1">
            <a:spLocks noChangeArrowheads="1"/>
          </p:cNvSpPr>
          <p:nvPr/>
        </p:nvSpPr>
        <p:spPr>
          <a:xfrm>
            <a:off x="395536" y="247886"/>
            <a:ext cx="10515600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、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 8K×8 ROM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 ，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4K×8 RAM 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j-cs"/>
            </a:endParaRPr>
          </a:p>
        </p:txBody>
      </p:sp>
      <p:grpSp>
        <p:nvGrpSpPr>
          <p:cNvPr id="147" name="组合 146">
            <a:extLst>
              <a:ext uri="{FF2B5EF4-FFF2-40B4-BE49-F238E27FC236}">
                <a16:creationId xmlns:a16="http://schemas.microsoft.com/office/drawing/2014/main" id="{7B655D94-6D30-48D2-BC1D-FDD859753FF4}"/>
              </a:ext>
            </a:extLst>
          </p:cNvPr>
          <p:cNvGrpSpPr/>
          <p:nvPr/>
        </p:nvGrpSpPr>
        <p:grpSpPr>
          <a:xfrm>
            <a:off x="2227589" y="3247938"/>
            <a:ext cx="1162151" cy="1487709"/>
            <a:chOff x="5542402" y="3051818"/>
            <a:chExt cx="1162151" cy="1487709"/>
          </a:xfrm>
        </p:grpSpPr>
        <p:grpSp>
          <p:nvGrpSpPr>
            <p:cNvPr id="148" name="组合 147">
              <a:extLst>
                <a:ext uri="{FF2B5EF4-FFF2-40B4-BE49-F238E27FC236}">
                  <a16:creationId xmlns:a16="http://schemas.microsoft.com/office/drawing/2014/main" id="{10AEE5A8-1832-4CA7-BD40-8B0A16D53676}"/>
                </a:ext>
              </a:extLst>
            </p:cNvPr>
            <p:cNvGrpSpPr/>
            <p:nvPr/>
          </p:nvGrpSpPr>
          <p:grpSpPr>
            <a:xfrm>
              <a:off x="5542570" y="3051818"/>
              <a:ext cx="1129437" cy="1486746"/>
              <a:chOff x="7722123" y="3328852"/>
              <a:chExt cx="1129437" cy="1486746"/>
            </a:xfrm>
          </p:grpSpPr>
          <p:sp>
            <p:nvSpPr>
              <p:cNvPr id="154" name="Rectangle 8">
                <a:extLst>
                  <a:ext uri="{FF2B5EF4-FFF2-40B4-BE49-F238E27FC236}">
                    <a16:creationId xmlns:a16="http://schemas.microsoft.com/office/drawing/2014/main" id="{914A5028-01FE-4B62-945F-B1595E9D51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749219" y="3359908"/>
                <a:ext cx="1102341" cy="1317082"/>
              </a:xfrm>
              <a:prstGeom prst="rect">
                <a:avLst/>
              </a:prstGeom>
              <a:solidFill>
                <a:srgbClr val="FFC000">
                  <a:lumMod val="60000"/>
                  <a:lumOff val="40000"/>
                </a:srgbClr>
              </a:solidFill>
              <a:ln w="28575">
                <a:solidFill>
                  <a:sysClr val="windowText" lastClr="000000"/>
                </a:solidFill>
                <a:miter lim="800000"/>
                <a:headEnd/>
                <a:tailEnd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lIns="12700" tIns="12700" rIns="12700" bIns="1270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" name="矩形 154">
                <a:extLst>
                  <a:ext uri="{FF2B5EF4-FFF2-40B4-BE49-F238E27FC236}">
                    <a16:creationId xmlns:a16="http://schemas.microsoft.com/office/drawing/2014/main" id="{06EEE0BC-D1F1-487B-B3A3-CFC67FFBBD81}"/>
                  </a:ext>
                </a:extLst>
              </p:cNvPr>
              <p:cNvSpPr/>
              <p:nvPr/>
            </p:nvSpPr>
            <p:spPr>
              <a:xfrm>
                <a:off x="7722123" y="3328852"/>
                <a:ext cx="50366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" name="矩形 155">
                <a:extLst>
                  <a:ext uri="{FF2B5EF4-FFF2-40B4-BE49-F238E27FC236}">
                    <a16:creationId xmlns:a16="http://schemas.microsoft.com/office/drawing/2014/main" id="{8BD7621F-E58E-4B8A-A2AA-253F9761DCE3}"/>
                  </a:ext>
                </a:extLst>
              </p:cNvPr>
              <p:cNvSpPr/>
              <p:nvPr/>
            </p:nvSpPr>
            <p:spPr>
              <a:xfrm>
                <a:off x="8141476" y="4353933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D</a:t>
                </a: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" name="矩形 156">
                <a:extLst>
                  <a:ext uri="{FF2B5EF4-FFF2-40B4-BE49-F238E27FC236}">
                    <a16:creationId xmlns:a16="http://schemas.microsoft.com/office/drawing/2014/main" id="{B6AA53FA-2FF6-420B-8F45-248177E7A1A3}"/>
                  </a:ext>
                </a:extLst>
              </p:cNvPr>
              <p:cNvSpPr/>
              <p:nvPr/>
            </p:nvSpPr>
            <p:spPr>
              <a:xfrm>
                <a:off x="8148187" y="3328852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A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" name="矩形 157">
                <a:extLst>
                  <a:ext uri="{FF2B5EF4-FFF2-40B4-BE49-F238E27FC236}">
                    <a16:creationId xmlns:a16="http://schemas.microsoft.com/office/drawing/2014/main" id="{10E88D8C-6C35-4616-A81C-3DEECF92C856}"/>
                  </a:ext>
                </a:extLst>
              </p:cNvPr>
              <p:cNvSpPr/>
              <p:nvPr/>
            </p:nvSpPr>
            <p:spPr>
              <a:xfrm>
                <a:off x="8412277" y="3328852"/>
                <a:ext cx="43473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CS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49" name="组合 148">
              <a:extLst>
                <a:ext uri="{FF2B5EF4-FFF2-40B4-BE49-F238E27FC236}">
                  <a16:creationId xmlns:a16="http://schemas.microsoft.com/office/drawing/2014/main" id="{61D81B60-E301-4A01-B63A-B15B0697D18A}"/>
                </a:ext>
              </a:extLst>
            </p:cNvPr>
            <p:cNvGrpSpPr/>
            <p:nvPr/>
          </p:nvGrpSpPr>
          <p:grpSpPr>
            <a:xfrm>
              <a:off x="5542402" y="3052781"/>
              <a:ext cx="1162151" cy="1486746"/>
              <a:chOff x="7722123" y="3328852"/>
              <a:chExt cx="1162151" cy="1486746"/>
            </a:xfrm>
          </p:grpSpPr>
          <p:sp>
            <p:nvSpPr>
              <p:cNvPr id="150" name="矩形 149">
                <a:extLst>
                  <a:ext uri="{FF2B5EF4-FFF2-40B4-BE49-F238E27FC236}">
                    <a16:creationId xmlns:a16="http://schemas.microsoft.com/office/drawing/2014/main" id="{19E3B2D5-2937-4141-ACA3-AF8837F1A35C}"/>
                  </a:ext>
                </a:extLst>
              </p:cNvPr>
              <p:cNvSpPr/>
              <p:nvPr/>
            </p:nvSpPr>
            <p:spPr>
              <a:xfrm>
                <a:off x="7722123" y="3328852"/>
                <a:ext cx="50366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" name="矩形 150">
                <a:extLst>
                  <a:ext uri="{FF2B5EF4-FFF2-40B4-BE49-F238E27FC236}">
                    <a16:creationId xmlns:a16="http://schemas.microsoft.com/office/drawing/2014/main" id="{E268A93E-9A72-448A-906D-34849D3A30DC}"/>
                  </a:ext>
                </a:extLst>
              </p:cNvPr>
              <p:cNvSpPr/>
              <p:nvPr/>
            </p:nvSpPr>
            <p:spPr>
              <a:xfrm>
                <a:off x="8141476" y="4353933"/>
                <a:ext cx="332143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D</a:t>
                </a: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" name="矩形 151">
                <a:extLst>
                  <a:ext uri="{FF2B5EF4-FFF2-40B4-BE49-F238E27FC236}">
                    <a16:creationId xmlns:a16="http://schemas.microsoft.com/office/drawing/2014/main" id="{0783845B-99E5-4111-AB2C-40CAAC372D30}"/>
                  </a:ext>
                </a:extLst>
              </p:cNvPr>
              <p:cNvSpPr/>
              <p:nvPr/>
            </p:nvSpPr>
            <p:spPr>
              <a:xfrm>
                <a:off x="8412277" y="3328852"/>
                <a:ext cx="434734" cy="461665"/>
              </a:xfrm>
              <a:prstGeom prst="rect">
                <a:avLst/>
              </a:prstGeom>
            </p:spPr>
            <p:txBody>
              <a:bodyPr wrap="none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3000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CS</a:t>
                </a:r>
                <a:endParaRPr kumimoji="0" lang="en-US" altLang="zh-CN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" name="矩形 152">
                <a:extLst>
                  <a:ext uri="{FF2B5EF4-FFF2-40B4-BE49-F238E27FC236}">
                    <a16:creationId xmlns:a16="http://schemas.microsoft.com/office/drawing/2014/main" id="{0867C6A8-17D7-4465-AE91-70A7F1A12882}"/>
                  </a:ext>
                </a:extLst>
              </p:cNvPr>
              <p:cNvSpPr/>
              <p:nvPr/>
            </p:nvSpPr>
            <p:spPr>
              <a:xfrm>
                <a:off x="7730820" y="3732623"/>
                <a:ext cx="1153454" cy="5847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8K×8</a:t>
                </a: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1</a:t>
                </a:r>
                <a:r>
                  <a:rPr kumimoji="0" lang="zh-CN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片</a:t>
                </a:r>
                <a:r>
                  <a:rPr kumimoji="0" lang="en-US" altLang="zh-CN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33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ROM</a:t>
                </a:r>
              </a:p>
            </p:txBody>
          </p:sp>
        </p:grpSp>
      </p:grpSp>
      <p:grpSp>
        <p:nvGrpSpPr>
          <p:cNvPr id="159" name="组合 158">
            <a:extLst>
              <a:ext uri="{FF2B5EF4-FFF2-40B4-BE49-F238E27FC236}">
                <a16:creationId xmlns:a16="http://schemas.microsoft.com/office/drawing/2014/main" id="{43B7E7B5-7D83-47E0-8DED-4C432FE619B9}"/>
              </a:ext>
            </a:extLst>
          </p:cNvPr>
          <p:cNvGrpSpPr/>
          <p:nvPr/>
        </p:nvGrpSpPr>
        <p:grpSpPr>
          <a:xfrm>
            <a:off x="3556763" y="3247938"/>
            <a:ext cx="1160869" cy="1486746"/>
            <a:chOff x="7864998" y="3328852"/>
            <a:chExt cx="1160869" cy="1486746"/>
          </a:xfrm>
        </p:grpSpPr>
        <p:sp>
          <p:nvSpPr>
            <p:cNvPr id="160" name="Rectangle 8">
              <a:extLst>
                <a:ext uri="{FF2B5EF4-FFF2-40B4-BE49-F238E27FC236}">
                  <a16:creationId xmlns:a16="http://schemas.microsoft.com/office/drawing/2014/main" id="{4CE2339C-34B9-4AD4-A663-51D03C01490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61" name="矩形 160">
              <a:extLst>
                <a:ext uri="{FF2B5EF4-FFF2-40B4-BE49-F238E27FC236}">
                  <a16:creationId xmlns:a16="http://schemas.microsoft.com/office/drawing/2014/main" id="{8A041DA0-EA37-4332-8DE2-16B686F48FC8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WE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62" name="矩形 161">
              <a:extLst>
                <a:ext uri="{FF2B5EF4-FFF2-40B4-BE49-F238E27FC236}">
                  <a16:creationId xmlns:a16="http://schemas.microsoft.com/office/drawing/2014/main" id="{F84C7ED2-EE9D-4632-A5DA-67E650937A26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63" name="矩形 162">
              <a:extLst>
                <a:ext uri="{FF2B5EF4-FFF2-40B4-BE49-F238E27FC236}">
                  <a16:creationId xmlns:a16="http://schemas.microsoft.com/office/drawing/2014/main" id="{C93C8098-3D03-4174-8A1D-FAD057C9941B}"/>
                </a:ext>
              </a:extLst>
            </p:cNvPr>
            <p:cNvSpPr/>
            <p:nvPr/>
          </p:nvSpPr>
          <p:spPr>
            <a:xfrm>
              <a:off x="8281926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64" name="矩形 163">
              <a:extLst>
                <a:ext uri="{FF2B5EF4-FFF2-40B4-BE49-F238E27FC236}">
                  <a16:creationId xmlns:a16="http://schemas.microsoft.com/office/drawing/2014/main" id="{3F8656E3-8657-4910-A59A-6D9664EA0EAF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65" name="矩形 164">
              <a:extLst>
                <a:ext uri="{FF2B5EF4-FFF2-40B4-BE49-F238E27FC236}">
                  <a16:creationId xmlns:a16="http://schemas.microsoft.com/office/drawing/2014/main" id="{AAA93746-F9DE-46E3-B61A-14251FAC595F}"/>
                </a:ext>
              </a:extLst>
            </p:cNvPr>
            <p:cNvSpPr/>
            <p:nvPr/>
          </p:nvSpPr>
          <p:spPr>
            <a:xfrm>
              <a:off x="7872413" y="3748887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4K×8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RAM</a:t>
              </a:r>
            </a:p>
          </p:txBody>
        </p:sp>
      </p:grpSp>
      <p:grpSp>
        <p:nvGrpSpPr>
          <p:cNvPr id="166" name="组合 165">
            <a:extLst>
              <a:ext uri="{FF2B5EF4-FFF2-40B4-BE49-F238E27FC236}">
                <a16:creationId xmlns:a16="http://schemas.microsoft.com/office/drawing/2014/main" id="{F84BF60C-37DD-4ED5-837E-8664CE3D055A}"/>
              </a:ext>
            </a:extLst>
          </p:cNvPr>
          <p:cNvGrpSpPr/>
          <p:nvPr/>
        </p:nvGrpSpPr>
        <p:grpSpPr>
          <a:xfrm>
            <a:off x="910742" y="3247938"/>
            <a:ext cx="1160869" cy="1486746"/>
            <a:chOff x="7569723" y="3328852"/>
            <a:chExt cx="1160869" cy="1486746"/>
          </a:xfrm>
        </p:grpSpPr>
        <p:sp>
          <p:nvSpPr>
            <p:cNvPr id="167" name="Rectangle 8">
              <a:extLst>
                <a:ext uri="{FF2B5EF4-FFF2-40B4-BE49-F238E27FC236}">
                  <a16:creationId xmlns:a16="http://schemas.microsoft.com/office/drawing/2014/main" id="{0E84C98B-9537-4532-88A6-FC7C200FD8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96819" y="3359908"/>
              <a:ext cx="1102341" cy="1317082"/>
            </a:xfrm>
            <a:prstGeom prst="rect">
              <a:avLst/>
            </a:prstGeom>
            <a:solidFill>
              <a:srgbClr val="FFC000">
                <a:lumMod val="60000"/>
                <a:lumOff val="4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68" name="矩形 167">
              <a:extLst>
                <a:ext uri="{FF2B5EF4-FFF2-40B4-BE49-F238E27FC236}">
                  <a16:creationId xmlns:a16="http://schemas.microsoft.com/office/drawing/2014/main" id="{912750F5-3EF5-4EB1-8158-48B7035C02A7}"/>
                </a:ext>
              </a:extLst>
            </p:cNvPr>
            <p:cNvSpPr/>
            <p:nvPr/>
          </p:nvSpPr>
          <p:spPr>
            <a:xfrm>
              <a:off x="7569723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69" name="矩形 168">
              <a:extLst>
                <a:ext uri="{FF2B5EF4-FFF2-40B4-BE49-F238E27FC236}">
                  <a16:creationId xmlns:a16="http://schemas.microsoft.com/office/drawing/2014/main" id="{8EE844B0-314B-487F-BA35-89E32BE05FE0}"/>
                </a:ext>
              </a:extLst>
            </p:cNvPr>
            <p:cNvSpPr/>
            <p:nvPr/>
          </p:nvSpPr>
          <p:spPr>
            <a:xfrm>
              <a:off x="7989076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70" name="矩形 169">
              <a:extLst>
                <a:ext uri="{FF2B5EF4-FFF2-40B4-BE49-F238E27FC236}">
                  <a16:creationId xmlns:a16="http://schemas.microsoft.com/office/drawing/2014/main" id="{DAB2F051-53D5-4444-AB05-BE72178A1DE6}"/>
                </a:ext>
              </a:extLst>
            </p:cNvPr>
            <p:cNvSpPr/>
            <p:nvPr/>
          </p:nvSpPr>
          <p:spPr>
            <a:xfrm>
              <a:off x="798665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 A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71" name="矩形 170">
              <a:extLst>
                <a:ext uri="{FF2B5EF4-FFF2-40B4-BE49-F238E27FC236}">
                  <a16:creationId xmlns:a16="http://schemas.microsoft.com/office/drawing/2014/main" id="{D117DC21-1B0A-4DC6-83F6-4D5726D69FCA}"/>
                </a:ext>
              </a:extLst>
            </p:cNvPr>
            <p:cNvSpPr/>
            <p:nvPr/>
          </p:nvSpPr>
          <p:spPr>
            <a:xfrm>
              <a:off x="8259877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72" name="矩形 171">
              <a:extLst>
                <a:ext uri="{FF2B5EF4-FFF2-40B4-BE49-F238E27FC236}">
                  <a16:creationId xmlns:a16="http://schemas.microsoft.com/office/drawing/2014/main" id="{459136DF-518E-44DB-A5F7-6C882C298B59}"/>
                </a:ext>
              </a:extLst>
            </p:cNvPr>
            <p:cNvSpPr/>
            <p:nvPr/>
          </p:nvSpPr>
          <p:spPr>
            <a:xfrm>
              <a:off x="7577138" y="3739362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8K×8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微软雅黑"/>
                  <a:cs typeface="Segoe UI Black" panose="020B0A02040204020203" pitchFamily="34" charset="0"/>
                </a:rPr>
                <a:t>片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ROM</a:t>
              </a:r>
            </a:p>
          </p:txBody>
        </p:sp>
      </p:grpSp>
      <p:grpSp>
        <p:nvGrpSpPr>
          <p:cNvPr id="173" name="Group 2">
            <a:extLst>
              <a:ext uri="{FF2B5EF4-FFF2-40B4-BE49-F238E27FC236}">
                <a16:creationId xmlns:a16="http://schemas.microsoft.com/office/drawing/2014/main" id="{462E7B27-4A93-4979-B350-B9F88B3A623A}"/>
              </a:ext>
            </a:extLst>
          </p:cNvPr>
          <p:cNvGrpSpPr>
            <a:grpSpLocks/>
          </p:cNvGrpSpPr>
          <p:nvPr/>
        </p:nvGrpSpPr>
        <p:grpSpPr bwMode="auto">
          <a:xfrm>
            <a:off x="462343" y="2413372"/>
            <a:ext cx="7735879" cy="879615"/>
            <a:chOff x="1277" y="2074"/>
            <a:chExt cx="4873" cy="290"/>
          </a:xfrm>
        </p:grpSpPr>
        <p:sp>
          <p:nvSpPr>
            <p:cNvPr id="174" name="Line 4">
              <a:extLst>
                <a:ext uri="{FF2B5EF4-FFF2-40B4-BE49-F238E27FC236}">
                  <a16:creationId xmlns:a16="http://schemas.microsoft.com/office/drawing/2014/main" id="{7B519A0F-8F47-486E-A9A0-FB590ECCA74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572" y="2074"/>
              <a:ext cx="0" cy="28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75" name="Line 5">
              <a:extLst>
                <a:ext uri="{FF2B5EF4-FFF2-40B4-BE49-F238E27FC236}">
                  <a16:creationId xmlns:a16="http://schemas.microsoft.com/office/drawing/2014/main" id="{DD0C0B64-02C7-49C1-8FC1-D25596761F5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4140" y="2074"/>
              <a:ext cx="0" cy="28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76" name="Line 6">
              <a:extLst>
                <a:ext uri="{FF2B5EF4-FFF2-40B4-BE49-F238E27FC236}">
                  <a16:creationId xmlns:a16="http://schemas.microsoft.com/office/drawing/2014/main" id="{804F57B4-911D-4012-8214-DBFD2E3D5F7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407" y="2074"/>
              <a:ext cx="0" cy="28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77" name="Line 8">
              <a:extLst>
                <a:ext uri="{FF2B5EF4-FFF2-40B4-BE49-F238E27FC236}">
                  <a16:creationId xmlns:a16="http://schemas.microsoft.com/office/drawing/2014/main" id="{722E7DD6-DA1C-4258-A47B-6815098A427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77" y="2074"/>
              <a:ext cx="4867" cy="0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78" name="Line 5">
              <a:extLst>
                <a:ext uri="{FF2B5EF4-FFF2-40B4-BE49-F238E27FC236}">
                  <a16:creationId xmlns:a16="http://schemas.microsoft.com/office/drawing/2014/main" id="{2DDA7B3B-20E4-4D91-B57B-A66FF6C04E1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5418" y="2074"/>
              <a:ext cx="0" cy="28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79" name="Line 5">
              <a:extLst>
                <a:ext uri="{FF2B5EF4-FFF2-40B4-BE49-F238E27FC236}">
                  <a16:creationId xmlns:a16="http://schemas.microsoft.com/office/drawing/2014/main" id="{72486A31-91A9-41B3-B1F5-35A8762A6F9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150" y="2076"/>
              <a:ext cx="0" cy="288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sp>
        <p:nvSpPr>
          <p:cNvPr id="180" name="Rectangle 14">
            <a:extLst>
              <a:ext uri="{FF2B5EF4-FFF2-40B4-BE49-F238E27FC236}">
                <a16:creationId xmlns:a16="http://schemas.microsoft.com/office/drawing/2014/main" id="{9D29D3B4-D93E-4D60-9973-53FECD961D6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594735" y="1693574"/>
            <a:ext cx="908050" cy="45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dirty="0">
                <a:solidFill>
                  <a:srgbClr val="D60093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baseline="-25000" dirty="0">
                <a:solidFill>
                  <a:srgbClr val="D60093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rPr>
              <a:t>12-0</a:t>
            </a:r>
            <a:endParaRPr lang="en-US" altLang="zh-CN" b="1" dirty="0">
              <a:solidFill>
                <a:srgbClr val="D60093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1" name="Line 35">
            <a:extLst>
              <a:ext uri="{FF2B5EF4-FFF2-40B4-BE49-F238E27FC236}">
                <a16:creationId xmlns:a16="http://schemas.microsoft.com/office/drawing/2014/main" id="{30F38FDC-22E7-44FF-9086-71A0F0CCA222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99961" y="5434331"/>
            <a:ext cx="8596592" cy="0"/>
          </a:xfrm>
          <a:prstGeom prst="line">
            <a:avLst/>
          </a:prstGeom>
          <a:noFill/>
          <a:ln w="76200">
            <a:solidFill>
              <a:srgbClr val="008000"/>
            </a:solidFill>
            <a:round/>
            <a:headEnd type="triangle" w="sm" len="sm"/>
            <a:tailEnd type="triangl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dirty="0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182" name="Line 36">
            <a:extLst>
              <a:ext uri="{FF2B5EF4-FFF2-40B4-BE49-F238E27FC236}">
                <a16:creationId xmlns:a16="http://schemas.microsoft.com/office/drawing/2014/main" id="{185B3F0D-1C53-4777-89D0-12E5CDE844C7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99960" y="1348966"/>
            <a:ext cx="831810" cy="0"/>
          </a:xfrm>
          <a:prstGeom prst="line">
            <a:avLst/>
          </a:prstGeom>
          <a:noFill/>
          <a:ln w="19050" cap="sq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grpSp>
        <p:nvGrpSpPr>
          <p:cNvPr id="183" name="Group 37">
            <a:extLst>
              <a:ext uri="{FF2B5EF4-FFF2-40B4-BE49-F238E27FC236}">
                <a16:creationId xmlns:a16="http://schemas.microsoft.com/office/drawing/2014/main" id="{87AE2D7E-91D6-4CEE-8F24-D7A162708B0A}"/>
              </a:ext>
            </a:extLst>
          </p:cNvPr>
          <p:cNvGrpSpPr>
            <a:grpSpLocks/>
          </p:cNvGrpSpPr>
          <p:nvPr/>
        </p:nvGrpSpPr>
        <p:grpSpPr bwMode="auto">
          <a:xfrm>
            <a:off x="1507231" y="2043779"/>
            <a:ext cx="6975482" cy="1253272"/>
            <a:chOff x="1908" y="1842"/>
            <a:chExt cx="4394" cy="451"/>
          </a:xfrm>
        </p:grpSpPr>
        <p:sp>
          <p:nvSpPr>
            <p:cNvPr id="184" name="Line 41">
              <a:extLst>
                <a:ext uri="{FF2B5EF4-FFF2-40B4-BE49-F238E27FC236}">
                  <a16:creationId xmlns:a16="http://schemas.microsoft.com/office/drawing/2014/main" id="{09F9E838-2E68-4BE6-88C2-0CC85E595CC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62" y="1861"/>
              <a:ext cx="0" cy="426"/>
            </a:xfrm>
            <a:prstGeom prst="line">
              <a:avLst/>
            </a:prstGeom>
            <a:noFill/>
            <a:ln w="508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85" name="Line 38">
              <a:extLst>
                <a:ext uri="{FF2B5EF4-FFF2-40B4-BE49-F238E27FC236}">
                  <a16:creationId xmlns:a16="http://schemas.microsoft.com/office/drawing/2014/main" id="{624AEE05-BCC9-4230-9F01-468A029CD6A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285" y="1843"/>
              <a:ext cx="0" cy="442"/>
            </a:xfrm>
            <a:prstGeom prst="line">
              <a:avLst/>
            </a:prstGeom>
            <a:noFill/>
            <a:ln w="508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86" name="Line 40">
              <a:extLst>
                <a:ext uri="{FF2B5EF4-FFF2-40B4-BE49-F238E27FC236}">
                  <a16:creationId xmlns:a16="http://schemas.microsoft.com/office/drawing/2014/main" id="{388AF437-CC2B-4B9C-B148-21DF9EAB3C7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908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87" name="Line 39">
              <a:extLst>
                <a:ext uri="{FF2B5EF4-FFF2-40B4-BE49-F238E27FC236}">
                  <a16:creationId xmlns:a16="http://schemas.microsoft.com/office/drawing/2014/main" id="{E450B984-0980-4D81-B53B-E61F271F2A3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2" y="1861"/>
              <a:ext cx="0" cy="426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88" name="Line 38">
              <a:extLst>
                <a:ext uri="{FF2B5EF4-FFF2-40B4-BE49-F238E27FC236}">
                  <a16:creationId xmlns:a16="http://schemas.microsoft.com/office/drawing/2014/main" id="{83E2A877-7689-498A-9F77-11092BACF66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573" y="1842"/>
              <a:ext cx="0" cy="451"/>
            </a:xfrm>
            <a:prstGeom prst="line">
              <a:avLst/>
            </a:prstGeom>
            <a:noFill/>
            <a:ln w="508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89" name="Line 38">
              <a:extLst>
                <a:ext uri="{FF2B5EF4-FFF2-40B4-BE49-F238E27FC236}">
                  <a16:creationId xmlns:a16="http://schemas.microsoft.com/office/drawing/2014/main" id="{5FF6A999-7515-402E-97D4-7CE1459D836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302" y="1842"/>
              <a:ext cx="0" cy="444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90" name="组合 189">
            <a:extLst>
              <a:ext uri="{FF2B5EF4-FFF2-40B4-BE49-F238E27FC236}">
                <a16:creationId xmlns:a16="http://schemas.microsoft.com/office/drawing/2014/main" id="{84D0CAB0-FC70-40C8-9B87-E91E29218261}"/>
              </a:ext>
            </a:extLst>
          </p:cNvPr>
          <p:cNvGrpSpPr/>
          <p:nvPr/>
        </p:nvGrpSpPr>
        <p:grpSpPr>
          <a:xfrm>
            <a:off x="1827542" y="1680608"/>
            <a:ext cx="1338263" cy="1594175"/>
            <a:chOff x="3874112" y="1990110"/>
            <a:chExt cx="1338263" cy="1594175"/>
          </a:xfrm>
        </p:grpSpPr>
        <p:sp>
          <p:nvSpPr>
            <p:cNvPr id="191" name="Line 44">
              <a:extLst>
                <a:ext uri="{FF2B5EF4-FFF2-40B4-BE49-F238E27FC236}">
                  <a16:creationId xmlns:a16="http://schemas.microsoft.com/office/drawing/2014/main" id="{32DA9508-4FB3-4B31-A833-E1A7BFBD6D2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5212375" y="1990110"/>
              <a:ext cx="0" cy="1594175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92" name="Line 46">
              <a:extLst>
                <a:ext uri="{FF2B5EF4-FFF2-40B4-BE49-F238E27FC236}">
                  <a16:creationId xmlns:a16="http://schemas.microsoft.com/office/drawing/2014/main" id="{5063C7EB-9375-4A78-A43A-D972CDC1C0A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874112" y="1990110"/>
              <a:ext cx="0" cy="1594174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93" name="组合 192">
            <a:extLst>
              <a:ext uri="{FF2B5EF4-FFF2-40B4-BE49-F238E27FC236}">
                <a16:creationId xmlns:a16="http://schemas.microsoft.com/office/drawing/2014/main" id="{5DB64E71-1A19-447D-A13D-41B08F88F35E}"/>
              </a:ext>
            </a:extLst>
          </p:cNvPr>
          <p:cNvGrpSpPr/>
          <p:nvPr/>
        </p:nvGrpSpPr>
        <p:grpSpPr>
          <a:xfrm>
            <a:off x="1401568" y="4613509"/>
            <a:ext cx="7098608" cy="779606"/>
            <a:chOff x="4604763" y="4322151"/>
            <a:chExt cx="7098608" cy="798747"/>
          </a:xfrm>
        </p:grpSpPr>
        <p:sp>
          <p:nvSpPr>
            <p:cNvPr id="194" name="Line 13">
              <a:extLst>
                <a:ext uri="{FF2B5EF4-FFF2-40B4-BE49-F238E27FC236}">
                  <a16:creationId xmlns:a16="http://schemas.microsoft.com/office/drawing/2014/main" id="{9D483B10-F629-4543-8BDD-C1BCACA5FBA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326629" y="4331910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95" name="Rectangle 15">
              <a:extLst>
                <a:ext uri="{FF2B5EF4-FFF2-40B4-BE49-F238E27FC236}">
                  <a16:creationId xmlns:a16="http://schemas.microsoft.com/office/drawing/2014/main" id="{ED314AE5-5718-42AB-9216-D99A95DFD6A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649603" y="4533143"/>
              <a:ext cx="813209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96" name="Rectangle 16">
              <a:extLst>
                <a:ext uri="{FF2B5EF4-FFF2-40B4-BE49-F238E27FC236}">
                  <a16:creationId xmlns:a16="http://schemas.microsoft.com/office/drawing/2014/main" id="{27FE144B-F4E8-4633-9F61-1F03F8328AB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01929" y="4516945"/>
              <a:ext cx="772301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97" name="Rectangle 17">
              <a:extLst>
                <a:ext uri="{FF2B5EF4-FFF2-40B4-BE49-F238E27FC236}">
                  <a16:creationId xmlns:a16="http://schemas.microsoft.com/office/drawing/2014/main" id="{2AC86E81-7132-4BEC-844F-5102F1CADAE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65285" y="4526194"/>
              <a:ext cx="881359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98" name="Rectangle 18">
              <a:extLst>
                <a:ext uri="{FF2B5EF4-FFF2-40B4-BE49-F238E27FC236}">
                  <a16:creationId xmlns:a16="http://schemas.microsoft.com/office/drawing/2014/main" id="{D1A26136-BB9D-43D7-83A7-1A666E20BD4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04763" y="4526194"/>
              <a:ext cx="812503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solidFill>
                    <a:prstClr val="black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199" name="Line 51">
              <a:extLst>
                <a:ext uri="{FF2B5EF4-FFF2-40B4-BE49-F238E27FC236}">
                  <a16:creationId xmlns:a16="http://schemas.microsoft.com/office/drawing/2014/main" id="{43774918-B006-43CB-83AE-A6A78AD032D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0509165" y="4328134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00" name="Line 53">
              <a:extLst>
                <a:ext uri="{FF2B5EF4-FFF2-40B4-BE49-F238E27FC236}">
                  <a16:creationId xmlns:a16="http://schemas.microsoft.com/office/drawing/2014/main" id="{238FA64F-EC6B-4913-8C89-881A24C6573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691448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01" name="Line 52">
              <a:extLst>
                <a:ext uri="{FF2B5EF4-FFF2-40B4-BE49-F238E27FC236}">
                  <a16:creationId xmlns:a16="http://schemas.microsoft.com/office/drawing/2014/main" id="{FFE374EC-11E2-400A-83F7-4283794D9B2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005024" y="4331910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02" name="Line 13">
              <a:extLst>
                <a:ext uri="{FF2B5EF4-FFF2-40B4-BE49-F238E27FC236}">
                  <a16:creationId xmlns:a16="http://schemas.microsoft.com/office/drawing/2014/main" id="{4F01F7A8-2655-4B7F-9B45-9BF371AE8ED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500339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03" name="Line 51">
              <a:extLst>
                <a:ext uri="{FF2B5EF4-FFF2-40B4-BE49-F238E27FC236}">
                  <a16:creationId xmlns:a16="http://schemas.microsoft.com/office/drawing/2014/main" id="{9C8DC551-2866-426E-8857-A8C241A41D0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1703371" y="4322151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04" name="Group 56">
            <a:extLst>
              <a:ext uri="{FF2B5EF4-FFF2-40B4-BE49-F238E27FC236}">
                <a16:creationId xmlns:a16="http://schemas.microsoft.com/office/drawing/2014/main" id="{FE1D53E0-FA0F-4E84-B10D-BCE930BE8FEE}"/>
              </a:ext>
            </a:extLst>
          </p:cNvPr>
          <p:cNvGrpSpPr>
            <a:grpSpLocks/>
          </p:cNvGrpSpPr>
          <p:nvPr/>
        </p:nvGrpSpPr>
        <p:grpSpPr bwMode="auto">
          <a:xfrm>
            <a:off x="6129879" y="3892523"/>
            <a:ext cx="368165" cy="54399"/>
            <a:chOff x="4096" y="2541"/>
            <a:chExt cx="379" cy="56"/>
          </a:xfrm>
          <a:solidFill>
            <a:srgbClr val="C5E0B4"/>
          </a:solidFill>
        </p:grpSpPr>
        <p:sp>
          <p:nvSpPr>
            <p:cNvPr id="205" name="Oval 27">
              <a:extLst>
                <a:ext uri="{FF2B5EF4-FFF2-40B4-BE49-F238E27FC236}">
                  <a16:creationId xmlns:a16="http://schemas.microsoft.com/office/drawing/2014/main" id="{F21E01C5-A7DB-4379-90F9-68EC96D9910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22" y="2541"/>
              <a:ext cx="53" cy="56"/>
            </a:xfrm>
            <a:prstGeom prst="ellipse">
              <a:avLst/>
            </a:prstGeom>
            <a:grpFill/>
            <a:ln w="31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06" name="Oval 28">
              <a:extLst>
                <a:ext uri="{FF2B5EF4-FFF2-40B4-BE49-F238E27FC236}">
                  <a16:creationId xmlns:a16="http://schemas.microsoft.com/office/drawing/2014/main" id="{AAA133DE-2851-4308-BBBA-8941915A1D9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96" y="2541"/>
              <a:ext cx="52" cy="56"/>
            </a:xfrm>
            <a:prstGeom prst="ellipse">
              <a:avLst/>
            </a:prstGeom>
            <a:grpFill/>
            <a:ln w="31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07" name="Oval 29">
              <a:extLst>
                <a:ext uri="{FF2B5EF4-FFF2-40B4-BE49-F238E27FC236}">
                  <a16:creationId xmlns:a16="http://schemas.microsoft.com/office/drawing/2014/main" id="{0C28404B-C10A-4E00-8B80-9BD7BF9F67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" y="2541"/>
              <a:ext cx="53" cy="56"/>
            </a:xfrm>
            <a:prstGeom prst="ellipse">
              <a:avLst/>
            </a:prstGeom>
            <a:grpFill/>
            <a:ln w="3175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sp>
        <p:nvSpPr>
          <p:cNvPr id="208" name="Line 40">
            <a:extLst>
              <a:ext uri="{FF2B5EF4-FFF2-40B4-BE49-F238E27FC236}">
                <a16:creationId xmlns:a16="http://schemas.microsoft.com/office/drawing/2014/main" id="{F283A04A-CFA5-4406-8FF5-245614CF792A}"/>
              </a:ext>
            </a:extLst>
          </p:cNvPr>
          <p:cNvSpPr>
            <a:spLocks noChangeAspect="1" noChangeShapeType="1"/>
          </p:cNvSpPr>
          <p:nvPr/>
        </p:nvSpPr>
        <p:spPr bwMode="auto">
          <a:xfrm rot="16200000">
            <a:off x="1160178" y="1367914"/>
            <a:ext cx="0" cy="343184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triangl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209" name="Line 34">
            <a:extLst>
              <a:ext uri="{FF2B5EF4-FFF2-40B4-BE49-F238E27FC236}">
                <a16:creationId xmlns:a16="http://schemas.microsoft.com/office/drawing/2014/main" id="{96ACD704-B99D-4899-8744-9E823128377B}"/>
              </a:ext>
            </a:extLst>
          </p:cNvPr>
          <p:cNvSpPr>
            <a:spLocks noChangeAspect="1" noChangeShapeType="1"/>
          </p:cNvSpPr>
          <p:nvPr/>
        </p:nvSpPr>
        <p:spPr bwMode="auto">
          <a:xfrm rot="5400000">
            <a:off x="740257" y="1795902"/>
            <a:ext cx="496658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sz="1600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sp>
        <p:nvSpPr>
          <p:cNvPr id="210" name="Rectangle 13">
            <a:extLst>
              <a:ext uri="{FF2B5EF4-FFF2-40B4-BE49-F238E27FC236}">
                <a16:creationId xmlns:a16="http://schemas.microsoft.com/office/drawing/2014/main" id="{DE2DC95B-64D9-41CC-8510-FA1BF387754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6255" y="1659021"/>
            <a:ext cx="892175" cy="4429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rPr>
              <a:t>15-13</a:t>
            </a:r>
            <a:endParaRPr lang="en-US" altLang="zh-CN" b="1" dirty="0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grpSp>
        <p:nvGrpSpPr>
          <p:cNvPr id="211" name="组合 210">
            <a:extLst>
              <a:ext uri="{FF2B5EF4-FFF2-40B4-BE49-F238E27FC236}">
                <a16:creationId xmlns:a16="http://schemas.microsoft.com/office/drawing/2014/main" id="{4CB86B92-BBAD-4677-A627-91F1B131DAED}"/>
              </a:ext>
            </a:extLst>
          </p:cNvPr>
          <p:cNvGrpSpPr/>
          <p:nvPr/>
        </p:nvGrpSpPr>
        <p:grpSpPr>
          <a:xfrm>
            <a:off x="1258447" y="1196524"/>
            <a:ext cx="7785513" cy="472441"/>
            <a:chOff x="4359782" y="1506026"/>
            <a:chExt cx="5709017" cy="472441"/>
          </a:xfrm>
        </p:grpSpPr>
        <p:sp>
          <p:nvSpPr>
            <p:cNvPr id="212" name="梯形 211">
              <a:extLst>
                <a:ext uri="{FF2B5EF4-FFF2-40B4-BE49-F238E27FC236}">
                  <a16:creationId xmlns:a16="http://schemas.microsoft.com/office/drawing/2014/main" id="{83E574B3-F054-4A2B-B6BF-160A48F5DA65}"/>
                </a:ext>
              </a:extLst>
            </p:cNvPr>
            <p:cNvSpPr/>
            <p:nvPr/>
          </p:nvSpPr>
          <p:spPr>
            <a:xfrm>
              <a:off x="4413250" y="1514033"/>
              <a:ext cx="5655549" cy="464434"/>
            </a:xfrm>
            <a:prstGeom prst="trapezoid">
              <a:avLst>
                <a:gd name="adj" fmla="val 0"/>
              </a:avLst>
            </a:prstGeom>
            <a:solidFill>
              <a:srgbClr val="CCFF66"/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13" name="文本框 212">
              <a:extLst>
                <a:ext uri="{FF2B5EF4-FFF2-40B4-BE49-F238E27FC236}">
                  <a16:creationId xmlns:a16="http://schemas.microsoft.com/office/drawing/2014/main" id="{29DF9D01-B7BB-4E3F-A498-2C7FBB994922}"/>
                </a:ext>
              </a:extLst>
            </p:cNvPr>
            <p:cNvSpPr txBox="1"/>
            <p:nvPr/>
          </p:nvSpPr>
          <p:spPr>
            <a:xfrm>
              <a:off x="6797145" y="1571893"/>
              <a:ext cx="90063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3:8</a:t>
              </a:r>
              <a:r>
                <a:rPr kumimoji="0" lang="zh-CN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译码器</a:t>
              </a:r>
            </a:p>
          </p:txBody>
        </p:sp>
        <p:sp>
          <p:nvSpPr>
            <p:cNvPr id="214" name="Rectangle 13">
              <a:extLst>
                <a:ext uri="{FF2B5EF4-FFF2-40B4-BE49-F238E27FC236}">
                  <a16:creationId xmlns:a16="http://schemas.microsoft.com/office/drawing/2014/main" id="{266915B1-E6A0-4542-9A2F-03339C28FA3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582529" y="1676781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15" name="Rectangle 13">
              <a:extLst>
                <a:ext uri="{FF2B5EF4-FFF2-40B4-BE49-F238E27FC236}">
                  <a16:creationId xmlns:a16="http://schemas.microsoft.com/office/drawing/2014/main" id="{A8A8139A-C9F6-4BB0-A101-AF639BC9F7D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41006" y="1671169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1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16" name="Rectangle 13">
              <a:extLst>
                <a:ext uri="{FF2B5EF4-FFF2-40B4-BE49-F238E27FC236}">
                  <a16:creationId xmlns:a16="http://schemas.microsoft.com/office/drawing/2014/main" id="{14A603BC-5E39-490B-A9C0-CDC97C220B4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726419" y="1676121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17" name="Rectangle 13">
              <a:extLst>
                <a:ext uri="{FF2B5EF4-FFF2-40B4-BE49-F238E27FC236}">
                  <a16:creationId xmlns:a16="http://schemas.microsoft.com/office/drawing/2014/main" id="{B6631373-6C46-4B4C-BDE5-1299EC70FD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59782" y="1506026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OE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18" name="Rectangle 13">
              <a:extLst>
                <a:ext uri="{FF2B5EF4-FFF2-40B4-BE49-F238E27FC236}">
                  <a16:creationId xmlns:a16="http://schemas.microsoft.com/office/drawing/2014/main" id="{F79493B7-1D94-418B-81EF-3C4DFE69F35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428485" y="1676121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3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19" name="组合 218">
            <a:extLst>
              <a:ext uri="{FF2B5EF4-FFF2-40B4-BE49-F238E27FC236}">
                <a16:creationId xmlns:a16="http://schemas.microsoft.com/office/drawing/2014/main" id="{D25C747E-6619-4880-AEB1-CAB6C05FA0E1}"/>
              </a:ext>
            </a:extLst>
          </p:cNvPr>
          <p:cNvGrpSpPr/>
          <p:nvPr/>
        </p:nvGrpSpPr>
        <p:grpSpPr>
          <a:xfrm>
            <a:off x="4729651" y="3246694"/>
            <a:ext cx="1160869" cy="1486746"/>
            <a:chOff x="7864998" y="3328852"/>
            <a:chExt cx="1160869" cy="1486746"/>
          </a:xfrm>
        </p:grpSpPr>
        <p:sp>
          <p:nvSpPr>
            <p:cNvPr id="220" name="Rectangle 8">
              <a:extLst>
                <a:ext uri="{FF2B5EF4-FFF2-40B4-BE49-F238E27FC236}">
                  <a16:creationId xmlns:a16="http://schemas.microsoft.com/office/drawing/2014/main" id="{29A7562E-811D-471E-A954-52ECC7B8D8D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21" name="矩形 220">
              <a:extLst>
                <a:ext uri="{FF2B5EF4-FFF2-40B4-BE49-F238E27FC236}">
                  <a16:creationId xmlns:a16="http://schemas.microsoft.com/office/drawing/2014/main" id="{1611B92E-47D1-4A08-AB75-549E52F678CC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WE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22" name="矩形 221">
              <a:extLst>
                <a:ext uri="{FF2B5EF4-FFF2-40B4-BE49-F238E27FC236}">
                  <a16:creationId xmlns:a16="http://schemas.microsoft.com/office/drawing/2014/main" id="{5627C086-1C6B-4616-8F7A-BE6613F4431C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23" name="矩形 222">
              <a:extLst>
                <a:ext uri="{FF2B5EF4-FFF2-40B4-BE49-F238E27FC236}">
                  <a16:creationId xmlns:a16="http://schemas.microsoft.com/office/drawing/2014/main" id="{C4387024-5445-42D8-A44D-DE1EF2435B62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24" name="矩形 223">
              <a:extLst>
                <a:ext uri="{FF2B5EF4-FFF2-40B4-BE49-F238E27FC236}">
                  <a16:creationId xmlns:a16="http://schemas.microsoft.com/office/drawing/2014/main" id="{2ED07B80-AD23-47A6-ABC4-3C27DF6BAE89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25" name="矩形 224">
              <a:extLst>
                <a:ext uri="{FF2B5EF4-FFF2-40B4-BE49-F238E27FC236}">
                  <a16:creationId xmlns:a16="http://schemas.microsoft.com/office/drawing/2014/main" id="{DDF7A16E-F3BD-433D-BD6F-F3B3C5B744AE}"/>
                </a:ext>
              </a:extLst>
            </p:cNvPr>
            <p:cNvSpPr/>
            <p:nvPr/>
          </p:nvSpPr>
          <p:spPr>
            <a:xfrm>
              <a:off x="7872413" y="3748887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4K×8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RAM</a:t>
              </a:r>
            </a:p>
          </p:txBody>
        </p:sp>
      </p:grpSp>
      <p:grpSp>
        <p:nvGrpSpPr>
          <p:cNvPr id="226" name="组合 225">
            <a:extLst>
              <a:ext uri="{FF2B5EF4-FFF2-40B4-BE49-F238E27FC236}">
                <a16:creationId xmlns:a16="http://schemas.microsoft.com/office/drawing/2014/main" id="{3F83D78D-956F-4337-BC69-2760FA74BAAC}"/>
              </a:ext>
            </a:extLst>
          </p:cNvPr>
          <p:cNvGrpSpPr/>
          <p:nvPr/>
        </p:nvGrpSpPr>
        <p:grpSpPr>
          <a:xfrm>
            <a:off x="6746180" y="3262932"/>
            <a:ext cx="1160869" cy="1486746"/>
            <a:chOff x="7864998" y="3328852"/>
            <a:chExt cx="1160869" cy="1486746"/>
          </a:xfrm>
        </p:grpSpPr>
        <p:sp>
          <p:nvSpPr>
            <p:cNvPr id="227" name="Rectangle 8">
              <a:extLst>
                <a:ext uri="{FF2B5EF4-FFF2-40B4-BE49-F238E27FC236}">
                  <a16:creationId xmlns:a16="http://schemas.microsoft.com/office/drawing/2014/main" id="{69E560F7-9E9A-46AD-A4C0-A0E4ED101F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28" name="矩形 227">
              <a:extLst>
                <a:ext uri="{FF2B5EF4-FFF2-40B4-BE49-F238E27FC236}">
                  <a16:creationId xmlns:a16="http://schemas.microsoft.com/office/drawing/2014/main" id="{09772BC6-C019-4B9B-BCAA-270E36EEC2E2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WE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29" name="矩形 228">
              <a:extLst>
                <a:ext uri="{FF2B5EF4-FFF2-40B4-BE49-F238E27FC236}">
                  <a16:creationId xmlns:a16="http://schemas.microsoft.com/office/drawing/2014/main" id="{260DCEE0-DAFF-4E4C-BBBA-3A920253C6CA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30" name="矩形 229">
              <a:extLst>
                <a:ext uri="{FF2B5EF4-FFF2-40B4-BE49-F238E27FC236}">
                  <a16:creationId xmlns:a16="http://schemas.microsoft.com/office/drawing/2014/main" id="{5779A09C-BA5C-4779-837D-691423DBDB3A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31" name="矩形 230">
              <a:extLst>
                <a:ext uri="{FF2B5EF4-FFF2-40B4-BE49-F238E27FC236}">
                  <a16:creationId xmlns:a16="http://schemas.microsoft.com/office/drawing/2014/main" id="{86C2351D-320B-4CCA-87E7-41B4B193428A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32" name="矩形 231">
              <a:extLst>
                <a:ext uri="{FF2B5EF4-FFF2-40B4-BE49-F238E27FC236}">
                  <a16:creationId xmlns:a16="http://schemas.microsoft.com/office/drawing/2014/main" id="{86D42696-9FD6-4FB6-8E98-36C257299B56}"/>
                </a:ext>
              </a:extLst>
            </p:cNvPr>
            <p:cNvSpPr/>
            <p:nvPr/>
          </p:nvSpPr>
          <p:spPr>
            <a:xfrm>
              <a:off x="7872413" y="3748887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4K×8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RAM</a:t>
              </a:r>
            </a:p>
          </p:txBody>
        </p:sp>
      </p:grpSp>
      <p:grpSp>
        <p:nvGrpSpPr>
          <p:cNvPr id="233" name="组合 232">
            <a:extLst>
              <a:ext uri="{FF2B5EF4-FFF2-40B4-BE49-F238E27FC236}">
                <a16:creationId xmlns:a16="http://schemas.microsoft.com/office/drawing/2014/main" id="{60492F45-1279-4DE0-800B-2109604E258F}"/>
              </a:ext>
            </a:extLst>
          </p:cNvPr>
          <p:cNvGrpSpPr/>
          <p:nvPr/>
        </p:nvGrpSpPr>
        <p:grpSpPr>
          <a:xfrm>
            <a:off x="7919068" y="3261688"/>
            <a:ext cx="1160869" cy="1486746"/>
            <a:chOff x="7864998" y="3328852"/>
            <a:chExt cx="1160869" cy="1486746"/>
          </a:xfrm>
        </p:grpSpPr>
        <p:sp>
          <p:nvSpPr>
            <p:cNvPr id="234" name="Rectangle 8">
              <a:extLst>
                <a:ext uri="{FF2B5EF4-FFF2-40B4-BE49-F238E27FC236}">
                  <a16:creationId xmlns:a16="http://schemas.microsoft.com/office/drawing/2014/main" id="{8C6D0E0B-F3E3-44AB-BE9A-7C5DE25516D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35" name="矩形 234">
              <a:extLst>
                <a:ext uri="{FF2B5EF4-FFF2-40B4-BE49-F238E27FC236}">
                  <a16:creationId xmlns:a16="http://schemas.microsoft.com/office/drawing/2014/main" id="{B9D0FE68-5045-4E3E-A627-F17A02215199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WE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36" name="矩形 235">
              <a:extLst>
                <a:ext uri="{FF2B5EF4-FFF2-40B4-BE49-F238E27FC236}">
                  <a16:creationId xmlns:a16="http://schemas.microsoft.com/office/drawing/2014/main" id="{DF90DD3D-A390-4FB8-9B10-797065C992E3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37" name="矩形 236">
              <a:extLst>
                <a:ext uri="{FF2B5EF4-FFF2-40B4-BE49-F238E27FC236}">
                  <a16:creationId xmlns:a16="http://schemas.microsoft.com/office/drawing/2014/main" id="{43293FCB-C710-4A3E-9F5F-239119E818FD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38" name="矩形 237">
              <a:extLst>
                <a:ext uri="{FF2B5EF4-FFF2-40B4-BE49-F238E27FC236}">
                  <a16:creationId xmlns:a16="http://schemas.microsoft.com/office/drawing/2014/main" id="{9A754EB4-C955-4599-8A01-6CBBC7954F19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CS</a:t>
              </a:r>
              <a:endParaRPr kumimoji="0" lang="en-US" altLang="zh-CN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39" name="矩形 238">
              <a:extLst>
                <a:ext uri="{FF2B5EF4-FFF2-40B4-BE49-F238E27FC236}">
                  <a16:creationId xmlns:a16="http://schemas.microsoft.com/office/drawing/2014/main" id="{17BB167B-54F3-431A-B2F3-D1C901AF03E2}"/>
                </a:ext>
              </a:extLst>
            </p:cNvPr>
            <p:cNvSpPr/>
            <p:nvPr/>
          </p:nvSpPr>
          <p:spPr>
            <a:xfrm>
              <a:off x="7872413" y="3748887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4K×8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33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RAM</a:t>
              </a:r>
            </a:p>
          </p:txBody>
        </p:sp>
      </p:grpSp>
      <p:sp>
        <p:nvSpPr>
          <p:cNvPr id="240" name="Line 34">
            <a:extLst>
              <a:ext uri="{FF2B5EF4-FFF2-40B4-BE49-F238E27FC236}">
                <a16:creationId xmlns:a16="http://schemas.microsoft.com/office/drawing/2014/main" id="{BDAD6F9D-7A30-48D4-987F-419DB136084D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489221" y="2044343"/>
            <a:ext cx="8395332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ea typeface="微软雅黑"/>
              <a:cs typeface="Times New Roman" panose="02020603050405020304" pitchFamily="18" charset="0"/>
            </a:endParaRPr>
          </a:p>
        </p:txBody>
      </p:sp>
      <p:grpSp>
        <p:nvGrpSpPr>
          <p:cNvPr id="241" name="Group 14">
            <a:extLst>
              <a:ext uri="{FF2B5EF4-FFF2-40B4-BE49-F238E27FC236}">
                <a16:creationId xmlns:a16="http://schemas.microsoft.com/office/drawing/2014/main" id="{E7302292-6BCB-47DC-83B1-1A9CB47D91B1}"/>
              </a:ext>
            </a:extLst>
          </p:cNvPr>
          <p:cNvGrpSpPr>
            <a:grpSpLocks/>
          </p:cNvGrpSpPr>
          <p:nvPr/>
        </p:nvGrpSpPr>
        <p:grpSpPr bwMode="auto">
          <a:xfrm>
            <a:off x="47666" y="1196752"/>
            <a:ext cx="834927" cy="4578067"/>
            <a:chOff x="580" y="1369"/>
            <a:chExt cx="697" cy="2515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42" name="Rectangle 15">
              <a:extLst>
                <a:ext uri="{FF2B5EF4-FFF2-40B4-BE49-F238E27FC236}">
                  <a16:creationId xmlns:a16="http://schemas.microsoft.com/office/drawing/2014/main" id="{01000627-428B-430C-9FD4-A4A2EA6C678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4" y="1369"/>
              <a:ext cx="653" cy="2487"/>
            </a:xfrm>
            <a:prstGeom prst="rect">
              <a:avLst/>
            </a:prstGeom>
            <a:solidFill>
              <a:srgbClr val="5B9BD5">
                <a:lumMod val="40000"/>
                <a:lumOff val="60000"/>
              </a:srgbClr>
            </a:solidFill>
            <a:ln w="2857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43" name="Rectangle 16">
              <a:extLst>
                <a:ext uri="{FF2B5EF4-FFF2-40B4-BE49-F238E27FC236}">
                  <a16:creationId xmlns:a16="http://schemas.microsoft.com/office/drawing/2014/main" id="{81772672-CB34-4BA5-BEC2-72311F4857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49" y="1697"/>
              <a:ext cx="572" cy="2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16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15-0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44" name="Rectangle 17">
              <a:extLst>
                <a:ext uri="{FF2B5EF4-FFF2-40B4-BE49-F238E27FC236}">
                  <a16:creationId xmlns:a16="http://schemas.microsoft.com/office/drawing/2014/main" id="{F4F27019-1FA5-43B4-A33B-B7B0B1EC9E3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4" y="1369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MREQ#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45" name="Rectangle 18">
              <a:extLst>
                <a:ext uri="{FF2B5EF4-FFF2-40B4-BE49-F238E27FC236}">
                  <a16:creationId xmlns:a16="http://schemas.microsoft.com/office/drawing/2014/main" id="{80DD331C-89B8-4020-A1B8-5317B1CAC2C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4" y="1962"/>
              <a:ext cx="572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R/W#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46" name="Rectangle 19">
              <a:extLst>
                <a:ext uri="{FF2B5EF4-FFF2-40B4-BE49-F238E27FC236}">
                  <a16:creationId xmlns:a16="http://schemas.microsoft.com/office/drawing/2014/main" id="{7A4D9262-7AB5-4170-9D8D-EF0BA1DCF7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0" y="2355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CPU</a:t>
              </a:r>
            </a:p>
          </p:txBody>
        </p:sp>
        <p:sp>
          <p:nvSpPr>
            <p:cNvPr id="247" name="Rectangle 20">
              <a:extLst>
                <a:ext uri="{FF2B5EF4-FFF2-40B4-BE49-F238E27FC236}">
                  <a16:creationId xmlns:a16="http://schemas.microsoft.com/office/drawing/2014/main" id="{11E09415-9BAD-425F-AF11-AFD7F97331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4" y="3599"/>
              <a:ext cx="571" cy="2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16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7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~D</a:t>
              </a:r>
              <a:r>
                <a:rPr kumimoji="0" lang="en-US" altLang="zh-CN" sz="16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0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48" name="组合 247">
            <a:extLst>
              <a:ext uri="{FF2B5EF4-FFF2-40B4-BE49-F238E27FC236}">
                <a16:creationId xmlns:a16="http://schemas.microsoft.com/office/drawing/2014/main" id="{F31DEBCC-08B3-4014-9F60-BB9320E008AB}"/>
              </a:ext>
            </a:extLst>
          </p:cNvPr>
          <p:cNvGrpSpPr/>
          <p:nvPr/>
        </p:nvGrpSpPr>
        <p:grpSpPr>
          <a:xfrm>
            <a:off x="4275062" y="1680607"/>
            <a:ext cx="404122" cy="1587671"/>
            <a:chOff x="6321632" y="1990109"/>
            <a:chExt cx="404122" cy="1587671"/>
          </a:xfrm>
        </p:grpSpPr>
        <p:sp>
          <p:nvSpPr>
            <p:cNvPr id="249" name="Line 45">
              <a:extLst>
                <a:ext uri="{FF2B5EF4-FFF2-40B4-BE49-F238E27FC236}">
                  <a16:creationId xmlns:a16="http://schemas.microsoft.com/office/drawing/2014/main" id="{94AE3201-614C-4CBE-B37B-498A893B41A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423630" y="1990109"/>
              <a:ext cx="0" cy="1103252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50" name="Line 45">
              <a:extLst>
                <a:ext uri="{FF2B5EF4-FFF2-40B4-BE49-F238E27FC236}">
                  <a16:creationId xmlns:a16="http://schemas.microsoft.com/office/drawing/2014/main" id="{E5EA5B01-D759-4AE5-B11C-6B1848F1B6E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628415" y="2373387"/>
              <a:ext cx="0" cy="729241"/>
            </a:xfrm>
            <a:prstGeom prst="line">
              <a:avLst/>
            </a:prstGeom>
            <a:noFill/>
            <a:ln w="19050" cap="sq">
              <a:solidFill>
                <a:srgbClr val="D60093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51" name="Line 45">
              <a:extLst>
                <a:ext uri="{FF2B5EF4-FFF2-40B4-BE49-F238E27FC236}">
                  <a16:creationId xmlns:a16="http://schemas.microsoft.com/office/drawing/2014/main" id="{0D657794-6329-4482-8301-B87B308D450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523650" y="3398907"/>
              <a:ext cx="0" cy="178873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52" name="Rectangle 36">
              <a:extLst>
                <a:ext uri="{FF2B5EF4-FFF2-40B4-BE49-F238E27FC236}">
                  <a16:creationId xmlns:a16="http://schemas.microsoft.com/office/drawing/2014/main" id="{9FA366AA-D44D-4E86-8450-5E6A27DFD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632" y="3102629"/>
              <a:ext cx="404122" cy="283966"/>
            </a:xfrm>
            <a:prstGeom prst="rect">
              <a:avLst/>
            </a:prstGeom>
            <a:solidFill>
              <a:srgbClr val="0099FF"/>
            </a:solidFill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&amp;</a:t>
              </a:r>
            </a:p>
          </p:txBody>
        </p:sp>
      </p:grpSp>
      <p:grpSp>
        <p:nvGrpSpPr>
          <p:cNvPr id="253" name="组合 252">
            <a:extLst>
              <a:ext uri="{FF2B5EF4-FFF2-40B4-BE49-F238E27FC236}">
                <a16:creationId xmlns:a16="http://schemas.microsoft.com/office/drawing/2014/main" id="{E062FEBB-E3FE-444F-ADDC-2E8666A48078}"/>
              </a:ext>
            </a:extLst>
          </p:cNvPr>
          <p:cNvGrpSpPr/>
          <p:nvPr/>
        </p:nvGrpSpPr>
        <p:grpSpPr>
          <a:xfrm>
            <a:off x="5420744" y="2805440"/>
            <a:ext cx="404122" cy="469342"/>
            <a:chOff x="7467314" y="3114942"/>
            <a:chExt cx="404122" cy="469342"/>
          </a:xfrm>
        </p:grpSpPr>
        <p:sp>
          <p:nvSpPr>
            <p:cNvPr id="254" name="Rectangle 36">
              <a:extLst>
                <a:ext uri="{FF2B5EF4-FFF2-40B4-BE49-F238E27FC236}">
                  <a16:creationId xmlns:a16="http://schemas.microsoft.com/office/drawing/2014/main" id="{21F0D559-EDDC-47AB-837E-D36C85155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7314" y="3114942"/>
              <a:ext cx="404122" cy="283966"/>
            </a:xfrm>
            <a:prstGeom prst="rect">
              <a:avLst/>
            </a:prstGeom>
            <a:solidFill>
              <a:srgbClr val="0099FF"/>
            </a:solidFill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&amp;</a:t>
              </a:r>
            </a:p>
          </p:txBody>
        </p:sp>
        <p:sp>
          <p:nvSpPr>
            <p:cNvPr id="255" name="Line 45">
              <a:extLst>
                <a:ext uri="{FF2B5EF4-FFF2-40B4-BE49-F238E27FC236}">
                  <a16:creationId xmlns:a16="http://schemas.microsoft.com/office/drawing/2014/main" id="{06F0B606-5D83-4043-B8C4-B69A24D80B4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7677392" y="3407454"/>
              <a:ext cx="0" cy="176830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56" name="组合 255">
            <a:extLst>
              <a:ext uri="{FF2B5EF4-FFF2-40B4-BE49-F238E27FC236}">
                <a16:creationId xmlns:a16="http://schemas.microsoft.com/office/drawing/2014/main" id="{07209089-A57B-4D6E-A94C-398534692CD5}"/>
              </a:ext>
            </a:extLst>
          </p:cNvPr>
          <p:cNvGrpSpPr/>
          <p:nvPr/>
        </p:nvGrpSpPr>
        <p:grpSpPr>
          <a:xfrm>
            <a:off x="4380672" y="2586159"/>
            <a:ext cx="1139388" cy="210013"/>
            <a:chOff x="6427242" y="2895661"/>
            <a:chExt cx="1139388" cy="210013"/>
          </a:xfrm>
        </p:grpSpPr>
        <p:sp>
          <p:nvSpPr>
            <p:cNvPr id="257" name="Line 45">
              <a:extLst>
                <a:ext uri="{FF2B5EF4-FFF2-40B4-BE49-F238E27FC236}">
                  <a16:creationId xmlns:a16="http://schemas.microsoft.com/office/drawing/2014/main" id="{3CDA64C5-6BB3-44D5-8A78-BCE4CA6268E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7566630" y="2908299"/>
              <a:ext cx="0" cy="197375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58" name="Line 45">
              <a:extLst>
                <a:ext uri="{FF2B5EF4-FFF2-40B4-BE49-F238E27FC236}">
                  <a16:creationId xmlns:a16="http://schemas.microsoft.com/office/drawing/2014/main" id="{590B0E5B-C219-4636-8D65-8227BE77001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6200000" flipV="1">
              <a:off x="6996936" y="2325967"/>
              <a:ext cx="0" cy="1139388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59" name="组合 258">
            <a:extLst>
              <a:ext uri="{FF2B5EF4-FFF2-40B4-BE49-F238E27FC236}">
                <a16:creationId xmlns:a16="http://schemas.microsoft.com/office/drawing/2014/main" id="{EEF55872-6B31-4A0C-9441-29460BD09585}"/>
              </a:ext>
            </a:extLst>
          </p:cNvPr>
          <p:cNvGrpSpPr/>
          <p:nvPr/>
        </p:nvGrpSpPr>
        <p:grpSpPr>
          <a:xfrm>
            <a:off x="7456108" y="1689316"/>
            <a:ext cx="404122" cy="1587671"/>
            <a:chOff x="6321632" y="1990109"/>
            <a:chExt cx="404122" cy="1587671"/>
          </a:xfrm>
        </p:grpSpPr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677EB99C-AD7A-4ED3-B169-AD850775A52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423630" y="1990109"/>
              <a:ext cx="0" cy="1103252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61" name="Line 45">
              <a:extLst>
                <a:ext uri="{FF2B5EF4-FFF2-40B4-BE49-F238E27FC236}">
                  <a16:creationId xmlns:a16="http://schemas.microsoft.com/office/drawing/2014/main" id="{C01B5536-4513-4807-8821-4CAF27A71F5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628415" y="2373387"/>
              <a:ext cx="0" cy="729241"/>
            </a:xfrm>
            <a:prstGeom prst="line">
              <a:avLst/>
            </a:prstGeom>
            <a:noFill/>
            <a:ln w="19050" cap="sq">
              <a:solidFill>
                <a:srgbClr val="D60093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62" name="Line 45">
              <a:extLst>
                <a:ext uri="{FF2B5EF4-FFF2-40B4-BE49-F238E27FC236}">
                  <a16:creationId xmlns:a16="http://schemas.microsoft.com/office/drawing/2014/main" id="{A90F4863-A76F-4130-B2DC-3E621571C8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523650" y="3398907"/>
              <a:ext cx="0" cy="178873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63" name="Rectangle 36">
              <a:extLst>
                <a:ext uri="{FF2B5EF4-FFF2-40B4-BE49-F238E27FC236}">
                  <a16:creationId xmlns:a16="http://schemas.microsoft.com/office/drawing/2014/main" id="{F79B171C-4A8A-4D2D-9C8A-BA395C5A8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632" y="3102629"/>
              <a:ext cx="404122" cy="283966"/>
            </a:xfrm>
            <a:prstGeom prst="rect">
              <a:avLst/>
            </a:prstGeom>
            <a:solidFill>
              <a:srgbClr val="0099FF"/>
            </a:solidFill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&amp;</a:t>
              </a:r>
            </a:p>
          </p:txBody>
        </p:sp>
      </p:grpSp>
      <p:grpSp>
        <p:nvGrpSpPr>
          <p:cNvPr id="264" name="组合 263">
            <a:extLst>
              <a:ext uri="{FF2B5EF4-FFF2-40B4-BE49-F238E27FC236}">
                <a16:creationId xmlns:a16="http://schemas.microsoft.com/office/drawing/2014/main" id="{853D6A2D-2BD3-4797-B43C-7E0C758B9CC3}"/>
              </a:ext>
            </a:extLst>
          </p:cNvPr>
          <p:cNvGrpSpPr/>
          <p:nvPr/>
        </p:nvGrpSpPr>
        <p:grpSpPr>
          <a:xfrm>
            <a:off x="8601790" y="2814149"/>
            <a:ext cx="404122" cy="478593"/>
            <a:chOff x="10648360" y="3123651"/>
            <a:chExt cx="404122" cy="478593"/>
          </a:xfrm>
        </p:grpSpPr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85F52DCD-0282-42A2-94BF-49C273F0F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8360" y="3123651"/>
              <a:ext cx="404122" cy="283966"/>
            </a:xfrm>
            <a:prstGeom prst="rect">
              <a:avLst/>
            </a:prstGeom>
            <a:solidFill>
              <a:srgbClr val="0099FF"/>
            </a:solidFill>
            <a:ln w="19050" cap="sq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&amp;</a:t>
              </a:r>
            </a:p>
          </p:txBody>
        </p:sp>
        <p:sp>
          <p:nvSpPr>
            <p:cNvPr id="266" name="Line 45">
              <a:extLst>
                <a:ext uri="{FF2B5EF4-FFF2-40B4-BE49-F238E27FC236}">
                  <a16:creationId xmlns:a16="http://schemas.microsoft.com/office/drawing/2014/main" id="{39376B25-143A-42E9-8E14-E6A2FC1D784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10858438" y="3416163"/>
              <a:ext cx="0" cy="186081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67" name="组合 266">
            <a:extLst>
              <a:ext uri="{FF2B5EF4-FFF2-40B4-BE49-F238E27FC236}">
                <a16:creationId xmlns:a16="http://schemas.microsoft.com/office/drawing/2014/main" id="{CB34C496-C78C-4C24-A38A-F54D08674587}"/>
              </a:ext>
            </a:extLst>
          </p:cNvPr>
          <p:cNvGrpSpPr/>
          <p:nvPr/>
        </p:nvGrpSpPr>
        <p:grpSpPr>
          <a:xfrm>
            <a:off x="7561718" y="2594868"/>
            <a:ext cx="1139388" cy="210013"/>
            <a:chOff x="6427242" y="2895661"/>
            <a:chExt cx="1139388" cy="210013"/>
          </a:xfrm>
        </p:grpSpPr>
        <p:sp>
          <p:nvSpPr>
            <p:cNvPr id="268" name="Line 45">
              <a:extLst>
                <a:ext uri="{FF2B5EF4-FFF2-40B4-BE49-F238E27FC236}">
                  <a16:creationId xmlns:a16="http://schemas.microsoft.com/office/drawing/2014/main" id="{22698F89-4C6C-42AD-86D3-29F3AB15FD9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7566630" y="2908299"/>
              <a:ext cx="0" cy="197375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69" name="Line 45">
              <a:extLst>
                <a:ext uri="{FF2B5EF4-FFF2-40B4-BE49-F238E27FC236}">
                  <a16:creationId xmlns:a16="http://schemas.microsoft.com/office/drawing/2014/main" id="{6F3684F2-8258-439E-A67D-1C3B960491B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6200000" flipV="1">
              <a:off x="6996936" y="2325967"/>
              <a:ext cx="0" cy="1139388"/>
            </a:xfrm>
            <a:prstGeom prst="line">
              <a:avLst/>
            </a:prstGeom>
            <a:noFill/>
            <a:ln w="19050" cap="sq">
              <a:solidFill>
                <a:sysClr val="windowText" lastClr="000000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70" name="组合 269">
            <a:extLst>
              <a:ext uri="{FF2B5EF4-FFF2-40B4-BE49-F238E27FC236}">
                <a16:creationId xmlns:a16="http://schemas.microsoft.com/office/drawing/2014/main" id="{6804C14A-E036-42F9-B88E-5EDF4275FB45}"/>
              </a:ext>
            </a:extLst>
          </p:cNvPr>
          <p:cNvGrpSpPr/>
          <p:nvPr/>
        </p:nvGrpSpPr>
        <p:grpSpPr>
          <a:xfrm>
            <a:off x="4082062" y="2056415"/>
            <a:ext cx="2019373" cy="749024"/>
            <a:chOff x="6128632" y="2365917"/>
            <a:chExt cx="2019373" cy="749024"/>
          </a:xfrm>
        </p:grpSpPr>
        <p:grpSp>
          <p:nvGrpSpPr>
            <p:cNvPr id="271" name="组合 270">
              <a:extLst>
                <a:ext uri="{FF2B5EF4-FFF2-40B4-BE49-F238E27FC236}">
                  <a16:creationId xmlns:a16="http://schemas.microsoft.com/office/drawing/2014/main" id="{221B4537-C2E1-4348-BEF5-DE3A30958A79}"/>
                </a:ext>
              </a:extLst>
            </p:cNvPr>
            <p:cNvGrpSpPr/>
            <p:nvPr/>
          </p:nvGrpSpPr>
          <p:grpSpPr>
            <a:xfrm>
              <a:off x="7693013" y="2385700"/>
              <a:ext cx="166966" cy="729241"/>
              <a:chOff x="7693013" y="2385700"/>
              <a:chExt cx="166966" cy="729241"/>
            </a:xfrm>
          </p:grpSpPr>
          <p:sp>
            <p:nvSpPr>
              <p:cNvPr id="274" name="Line 45">
                <a:extLst>
                  <a:ext uri="{FF2B5EF4-FFF2-40B4-BE49-F238E27FC236}">
                    <a16:creationId xmlns:a16="http://schemas.microsoft.com/office/drawing/2014/main" id="{EB0EB1AD-61EA-4508-BCCF-47B83C47D25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7775823" y="2385700"/>
                <a:ext cx="0" cy="390669"/>
              </a:xfrm>
              <a:prstGeom prst="line">
                <a:avLst/>
              </a:prstGeom>
              <a:noFill/>
              <a:ln w="19050" cap="sq">
                <a:solidFill>
                  <a:srgbClr val="D60093"/>
                </a:solidFill>
                <a:miter lim="800000"/>
                <a:headEnd type="none" w="sm" len="sm"/>
                <a:tailEnd type="non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275" name="Group 96">
                <a:extLst>
                  <a:ext uri="{FF2B5EF4-FFF2-40B4-BE49-F238E27FC236}">
                    <a16:creationId xmlns:a16="http://schemas.microsoft.com/office/drawing/2014/main" id="{45726B0E-782B-40DF-9881-93B8444A63EF}"/>
                  </a:ext>
                </a:extLst>
              </p:cNvPr>
              <p:cNvGrpSpPr/>
              <p:nvPr/>
            </p:nvGrpSpPr>
            <p:grpSpPr>
              <a:xfrm rot="16200000" flipH="1">
                <a:off x="7671095" y="2815183"/>
                <a:ext cx="210801" cy="166966"/>
                <a:chOff x="1036662" y="5940106"/>
                <a:chExt cx="598163" cy="477271"/>
              </a:xfrm>
            </p:grpSpPr>
            <p:sp>
              <p:nvSpPr>
                <p:cNvPr id="277" name="Oval 99">
                  <a:extLst>
                    <a:ext uri="{FF2B5EF4-FFF2-40B4-BE49-F238E27FC236}">
                      <a16:creationId xmlns:a16="http://schemas.microsoft.com/office/drawing/2014/main" id="{26FC6F2A-B88D-4BCC-A42F-F960CD6B5138}"/>
                    </a:ext>
                  </a:extLst>
                </p:cNvPr>
                <p:cNvSpPr/>
                <p:nvPr/>
              </p:nvSpPr>
              <p:spPr>
                <a:xfrm>
                  <a:off x="1477167" y="6103226"/>
                  <a:ext cx="157658" cy="154256"/>
                </a:xfrm>
                <a:prstGeom prst="ellipse">
                  <a:avLst/>
                </a:prstGeom>
                <a:solidFill>
                  <a:srgbClr val="0099FF"/>
                </a:solidFill>
                <a:ln w="15875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78" name="Triangle 100">
                  <a:extLst>
                    <a:ext uri="{FF2B5EF4-FFF2-40B4-BE49-F238E27FC236}">
                      <a16:creationId xmlns:a16="http://schemas.microsoft.com/office/drawing/2014/main" id="{7F9C0A4E-9B4D-4411-9030-E52B967021D9}"/>
                    </a:ext>
                  </a:extLst>
                </p:cNvPr>
                <p:cNvSpPr/>
                <p:nvPr/>
              </p:nvSpPr>
              <p:spPr>
                <a:xfrm rot="5400000">
                  <a:off x="1003746" y="5973022"/>
                  <a:ext cx="477271" cy="411440"/>
                </a:xfrm>
                <a:prstGeom prst="triangle">
                  <a:avLst/>
                </a:prstGeom>
                <a:solidFill>
                  <a:srgbClr val="0099FF"/>
                </a:solidFill>
                <a:ln w="15875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276" name="Line 45">
                <a:extLst>
                  <a:ext uri="{FF2B5EF4-FFF2-40B4-BE49-F238E27FC236}">
                    <a16:creationId xmlns:a16="http://schemas.microsoft.com/office/drawing/2014/main" id="{F6B5A4DB-CC38-4C8F-B532-6EFC25EFEE6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7779720" y="3004066"/>
                <a:ext cx="0" cy="110875"/>
              </a:xfrm>
              <a:prstGeom prst="line">
                <a:avLst/>
              </a:prstGeom>
              <a:noFill/>
              <a:ln w="19050" cap="sq">
                <a:solidFill>
                  <a:sysClr val="windowText" lastClr="000000"/>
                </a:solidFill>
                <a:miter lim="800000"/>
                <a:headEnd type="none" w="sm" len="sm"/>
                <a:tailEnd type="non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72" name="Rectangle 14">
              <a:extLst>
                <a:ext uri="{FF2B5EF4-FFF2-40B4-BE49-F238E27FC236}">
                  <a16:creationId xmlns:a16="http://schemas.microsoft.com/office/drawing/2014/main" id="{916F452F-5D3A-4986-8C7B-077FD95A29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39955" y="2383974"/>
              <a:ext cx="908050" cy="4508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D6009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D6009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12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srgbClr val="D60093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73" name="Rectangle 14">
              <a:extLst>
                <a:ext uri="{FF2B5EF4-FFF2-40B4-BE49-F238E27FC236}">
                  <a16:creationId xmlns:a16="http://schemas.microsoft.com/office/drawing/2014/main" id="{DF3817C7-6BD0-4E23-85A8-1B495C6D5EB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28632" y="2365917"/>
              <a:ext cx="908050" cy="4508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D6009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D6009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12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srgbClr val="D60093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79" name="组合 278">
            <a:extLst>
              <a:ext uri="{FF2B5EF4-FFF2-40B4-BE49-F238E27FC236}">
                <a16:creationId xmlns:a16="http://schemas.microsoft.com/office/drawing/2014/main" id="{88E6B933-E473-4F09-A2AC-45BE717E4791}"/>
              </a:ext>
            </a:extLst>
          </p:cNvPr>
          <p:cNvGrpSpPr/>
          <p:nvPr/>
        </p:nvGrpSpPr>
        <p:grpSpPr>
          <a:xfrm>
            <a:off x="7226981" y="2049053"/>
            <a:ext cx="1767474" cy="765095"/>
            <a:chOff x="9273551" y="2358555"/>
            <a:chExt cx="1767474" cy="765095"/>
          </a:xfrm>
        </p:grpSpPr>
        <p:grpSp>
          <p:nvGrpSpPr>
            <p:cNvPr id="280" name="组合 279">
              <a:extLst>
                <a:ext uri="{FF2B5EF4-FFF2-40B4-BE49-F238E27FC236}">
                  <a16:creationId xmlns:a16="http://schemas.microsoft.com/office/drawing/2014/main" id="{77981278-7B0E-4296-941A-2D7D380DD621}"/>
                </a:ext>
              </a:extLst>
            </p:cNvPr>
            <p:cNvGrpSpPr/>
            <p:nvPr/>
          </p:nvGrpSpPr>
          <p:grpSpPr>
            <a:xfrm>
              <a:off x="10874059" y="2394409"/>
              <a:ext cx="166966" cy="729241"/>
              <a:chOff x="7693013" y="2385700"/>
              <a:chExt cx="166966" cy="729241"/>
            </a:xfrm>
          </p:grpSpPr>
          <p:sp>
            <p:nvSpPr>
              <p:cNvPr id="283" name="Line 45">
                <a:extLst>
                  <a:ext uri="{FF2B5EF4-FFF2-40B4-BE49-F238E27FC236}">
                    <a16:creationId xmlns:a16="http://schemas.microsoft.com/office/drawing/2014/main" id="{BD83698C-FCB4-4464-8BAF-5B7D13CE3E3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7775823" y="2385700"/>
                <a:ext cx="0" cy="390669"/>
              </a:xfrm>
              <a:prstGeom prst="line">
                <a:avLst/>
              </a:prstGeom>
              <a:noFill/>
              <a:ln w="19050" cap="sq">
                <a:solidFill>
                  <a:srgbClr val="D60093"/>
                </a:solidFill>
                <a:miter lim="800000"/>
                <a:headEnd type="none" w="sm" len="sm"/>
                <a:tailEnd type="non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284" name="Group 96">
                <a:extLst>
                  <a:ext uri="{FF2B5EF4-FFF2-40B4-BE49-F238E27FC236}">
                    <a16:creationId xmlns:a16="http://schemas.microsoft.com/office/drawing/2014/main" id="{A4A80CA0-74E7-4F08-975B-AE109A419B33}"/>
                  </a:ext>
                </a:extLst>
              </p:cNvPr>
              <p:cNvGrpSpPr/>
              <p:nvPr/>
            </p:nvGrpSpPr>
            <p:grpSpPr>
              <a:xfrm rot="16200000" flipH="1">
                <a:off x="7671095" y="2815183"/>
                <a:ext cx="210801" cy="166966"/>
                <a:chOff x="1036662" y="5940106"/>
                <a:chExt cx="598163" cy="477271"/>
              </a:xfrm>
            </p:grpSpPr>
            <p:sp>
              <p:nvSpPr>
                <p:cNvPr id="286" name="Oval 99">
                  <a:extLst>
                    <a:ext uri="{FF2B5EF4-FFF2-40B4-BE49-F238E27FC236}">
                      <a16:creationId xmlns:a16="http://schemas.microsoft.com/office/drawing/2014/main" id="{DBDF0E6C-6DFA-4BE8-8408-072D81AFEF70}"/>
                    </a:ext>
                  </a:extLst>
                </p:cNvPr>
                <p:cNvSpPr/>
                <p:nvPr/>
              </p:nvSpPr>
              <p:spPr>
                <a:xfrm>
                  <a:off x="1477167" y="6103226"/>
                  <a:ext cx="157658" cy="154256"/>
                </a:xfrm>
                <a:prstGeom prst="ellipse">
                  <a:avLst/>
                </a:prstGeom>
                <a:solidFill>
                  <a:srgbClr val="0099FF"/>
                </a:solidFill>
                <a:ln w="15875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87" name="Triangle 100">
                  <a:extLst>
                    <a:ext uri="{FF2B5EF4-FFF2-40B4-BE49-F238E27FC236}">
                      <a16:creationId xmlns:a16="http://schemas.microsoft.com/office/drawing/2014/main" id="{C60C70F1-F135-4E8D-A3F1-E1787B04D2AD}"/>
                    </a:ext>
                  </a:extLst>
                </p:cNvPr>
                <p:cNvSpPr/>
                <p:nvPr/>
              </p:nvSpPr>
              <p:spPr>
                <a:xfrm rot="5400000">
                  <a:off x="1003746" y="5973022"/>
                  <a:ext cx="477271" cy="411440"/>
                </a:xfrm>
                <a:prstGeom prst="triangle">
                  <a:avLst/>
                </a:prstGeom>
                <a:solidFill>
                  <a:srgbClr val="0099FF"/>
                </a:solidFill>
                <a:ln w="15875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285" name="Line 45">
                <a:extLst>
                  <a:ext uri="{FF2B5EF4-FFF2-40B4-BE49-F238E27FC236}">
                    <a16:creationId xmlns:a16="http://schemas.microsoft.com/office/drawing/2014/main" id="{346521B6-3E89-44CA-A25A-8A174E58A0E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7777339" y="3004066"/>
                <a:ext cx="0" cy="110875"/>
              </a:xfrm>
              <a:prstGeom prst="line">
                <a:avLst/>
              </a:prstGeom>
              <a:noFill/>
              <a:ln w="19050" cap="sq">
                <a:solidFill>
                  <a:sysClr val="windowText" lastClr="000000"/>
                </a:solidFill>
                <a:miter lim="800000"/>
                <a:headEnd type="none" w="sm" len="sm"/>
                <a:tailEnd type="non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81" name="Rectangle 14">
              <a:extLst>
                <a:ext uri="{FF2B5EF4-FFF2-40B4-BE49-F238E27FC236}">
                  <a16:creationId xmlns:a16="http://schemas.microsoft.com/office/drawing/2014/main" id="{F51BA055-7223-491A-9D8A-8F6BF03BFF9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32262" y="2474574"/>
              <a:ext cx="908050" cy="4508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D6009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D6009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12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srgbClr val="D60093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82" name="Rectangle 14">
              <a:extLst>
                <a:ext uri="{FF2B5EF4-FFF2-40B4-BE49-F238E27FC236}">
                  <a16:creationId xmlns:a16="http://schemas.microsoft.com/office/drawing/2014/main" id="{BE2F92BE-30BE-46B6-9919-ACCFE3EC2F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273551" y="2358555"/>
              <a:ext cx="908050" cy="4508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D6009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D6009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12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srgbClr val="D60093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88" name="组合 287">
            <a:extLst>
              <a:ext uri="{FF2B5EF4-FFF2-40B4-BE49-F238E27FC236}">
                <a16:creationId xmlns:a16="http://schemas.microsoft.com/office/drawing/2014/main" id="{AEEE8625-D3E1-4DA1-B861-0D12A597275B}"/>
              </a:ext>
            </a:extLst>
          </p:cNvPr>
          <p:cNvGrpSpPr/>
          <p:nvPr/>
        </p:nvGrpSpPr>
        <p:grpSpPr>
          <a:xfrm>
            <a:off x="3154359" y="2017686"/>
            <a:ext cx="4118010" cy="468963"/>
            <a:chOff x="5200929" y="2327188"/>
            <a:chExt cx="4118010" cy="468963"/>
          </a:xfrm>
        </p:grpSpPr>
        <p:sp>
          <p:nvSpPr>
            <p:cNvPr id="289" name="Rectangle 14">
              <a:extLst>
                <a:ext uri="{FF2B5EF4-FFF2-40B4-BE49-F238E27FC236}">
                  <a16:creationId xmlns:a16="http://schemas.microsoft.com/office/drawing/2014/main" id="{210A36AC-D55F-4401-9C10-F4B44C73F78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0929" y="2327188"/>
              <a:ext cx="908050" cy="4508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1" dirty="0">
                  <a:solidFill>
                    <a:srgbClr val="D60093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r>
                <a:rPr lang="en-US" altLang="zh-CN" b="1" baseline="-25000" dirty="0">
                  <a:solidFill>
                    <a:srgbClr val="D60093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11-0</a:t>
              </a:r>
              <a:endParaRPr lang="en-US" altLang="zh-CN" b="1" dirty="0">
                <a:solidFill>
                  <a:srgbClr val="D60093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  <p:sp>
          <p:nvSpPr>
            <p:cNvPr id="290" name="Rectangle 14">
              <a:extLst>
                <a:ext uri="{FF2B5EF4-FFF2-40B4-BE49-F238E27FC236}">
                  <a16:creationId xmlns:a16="http://schemas.microsoft.com/office/drawing/2014/main" id="{81D59161-D178-4F7B-8202-218A930D165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410889" y="2345301"/>
              <a:ext cx="908050" cy="4508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1" dirty="0">
                  <a:solidFill>
                    <a:srgbClr val="D60093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A</a:t>
              </a:r>
              <a:r>
                <a:rPr lang="en-US" altLang="zh-CN" b="1" baseline="-25000" dirty="0">
                  <a:solidFill>
                    <a:srgbClr val="D60093"/>
                  </a:solidFill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rPr>
                <a:t>11-0</a:t>
              </a:r>
              <a:endParaRPr lang="en-US" altLang="zh-CN" b="1" dirty="0">
                <a:solidFill>
                  <a:srgbClr val="D60093"/>
                </a:solidFill>
                <a:latin typeface="Times New Roman" panose="02020603050405020304" pitchFamily="18" charset="0"/>
                <a:ea typeface="微软雅黑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80737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1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2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" grpId="0"/>
      <p:bldP spid="181" grpId="0" animBg="1"/>
      <p:bldP spid="182" grpId="0" animBg="1"/>
      <p:bldP spid="208" grpId="0" animBg="1"/>
      <p:bldP spid="209" grpId="0" animBg="1"/>
      <p:bldP spid="210" grpId="0"/>
      <p:bldP spid="240" grpId="0" animBg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F14FE44C-2107-44FA-B635-8F97AD06F3C0}"/>
              </a:ext>
            </a:extLst>
          </p:cNvPr>
          <p:cNvGrpSpPr/>
          <p:nvPr/>
        </p:nvGrpSpPr>
        <p:grpSpPr>
          <a:xfrm>
            <a:off x="3656801" y="3464190"/>
            <a:ext cx="1160869" cy="1486746"/>
            <a:chOff x="7864998" y="3328852"/>
            <a:chExt cx="1160869" cy="1486746"/>
          </a:xfrm>
        </p:grpSpPr>
        <p:sp>
          <p:nvSpPr>
            <p:cNvPr id="3" name="Rectangle 8">
              <a:extLst>
                <a:ext uri="{FF2B5EF4-FFF2-40B4-BE49-F238E27FC236}">
                  <a16:creationId xmlns:a16="http://schemas.microsoft.com/office/drawing/2014/main" id="{EC0EFB7E-50E2-42BD-B71F-B407D31AA79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>
                <a:defRPr/>
              </a:pPr>
              <a:endParaRPr lang="en-US" altLang="zh-CN" sz="20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" name="矩形 3">
              <a:extLst>
                <a:ext uri="{FF2B5EF4-FFF2-40B4-BE49-F238E27FC236}">
                  <a16:creationId xmlns:a16="http://schemas.microsoft.com/office/drawing/2014/main" id="{49ABA820-1363-4CAB-946E-6BFCF4E1532D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WE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" name="矩形 4">
              <a:extLst>
                <a:ext uri="{FF2B5EF4-FFF2-40B4-BE49-F238E27FC236}">
                  <a16:creationId xmlns:a16="http://schemas.microsoft.com/office/drawing/2014/main" id="{686B86DC-9340-4534-9A84-36485DF7E3F8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24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" name="矩形 5">
              <a:extLst>
                <a:ext uri="{FF2B5EF4-FFF2-40B4-BE49-F238E27FC236}">
                  <a16:creationId xmlns:a16="http://schemas.microsoft.com/office/drawing/2014/main" id="{7CC12962-D874-4548-A4EA-FB8D86897D18}"/>
                </a:ext>
              </a:extLst>
            </p:cNvPr>
            <p:cNvSpPr/>
            <p:nvPr/>
          </p:nvSpPr>
          <p:spPr>
            <a:xfrm>
              <a:off x="8281926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矩形 6">
              <a:extLst>
                <a:ext uri="{FF2B5EF4-FFF2-40B4-BE49-F238E27FC236}">
                  <a16:creationId xmlns:a16="http://schemas.microsoft.com/office/drawing/2014/main" id="{C3473836-A022-4F7A-B2F9-0D6FB24DB4AB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" name="矩形 7">
              <a:extLst>
                <a:ext uri="{FF2B5EF4-FFF2-40B4-BE49-F238E27FC236}">
                  <a16:creationId xmlns:a16="http://schemas.microsoft.com/office/drawing/2014/main" id="{6102771D-F23B-4ED2-8D28-6DCBB43277D3}"/>
                </a:ext>
              </a:extLst>
            </p:cNvPr>
            <p:cNvSpPr/>
            <p:nvPr/>
          </p:nvSpPr>
          <p:spPr>
            <a:xfrm>
              <a:off x="7872413" y="3748887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4K×8</a:t>
              </a:r>
            </a:p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r>
                <a:rPr lang="zh-CN" altLang="en-US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RAM</a:t>
              </a:r>
            </a:p>
          </p:txBody>
        </p:sp>
      </p:grpSp>
      <p:grpSp>
        <p:nvGrpSpPr>
          <p:cNvPr id="9" name="Group 2">
            <a:extLst>
              <a:ext uri="{FF2B5EF4-FFF2-40B4-BE49-F238E27FC236}">
                <a16:creationId xmlns:a16="http://schemas.microsoft.com/office/drawing/2014/main" id="{9AC1BDAB-74E4-495E-A7E0-8A1611B3F158}"/>
              </a:ext>
            </a:extLst>
          </p:cNvPr>
          <p:cNvGrpSpPr>
            <a:grpSpLocks/>
          </p:cNvGrpSpPr>
          <p:nvPr/>
        </p:nvGrpSpPr>
        <p:grpSpPr bwMode="auto">
          <a:xfrm>
            <a:off x="562381" y="2629624"/>
            <a:ext cx="7735879" cy="879615"/>
            <a:chOff x="1277" y="2074"/>
            <a:chExt cx="4873" cy="290"/>
          </a:xfrm>
        </p:grpSpPr>
        <p:sp>
          <p:nvSpPr>
            <p:cNvPr id="10" name="Line 5">
              <a:extLst>
                <a:ext uri="{FF2B5EF4-FFF2-40B4-BE49-F238E27FC236}">
                  <a16:creationId xmlns:a16="http://schemas.microsoft.com/office/drawing/2014/main" id="{91A22F51-A855-4C13-ACAC-2FB95893B75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4140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" name="Line 6">
              <a:extLst>
                <a:ext uri="{FF2B5EF4-FFF2-40B4-BE49-F238E27FC236}">
                  <a16:creationId xmlns:a16="http://schemas.microsoft.com/office/drawing/2014/main" id="{37E01C2B-D9AF-46ED-BA87-553A9F15434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407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" name="Line 8">
              <a:extLst>
                <a:ext uri="{FF2B5EF4-FFF2-40B4-BE49-F238E27FC236}">
                  <a16:creationId xmlns:a16="http://schemas.microsoft.com/office/drawing/2014/main" id="{07481E4B-F2CE-448B-8312-3531E4D6916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77" y="2074"/>
              <a:ext cx="4867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" name="Line 5">
              <a:extLst>
                <a:ext uri="{FF2B5EF4-FFF2-40B4-BE49-F238E27FC236}">
                  <a16:creationId xmlns:a16="http://schemas.microsoft.com/office/drawing/2014/main" id="{CE9FFF61-BBDF-4DDF-AAB8-7591CE9C043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5418" y="2074"/>
              <a:ext cx="0" cy="28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Line 5">
              <a:extLst>
                <a:ext uri="{FF2B5EF4-FFF2-40B4-BE49-F238E27FC236}">
                  <a16:creationId xmlns:a16="http://schemas.microsoft.com/office/drawing/2014/main" id="{FF9190AD-F801-4907-9DA5-E07E219E286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150" y="2076"/>
              <a:ext cx="0" cy="288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7F31E827-2355-4E5C-956A-32B10F76F27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694773" y="1909826"/>
            <a:ext cx="908050" cy="45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r"/>
            <a:r>
              <a:rPr lang="en-US" altLang="zh-CN" dirty="0">
                <a:solidFill>
                  <a:srgbClr val="D6009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baseline="-25000" dirty="0">
                <a:solidFill>
                  <a:srgbClr val="D6009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12-0</a:t>
            </a:r>
            <a:endParaRPr lang="en-US" altLang="zh-CN" b="1" dirty="0">
              <a:solidFill>
                <a:srgbClr val="D60093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Line 35">
            <a:extLst>
              <a:ext uri="{FF2B5EF4-FFF2-40B4-BE49-F238E27FC236}">
                <a16:creationId xmlns:a16="http://schemas.microsoft.com/office/drawing/2014/main" id="{10851804-B7AB-42F8-AD3B-8B373DF9042D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599999" y="5650583"/>
            <a:ext cx="8486876" cy="0"/>
          </a:xfrm>
          <a:prstGeom prst="line">
            <a:avLst/>
          </a:prstGeom>
          <a:noFill/>
          <a:ln w="76200">
            <a:solidFill>
              <a:srgbClr val="008000"/>
            </a:solidFill>
            <a:round/>
            <a:headEnd type="triangle" w="sm" len="sm"/>
            <a:tailEnd type="triangle" w="sm" len="sm"/>
          </a:ln>
        </p:spPr>
        <p:txBody>
          <a:bodyPr/>
          <a:lstStyle/>
          <a:p>
            <a:endParaRPr lang="zh-CN" alt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Line 36">
            <a:extLst>
              <a:ext uri="{FF2B5EF4-FFF2-40B4-BE49-F238E27FC236}">
                <a16:creationId xmlns:a16="http://schemas.microsoft.com/office/drawing/2014/main" id="{C667625D-E6F0-4FBD-BB70-1CDD3D98E320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599998" y="1565218"/>
            <a:ext cx="831810" cy="0"/>
          </a:xfrm>
          <a:prstGeom prst="line">
            <a:avLst/>
          </a:prstGeom>
          <a:noFill/>
          <a:ln w="19050" cap="sq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8" name="Group 37">
            <a:extLst>
              <a:ext uri="{FF2B5EF4-FFF2-40B4-BE49-F238E27FC236}">
                <a16:creationId xmlns:a16="http://schemas.microsoft.com/office/drawing/2014/main" id="{56340E3D-8902-4D5D-8856-B8DFF896FE6A}"/>
              </a:ext>
            </a:extLst>
          </p:cNvPr>
          <p:cNvGrpSpPr>
            <a:grpSpLocks/>
          </p:cNvGrpSpPr>
          <p:nvPr/>
        </p:nvGrpSpPr>
        <p:grpSpPr bwMode="auto">
          <a:xfrm>
            <a:off x="4233002" y="2260031"/>
            <a:ext cx="4349756" cy="1253272"/>
            <a:chOff x="3562" y="1842"/>
            <a:chExt cx="2740" cy="451"/>
          </a:xfrm>
        </p:grpSpPr>
        <p:sp>
          <p:nvSpPr>
            <p:cNvPr id="19" name="Line 41">
              <a:extLst>
                <a:ext uri="{FF2B5EF4-FFF2-40B4-BE49-F238E27FC236}">
                  <a16:creationId xmlns:a16="http://schemas.microsoft.com/office/drawing/2014/main" id="{F3B824F6-124B-48C4-BF2B-7BF2548495E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62" y="1861"/>
              <a:ext cx="0" cy="426"/>
            </a:xfrm>
            <a:prstGeom prst="line">
              <a:avLst/>
            </a:prstGeom>
            <a:noFill/>
            <a:ln w="508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Line 38">
              <a:extLst>
                <a:ext uri="{FF2B5EF4-FFF2-40B4-BE49-F238E27FC236}">
                  <a16:creationId xmlns:a16="http://schemas.microsoft.com/office/drawing/2014/main" id="{2BF210F3-8249-4A6B-9290-D1A6034DD03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285" y="1843"/>
              <a:ext cx="0" cy="442"/>
            </a:xfrm>
            <a:prstGeom prst="line">
              <a:avLst/>
            </a:prstGeom>
            <a:noFill/>
            <a:ln w="508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Line 38">
              <a:extLst>
                <a:ext uri="{FF2B5EF4-FFF2-40B4-BE49-F238E27FC236}">
                  <a16:creationId xmlns:a16="http://schemas.microsoft.com/office/drawing/2014/main" id="{A1E447D9-79C1-48E2-A4D7-CA7DC6EED72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573" y="1842"/>
              <a:ext cx="0" cy="451"/>
            </a:xfrm>
            <a:prstGeom prst="line">
              <a:avLst/>
            </a:prstGeom>
            <a:noFill/>
            <a:ln w="508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Line 38">
              <a:extLst>
                <a:ext uri="{FF2B5EF4-FFF2-40B4-BE49-F238E27FC236}">
                  <a16:creationId xmlns:a16="http://schemas.microsoft.com/office/drawing/2014/main" id="{05EEE0B1-3ABF-496A-A551-3DA67E211FF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302" y="1842"/>
              <a:ext cx="0" cy="444"/>
            </a:xfrm>
            <a:prstGeom prst="line">
              <a:avLst/>
            </a:prstGeom>
            <a:noFill/>
            <a:ln w="76200" cap="sq">
              <a:solidFill>
                <a:srgbClr val="D60093"/>
              </a:solidFill>
              <a:miter lim="800000"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4B5A5C3D-2F18-4A35-B60C-F21B63EEC54A}"/>
              </a:ext>
            </a:extLst>
          </p:cNvPr>
          <p:cNvGrpSpPr/>
          <p:nvPr/>
        </p:nvGrpSpPr>
        <p:grpSpPr>
          <a:xfrm>
            <a:off x="1505428" y="4829761"/>
            <a:ext cx="7094786" cy="779606"/>
            <a:chOff x="4608585" y="4322151"/>
            <a:chExt cx="7094786" cy="798747"/>
          </a:xfrm>
        </p:grpSpPr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4EC02773-50B0-45E6-A129-D11CD173861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326629" y="4331910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" name="Rectangle 15">
              <a:extLst>
                <a:ext uri="{FF2B5EF4-FFF2-40B4-BE49-F238E27FC236}">
                  <a16:creationId xmlns:a16="http://schemas.microsoft.com/office/drawing/2014/main" id="{9D57D5AB-198A-477A-ADFC-FBE31A7D63D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649603" y="4533143"/>
              <a:ext cx="813209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6" name="Rectangle 16">
              <a:extLst>
                <a:ext uri="{FF2B5EF4-FFF2-40B4-BE49-F238E27FC236}">
                  <a16:creationId xmlns:a16="http://schemas.microsoft.com/office/drawing/2014/main" id="{B4B6042D-80CE-444E-B087-0CD664B41BE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01929" y="4516945"/>
              <a:ext cx="772301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" name="Rectangle 17">
              <a:extLst>
                <a:ext uri="{FF2B5EF4-FFF2-40B4-BE49-F238E27FC236}">
                  <a16:creationId xmlns:a16="http://schemas.microsoft.com/office/drawing/2014/main" id="{C346C4D2-CACC-4611-B2B6-9B881BC6B9B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08585" y="4556607"/>
              <a:ext cx="881359" cy="449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~D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" name="Line 51">
              <a:extLst>
                <a:ext uri="{FF2B5EF4-FFF2-40B4-BE49-F238E27FC236}">
                  <a16:creationId xmlns:a16="http://schemas.microsoft.com/office/drawing/2014/main" id="{198CE31D-C287-4F73-847B-5698A8D6B59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0509165" y="4328134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Line 52">
              <a:extLst>
                <a:ext uri="{FF2B5EF4-FFF2-40B4-BE49-F238E27FC236}">
                  <a16:creationId xmlns:a16="http://schemas.microsoft.com/office/drawing/2014/main" id="{4FF467A0-E33B-4367-9C9A-E3FC34AEEA6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740376" y="4331910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" name="Line 13">
              <a:extLst>
                <a:ext uri="{FF2B5EF4-FFF2-40B4-BE49-F238E27FC236}">
                  <a16:creationId xmlns:a16="http://schemas.microsoft.com/office/drawing/2014/main" id="{0C43077A-8830-409B-AC64-D41DF4D2CA3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500339" y="4324426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" name="Line 51">
              <a:extLst>
                <a:ext uri="{FF2B5EF4-FFF2-40B4-BE49-F238E27FC236}">
                  <a16:creationId xmlns:a16="http://schemas.microsoft.com/office/drawing/2014/main" id="{32F724C6-536F-4C9A-8A76-969D0427ECE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1703371" y="4322151"/>
              <a:ext cx="0" cy="788988"/>
            </a:xfrm>
            <a:prstGeom prst="line">
              <a:avLst/>
            </a:prstGeom>
            <a:noFill/>
            <a:ln w="50800">
              <a:solidFill>
                <a:srgbClr val="008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2" name="Group 56">
            <a:extLst>
              <a:ext uri="{FF2B5EF4-FFF2-40B4-BE49-F238E27FC236}">
                <a16:creationId xmlns:a16="http://schemas.microsoft.com/office/drawing/2014/main" id="{910B88EA-BB74-4166-ACB3-DB69E9031A7F}"/>
              </a:ext>
            </a:extLst>
          </p:cNvPr>
          <p:cNvGrpSpPr>
            <a:grpSpLocks/>
          </p:cNvGrpSpPr>
          <p:nvPr/>
        </p:nvGrpSpPr>
        <p:grpSpPr bwMode="auto">
          <a:xfrm>
            <a:off x="6229917" y="4108775"/>
            <a:ext cx="368165" cy="54399"/>
            <a:chOff x="4096" y="2541"/>
            <a:chExt cx="379" cy="56"/>
          </a:xfrm>
          <a:solidFill>
            <a:srgbClr val="C5E0B4"/>
          </a:solidFill>
        </p:grpSpPr>
        <p:sp>
          <p:nvSpPr>
            <p:cNvPr id="33" name="Oval 27">
              <a:extLst>
                <a:ext uri="{FF2B5EF4-FFF2-40B4-BE49-F238E27FC236}">
                  <a16:creationId xmlns:a16="http://schemas.microsoft.com/office/drawing/2014/main" id="{FBE7300E-3AB2-40E9-AED2-08FDE6FD76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22" y="2541"/>
              <a:ext cx="53" cy="56"/>
            </a:xfrm>
            <a:prstGeom prst="ellipse">
              <a:avLst/>
            </a:prstGeom>
            <a:grpFill/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zh-CN" altLang="en-US" sz="1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" name="Oval 28">
              <a:extLst>
                <a:ext uri="{FF2B5EF4-FFF2-40B4-BE49-F238E27FC236}">
                  <a16:creationId xmlns:a16="http://schemas.microsoft.com/office/drawing/2014/main" id="{0AFFF03C-6482-4477-AD9E-B1214B0C70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96" y="2541"/>
              <a:ext cx="52" cy="56"/>
            </a:xfrm>
            <a:prstGeom prst="ellipse">
              <a:avLst/>
            </a:prstGeom>
            <a:grpFill/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zh-CN" altLang="en-US" sz="1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" name="Oval 29">
              <a:extLst>
                <a:ext uri="{FF2B5EF4-FFF2-40B4-BE49-F238E27FC236}">
                  <a16:creationId xmlns:a16="http://schemas.microsoft.com/office/drawing/2014/main" id="{501205DF-BCA2-4FB2-8A44-9335DAC2B0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" y="2541"/>
              <a:ext cx="53" cy="56"/>
            </a:xfrm>
            <a:prstGeom prst="ellipse">
              <a:avLst/>
            </a:prstGeom>
            <a:grpFill/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zh-CN" altLang="en-US" sz="1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6" name="Line 40">
            <a:extLst>
              <a:ext uri="{FF2B5EF4-FFF2-40B4-BE49-F238E27FC236}">
                <a16:creationId xmlns:a16="http://schemas.microsoft.com/office/drawing/2014/main" id="{68EA9ADA-26FA-46DB-9B83-56DEDDD3FCA6}"/>
              </a:ext>
            </a:extLst>
          </p:cNvPr>
          <p:cNvSpPr>
            <a:spLocks noChangeAspect="1" noChangeShapeType="1"/>
          </p:cNvSpPr>
          <p:nvPr/>
        </p:nvSpPr>
        <p:spPr bwMode="auto">
          <a:xfrm rot="16200000">
            <a:off x="1260216" y="1584166"/>
            <a:ext cx="0" cy="343184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triangle" w="sm" len="sm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" name="Line 34">
            <a:extLst>
              <a:ext uri="{FF2B5EF4-FFF2-40B4-BE49-F238E27FC236}">
                <a16:creationId xmlns:a16="http://schemas.microsoft.com/office/drawing/2014/main" id="{A2F4BE2E-A15D-42ED-A09E-1FE5BE35CFE0}"/>
              </a:ext>
            </a:extLst>
          </p:cNvPr>
          <p:cNvSpPr>
            <a:spLocks noChangeAspect="1" noChangeShapeType="1"/>
          </p:cNvSpPr>
          <p:nvPr/>
        </p:nvSpPr>
        <p:spPr bwMode="auto">
          <a:xfrm rot="5400000">
            <a:off x="840295" y="2012154"/>
            <a:ext cx="496658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" name="Rectangle 13">
            <a:extLst>
              <a:ext uri="{FF2B5EF4-FFF2-40B4-BE49-F238E27FC236}">
                <a16:creationId xmlns:a16="http://schemas.microsoft.com/office/drawing/2014/main" id="{29B074FA-46CC-41E1-889F-BE0C4069B67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96293" y="1875273"/>
            <a:ext cx="892175" cy="4429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r"/>
            <a:r>
              <a: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15-13</a:t>
            </a:r>
            <a:endParaRPr lang="en-US" altLang="zh-CN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9" name="组合 38">
            <a:extLst>
              <a:ext uri="{FF2B5EF4-FFF2-40B4-BE49-F238E27FC236}">
                <a16:creationId xmlns:a16="http://schemas.microsoft.com/office/drawing/2014/main" id="{6B734C93-96FC-42A9-9DDF-6812EEAC5776}"/>
              </a:ext>
            </a:extLst>
          </p:cNvPr>
          <p:cNvGrpSpPr/>
          <p:nvPr/>
        </p:nvGrpSpPr>
        <p:grpSpPr>
          <a:xfrm>
            <a:off x="1339825" y="1412776"/>
            <a:ext cx="7804175" cy="472441"/>
            <a:chOff x="4346098" y="1506026"/>
            <a:chExt cx="5722701" cy="472441"/>
          </a:xfrm>
        </p:grpSpPr>
        <p:sp>
          <p:nvSpPr>
            <p:cNvPr id="40" name="梯形 39">
              <a:extLst>
                <a:ext uri="{FF2B5EF4-FFF2-40B4-BE49-F238E27FC236}">
                  <a16:creationId xmlns:a16="http://schemas.microsoft.com/office/drawing/2014/main" id="{7BD2C556-B3DD-4FFA-B3FC-18CF14A32069}"/>
                </a:ext>
              </a:extLst>
            </p:cNvPr>
            <p:cNvSpPr/>
            <p:nvPr/>
          </p:nvSpPr>
          <p:spPr>
            <a:xfrm>
              <a:off x="4413250" y="1514033"/>
              <a:ext cx="5655549" cy="464434"/>
            </a:xfrm>
            <a:prstGeom prst="trapezoid">
              <a:avLst>
                <a:gd name="adj" fmla="val 0"/>
              </a:avLst>
            </a:prstGeom>
            <a:solidFill>
              <a:srgbClr val="CCFF66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 anchor="ctr" anchorCtr="1"/>
            <a:lstStyle/>
            <a:p>
              <a:pPr algn="ctr"/>
              <a:endParaRPr lang="zh-CN" altLang="en-US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文本框 40">
              <a:extLst>
                <a:ext uri="{FF2B5EF4-FFF2-40B4-BE49-F238E27FC236}">
                  <a16:creationId xmlns:a16="http://schemas.microsoft.com/office/drawing/2014/main" id="{41D5014F-8B9B-4B01-9A76-458A9A591214}"/>
                </a:ext>
              </a:extLst>
            </p:cNvPr>
            <p:cNvSpPr txBox="1"/>
            <p:nvPr/>
          </p:nvSpPr>
          <p:spPr>
            <a:xfrm>
              <a:off x="6797145" y="1571893"/>
              <a:ext cx="90063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3:8</a:t>
              </a:r>
              <a:r>
                <a:rPr lang="zh-CN" altLang="en-US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译码器</a:t>
              </a:r>
            </a:p>
          </p:txBody>
        </p:sp>
        <p:sp>
          <p:nvSpPr>
            <p:cNvPr id="42" name="Rectangle 13">
              <a:extLst>
                <a:ext uri="{FF2B5EF4-FFF2-40B4-BE49-F238E27FC236}">
                  <a16:creationId xmlns:a16="http://schemas.microsoft.com/office/drawing/2014/main" id="{7B2640F6-D158-4E83-81B8-EFBE9577DEB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584999" y="1676781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Rectangle 13">
              <a:extLst>
                <a:ext uri="{FF2B5EF4-FFF2-40B4-BE49-F238E27FC236}">
                  <a16:creationId xmlns:a16="http://schemas.microsoft.com/office/drawing/2014/main" id="{9B4B91E0-5869-465A-A42F-3449620F35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41006" y="1671169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Rectangle 13">
              <a:extLst>
                <a:ext uri="{FF2B5EF4-FFF2-40B4-BE49-F238E27FC236}">
                  <a16:creationId xmlns:a16="http://schemas.microsoft.com/office/drawing/2014/main" id="{A02DFAD4-8639-4C79-B94F-AF12CF846E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726419" y="1676121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/>
              <a:r>
                <a:rPr lang="en-US" altLang="zh-CN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altLang="zh-CN" baseline="-25000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Rectangle 13">
              <a:extLst>
                <a:ext uri="{FF2B5EF4-FFF2-40B4-BE49-F238E27FC236}">
                  <a16:creationId xmlns:a16="http://schemas.microsoft.com/office/drawing/2014/main" id="{3C5BEC0A-FEC4-4EF7-B942-1D5C2E7171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46098" y="1506026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/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OE</a:t>
              </a:r>
              <a:endParaRPr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Rectangle 13">
              <a:extLst>
                <a:ext uri="{FF2B5EF4-FFF2-40B4-BE49-F238E27FC236}">
                  <a16:creationId xmlns:a16="http://schemas.microsoft.com/office/drawing/2014/main" id="{EA3CB696-8C3B-4733-9817-F36A538318E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496910" y="1676121"/>
              <a:ext cx="421850" cy="2837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ctr"/>
              <a:r>
                <a:rPr lang="en-US" altLang="zh-CN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altLang="zh-CN" baseline="-25000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03E488BB-0DF1-4886-827F-A644972B3C1B}"/>
              </a:ext>
            </a:extLst>
          </p:cNvPr>
          <p:cNvGrpSpPr/>
          <p:nvPr/>
        </p:nvGrpSpPr>
        <p:grpSpPr>
          <a:xfrm>
            <a:off x="4829689" y="3462946"/>
            <a:ext cx="1160869" cy="1486746"/>
            <a:chOff x="7864998" y="3328852"/>
            <a:chExt cx="1160869" cy="1486746"/>
          </a:xfrm>
        </p:grpSpPr>
        <p:sp>
          <p:nvSpPr>
            <p:cNvPr id="48" name="Rectangle 8">
              <a:extLst>
                <a:ext uri="{FF2B5EF4-FFF2-40B4-BE49-F238E27FC236}">
                  <a16:creationId xmlns:a16="http://schemas.microsoft.com/office/drawing/2014/main" id="{EAF5894A-5E9B-4947-B41F-5C3A4877EA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>
                <a:defRPr/>
              </a:pPr>
              <a:endParaRPr lang="en-US" altLang="zh-CN" sz="20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矩形 48">
              <a:extLst>
                <a:ext uri="{FF2B5EF4-FFF2-40B4-BE49-F238E27FC236}">
                  <a16:creationId xmlns:a16="http://schemas.microsoft.com/office/drawing/2014/main" id="{6F21D587-4CFF-46F4-8E9D-850F27E461E0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WE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矩形 49">
              <a:extLst>
                <a:ext uri="{FF2B5EF4-FFF2-40B4-BE49-F238E27FC236}">
                  <a16:creationId xmlns:a16="http://schemas.microsoft.com/office/drawing/2014/main" id="{CD5040FD-8DF6-42B2-9BF6-DDE00C68BE9D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24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" name="矩形 50">
              <a:extLst>
                <a:ext uri="{FF2B5EF4-FFF2-40B4-BE49-F238E27FC236}">
                  <a16:creationId xmlns:a16="http://schemas.microsoft.com/office/drawing/2014/main" id="{AFF5A80C-F94F-443B-8D9E-2906AACE6DF1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" name="矩形 51">
              <a:extLst>
                <a:ext uri="{FF2B5EF4-FFF2-40B4-BE49-F238E27FC236}">
                  <a16:creationId xmlns:a16="http://schemas.microsoft.com/office/drawing/2014/main" id="{C79C2BDB-9318-46E4-860E-51D25F56F803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71EFDF19-35B9-422F-AD4B-A958C06B90F9}"/>
                </a:ext>
              </a:extLst>
            </p:cNvPr>
            <p:cNvSpPr/>
            <p:nvPr/>
          </p:nvSpPr>
          <p:spPr>
            <a:xfrm>
              <a:off x="7872413" y="3748887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4K×8</a:t>
              </a:r>
            </a:p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r>
                <a:rPr lang="zh-CN" altLang="en-US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RAM</a:t>
              </a:r>
            </a:p>
          </p:txBody>
        </p:sp>
      </p:grpSp>
      <p:grpSp>
        <p:nvGrpSpPr>
          <p:cNvPr id="54" name="组合 53">
            <a:extLst>
              <a:ext uri="{FF2B5EF4-FFF2-40B4-BE49-F238E27FC236}">
                <a16:creationId xmlns:a16="http://schemas.microsoft.com/office/drawing/2014/main" id="{421992D5-6A09-4A75-9A66-5A6530EF27C5}"/>
              </a:ext>
            </a:extLst>
          </p:cNvPr>
          <p:cNvGrpSpPr/>
          <p:nvPr/>
        </p:nvGrpSpPr>
        <p:grpSpPr>
          <a:xfrm>
            <a:off x="6846218" y="3479184"/>
            <a:ext cx="1160869" cy="1486746"/>
            <a:chOff x="7864998" y="3328852"/>
            <a:chExt cx="1160869" cy="1486746"/>
          </a:xfrm>
        </p:grpSpPr>
        <p:sp>
          <p:nvSpPr>
            <p:cNvPr id="55" name="Rectangle 8">
              <a:extLst>
                <a:ext uri="{FF2B5EF4-FFF2-40B4-BE49-F238E27FC236}">
                  <a16:creationId xmlns:a16="http://schemas.microsoft.com/office/drawing/2014/main" id="{860D5B66-5324-4673-8C0E-AC3B5554B8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>
                <a:defRPr/>
              </a:pPr>
              <a:endParaRPr lang="en-US" altLang="zh-CN" sz="20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" name="矩形 55">
              <a:extLst>
                <a:ext uri="{FF2B5EF4-FFF2-40B4-BE49-F238E27FC236}">
                  <a16:creationId xmlns:a16="http://schemas.microsoft.com/office/drawing/2014/main" id="{14E50C16-340D-467F-883E-A4278D3F078B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WE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" name="矩形 56">
              <a:extLst>
                <a:ext uri="{FF2B5EF4-FFF2-40B4-BE49-F238E27FC236}">
                  <a16:creationId xmlns:a16="http://schemas.microsoft.com/office/drawing/2014/main" id="{9F37C0D8-B250-4EB8-96E5-C64412F588BF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24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" name="矩形 57">
              <a:extLst>
                <a:ext uri="{FF2B5EF4-FFF2-40B4-BE49-F238E27FC236}">
                  <a16:creationId xmlns:a16="http://schemas.microsoft.com/office/drawing/2014/main" id="{C7D66145-09B7-4905-A53F-296C7627879F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" name="矩形 58">
              <a:extLst>
                <a:ext uri="{FF2B5EF4-FFF2-40B4-BE49-F238E27FC236}">
                  <a16:creationId xmlns:a16="http://schemas.microsoft.com/office/drawing/2014/main" id="{17D2BB1D-9A03-4712-B718-0F5960D5D925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" name="矩形 59">
              <a:extLst>
                <a:ext uri="{FF2B5EF4-FFF2-40B4-BE49-F238E27FC236}">
                  <a16:creationId xmlns:a16="http://schemas.microsoft.com/office/drawing/2014/main" id="{30C5A540-A300-41E5-912B-446F889018DC}"/>
                </a:ext>
              </a:extLst>
            </p:cNvPr>
            <p:cNvSpPr/>
            <p:nvPr/>
          </p:nvSpPr>
          <p:spPr>
            <a:xfrm>
              <a:off x="7872413" y="3748887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4K×8</a:t>
              </a:r>
            </a:p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r>
                <a:rPr lang="zh-CN" altLang="en-US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RAM</a:t>
              </a:r>
            </a:p>
          </p:txBody>
        </p:sp>
      </p:grpSp>
      <p:grpSp>
        <p:nvGrpSpPr>
          <p:cNvPr id="61" name="组合 60">
            <a:extLst>
              <a:ext uri="{FF2B5EF4-FFF2-40B4-BE49-F238E27FC236}">
                <a16:creationId xmlns:a16="http://schemas.microsoft.com/office/drawing/2014/main" id="{6847DE56-C57D-4F7D-B41E-D380EEF51FBE}"/>
              </a:ext>
            </a:extLst>
          </p:cNvPr>
          <p:cNvGrpSpPr/>
          <p:nvPr/>
        </p:nvGrpSpPr>
        <p:grpSpPr>
          <a:xfrm>
            <a:off x="8019106" y="3477940"/>
            <a:ext cx="1160869" cy="1486746"/>
            <a:chOff x="7864998" y="3328852"/>
            <a:chExt cx="1160869" cy="1486746"/>
          </a:xfrm>
        </p:grpSpPr>
        <p:sp>
          <p:nvSpPr>
            <p:cNvPr id="62" name="Rectangle 8">
              <a:extLst>
                <a:ext uri="{FF2B5EF4-FFF2-40B4-BE49-F238E27FC236}">
                  <a16:creationId xmlns:a16="http://schemas.microsoft.com/office/drawing/2014/main" id="{4BEEA6D3-00C5-4577-BB0D-0776FA5ABDC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2094" y="3359908"/>
              <a:ext cx="1102341" cy="1317082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>
                <a:defRPr/>
              </a:pPr>
              <a:endParaRPr lang="en-US" altLang="zh-CN" sz="20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矩形 62">
              <a:extLst>
                <a:ext uri="{FF2B5EF4-FFF2-40B4-BE49-F238E27FC236}">
                  <a16:creationId xmlns:a16="http://schemas.microsoft.com/office/drawing/2014/main" id="{78CE83C6-C1BD-4639-8A2A-6A3D235106C1}"/>
                </a:ext>
              </a:extLst>
            </p:cNvPr>
            <p:cNvSpPr/>
            <p:nvPr/>
          </p:nvSpPr>
          <p:spPr>
            <a:xfrm>
              <a:off x="7864998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WE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" name="矩形 63">
              <a:extLst>
                <a:ext uri="{FF2B5EF4-FFF2-40B4-BE49-F238E27FC236}">
                  <a16:creationId xmlns:a16="http://schemas.microsoft.com/office/drawing/2014/main" id="{721B6CF4-2689-4850-9BC4-B3A9936DA42D}"/>
                </a:ext>
              </a:extLst>
            </p:cNvPr>
            <p:cNvSpPr/>
            <p:nvPr/>
          </p:nvSpPr>
          <p:spPr>
            <a:xfrm>
              <a:off x="8284351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24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5" name="矩形 64">
              <a:extLst>
                <a:ext uri="{FF2B5EF4-FFF2-40B4-BE49-F238E27FC236}">
                  <a16:creationId xmlns:a16="http://schemas.microsoft.com/office/drawing/2014/main" id="{5B329B17-4834-4721-A8AD-B042659E21E9}"/>
                </a:ext>
              </a:extLst>
            </p:cNvPr>
            <p:cNvSpPr/>
            <p:nvPr/>
          </p:nvSpPr>
          <p:spPr>
            <a:xfrm>
              <a:off x="8272400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6" name="矩形 65">
              <a:extLst>
                <a:ext uri="{FF2B5EF4-FFF2-40B4-BE49-F238E27FC236}">
                  <a16:creationId xmlns:a16="http://schemas.microsoft.com/office/drawing/2014/main" id="{902C8F65-04FC-4611-BDD8-1129ECE11902}"/>
                </a:ext>
              </a:extLst>
            </p:cNvPr>
            <p:cNvSpPr/>
            <p:nvPr/>
          </p:nvSpPr>
          <p:spPr>
            <a:xfrm>
              <a:off x="8555152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7" name="矩形 66">
              <a:extLst>
                <a:ext uri="{FF2B5EF4-FFF2-40B4-BE49-F238E27FC236}">
                  <a16:creationId xmlns:a16="http://schemas.microsoft.com/office/drawing/2014/main" id="{12F40173-2416-4E56-8000-6072FA6E206B}"/>
                </a:ext>
              </a:extLst>
            </p:cNvPr>
            <p:cNvSpPr/>
            <p:nvPr/>
          </p:nvSpPr>
          <p:spPr>
            <a:xfrm>
              <a:off x="7872413" y="3748887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4K×8</a:t>
              </a:r>
            </a:p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r>
                <a:rPr lang="zh-CN" altLang="en-US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RAM</a:t>
              </a:r>
            </a:p>
          </p:txBody>
        </p:sp>
      </p:grpSp>
      <p:sp>
        <p:nvSpPr>
          <p:cNvPr id="68" name="Line 34">
            <a:extLst>
              <a:ext uri="{FF2B5EF4-FFF2-40B4-BE49-F238E27FC236}">
                <a16:creationId xmlns:a16="http://schemas.microsoft.com/office/drawing/2014/main" id="{C079901A-A9F4-41B6-886D-597F30F83FC0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589259" y="2260595"/>
            <a:ext cx="8387713" cy="0"/>
          </a:xfrm>
          <a:prstGeom prst="line">
            <a:avLst/>
          </a:prstGeom>
          <a:noFill/>
          <a:ln w="76200" cap="sq">
            <a:solidFill>
              <a:srgbClr val="D60093"/>
            </a:solidFill>
            <a:miter lim="800000"/>
            <a:headEnd type="none" w="sm" len="sm"/>
            <a:tailEnd type="none" w="sm" len="sm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9" name="Group 14">
            <a:extLst>
              <a:ext uri="{FF2B5EF4-FFF2-40B4-BE49-F238E27FC236}">
                <a16:creationId xmlns:a16="http://schemas.microsoft.com/office/drawing/2014/main" id="{C343EC35-2871-449C-A2E6-8E17700FF6E4}"/>
              </a:ext>
            </a:extLst>
          </p:cNvPr>
          <p:cNvGrpSpPr>
            <a:grpSpLocks/>
          </p:cNvGrpSpPr>
          <p:nvPr/>
        </p:nvGrpSpPr>
        <p:grpSpPr bwMode="auto">
          <a:xfrm>
            <a:off x="-362958" y="1414596"/>
            <a:ext cx="1247293" cy="4500627"/>
            <a:chOff x="580" y="1369"/>
            <a:chExt cx="697" cy="2515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0" name="Rectangle 15">
              <a:extLst>
                <a:ext uri="{FF2B5EF4-FFF2-40B4-BE49-F238E27FC236}">
                  <a16:creationId xmlns:a16="http://schemas.microsoft.com/office/drawing/2014/main" id="{44387D54-CEBF-429A-A815-4ABB786FEB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9" y="1369"/>
              <a:ext cx="488" cy="2487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pPr algn="r">
                <a:defRPr/>
              </a:pPr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1" name="Rectangle 16">
              <a:extLst>
                <a:ext uri="{FF2B5EF4-FFF2-40B4-BE49-F238E27FC236}">
                  <a16:creationId xmlns:a16="http://schemas.microsoft.com/office/drawing/2014/main" id="{25812E9C-64A5-4CED-B8F1-847EFA23E66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49" y="1697"/>
              <a:ext cx="572" cy="2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r>
                <a:rPr lang="en-US" altLang="zh-CN" sz="16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15-0</a:t>
              </a:r>
              <a:endParaRPr lang="en-US" altLang="zh-CN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angle 17">
              <a:extLst>
                <a:ext uri="{FF2B5EF4-FFF2-40B4-BE49-F238E27FC236}">
                  <a16:creationId xmlns:a16="http://schemas.microsoft.com/office/drawing/2014/main" id="{E9574DB3-5B93-4CAA-AE68-836206A823A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4" y="1369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MREQ#</a:t>
              </a:r>
              <a:endParaRPr lang="en-US" altLang="zh-CN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angle 18">
              <a:extLst>
                <a:ext uri="{FF2B5EF4-FFF2-40B4-BE49-F238E27FC236}">
                  <a16:creationId xmlns:a16="http://schemas.microsoft.com/office/drawing/2014/main" id="{594C69D5-E764-472F-8C25-86F52110444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4" y="1962"/>
              <a:ext cx="572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R/W#</a:t>
              </a:r>
              <a:endParaRPr lang="en-US" altLang="zh-CN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angle 19">
              <a:extLst>
                <a:ext uri="{FF2B5EF4-FFF2-40B4-BE49-F238E27FC236}">
                  <a16:creationId xmlns:a16="http://schemas.microsoft.com/office/drawing/2014/main" id="{7C8E0531-1C10-40C1-B104-7AC6270249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0" y="2355"/>
              <a:ext cx="571" cy="2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sz="2000" b="1" dirty="0"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CPU</a:t>
              </a:r>
            </a:p>
          </p:txBody>
        </p:sp>
        <p:sp>
          <p:nvSpPr>
            <p:cNvPr id="75" name="Rectangle 20">
              <a:extLst>
                <a:ext uri="{FF2B5EF4-FFF2-40B4-BE49-F238E27FC236}">
                  <a16:creationId xmlns:a16="http://schemas.microsoft.com/office/drawing/2014/main" id="{6E32A142-93F7-4AD1-8DCD-154FFFD54BA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4" y="3599"/>
              <a:ext cx="571" cy="2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sz="16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r>
                <a:rPr lang="en-US" altLang="zh-CN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~D</a:t>
              </a:r>
              <a:r>
                <a:rPr lang="en-US" altLang="zh-CN" sz="16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6" name="组合 75">
            <a:extLst>
              <a:ext uri="{FF2B5EF4-FFF2-40B4-BE49-F238E27FC236}">
                <a16:creationId xmlns:a16="http://schemas.microsoft.com/office/drawing/2014/main" id="{884339DB-0B9E-46A7-A231-92514D67695A}"/>
              </a:ext>
            </a:extLst>
          </p:cNvPr>
          <p:cNvGrpSpPr/>
          <p:nvPr/>
        </p:nvGrpSpPr>
        <p:grpSpPr>
          <a:xfrm>
            <a:off x="4375100" y="1896859"/>
            <a:ext cx="404122" cy="1587671"/>
            <a:chOff x="6321632" y="1990109"/>
            <a:chExt cx="404122" cy="1587671"/>
          </a:xfrm>
        </p:grpSpPr>
        <p:sp>
          <p:nvSpPr>
            <p:cNvPr id="77" name="Line 45">
              <a:extLst>
                <a:ext uri="{FF2B5EF4-FFF2-40B4-BE49-F238E27FC236}">
                  <a16:creationId xmlns:a16="http://schemas.microsoft.com/office/drawing/2014/main" id="{408390A9-489C-4336-BA24-EF2A970ACFC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423630" y="1990109"/>
              <a:ext cx="0" cy="1103252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8" name="Line 45">
              <a:extLst>
                <a:ext uri="{FF2B5EF4-FFF2-40B4-BE49-F238E27FC236}">
                  <a16:creationId xmlns:a16="http://schemas.microsoft.com/office/drawing/2014/main" id="{69F28BD7-29D2-4886-BA88-82401F8D01A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628415" y="2373387"/>
              <a:ext cx="0" cy="729241"/>
            </a:xfrm>
            <a:prstGeom prst="line">
              <a:avLst/>
            </a:prstGeom>
            <a:noFill/>
            <a:ln w="19050" cap="sq">
              <a:solidFill>
                <a:srgbClr val="D60093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9" name="Line 45">
              <a:extLst>
                <a:ext uri="{FF2B5EF4-FFF2-40B4-BE49-F238E27FC236}">
                  <a16:creationId xmlns:a16="http://schemas.microsoft.com/office/drawing/2014/main" id="{2ABE9761-BD1D-4CF3-9C0B-5238A628EF0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523650" y="3398907"/>
              <a:ext cx="0" cy="178873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" name="Rectangle 36">
              <a:extLst>
                <a:ext uri="{FF2B5EF4-FFF2-40B4-BE49-F238E27FC236}">
                  <a16:creationId xmlns:a16="http://schemas.microsoft.com/office/drawing/2014/main" id="{DB85E400-AFA6-42CF-BAED-DCC908F28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632" y="3102629"/>
              <a:ext cx="404122" cy="283966"/>
            </a:xfrm>
            <a:prstGeom prst="rect">
              <a:avLst/>
            </a:prstGeom>
            <a:solidFill>
              <a:srgbClr val="0099FF"/>
            </a:solidFill>
            <a:ln w="19050" cap="sq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hangingPunct="1">
                <a:buFont typeface="Wingdings" panose="05000000000000000000" pitchFamily="2" charset="2"/>
                <a:buNone/>
              </a:pPr>
              <a:r>
                <a:rPr lang="en-US" altLang="zh-CN" sz="1800" dirty="0">
                  <a:solidFill>
                    <a:schemeClr val="bg1"/>
                  </a:solidFill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&amp;</a:t>
              </a:r>
            </a:p>
          </p:txBody>
        </p:sp>
      </p:grpSp>
      <p:grpSp>
        <p:nvGrpSpPr>
          <p:cNvPr id="81" name="组合 80">
            <a:extLst>
              <a:ext uri="{FF2B5EF4-FFF2-40B4-BE49-F238E27FC236}">
                <a16:creationId xmlns:a16="http://schemas.microsoft.com/office/drawing/2014/main" id="{51290722-4553-408F-9354-F83209BB7A99}"/>
              </a:ext>
            </a:extLst>
          </p:cNvPr>
          <p:cNvGrpSpPr/>
          <p:nvPr/>
        </p:nvGrpSpPr>
        <p:grpSpPr>
          <a:xfrm>
            <a:off x="5520782" y="3021692"/>
            <a:ext cx="404122" cy="469342"/>
            <a:chOff x="7467314" y="3114942"/>
            <a:chExt cx="404122" cy="469342"/>
          </a:xfrm>
        </p:grpSpPr>
        <p:sp>
          <p:nvSpPr>
            <p:cNvPr id="82" name="Rectangle 36">
              <a:extLst>
                <a:ext uri="{FF2B5EF4-FFF2-40B4-BE49-F238E27FC236}">
                  <a16:creationId xmlns:a16="http://schemas.microsoft.com/office/drawing/2014/main" id="{690C5DA7-68C9-4601-BE25-60671D172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7314" y="3114942"/>
              <a:ext cx="404122" cy="283966"/>
            </a:xfrm>
            <a:prstGeom prst="rect">
              <a:avLst/>
            </a:prstGeom>
            <a:solidFill>
              <a:srgbClr val="0099FF"/>
            </a:solidFill>
            <a:ln w="19050" cap="sq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hangingPunct="1">
                <a:buFont typeface="Wingdings" panose="05000000000000000000" pitchFamily="2" charset="2"/>
                <a:buNone/>
              </a:pPr>
              <a:r>
                <a:rPr lang="en-US" altLang="zh-CN" sz="1800" dirty="0">
                  <a:solidFill>
                    <a:schemeClr val="bg1"/>
                  </a:solidFill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&amp;</a:t>
              </a:r>
            </a:p>
          </p:txBody>
        </p:sp>
        <p:sp>
          <p:nvSpPr>
            <p:cNvPr id="83" name="Line 45">
              <a:extLst>
                <a:ext uri="{FF2B5EF4-FFF2-40B4-BE49-F238E27FC236}">
                  <a16:creationId xmlns:a16="http://schemas.microsoft.com/office/drawing/2014/main" id="{47155E28-7A60-48B8-91A3-F1807ECB7F7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7677392" y="3407454"/>
              <a:ext cx="0" cy="17683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4" name="组合 83">
            <a:extLst>
              <a:ext uri="{FF2B5EF4-FFF2-40B4-BE49-F238E27FC236}">
                <a16:creationId xmlns:a16="http://schemas.microsoft.com/office/drawing/2014/main" id="{CEE53E87-9A1D-4042-A143-E5460525102D}"/>
              </a:ext>
            </a:extLst>
          </p:cNvPr>
          <p:cNvGrpSpPr/>
          <p:nvPr/>
        </p:nvGrpSpPr>
        <p:grpSpPr>
          <a:xfrm>
            <a:off x="4471379" y="2802411"/>
            <a:ext cx="1148719" cy="210011"/>
            <a:chOff x="6417911" y="2895661"/>
            <a:chExt cx="1148719" cy="210011"/>
          </a:xfrm>
        </p:grpSpPr>
        <p:sp>
          <p:nvSpPr>
            <p:cNvPr id="85" name="Line 45">
              <a:extLst>
                <a:ext uri="{FF2B5EF4-FFF2-40B4-BE49-F238E27FC236}">
                  <a16:creationId xmlns:a16="http://schemas.microsoft.com/office/drawing/2014/main" id="{CE4A4650-5B7D-43D3-8F2A-EF7F6B55932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7566630" y="2899374"/>
              <a:ext cx="0" cy="206298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" name="Line 45">
              <a:extLst>
                <a:ext uri="{FF2B5EF4-FFF2-40B4-BE49-F238E27FC236}">
                  <a16:creationId xmlns:a16="http://schemas.microsoft.com/office/drawing/2014/main" id="{1E106FAB-5A17-454C-8217-30FD374320F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6200000" flipV="1">
              <a:off x="6990124" y="2323448"/>
              <a:ext cx="0" cy="1144426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7" name="组合 86">
            <a:extLst>
              <a:ext uri="{FF2B5EF4-FFF2-40B4-BE49-F238E27FC236}">
                <a16:creationId xmlns:a16="http://schemas.microsoft.com/office/drawing/2014/main" id="{B06FBEDC-2854-40EA-865A-957AA81D6D2E}"/>
              </a:ext>
            </a:extLst>
          </p:cNvPr>
          <p:cNvGrpSpPr/>
          <p:nvPr/>
        </p:nvGrpSpPr>
        <p:grpSpPr>
          <a:xfrm>
            <a:off x="7556146" y="1905568"/>
            <a:ext cx="404122" cy="1587671"/>
            <a:chOff x="6321632" y="1990109"/>
            <a:chExt cx="404122" cy="1587671"/>
          </a:xfrm>
        </p:grpSpPr>
        <p:sp>
          <p:nvSpPr>
            <p:cNvPr id="88" name="Line 45">
              <a:extLst>
                <a:ext uri="{FF2B5EF4-FFF2-40B4-BE49-F238E27FC236}">
                  <a16:creationId xmlns:a16="http://schemas.microsoft.com/office/drawing/2014/main" id="{A6FA89E1-AE3D-436A-847E-F86B449A37C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423630" y="1990109"/>
              <a:ext cx="0" cy="1103252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Line 45">
              <a:extLst>
                <a:ext uri="{FF2B5EF4-FFF2-40B4-BE49-F238E27FC236}">
                  <a16:creationId xmlns:a16="http://schemas.microsoft.com/office/drawing/2014/main" id="{BE13DB3B-E276-420D-94C0-060D303ECCE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628415" y="2373387"/>
              <a:ext cx="0" cy="729241"/>
            </a:xfrm>
            <a:prstGeom prst="line">
              <a:avLst/>
            </a:prstGeom>
            <a:noFill/>
            <a:ln w="19050" cap="sq">
              <a:solidFill>
                <a:srgbClr val="D60093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0" name="Line 45">
              <a:extLst>
                <a:ext uri="{FF2B5EF4-FFF2-40B4-BE49-F238E27FC236}">
                  <a16:creationId xmlns:a16="http://schemas.microsoft.com/office/drawing/2014/main" id="{202D27DB-B599-451C-B707-0A11D23459A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6523650" y="3398907"/>
              <a:ext cx="0" cy="178873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" name="Rectangle 36">
              <a:extLst>
                <a:ext uri="{FF2B5EF4-FFF2-40B4-BE49-F238E27FC236}">
                  <a16:creationId xmlns:a16="http://schemas.microsoft.com/office/drawing/2014/main" id="{EC1D7B18-C696-40C5-8504-8B33E3905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632" y="3102629"/>
              <a:ext cx="404122" cy="283966"/>
            </a:xfrm>
            <a:prstGeom prst="rect">
              <a:avLst/>
            </a:prstGeom>
            <a:solidFill>
              <a:srgbClr val="0099FF"/>
            </a:solidFill>
            <a:ln w="19050" cap="sq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hangingPunct="1">
                <a:buFont typeface="Wingdings" panose="05000000000000000000" pitchFamily="2" charset="2"/>
                <a:buNone/>
              </a:pPr>
              <a:r>
                <a:rPr lang="en-US" altLang="zh-CN" sz="1800" dirty="0">
                  <a:solidFill>
                    <a:schemeClr val="bg1"/>
                  </a:solidFill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&amp;</a:t>
              </a:r>
            </a:p>
          </p:txBody>
        </p:sp>
      </p:grpSp>
      <p:grpSp>
        <p:nvGrpSpPr>
          <p:cNvPr id="92" name="组合 91">
            <a:extLst>
              <a:ext uri="{FF2B5EF4-FFF2-40B4-BE49-F238E27FC236}">
                <a16:creationId xmlns:a16="http://schemas.microsoft.com/office/drawing/2014/main" id="{F394A923-DA37-46B7-8FE1-3892E272813E}"/>
              </a:ext>
            </a:extLst>
          </p:cNvPr>
          <p:cNvGrpSpPr/>
          <p:nvPr/>
        </p:nvGrpSpPr>
        <p:grpSpPr>
          <a:xfrm>
            <a:off x="8701828" y="3030401"/>
            <a:ext cx="404122" cy="478593"/>
            <a:chOff x="10648360" y="3123651"/>
            <a:chExt cx="404122" cy="478593"/>
          </a:xfrm>
        </p:grpSpPr>
        <p:sp>
          <p:nvSpPr>
            <p:cNvPr id="93" name="Rectangle 36">
              <a:extLst>
                <a:ext uri="{FF2B5EF4-FFF2-40B4-BE49-F238E27FC236}">
                  <a16:creationId xmlns:a16="http://schemas.microsoft.com/office/drawing/2014/main" id="{2A0DC8F9-E548-4BFC-B0CC-50A6F7855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8360" y="3123651"/>
              <a:ext cx="404122" cy="283966"/>
            </a:xfrm>
            <a:prstGeom prst="rect">
              <a:avLst/>
            </a:prstGeom>
            <a:solidFill>
              <a:srgbClr val="0099FF"/>
            </a:solidFill>
            <a:ln w="19050" cap="sq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hangingPunct="1">
                <a:buFont typeface="Wingdings" panose="05000000000000000000" pitchFamily="2" charset="2"/>
                <a:buNone/>
              </a:pPr>
              <a:r>
                <a:rPr lang="en-US" altLang="zh-CN" sz="1800" dirty="0">
                  <a:solidFill>
                    <a:schemeClr val="bg1"/>
                  </a:solidFill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&amp;</a:t>
              </a:r>
            </a:p>
          </p:txBody>
        </p:sp>
        <p:sp>
          <p:nvSpPr>
            <p:cNvPr id="94" name="Line 45">
              <a:extLst>
                <a:ext uri="{FF2B5EF4-FFF2-40B4-BE49-F238E27FC236}">
                  <a16:creationId xmlns:a16="http://schemas.microsoft.com/office/drawing/2014/main" id="{BACA04BE-27F9-4B8D-93EA-E6E472287CB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10858438" y="3416163"/>
              <a:ext cx="0" cy="186081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5" name="组合 94">
            <a:extLst>
              <a:ext uri="{FF2B5EF4-FFF2-40B4-BE49-F238E27FC236}">
                <a16:creationId xmlns:a16="http://schemas.microsoft.com/office/drawing/2014/main" id="{A04F708D-4100-4267-8163-D23A123C312E}"/>
              </a:ext>
            </a:extLst>
          </p:cNvPr>
          <p:cNvGrpSpPr/>
          <p:nvPr/>
        </p:nvGrpSpPr>
        <p:grpSpPr>
          <a:xfrm>
            <a:off x="7661756" y="2811120"/>
            <a:ext cx="1139388" cy="210013"/>
            <a:chOff x="6427242" y="2895661"/>
            <a:chExt cx="1139388" cy="210013"/>
          </a:xfrm>
        </p:grpSpPr>
        <p:sp>
          <p:nvSpPr>
            <p:cNvPr id="96" name="Line 45">
              <a:extLst>
                <a:ext uri="{FF2B5EF4-FFF2-40B4-BE49-F238E27FC236}">
                  <a16:creationId xmlns:a16="http://schemas.microsoft.com/office/drawing/2014/main" id="{612B190B-6D5D-4508-A98B-15F85044AF2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7566630" y="2908299"/>
              <a:ext cx="0" cy="197375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Line 45">
              <a:extLst>
                <a:ext uri="{FF2B5EF4-FFF2-40B4-BE49-F238E27FC236}">
                  <a16:creationId xmlns:a16="http://schemas.microsoft.com/office/drawing/2014/main" id="{BDB119C6-78EC-4FCC-B637-4FBD072347D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6200000" flipV="1">
              <a:off x="6996936" y="2325967"/>
              <a:ext cx="0" cy="1139388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oval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8" name="组合 97">
            <a:extLst>
              <a:ext uri="{FF2B5EF4-FFF2-40B4-BE49-F238E27FC236}">
                <a16:creationId xmlns:a16="http://schemas.microsoft.com/office/drawing/2014/main" id="{09798CC7-B479-402F-9EBA-9C842CB4741A}"/>
              </a:ext>
            </a:extLst>
          </p:cNvPr>
          <p:cNvGrpSpPr/>
          <p:nvPr/>
        </p:nvGrpSpPr>
        <p:grpSpPr>
          <a:xfrm>
            <a:off x="5293423" y="2290724"/>
            <a:ext cx="908050" cy="730967"/>
            <a:chOff x="7239955" y="2383974"/>
            <a:chExt cx="908050" cy="730967"/>
          </a:xfrm>
        </p:grpSpPr>
        <p:grpSp>
          <p:nvGrpSpPr>
            <p:cNvPr id="99" name="组合 98">
              <a:extLst>
                <a:ext uri="{FF2B5EF4-FFF2-40B4-BE49-F238E27FC236}">
                  <a16:creationId xmlns:a16="http://schemas.microsoft.com/office/drawing/2014/main" id="{C152586C-FDE8-4A83-9D0E-9411A3700E60}"/>
                </a:ext>
              </a:extLst>
            </p:cNvPr>
            <p:cNvGrpSpPr/>
            <p:nvPr/>
          </p:nvGrpSpPr>
          <p:grpSpPr>
            <a:xfrm>
              <a:off x="7685871" y="2385700"/>
              <a:ext cx="166966" cy="729241"/>
              <a:chOff x="7685871" y="2385700"/>
              <a:chExt cx="166966" cy="729241"/>
            </a:xfrm>
          </p:grpSpPr>
          <p:sp>
            <p:nvSpPr>
              <p:cNvPr id="101" name="Line 45">
                <a:extLst>
                  <a:ext uri="{FF2B5EF4-FFF2-40B4-BE49-F238E27FC236}">
                    <a16:creationId xmlns:a16="http://schemas.microsoft.com/office/drawing/2014/main" id="{68C25656-8D76-4918-A81A-206302A020E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7766298" y="2385700"/>
                <a:ext cx="0" cy="390669"/>
              </a:xfrm>
              <a:prstGeom prst="line">
                <a:avLst/>
              </a:prstGeom>
              <a:noFill/>
              <a:ln w="19050" cap="sq">
                <a:solidFill>
                  <a:srgbClr val="D60093"/>
                </a:solidFill>
                <a:miter lim="800000"/>
                <a:headEnd type="none" w="sm" len="sm"/>
                <a:tailEnd type="none" w="med" len="med"/>
              </a:ln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02" name="Group 96">
                <a:extLst>
                  <a:ext uri="{FF2B5EF4-FFF2-40B4-BE49-F238E27FC236}">
                    <a16:creationId xmlns:a16="http://schemas.microsoft.com/office/drawing/2014/main" id="{89A0219D-F4AC-4790-AD85-2E81F3B84ABA}"/>
                  </a:ext>
                </a:extLst>
              </p:cNvPr>
              <p:cNvGrpSpPr/>
              <p:nvPr/>
            </p:nvGrpSpPr>
            <p:grpSpPr>
              <a:xfrm rot="16200000" flipH="1">
                <a:off x="7663953" y="2815182"/>
                <a:ext cx="210802" cy="166966"/>
                <a:chOff x="1036660" y="5919690"/>
                <a:chExt cx="598167" cy="477271"/>
              </a:xfrm>
            </p:grpSpPr>
            <p:sp>
              <p:nvSpPr>
                <p:cNvPr id="104" name="Oval 99">
                  <a:extLst>
                    <a:ext uri="{FF2B5EF4-FFF2-40B4-BE49-F238E27FC236}">
                      <a16:creationId xmlns:a16="http://schemas.microsoft.com/office/drawing/2014/main" id="{41F4566F-461F-46BB-9E74-EB06353AEEDB}"/>
                    </a:ext>
                  </a:extLst>
                </p:cNvPr>
                <p:cNvSpPr/>
                <p:nvPr/>
              </p:nvSpPr>
              <p:spPr>
                <a:xfrm>
                  <a:off x="1477168" y="6085074"/>
                  <a:ext cx="157659" cy="154256"/>
                </a:xfrm>
                <a:prstGeom prst="ellipse">
                  <a:avLst/>
                </a:prstGeom>
                <a:solidFill>
                  <a:srgbClr val="0099FF"/>
                </a:solidFill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5" name="Triangle 100">
                  <a:extLst>
                    <a:ext uri="{FF2B5EF4-FFF2-40B4-BE49-F238E27FC236}">
                      <a16:creationId xmlns:a16="http://schemas.microsoft.com/office/drawing/2014/main" id="{033FD01E-B5D0-432B-83B3-6268F229DE35}"/>
                    </a:ext>
                  </a:extLst>
                </p:cNvPr>
                <p:cNvSpPr/>
                <p:nvPr/>
              </p:nvSpPr>
              <p:spPr>
                <a:xfrm rot="5400000">
                  <a:off x="1003745" y="5952605"/>
                  <a:ext cx="477271" cy="411441"/>
                </a:xfrm>
                <a:prstGeom prst="triangle">
                  <a:avLst/>
                </a:prstGeom>
                <a:solidFill>
                  <a:srgbClr val="0099FF"/>
                </a:solidFill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03" name="Line 45">
                <a:extLst>
                  <a:ext uri="{FF2B5EF4-FFF2-40B4-BE49-F238E27FC236}">
                    <a16:creationId xmlns:a16="http://schemas.microsoft.com/office/drawing/2014/main" id="{9B247075-3D02-4767-8AE5-E4F3FEF1586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7770196" y="3004066"/>
                <a:ext cx="0" cy="110875"/>
              </a:xfrm>
              <a:prstGeom prst="line">
                <a:avLst/>
              </a:prstGeom>
              <a:noFill/>
              <a:ln w="19050" cap="sq">
                <a:solidFill>
                  <a:schemeClr val="tx1"/>
                </a:solidFill>
                <a:miter lim="800000"/>
                <a:headEnd type="none" w="sm" len="sm"/>
                <a:tailEnd type="none" w="med" len="med"/>
              </a:ln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00" name="Rectangle 14">
              <a:extLst>
                <a:ext uri="{FF2B5EF4-FFF2-40B4-BE49-F238E27FC236}">
                  <a16:creationId xmlns:a16="http://schemas.microsoft.com/office/drawing/2014/main" id="{4282264C-1F3D-4DEA-B647-1D6675E14DA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39955" y="2383974"/>
              <a:ext cx="908050" cy="4508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dirty="0">
                  <a:solidFill>
                    <a:srgbClr val="D60093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r>
                <a:rPr lang="en-US" altLang="zh-CN" baseline="-25000" dirty="0">
                  <a:solidFill>
                    <a:srgbClr val="D60093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</a:t>
              </a:r>
              <a:endParaRPr lang="en-US" altLang="zh-CN" b="1" dirty="0">
                <a:solidFill>
                  <a:srgbClr val="D60093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6" name="组合 105">
            <a:extLst>
              <a:ext uri="{FF2B5EF4-FFF2-40B4-BE49-F238E27FC236}">
                <a16:creationId xmlns:a16="http://schemas.microsoft.com/office/drawing/2014/main" id="{8DBBF0DE-2837-4E2E-81D9-50712DED39E5}"/>
              </a:ext>
            </a:extLst>
          </p:cNvPr>
          <p:cNvGrpSpPr/>
          <p:nvPr/>
        </p:nvGrpSpPr>
        <p:grpSpPr>
          <a:xfrm>
            <a:off x="8120447" y="2301159"/>
            <a:ext cx="966427" cy="729241"/>
            <a:chOff x="10066979" y="2394409"/>
            <a:chExt cx="966427" cy="729241"/>
          </a:xfrm>
        </p:grpSpPr>
        <p:grpSp>
          <p:nvGrpSpPr>
            <p:cNvPr id="107" name="组合 106">
              <a:extLst>
                <a:ext uri="{FF2B5EF4-FFF2-40B4-BE49-F238E27FC236}">
                  <a16:creationId xmlns:a16="http://schemas.microsoft.com/office/drawing/2014/main" id="{975386CB-31A2-42C5-BD28-FF40EB306501}"/>
                </a:ext>
              </a:extLst>
            </p:cNvPr>
            <p:cNvGrpSpPr/>
            <p:nvPr/>
          </p:nvGrpSpPr>
          <p:grpSpPr>
            <a:xfrm>
              <a:off x="10866440" y="2394409"/>
              <a:ext cx="166966" cy="729241"/>
              <a:chOff x="7685394" y="2385700"/>
              <a:chExt cx="166966" cy="729241"/>
            </a:xfrm>
          </p:grpSpPr>
          <p:sp>
            <p:nvSpPr>
              <p:cNvPr id="109" name="Line 45">
                <a:extLst>
                  <a:ext uri="{FF2B5EF4-FFF2-40B4-BE49-F238E27FC236}">
                    <a16:creationId xmlns:a16="http://schemas.microsoft.com/office/drawing/2014/main" id="{A024F99A-9270-4485-ACF9-277A1B22012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7768203" y="2385700"/>
                <a:ext cx="0" cy="390669"/>
              </a:xfrm>
              <a:prstGeom prst="line">
                <a:avLst/>
              </a:prstGeom>
              <a:noFill/>
              <a:ln w="19050" cap="sq">
                <a:solidFill>
                  <a:srgbClr val="D60093"/>
                </a:solidFill>
                <a:miter lim="800000"/>
                <a:headEnd type="none" w="sm" len="sm"/>
                <a:tailEnd type="none" w="med" len="med"/>
              </a:ln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0" name="Group 96">
                <a:extLst>
                  <a:ext uri="{FF2B5EF4-FFF2-40B4-BE49-F238E27FC236}">
                    <a16:creationId xmlns:a16="http://schemas.microsoft.com/office/drawing/2014/main" id="{3C893D55-E19F-4C80-AE71-C7208AEC4127}"/>
                  </a:ext>
                </a:extLst>
              </p:cNvPr>
              <p:cNvGrpSpPr/>
              <p:nvPr/>
            </p:nvGrpSpPr>
            <p:grpSpPr>
              <a:xfrm rot="16200000" flipH="1">
                <a:off x="7663476" y="2815182"/>
                <a:ext cx="210801" cy="166966"/>
                <a:chOff x="1036661" y="5918326"/>
                <a:chExt cx="598164" cy="477271"/>
              </a:xfrm>
            </p:grpSpPr>
            <p:sp>
              <p:nvSpPr>
                <p:cNvPr id="112" name="Oval 99">
                  <a:extLst>
                    <a:ext uri="{FF2B5EF4-FFF2-40B4-BE49-F238E27FC236}">
                      <a16:creationId xmlns:a16="http://schemas.microsoft.com/office/drawing/2014/main" id="{9EBB674C-6333-4541-9A67-8605A692C015}"/>
                    </a:ext>
                  </a:extLst>
                </p:cNvPr>
                <p:cNvSpPr/>
                <p:nvPr/>
              </p:nvSpPr>
              <p:spPr>
                <a:xfrm>
                  <a:off x="1477166" y="6081446"/>
                  <a:ext cx="157659" cy="154256"/>
                </a:xfrm>
                <a:prstGeom prst="ellipse">
                  <a:avLst/>
                </a:prstGeom>
                <a:solidFill>
                  <a:srgbClr val="0099FF"/>
                </a:solidFill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" name="Triangle 100">
                  <a:extLst>
                    <a:ext uri="{FF2B5EF4-FFF2-40B4-BE49-F238E27FC236}">
                      <a16:creationId xmlns:a16="http://schemas.microsoft.com/office/drawing/2014/main" id="{E51E140D-C2F9-4DB5-8CAD-CF90BD1D5FA3}"/>
                    </a:ext>
                  </a:extLst>
                </p:cNvPr>
                <p:cNvSpPr/>
                <p:nvPr/>
              </p:nvSpPr>
              <p:spPr>
                <a:xfrm rot="5400000">
                  <a:off x="1003745" y="5951242"/>
                  <a:ext cx="477271" cy="411439"/>
                </a:xfrm>
                <a:prstGeom prst="triangle">
                  <a:avLst/>
                </a:prstGeom>
                <a:solidFill>
                  <a:srgbClr val="0099FF"/>
                </a:solidFill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11" name="Line 45">
                <a:extLst>
                  <a:ext uri="{FF2B5EF4-FFF2-40B4-BE49-F238E27FC236}">
                    <a16:creationId xmlns:a16="http://schemas.microsoft.com/office/drawing/2014/main" id="{1F598B6D-74C7-4F67-9F0F-09587119473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7769402" y="3004066"/>
                <a:ext cx="0" cy="110875"/>
              </a:xfrm>
              <a:prstGeom prst="line">
                <a:avLst/>
              </a:prstGeom>
              <a:noFill/>
              <a:ln w="19050" cap="sq">
                <a:solidFill>
                  <a:schemeClr val="tx1"/>
                </a:solidFill>
                <a:miter lim="800000"/>
                <a:headEnd type="none" w="sm" len="sm"/>
                <a:tailEnd type="none" w="med" len="med"/>
              </a:ln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08" name="Rectangle 14">
              <a:extLst>
                <a:ext uri="{FF2B5EF4-FFF2-40B4-BE49-F238E27FC236}">
                  <a16:creationId xmlns:a16="http://schemas.microsoft.com/office/drawing/2014/main" id="{68D067A7-12FB-4D69-894C-2AF78BB555D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6979" y="2433016"/>
              <a:ext cx="908050" cy="4508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dirty="0">
                  <a:solidFill>
                    <a:srgbClr val="D60093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r>
                <a:rPr lang="en-US" altLang="zh-CN" baseline="-25000" dirty="0">
                  <a:solidFill>
                    <a:srgbClr val="D60093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</a:t>
              </a:r>
              <a:endParaRPr lang="en-US" altLang="zh-CN" b="1" dirty="0">
                <a:solidFill>
                  <a:srgbClr val="D60093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4" name="组合 113">
            <a:extLst>
              <a:ext uri="{FF2B5EF4-FFF2-40B4-BE49-F238E27FC236}">
                <a16:creationId xmlns:a16="http://schemas.microsoft.com/office/drawing/2014/main" id="{EFB7E97B-F6C4-4804-9F3D-A107E5B0D181}"/>
              </a:ext>
            </a:extLst>
          </p:cNvPr>
          <p:cNvGrpSpPr/>
          <p:nvPr/>
        </p:nvGrpSpPr>
        <p:grpSpPr>
          <a:xfrm>
            <a:off x="3254397" y="2233938"/>
            <a:ext cx="4118010" cy="468963"/>
            <a:chOff x="5200929" y="2327188"/>
            <a:chExt cx="4118010" cy="468963"/>
          </a:xfrm>
        </p:grpSpPr>
        <p:sp>
          <p:nvSpPr>
            <p:cNvPr id="115" name="Rectangle 14">
              <a:extLst>
                <a:ext uri="{FF2B5EF4-FFF2-40B4-BE49-F238E27FC236}">
                  <a16:creationId xmlns:a16="http://schemas.microsoft.com/office/drawing/2014/main" id="{DB4C6555-952A-495B-B0AE-12F68F881B0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0929" y="2327188"/>
              <a:ext cx="908050" cy="4508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b="1" dirty="0">
                  <a:solidFill>
                    <a:srgbClr val="D60093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r>
                <a:rPr lang="en-US" altLang="zh-CN" b="1" baseline="-25000" dirty="0">
                  <a:solidFill>
                    <a:srgbClr val="D60093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11-0</a:t>
              </a:r>
              <a:endParaRPr lang="en-US" altLang="zh-CN" b="1" dirty="0">
                <a:solidFill>
                  <a:srgbClr val="D60093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" name="Rectangle 14">
              <a:extLst>
                <a:ext uri="{FF2B5EF4-FFF2-40B4-BE49-F238E27FC236}">
                  <a16:creationId xmlns:a16="http://schemas.microsoft.com/office/drawing/2014/main" id="{D45BA8DE-3348-45EB-85AE-67A77CB314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410889" y="2345301"/>
              <a:ext cx="908050" cy="4508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700" tIns="12700" rIns="12700" bIns="12700"/>
            <a:lstStyle/>
            <a:p>
              <a:pPr algn="r"/>
              <a:r>
                <a:rPr lang="en-US" altLang="zh-CN" b="1" dirty="0">
                  <a:solidFill>
                    <a:srgbClr val="D60093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r>
                <a:rPr lang="en-US" altLang="zh-CN" b="1" baseline="-25000" dirty="0">
                  <a:solidFill>
                    <a:srgbClr val="D60093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11-0</a:t>
              </a:r>
              <a:endParaRPr lang="en-US" altLang="zh-CN" b="1" dirty="0">
                <a:solidFill>
                  <a:srgbClr val="D60093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7" name="组合 116">
            <a:extLst>
              <a:ext uri="{FF2B5EF4-FFF2-40B4-BE49-F238E27FC236}">
                <a16:creationId xmlns:a16="http://schemas.microsoft.com/office/drawing/2014/main" id="{5BF7E0B7-C63E-4BDF-A243-48CFEEF660DE}"/>
              </a:ext>
            </a:extLst>
          </p:cNvPr>
          <p:cNvGrpSpPr/>
          <p:nvPr/>
        </p:nvGrpSpPr>
        <p:grpSpPr>
          <a:xfrm>
            <a:off x="1104866" y="3464190"/>
            <a:ext cx="1160869" cy="1486746"/>
            <a:chOff x="7569723" y="3328852"/>
            <a:chExt cx="1160869" cy="1486746"/>
          </a:xfrm>
        </p:grpSpPr>
        <p:sp>
          <p:nvSpPr>
            <p:cNvPr id="118" name="Rectangle 8">
              <a:extLst>
                <a:ext uri="{FF2B5EF4-FFF2-40B4-BE49-F238E27FC236}">
                  <a16:creationId xmlns:a16="http://schemas.microsoft.com/office/drawing/2014/main" id="{A46F3484-3D8F-4558-A03E-3010F6D21F7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596819" y="3359908"/>
              <a:ext cx="1102341" cy="1317082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lIns="12700" tIns="12700" rIns="12700" bIns="12700"/>
            <a:lstStyle/>
            <a:p>
              <a:pPr algn="ctr">
                <a:defRPr/>
              </a:pPr>
              <a:endParaRPr lang="en-US" altLang="zh-CN" sz="20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" name="矩形 118">
              <a:extLst>
                <a:ext uri="{FF2B5EF4-FFF2-40B4-BE49-F238E27FC236}">
                  <a16:creationId xmlns:a16="http://schemas.microsoft.com/office/drawing/2014/main" id="{C24AAB89-BE0A-427B-8872-0897DB7A1C20}"/>
                </a:ext>
              </a:extLst>
            </p:cNvPr>
            <p:cNvSpPr/>
            <p:nvPr/>
          </p:nvSpPr>
          <p:spPr>
            <a:xfrm>
              <a:off x="7569723" y="3328852"/>
              <a:ext cx="50366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" name="矩形 119">
              <a:extLst>
                <a:ext uri="{FF2B5EF4-FFF2-40B4-BE49-F238E27FC236}">
                  <a16:creationId xmlns:a16="http://schemas.microsoft.com/office/drawing/2014/main" id="{B8C0B829-5A19-4FF3-B4EF-6516786FFFE0}"/>
                </a:ext>
              </a:extLst>
            </p:cNvPr>
            <p:cNvSpPr/>
            <p:nvPr/>
          </p:nvSpPr>
          <p:spPr>
            <a:xfrm>
              <a:off x="7989076" y="4353933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24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" name="矩形 120">
              <a:extLst>
                <a:ext uri="{FF2B5EF4-FFF2-40B4-BE49-F238E27FC236}">
                  <a16:creationId xmlns:a16="http://schemas.microsoft.com/office/drawing/2014/main" id="{A47D67A4-F381-4D08-8280-2EE9E8705129}"/>
                </a:ext>
              </a:extLst>
            </p:cNvPr>
            <p:cNvSpPr/>
            <p:nvPr/>
          </p:nvSpPr>
          <p:spPr>
            <a:xfrm>
              <a:off x="7949326" y="3328852"/>
              <a:ext cx="332143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A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" name="矩形 121">
              <a:extLst>
                <a:ext uri="{FF2B5EF4-FFF2-40B4-BE49-F238E27FC236}">
                  <a16:creationId xmlns:a16="http://schemas.microsoft.com/office/drawing/2014/main" id="{76BC7D65-EF91-4C18-A4F0-52C4FE28BCE9}"/>
                </a:ext>
              </a:extLst>
            </p:cNvPr>
            <p:cNvSpPr/>
            <p:nvPr/>
          </p:nvSpPr>
          <p:spPr>
            <a:xfrm>
              <a:off x="8259877" y="3328852"/>
              <a:ext cx="434734" cy="461665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ctr">
                <a:defRPr/>
              </a:pPr>
              <a:r>
                <a:rPr lang="en-US" altLang="zh-CN" sz="2400" baseline="30000" dirty="0">
                  <a:solidFill>
                    <a:srgbClr val="00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</a:t>
              </a:r>
              <a:endParaRPr lang="en-US" altLang="zh-CN" sz="2400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" name="矩形 122">
              <a:extLst>
                <a:ext uri="{FF2B5EF4-FFF2-40B4-BE49-F238E27FC236}">
                  <a16:creationId xmlns:a16="http://schemas.microsoft.com/office/drawing/2014/main" id="{711249AD-550D-4981-9F98-916AE8CDC3EC}"/>
                </a:ext>
              </a:extLst>
            </p:cNvPr>
            <p:cNvSpPr/>
            <p:nvPr/>
          </p:nvSpPr>
          <p:spPr>
            <a:xfrm>
              <a:off x="7577138" y="3739362"/>
              <a:ext cx="115345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16K×8</a:t>
              </a:r>
            </a:p>
            <a:p>
              <a:pPr algn="ctr">
                <a:defRPr/>
              </a:pP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r>
                <a:rPr lang="zh-CN" altLang="en-US" sz="1600" dirty="0">
                  <a:solidFill>
                    <a:srgbClr val="0033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rPr>
                <a:t>片</a:t>
              </a:r>
              <a:r>
                <a:rPr lang="en-US" altLang="zh-CN" sz="1600" dirty="0">
                  <a:solidFill>
                    <a:srgbClr val="0033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ROM</a:t>
              </a:r>
            </a:p>
          </p:txBody>
        </p:sp>
      </p:grpSp>
      <p:sp>
        <p:nvSpPr>
          <p:cNvPr id="124" name="Line 39">
            <a:extLst>
              <a:ext uri="{FF2B5EF4-FFF2-40B4-BE49-F238E27FC236}">
                <a16:creationId xmlns:a16="http://schemas.microsoft.com/office/drawing/2014/main" id="{1766D990-83F3-46CB-B600-A4E3C940AA61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1668799" y="2312830"/>
            <a:ext cx="0" cy="1183800"/>
          </a:xfrm>
          <a:prstGeom prst="line">
            <a:avLst/>
          </a:prstGeom>
          <a:noFill/>
          <a:ln w="101600" cap="sq">
            <a:solidFill>
              <a:srgbClr val="D60093"/>
            </a:solidFill>
            <a:miter lim="800000"/>
            <a:headEnd type="none" w="sm" len="sm"/>
            <a:tailEnd type="triangle" w="sm" len="sm"/>
          </a:ln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5" name="组合 124">
            <a:extLst>
              <a:ext uri="{FF2B5EF4-FFF2-40B4-BE49-F238E27FC236}">
                <a16:creationId xmlns:a16="http://schemas.microsoft.com/office/drawing/2014/main" id="{05F76CD4-6AA2-471E-ACF5-393C5F0F049D}"/>
              </a:ext>
            </a:extLst>
          </p:cNvPr>
          <p:cNvGrpSpPr/>
          <p:nvPr/>
        </p:nvGrpSpPr>
        <p:grpSpPr>
          <a:xfrm>
            <a:off x="1833115" y="1896860"/>
            <a:ext cx="1421282" cy="1594174"/>
            <a:chOff x="3779647" y="1990110"/>
            <a:chExt cx="1421282" cy="1594174"/>
          </a:xfrm>
        </p:grpSpPr>
        <p:sp>
          <p:nvSpPr>
            <p:cNvPr id="126" name="Rectangle 36">
              <a:extLst>
                <a:ext uri="{FF2B5EF4-FFF2-40B4-BE49-F238E27FC236}">
                  <a16:creationId xmlns:a16="http://schemas.microsoft.com/office/drawing/2014/main" id="{AA87FE71-7BBE-41DE-A813-79CA84494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647" y="3084860"/>
              <a:ext cx="404122" cy="283966"/>
            </a:xfrm>
            <a:prstGeom prst="rect">
              <a:avLst/>
            </a:prstGeom>
            <a:solidFill>
              <a:srgbClr val="0099FF"/>
            </a:solidFill>
            <a:ln w="19050" cap="sq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wrap="none" anchor="ctr" anchorCtr="1"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algn="ctr">
                <a:buNone/>
              </a:pPr>
              <a:r>
                <a:rPr lang="en-US" altLang="zh-CN" sz="1800" dirty="0">
                  <a:solidFill>
                    <a:schemeClr val="bg1"/>
                  </a:solidFill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≥1</a:t>
              </a:r>
            </a:p>
          </p:txBody>
        </p:sp>
        <p:sp>
          <p:nvSpPr>
            <p:cNvPr id="127" name="Line 45">
              <a:extLst>
                <a:ext uri="{FF2B5EF4-FFF2-40B4-BE49-F238E27FC236}">
                  <a16:creationId xmlns:a16="http://schemas.microsoft.com/office/drawing/2014/main" id="{959E3404-19EB-4F3E-943E-186B12E70A5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3974384" y="3386594"/>
              <a:ext cx="0" cy="19769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none" w="med" len="med"/>
            </a:ln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28" name="组合 127">
              <a:extLst>
                <a:ext uri="{FF2B5EF4-FFF2-40B4-BE49-F238E27FC236}">
                  <a16:creationId xmlns:a16="http://schemas.microsoft.com/office/drawing/2014/main" id="{D9FA6927-DBB1-4CEB-B226-8ED8016009EA}"/>
                </a:ext>
              </a:extLst>
            </p:cNvPr>
            <p:cNvGrpSpPr/>
            <p:nvPr/>
          </p:nvGrpSpPr>
          <p:grpSpPr>
            <a:xfrm>
              <a:off x="3874112" y="1990110"/>
              <a:ext cx="1326817" cy="1094750"/>
              <a:chOff x="3874112" y="1990110"/>
              <a:chExt cx="1326817" cy="1094750"/>
            </a:xfrm>
          </p:grpSpPr>
          <p:grpSp>
            <p:nvGrpSpPr>
              <p:cNvPr id="129" name="组合 128">
                <a:extLst>
                  <a:ext uri="{FF2B5EF4-FFF2-40B4-BE49-F238E27FC236}">
                    <a16:creationId xmlns:a16="http://schemas.microsoft.com/office/drawing/2014/main" id="{16E0E03C-ACD5-4A22-86CA-C867F1BC33A3}"/>
                  </a:ext>
                </a:extLst>
              </p:cNvPr>
              <p:cNvGrpSpPr/>
              <p:nvPr/>
            </p:nvGrpSpPr>
            <p:grpSpPr>
              <a:xfrm>
                <a:off x="3874112" y="1990110"/>
                <a:ext cx="1326817" cy="1094750"/>
                <a:chOff x="3874112" y="1990110"/>
                <a:chExt cx="1326817" cy="1094750"/>
              </a:xfrm>
            </p:grpSpPr>
            <p:sp>
              <p:nvSpPr>
                <p:cNvPr id="131" name="Line 44">
                  <a:extLst>
                    <a:ext uri="{FF2B5EF4-FFF2-40B4-BE49-F238E27FC236}">
                      <a16:creationId xmlns:a16="http://schemas.microsoft.com/office/drawing/2014/main" id="{22D2CE3A-C2DC-4271-BFDF-72EB2786AFA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5200929" y="2008069"/>
                  <a:ext cx="0" cy="882418"/>
                </a:xfrm>
                <a:prstGeom prst="line">
                  <a:avLst/>
                </a:prstGeom>
                <a:noFill/>
                <a:ln w="19050" cap="sq">
                  <a:solidFill>
                    <a:schemeClr val="tx1"/>
                  </a:solidFill>
                  <a:miter lim="800000"/>
                  <a:headEnd type="none" w="sm" len="sm"/>
                  <a:tailEnd type="none" w="med" len="med"/>
                </a:ln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2" name="Line 46">
                  <a:extLst>
                    <a:ext uri="{FF2B5EF4-FFF2-40B4-BE49-F238E27FC236}">
                      <a16:creationId xmlns:a16="http://schemas.microsoft.com/office/drawing/2014/main" id="{CAC0EEA4-5010-4E91-AA09-2C04EB78B87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3874112" y="1990110"/>
                  <a:ext cx="0" cy="1094750"/>
                </a:xfrm>
                <a:prstGeom prst="line">
                  <a:avLst/>
                </a:prstGeom>
                <a:noFill/>
                <a:ln w="19050" cap="sq">
                  <a:solidFill>
                    <a:schemeClr val="tx1"/>
                  </a:solidFill>
                  <a:miter lim="800000"/>
                  <a:headEnd type="none" w="sm" len="sm"/>
                  <a:tailEnd type="none" w="med" len="med"/>
                </a:ln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3" name="Line 44">
                  <a:extLst>
                    <a:ext uri="{FF2B5EF4-FFF2-40B4-BE49-F238E27FC236}">
                      <a16:creationId xmlns:a16="http://schemas.microsoft.com/office/drawing/2014/main" id="{B585CA83-BAF9-48A1-911D-41ED12C5840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4082200" y="2899375"/>
                  <a:ext cx="0" cy="185485"/>
                </a:xfrm>
                <a:prstGeom prst="line">
                  <a:avLst/>
                </a:prstGeom>
                <a:noFill/>
                <a:ln w="19050" cap="sq">
                  <a:solidFill>
                    <a:schemeClr val="tx1"/>
                  </a:solidFill>
                  <a:miter lim="800000"/>
                  <a:headEnd type="none" w="sm" len="sm"/>
                  <a:tailEnd type="none" w="med" len="med"/>
                </a:ln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30" name="Line 45">
                <a:extLst>
                  <a:ext uri="{FF2B5EF4-FFF2-40B4-BE49-F238E27FC236}">
                    <a16:creationId xmlns:a16="http://schemas.microsoft.com/office/drawing/2014/main" id="{3F0CD363-23A9-42ED-9955-674B5C5099A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6200000" flipV="1">
                <a:off x="4641564" y="2331123"/>
                <a:ext cx="0" cy="1118729"/>
              </a:xfrm>
              <a:prstGeom prst="line">
                <a:avLst/>
              </a:prstGeom>
              <a:noFill/>
              <a:ln w="19050" cap="sq">
                <a:solidFill>
                  <a:schemeClr val="tx1"/>
                </a:solidFill>
                <a:miter lim="800000"/>
                <a:headEnd type="none" w="sm" len="sm"/>
                <a:tailEnd type="none" w="med" len="med"/>
              </a:ln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134" name="Rectangle 14">
            <a:extLst>
              <a:ext uri="{FF2B5EF4-FFF2-40B4-BE49-F238E27FC236}">
                <a16:creationId xmlns:a16="http://schemas.microsoft.com/office/drawing/2014/main" id="{FE282BD4-5BB6-41C0-A6F3-6A0E00385F4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7378" y="2284961"/>
            <a:ext cx="908050" cy="45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2700" tIns="12700" rIns="12700" bIns="12700"/>
          <a:lstStyle/>
          <a:p>
            <a:pPr algn="r"/>
            <a:r>
              <a:rPr lang="en-US" altLang="zh-CN" b="1" dirty="0">
                <a:solidFill>
                  <a:srgbClr val="D6009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b="1" baseline="-25000" dirty="0">
                <a:solidFill>
                  <a:srgbClr val="D6009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13-0</a:t>
            </a:r>
            <a:endParaRPr lang="en-US" altLang="zh-CN" b="1" dirty="0">
              <a:solidFill>
                <a:srgbClr val="D60093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" name="矩形 135">
            <a:extLst>
              <a:ext uri="{FF2B5EF4-FFF2-40B4-BE49-F238E27FC236}">
                <a16:creationId xmlns:a16="http://schemas.microsoft.com/office/drawing/2014/main" id="{9C529708-7A12-495C-802D-1CD6C38DF98B}"/>
              </a:ext>
            </a:extLst>
          </p:cNvPr>
          <p:cNvSpPr/>
          <p:nvPr/>
        </p:nvSpPr>
        <p:spPr>
          <a:xfrm>
            <a:off x="100786" y="118988"/>
            <a:ext cx="677252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3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、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 16K×8 ROM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，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 4K×8 RAM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736748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" grpId="0" animBg="1"/>
      <p:bldP spid="134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>
            <a:extLst>
              <a:ext uri="{FF2B5EF4-FFF2-40B4-BE49-F238E27FC236}">
                <a16:creationId xmlns:a16="http://schemas.microsoft.com/office/drawing/2014/main" id="{FE55A26A-2960-4073-9B74-6A3D515F30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95288" y="0"/>
            <a:ext cx="8229600" cy="1143000"/>
          </a:xfrm>
        </p:spPr>
        <p:txBody>
          <a:bodyPr/>
          <a:lstStyle/>
          <a:p>
            <a:pPr algn="l" eaLnBrk="1" hangingPunct="1"/>
            <a:r>
              <a:rPr lang="zh-CN" altLang="en-US" dirty="0"/>
              <a:t>例</a:t>
            </a:r>
            <a:r>
              <a:rPr lang="en-US" altLang="zh-CN" dirty="0"/>
              <a:t>4.2</a:t>
            </a:r>
          </a:p>
        </p:txBody>
      </p:sp>
      <p:sp>
        <p:nvSpPr>
          <p:cNvPr id="120839" name="Rectangle 7">
            <a:extLst>
              <a:ext uri="{FF2B5EF4-FFF2-40B4-BE49-F238E27FC236}">
                <a16:creationId xmlns:a16="http://schemas.microsoft.com/office/drawing/2014/main" id="{BB09C773-3723-47AB-94F8-54BC342B6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8" y="836613"/>
            <a:ext cx="8305800" cy="532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  <a:flatTx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      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CPU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的地址总线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16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条（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A15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～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A0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，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A0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为低位），双向数据总线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8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条（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D7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～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D0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），控制总线中与主存有关的信号有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MREQ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（允许访存，低电平有效），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WR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（高电平为读命令，低电平为写命令）。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主存地址空间分配如下：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     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6000H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～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67FFH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为系统程序区，由只读存储器芯片组成；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     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6800H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～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6BFFH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为用户程序区，由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SRAM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组成。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按字节编址。现有如下存储器芯片。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     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EPROM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：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2K×8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位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, 4K×8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位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, 8K×8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位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,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      SRAM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：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1K×4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位，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4K×8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位，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8K×8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位。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      请从上述芯片中选择适当芯片设计该计算机主存储器，画出主存储器逻辑框图，注意画出选片逻辑（可选用门电路及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3:8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译码器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74LS138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）与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CPU </a:t>
            </a: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charset="0"/>
                <a:ea typeface="宋体" charset="-122"/>
                <a:cs typeface="+mn-cs"/>
              </a:rPr>
              <a:t>的连接，说明选哪些存储器芯片及选多少片。</a:t>
            </a:r>
          </a:p>
        </p:txBody>
      </p:sp>
      <p:cxnSp>
        <p:nvCxnSpPr>
          <p:cNvPr id="7" name="直接连接符 6">
            <a:extLst>
              <a:ext uri="{FF2B5EF4-FFF2-40B4-BE49-F238E27FC236}">
                <a16:creationId xmlns:a16="http://schemas.microsoft.com/office/drawing/2014/main" id="{23A9CBAE-700C-446E-87A9-21C3F64262BE}"/>
              </a:ext>
            </a:extLst>
          </p:cNvPr>
          <p:cNvCxnSpPr/>
          <p:nvPr/>
        </p:nvCxnSpPr>
        <p:spPr>
          <a:xfrm>
            <a:off x="6286500" y="1714500"/>
            <a:ext cx="357188" cy="0"/>
          </a:xfrm>
          <a:prstGeom prst="line">
            <a:avLst/>
          </a:prstGeom>
          <a:ln w="22225"/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Text Box 2">
            <a:extLst>
              <a:ext uri="{FF2B5EF4-FFF2-40B4-BE49-F238E27FC236}">
                <a16:creationId xmlns:a16="http://schemas.microsoft.com/office/drawing/2014/main" id="{3335EAC4-3C7D-4525-A511-FDE9E9EC3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96850"/>
            <a:ext cx="4343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4.2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解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: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</a:p>
        </p:txBody>
      </p:sp>
      <p:sp>
        <p:nvSpPr>
          <p:cNvPr id="70659" name="Text Box 3">
            <a:extLst>
              <a:ext uri="{FF2B5EF4-FFF2-40B4-BE49-F238E27FC236}">
                <a16:creationId xmlns:a16="http://schemas.microsoft.com/office/drawing/2014/main" id="{1488759B-DC8A-4FF9-A3FF-786B81607D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990600"/>
            <a:ext cx="7924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(1)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写出对应的二进制地址码</a:t>
            </a:r>
          </a:p>
        </p:txBody>
      </p:sp>
      <p:sp>
        <p:nvSpPr>
          <p:cNvPr id="70660" name="Text Box 4">
            <a:extLst>
              <a:ext uri="{FF2B5EF4-FFF2-40B4-BE49-F238E27FC236}">
                <a16:creationId xmlns:a16="http://schemas.microsoft.com/office/drawing/2014/main" id="{C90D9B14-171F-4ABD-94F0-BFA093A448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5791200"/>
            <a:ext cx="7924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(2)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确定芯片的数量及类型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301C5681-4C6D-4253-A198-985A98131416}"/>
              </a:ext>
            </a:extLst>
          </p:cNvPr>
          <p:cNvGrpSpPr>
            <a:grpSpLocks/>
          </p:cNvGrpSpPr>
          <p:nvPr/>
        </p:nvGrpSpPr>
        <p:grpSpPr bwMode="auto">
          <a:xfrm>
            <a:off x="457200" y="2057400"/>
            <a:ext cx="6858000" cy="579438"/>
            <a:chOff x="384" y="1296"/>
            <a:chExt cx="4320" cy="365"/>
          </a:xfrm>
        </p:grpSpPr>
        <p:sp>
          <p:nvSpPr>
            <p:cNvPr id="76845" name="Text Box 6">
              <a:extLst>
                <a:ext uri="{FF2B5EF4-FFF2-40B4-BE49-F238E27FC236}">
                  <a16:creationId xmlns:a16="http://schemas.microsoft.com/office/drawing/2014/main" id="{2C7463A3-2044-4F01-B5C2-07FB6023C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0  1  1  0</a:t>
              </a:r>
            </a:p>
          </p:txBody>
        </p:sp>
        <p:sp>
          <p:nvSpPr>
            <p:cNvPr id="76846" name="Text Box 7">
              <a:extLst>
                <a:ext uri="{FF2B5EF4-FFF2-40B4-BE49-F238E27FC236}">
                  <a16:creationId xmlns:a16="http://schemas.microsoft.com/office/drawing/2014/main" id="{B0A82FB9-DE78-4E67-9801-40046F6B2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0  0  0  0</a:t>
              </a:r>
            </a:p>
          </p:txBody>
        </p:sp>
        <p:sp>
          <p:nvSpPr>
            <p:cNvPr id="76847" name="Text Box 8">
              <a:extLst>
                <a:ext uri="{FF2B5EF4-FFF2-40B4-BE49-F238E27FC236}">
                  <a16:creationId xmlns:a16="http://schemas.microsoft.com/office/drawing/2014/main" id="{5DA829A9-9CF8-437D-BDA9-42E96E710C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0  0  0  0</a:t>
              </a:r>
            </a:p>
          </p:txBody>
        </p:sp>
        <p:sp>
          <p:nvSpPr>
            <p:cNvPr id="76848" name="Text Box 9">
              <a:extLst>
                <a:ext uri="{FF2B5EF4-FFF2-40B4-BE49-F238E27FC236}">
                  <a16:creationId xmlns:a16="http://schemas.microsoft.com/office/drawing/2014/main" id="{113401E5-CEC9-47A7-ACE5-CABC4E164E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0  0  0  0</a:t>
              </a:r>
            </a:p>
          </p:txBody>
        </p:sp>
      </p:grpSp>
      <p:sp>
        <p:nvSpPr>
          <p:cNvPr id="70666" name="Text Box 10">
            <a:extLst>
              <a:ext uri="{FF2B5EF4-FFF2-40B4-BE49-F238E27FC236}">
                <a16:creationId xmlns:a16="http://schemas.microsoft.com/office/drawing/2014/main" id="{FEC245ED-348A-48BE-98C1-152B6A4067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1676400"/>
            <a:ext cx="7848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15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14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13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12   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11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… A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A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    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   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   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     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…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</a:t>
            </a:r>
            <a:r>
              <a:rPr kumimoji="1" lang="en-US" altLang="zh-CN" sz="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grpSp>
        <p:nvGrpSpPr>
          <p:cNvPr id="3" name="Group 11">
            <a:extLst>
              <a:ext uri="{FF2B5EF4-FFF2-40B4-BE49-F238E27FC236}">
                <a16:creationId xmlns:a16="http://schemas.microsoft.com/office/drawing/2014/main" id="{DFC67B7E-6D5F-498F-B269-ED67101E1B1A}"/>
              </a:ext>
            </a:extLst>
          </p:cNvPr>
          <p:cNvGrpSpPr>
            <a:grpSpLocks/>
          </p:cNvGrpSpPr>
          <p:nvPr/>
        </p:nvGrpSpPr>
        <p:grpSpPr bwMode="auto">
          <a:xfrm>
            <a:off x="457200" y="2590800"/>
            <a:ext cx="6858000" cy="1112838"/>
            <a:chOff x="288" y="1632"/>
            <a:chExt cx="4320" cy="701"/>
          </a:xfrm>
        </p:grpSpPr>
        <p:sp>
          <p:nvSpPr>
            <p:cNvPr id="76839" name="Text Box 12">
              <a:extLst>
                <a:ext uri="{FF2B5EF4-FFF2-40B4-BE49-F238E27FC236}">
                  <a16:creationId xmlns:a16="http://schemas.microsoft.com/office/drawing/2014/main" id="{5016B134-C870-4B39-AC41-E969E026C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" y="1632"/>
              <a:ext cx="423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grpSp>
          <p:nvGrpSpPr>
            <p:cNvPr id="76840" name="Group 13">
              <a:extLst>
                <a:ext uri="{FF2B5EF4-FFF2-40B4-BE49-F238E27FC236}">
                  <a16:creationId xmlns:a16="http://schemas.microsoft.com/office/drawing/2014/main" id="{CF09874E-C4EB-4068-83AF-E88A84AEFA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" y="1968"/>
              <a:ext cx="4320" cy="365"/>
              <a:chOff x="384" y="1968"/>
              <a:chExt cx="4320" cy="365"/>
            </a:xfrm>
          </p:grpSpPr>
          <p:sp>
            <p:nvSpPr>
              <p:cNvPr id="76841" name="Text Box 14">
                <a:extLst>
                  <a:ext uri="{FF2B5EF4-FFF2-40B4-BE49-F238E27FC236}">
                    <a16:creationId xmlns:a16="http://schemas.microsoft.com/office/drawing/2014/main" id="{41D111B3-41DF-49FA-BCB4-5ACE167AFD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0  1  1  0</a:t>
                </a:r>
              </a:p>
            </p:txBody>
          </p:sp>
          <p:sp>
            <p:nvSpPr>
              <p:cNvPr id="76842" name="Text Box 15">
                <a:extLst>
                  <a:ext uri="{FF2B5EF4-FFF2-40B4-BE49-F238E27FC236}">
                    <a16:creationId xmlns:a16="http://schemas.microsoft.com/office/drawing/2014/main" id="{7390F667-EBC1-443F-83E5-EBAF08B933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0  1  1  1</a:t>
                </a:r>
              </a:p>
            </p:txBody>
          </p:sp>
          <p:sp>
            <p:nvSpPr>
              <p:cNvPr id="76843" name="Text Box 16">
                <a:extLst>
                  <a:ext uri="{FF2B5EF4-FFF2-40B4-BE49-F238E27FC236}">
                    <a16:creationId xmlns:a16="http://schemas.microsoft.com/office/drawing/2014/main" id="{6FBA7CE3-D2FE-4863-86DD-978BCF0BA5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1  1  1  1</a:t>
                </a:r>
              </a:p>
            </p:txBody>
          </p:sp>
          <p:sp>
            <p:nvSpPr>
              <p:cNvPr id="76844" name="Text Box 17">
                <a:extLst>
                  <a:ext uri="{FF2B5EF4-FFF2-40B4-BE49-F238E27FC236}">
                    <a16:creationId xmlns:a16="http://schemas.microsoft.com/office/drawing/2014/main" id="{59AC593F-3FA7-4860-8CA1-9AE780B05C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1  1  1  1</a:t>
                </a:r>
              </a:p>
            </p:txBody>
          </p:sp>
        </p:grpSp>
      </p:grpSp>
      <p:grpSp>
        <p:nvGrpSpPr>
          <p:cNvPr id="5" name="Group 18">
            <a:extLst>
              <a:ext uri="{FF2B5EF4-FFF2-40B4-BE49-F238E27FC236}">
                <a16:creationId xmlns:a16="http://schemas.microsoft.com/office/drawing/2014/main" id="{F2C5B4EF-148F-4F1D-AFB2-18205CB61318}"/>
              </a:ext>
            </a:extLst>
          </p:cNvPr>
          <p:cNvGrpSpPr>
            <a:grpSpLocks/>
          </p:cNvGrpSpPr>
          <p:nvPr/>
        </p:nvGrpSpPr>
        <p:grpSpPr bwMode="auto">
          <a:xfrm>
            <a:off x="457200" y="3763963"/>
            <a:ext cx="6858000" cy="579437"/>
            <a:chOff x="384" y="1296"/>
            <a:chExt cx="4320" cy="365"/>
          </a:xfrm>
        </p:grpSpPr>
        <p:sp>
          <p:nvSpPr>
            <p:cNvPr id="76835" name="Text Box 19">
              <a:extLst>
                <a:ext uri="{FF2B5EF4-FFF2-40B4-BE49-F238E27FC236}">
                  <a16:creationId xmlns:a16="http://schemas.microsoft.com/office/drawing/2014/main" id="{39F417AC-E22F-4359-BF2E-D0478EE997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0  1  1  0</a:t>
              </a:r>
            </a:p>
          </p:txBody>
        </p:sp>
        <p:sp>
          <p:nvSpPr>
            <p:cNvPr id="76836" name="Text Box 20">
              <a:extLst>
                <a:ext uri="{FF2B5EF4-FFF2-40B4-BE49-F238E27FC236}">
                  <a16:creationId xmlns:a16="http://schemas.microsoft.com/office/drawing/2014/main" id="{4147D3B7-6DE7-4115-84FA-A8B2C4A8E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1  0  0  0</a:t>
              </a:r>
            </a:p>
          </p:txBody>
        </p:sp>
        <p:sp>
          <p:nvSpPr>
            <p:cNvPr id="76837" name="Text Box 21">
              <a:extLst>
                <a:ext uri="{FF2B5EF4-FFF2-40B4-BE49-F238E27FC236}">
                  <a16:creationId xmlns:a16="http://schemas.microsoft.com/office/drawing/2014/main" id="{3A542F5A-D675-4B45-AFD6-C98CAC4170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0  0  0  0</a:t>
              </a:r>
            </a:p>
          </p:txBody>
        </p:sp>
        <p:sp>
          <p:nvSpPr>
            <p:cNvPr id="76838" name="Text Box 22">
              <a:extLst>
                <a:ext uri="{FF2B5EF4-FFF2-40B4-BE49-F238E27FC236}">
                  <a16:creationId xmlns:a16="http://schemas.microsoft.com/office/drawing/2014/main" id="{3F2C5D4F-6909-4ADB-8E24-FEB10FC682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0  0  0  0</a:t>
              </a:r>
            </a:p>
          </p:txBody>
        </p:sp>
      </p:grpSp>
      <p:grpSp>
        <p:nvGrpSpPr>
          <p:cNvPr id="6" name="Group 23">
            <a:extLst>
              <a:ext uri="{FF2B5EF4-FFF2-40B4-BE49-F238E27FC236}">
                <a16:creationId xmlns:a16="http://schemas.microsoft.com/office/drawing/2014/main" id="{BF32C62E-6999-4E39-B17A-03B6CB0EA341}"/>
              </a:ext>
            </a:extLst>
          </p:cNvPr>
          <p:cNvGrpSpPr>
            <a:grpSpLocks/>
          </p:cNvGrpSpPr>
          <p:nvPr/>
        </p:nvGrpSpPr>
        <p:grpSpPr bwMode="auto">
          <a:xfrm>
            <a:off x="457200" y="4267200"/>
            <a:ext cx="6858000" cy="1189038"/>
            <a:chOff x="288" y="2688"/>
            <a:chExt cx="4320" cy="749"/>
          </a:xfrm>
        </p:grpSpPr>
        <p:sp>
          <p:nvSpPr>
            <p:cNvPr id="76829" name="Text Box 24">
              <a:extLst>
                <a:ext uri="{FF2B5EF4-FFF2-40B4-BE49-F238E27FC236}">
                  <a16:creationId xmlns:a16="http://schemas.microsoft.com/office/drawing/2014/main" id="{E89B9189-5B8F-4865-840C-BD985AED8E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2688"/>
              <a:ext cx="423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grpSp>
          <p:nvGrpSpPr>
            <p:cNvPr id="76830" name="Group 25">
              <a:extLst>
                <a:ext uri="{FF2B5EF4-FFF2-40B4-BE49-F238E27FC236}">
                  <a16:creationId xmlns:a16="http://schemas.microsoft.com/office/drawing/2014/main" id="{31673F8E-6178-4A03-8ED7-D742BFC6C3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" y="3072"/>
              <a:ext cx="4320" cy="365"/>
              <a:chOff x="384" y="1968"/>
              <a:chExt cx="4320" cy="365"/>
            </a:xfrm>
          </p:grpSpPr>
          <p:sp>
            <p:nvSpPr>
              <p:cNvPr id="76831" name="Text Box 26">
                <a:extLst>
                  <a:ext uri="{FF2B5EF4-FFF2-40B4-BE49-F238E27FC236}">
                    <a16:creationId xmlns:a16="http://schemas.microsoft.com/office/drawing/2014/main" id="{74EA9F4F-82CD-42A4-9406-B83E8371C7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0  1  1  0</a:t>
                </a:r>
              </a:p>
            </p:txBody>
          </p:sp>
          <p:sp>
            <p:nvSpPr>
              <p:cNvPr id="76832" name="Text Box 27">
                <a:extLst>
                  <a:ext uri="{FF2B5EF4-FFF2-40B4-BE49-F238E27FC236}">
                    <a16:creationId xmlns:a16="http://schemas.microsoft.com/office/drawing/2014/main" id="{01A649CC-04F3-494E-948C-61DBCC9F07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1  0  1  1</a:t>
                </a:r>
              </a:p>
            </p:txBody>
          </p:sp>
          <p:sp>
            <p:nvSpPr>
              <p:cNvPr id="76833" name="Text Box 28">
                <a:extLst>
                  <a:ext uri="{FF2B5EF4-FFF2-40B4-BE49-F238E27FC236}">
                    <a16:creationId xmlns:a16="http://schemas.microsoft.com/office/drawing/2014/main" id="{F2245911-5227-4680-B073-E1B489A8DB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1  1  1  1</a:t>
                </a:r>
              </a:p>
            </p:txBody>
          </p:sp>
          <p:sp>
            <p:nvSpPr>
              <p:cNvPr id="76834" name="Text Box 29">
                <a:extLst>
                  <a:ext uri="{FF2B5EF4-FFF2-40B4-BE49-F238E27FC236}">
                    <a16:creationId xmlns:a16="http://schemas.microsoft.com/office/drawing/2014/main" id="{9D321248-91A2-4A5D-970C-F26ACAE2C2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1  1  1  1</a:t>
                </a:r>
              </a:p>
            </p:txBody>
          </p:sp>
        </p:grpSp>
      </p:grpSp>
      <p:grpSp>
        <p:nvGrpSpPr>
          <p:cNvPr id="8" name="Group 30">
            <a:extLst>
              <a:ext uri="{FF2B5EF4-FFF2-40B4-BE49-F238E27FC236}">
                <a16:creationId xmlns:a16="http://schemas.microsoft.com/office/drawing/2014/main" id="{2361A892-F70A-4131-9020-0030B9796D56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2286000"/>
            <a:ext cx="2514600" cy="1219200"/>
            <a:chOff x="4512" y="1440"/>
            <a:chExt cx="1584" cy="768"/>
          </a:xfrm>
        </p:grpSpPr>
        <p:sp>
          <p:nvSpPr>
            <p:cNvPr id="76827" name="AutoShape 31">
              <a:extLst>
                <a:ext uri="{FF2B5EF4-FFF2-40B4-BE49-F238E27FC236}">
                  <a16:creationId xmlns:a16="http://schemas.microsoft.com/office/drawing/2014/main" id="{AFC6CEAA-F943-4D2B-9CAF-7599DF5E5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440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8" name="Text Box 32">
              <a:extLst>
                <a:ext uri="{FF2B5EF4-FFF2-40B4-BE49-F238E27FC236}">
                  <a16:creationId xmlns:a16="http://schemas.microsoft.com/office/drawing/2014/main" id="{29578623-9ABB-40F7-B559-957AC19546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2" y="1795"/>
              <a:ext cx="13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2K</a:t>
              </a: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×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8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位</a:t>
              </a:r>
            </a:p>
          </p:txBody>
        </p:sp>
      </p:grpSp>
      <p:grpSp>
        <p:nvGrpSpPr>
          <p:cNvPr id="9" name="Group 33">
            <a:extLst>
              <a:ext uri="{FF2B5EF4-FFF2-40B4-BE49-F238E27FC236}">
                <a16:creationId xmlns:a16="http://schemas.microsoft.com/office/drawing/2014/main" id="{21F2F894-378E-4D81-8401-D518D8C514AE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4038600"/>
            <a:ext cx="2514600" cy="1219200"/>
            <a:chOff x="4512" y="2544"/>
            <a:chExt cx="1584" cy="768"/>
          </a:xfrm>
        </p:grpSpPr>
        <p:sp>
          <p:nvSpPr>
            <p:cNvPr id="76825" name="Text Box 34">
              <a:extLst>
                <a:ext uri="{FF2B5EF4-FFF2-40B4-BE49-F238E27FC236}">
                  <a16:creationId xmlns:a16="http://schemas.microsoft.com/office/drawing/2014/main" id="{4EFB02FC-E42D-4EAD-BA1C-34D99E51F5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2" y="2544"/>
              <a:ext cx="13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1K</a:t>
              </a: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×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8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位</a:t>
              </a:r>
            </a:p>
          </p:txBody>
        </p:sp>
        <p:sp>
          <p:nvSpPr>
            <p:cNvPr id="76826" name="AutoShape 35">
              <a:extLst>
                <a:ext uri="{FF2B5EF4-FFF2-40B4-BE49-F238E27FC236}">
                  <a16:creationId xmlns:a16="http://schemas.microsoft.com/office/drawing/2014/main" id="{DAFD804A-24DF-4EB5-95CC-E84F4D5C8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544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76812" name="Text Box 36">
            <a:extLst>
              <a:ext uri="{FF2B5EF4-FFF2-40B4-BE49-F238E27FC236}">
                <a16:creationId xmlns:a16="http://schemas.microsoft.com/office/drawing/2014/main" id="{69F420E5-24EC-42E2-A597-FB16444EB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4125" y="6011863"/>
            <a:ext cx="15398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zh-CN" sz="3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0" name="Group 37">
            <a:extLst>
              <a:ext uri="{FF2B5EF4-FFF2-40B4-BE49-F238E27FC236}">
                <a16:creationId xmlns:a16="http://schemas.microsoft.com/office/drawing/2014/main" id="{100B58DB-86C5-47AC-A31B-BB2416FE4BD2}"/>
              </a:ext>
            </a:extLst>
          </p:cNvPr>
          <p:cNvGrpSpPr>
            <a:grpSpLocks/>
          </p:cNvGrpSpPr>
          <p:nvPr/>
        </p:nvGrpSpPr>
        <p:grpSpPr bwMode="auto">
          <a:xfrm>
            <a:off x="6545263" y="4630738"/>
            <a:ext cx="2497137" cy="1541462"/>
            <a:chOff x="4123" y="2917"/>
            <a:chExt cx="1573" cy="971"/>
          </a:xfrm>
        </p:grpSpPr>
        <p:sp>
          <p:nvSpPr>
            <p:cNvPr id="76821" name="AutoShape 38">
              <a:extLst>
                <a:ext uri="{FF2B5EF4-FFF2-40B4-BE49-F238E27FC236}">
                  <a16:creationId xmlns:a16="http://schemas.microsoft.com/office/drawing/2014/main" id="{27C2ADDA-6DB0-41AA-8008-54EDB0A2E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0" y="2917"/>
              <a:ext cx="976" cy="349"/>
            </a:xfrm>
            <a:prstGeom prst="wedgeRoundRectCallout">
              <a:avLst>
                <a:gd name="adj1" fmla="val -43750"/>
                <a:gd name="adj2" fmla="val 70000"/>
                <a:gd name="adj3" fmla="val 16667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RAM</a:t>
              </a:r>
            </a:p>
          </p:txBody>
        </p:sp>
        <p:grpSp>
          <p:nvGrpSpPr>
            <p:cNvPr id="76822" name="Group 39">
              <a:extLst>
                <a:ext uri="{FF2B5EF4-FFF2-40B4-BE49-F238E27FC236}">
                  <a16:creationId xmlns:a16="http://schemas.microsoft.com/office/drawing/2014/main" id="{31E026AB-BF2A-4B1D-A123-F58611A7DF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3" y="3511"/>
              <a:ext cx="1546" cy="377"/>
              <a:chOff x="4123" y="3511"/>
              <a:chExt cx="1546" cy="377"/>
            </a:xfrm>
          </p:grpSpPr>
          <p:sp>
            <p:nvSpPr>
              <p:cNvPr id="76823" name="AutoShape 40">
                <a:extLst>
                  <a:ext uri="{FF2B5EF4-FFF2-40B4-BE49-F238E27FC236}">
                    <a16:creationId xmlns:a16="http://schemas.microsoft.com/office/drawing/2014/main" id="{A24AD7D7-CED1-4F11-966B-6B5AE425B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552"/>
                <a:ext cx="1392" cy="336"/>
              </a:xfrm>
              <a:prstGeom prst="wedgeRoundRectCallout">
                <a:avLst>
                  <a:gd name="adj1" fmla="val -505"/>
                  <a:gd name="adj2" fmla="val -157144"/>
                  <a:gd name="adj3" fmla="val 16667"/>
                </a:avLst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6824" name="AutoShape 41">
                <a:extLst>
                  <a:ext uri="{FF2B5EF4-FFF2-40B4-BE49-F238E27FC236}">
                    <a16:creationId xmlns:a16="http://schemas.microsoft.com/office/drawing/2014/main" id="{95A234F2-F6B9-46B1-9EF9-627BE5828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3511"/>
                <a:ext cx="1546" cy="328"/>
              </a:xfrm>
              <a:prstGeom prst="wedgeRoundRectCallout">
                <a:avLst>
                  <a:gd name="adj1" fmla="val -43750"/>
                  <a:gd name="adj2" fmla="val 70000"/>
                  <a:gd name="adj3" fmla="val 16667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zh-CN" altLang="en-US" sz="2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片</a:t>
                </a:r>
                <a:r>
                  <a:rPr kumimoji="1" lang="en-US" altLang="zh-CN" sz="2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1K</a:t>
                </a:r>
                <a:r>
                  <a:rPr kumimoji="1" lang="en-US" altLang="zh-CN" sz="2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×4</a:t>
                </a:r>
                <a:r>
                  <a:rPr kumimoji="1" lang="zh-CN" altLang="en-US" sz="2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位</a:t>
                </a:r>
              </a:p>
            </p:txBody>
          </p:sp>
        </p:grpSp>
      </p:grpSp>
      <p:grpSp>
        <p:nvGrpSpPr>
          <p:cNvPr id="12" name="Group 42">
            <a:extLst>
              <a:ext uri="{FF2B5EF4-FFF2-40B4-BE49-F238E27FC236}">
                <a16:creationId xmlns:a16="http://schemas.microsoft.com/office/drawing/2014/main" id="{D94CCDF5-57DE-45FD-8E67-7988681532D7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1295400"/>
            <a:ext cx="2057400" cy="1585913"/>
            <a:chOff x="4416" y="816"/>
            <a:chExt cx="1296" cy="999"/>
          </a:xfrm>
        </p:grpSpPr>
        <p:sp>
          <p:nvSpPr>
            <p:cNvPr id="76817" name="Text Box 43">
              <a:extLst>
                <a:ext uri="{FF2B5EF4-FFF2-40B4-BE49-F238E27FC236}">
                  <a16:creationId xmlns:a16="http://schemas.microsoft.com/office/drawing/2014/main" id="{4F7CE380-BEE5-4869-8233-C5626C146E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2" y="1488"/>
              <a:ext cx="9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ROM</a:t>
              </a:r>
            </a:p>
          </p:txBody>
        </p:sp>
        <p:grpSp>
          <p:nvGrpSpPr>
            <p:cNvPr id="76818" name="Group 44">
              <a:extLst>
                <a:ext uri="{FF2B5EF4-FFF2-40B4-BE49-F238E27FC236}">
                  <a16:creationId xmlns:a16="http://schemas.microsoft.com/office/drawing/2014/main" id="{18ADBFA7-898A-4D31-8E2D-5D42C8E624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16" y="816"/>
              <a:ext cx="1296" cy="384"/>
              <a:chOff x="4416" y="816"/>
              <a:chExt cx="1296" cy="384"/>
            </a:xfrm>
          </p:grpSpPr>
          <p:sp>
            <p:nvSpPr>
              <p:cNvPr id="76819" name="AutoShape 45">
                <a:extLst>
                  <a:ext uri="{FF2B5EF4-FFF2-40B4-BE49-F238E27FC236}">
                    <a16:creationId xmlns:a16="http://schemas.microsoft.com/office/drawing/2014/main" id="{EAEF9983-CF2B-4364-9C89-5F7E3F767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816"/>
                <a:ext cx="1296" cy="384"/>
              </a:xfrm>
              <a:prstGeom prst="wedgeRoundRectCallout">
                <a:avLst>
                  <a:gd name="adj1" fmla="val -3319"/>
                  <a:gd name="adj2" fmla="val 141926"/>
                  <a:gd name="adj3" fmla="val 16667"/>
                </a:avLst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6820" name="Text Box 46">
                <a:extLst>
                  <a:ext uri="{FF2B5EF4-FFF2-40B4-BE49-F238E27FC236}">
                    <a16:creationId xmlns:a16="http://schemas.microsoft.com/office/drawing/2014/main" id="{D0D1A1B5-6C73-441A-A362-339C170C4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16" y="816"/>
                <a:ext cx="1296" cy="3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zh-CN" altLang="en-US" sz="2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片 </a:t>
                </a:r>
                <a:r>
                  <a:rPr kumimoji="1" lang="en-US" altLang="zh-CN" sz="2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2K</a:t>
                </a:r>
                <a:r>
                  <a:rPr kumimoji="1" lang="en-US" altLang="zh-CN" sz="2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×8</a:t>
                </a:r>
                <a:r>
                  <a:rPr kumimoji="1" lang="zh-CN" altLang="en-US" sz="2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位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0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0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0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659" grpId="0" autoUpdateAnimBg="0"/>
      <p:bldP spid="70660" grpId="0" autoUpdateAnimBg="0"/>
      <p:bldP spid="70666" grpId="0" autoUpdateAnimBg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Text Box 2">
            <a:extLst>
              <a:ext uri="{FF2B5EF4-FFF2-40B4-BE49-F238E27FC236}">
                <a16:creationId xmlns:a16="http://schemas.microsoft.com/office/drawing/2014/main" id="{19E6E5C4-E62B-4637-9B37-546482993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304800"/>
            <a:ext cx="7924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(3)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分配地址线</a:t>
            </a:r>
          </a:p>
        </p:txBody>
      </p:sp>
      <p:sp>
        <p:nvSpPr>
          <p:cNvPr id="71683" name="Text Box 3">
            <a:extLst>
              <a:ext uri="{FF2B5EF4-FFF2-40B4-BE49-F238E27FC236}">
                <a16:creationId xmlns:a16="http://schemas.microsoft.com/office/drawing/2014/main" id="{6BF24337-3A19-4A44-9903-C69195B910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4953000"/>
            <a:ext cx="61722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6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10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~ A</a:t>
            </a:r>
            <a:r>
              <a:rPr kumimoji="1" lang="en-US" altLang="zh-CN" sz="26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 </a:t>
            </a:r>
            <a:r>
              <a:rPr kumimoji="1" lang="zh-CN" altLang="en-US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接 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2K</a:t>
            </a:r>
            <a:r>
              <a:rPr kumimoji="1" lang="en-US" altLang="zh-CN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8</a:t>
            </a:r>
            <a:r>
              <a:rPr kumimoji="1" lang="zh-CN" altLang="en-US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 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ROM </a:t>
            </a:r>
            <a:r>
              <a:rPr kumimoji="1" lang="zh-CN" altLang="en-US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的地址线</a:t>
            </a:r>
          </a:p>
        </p:txBody>
      </p:sp>
      <p:sp>
        <p:nvSpPr>
          <p:cNvPr id="71684" name="Text Box 4">
            <a:extLst>
              <a:ext uri="{FF2B5EF4-FFF2-40B4-BE49-F238E27FC236}">
                <a16:creationId xmlns:a16="http://schemas.microsoft.com/office/drawing/2014/main" id="{C7E78AFB-966E-49D7-82A3-5B5A16945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5486400"/>
            <a:ext cx="62484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6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9  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~ A</a:t>
            </a:r>
            <a:r>
              <a:rPr kumimoji="1" lang="en-US" altLang="zh-CN" sz="26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 </a:t>
            </a:r>
            <a:r>
              <a:rPr kumimoji="1" lang="zh-CN" altLang="en-US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接 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1K</a:t>
            </a:r>
            <a:r>
              <a:rPr kumimoji="1" lang="en-US" altLang="zh-CN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  <a:r>
              <a:rPr kumimoji="1" lang="zh-CN" altLang="en-US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 </a:t>
            </a:r>
            <a:r>
              <a:rPr kumimoji="1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RAM </a:t>
            </a:r>
            <a:r>
              <a:rPr kumimoji="1" lang="zh-CN" altLang="en-US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的地址线</a:t>
            </a:r>
          </a:p>
        </p:txBody>
      </p:sp>
      <p:sp>
        <p:nvSpPr>
          <p:cNvPr id="71685" name="Rectangle 5">
            <a:extLst>
              <a:ext uri="{FF2B5EF4-FFF2-40B4-BE49-F238E27FC236}">
                <a16:creationId xmlns:a16="http://schemas.microsoft.com/office/drawing/2014/main" id="{6725650F-F242-448C-9AF1-E84923FF6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6049963"/>
            <a:ext cx="4089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(4)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确定片选信号</a:t>
            </a:r>
          </a:p>
        </p:txBody>
      </p:sp>
      <p:sp>
        <p:nvSpPr>
          <p:cNvPr id="71686" name="Line 6">
            <a:extLst>
              <a:ext uri="{FF2B5EF4-FFF2-40B4-BE49-F238E27FC236}">
                <a16:creationId xmlns:a16="http://schemas.microsoft.com/office/drawing/2014/main" id="{0A53F7C5-31B6-4412-BE3C-3F5B88A89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1447800"/>
            <a:ext cx="0" cy="320040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687" name="Line 7">
            <a:extLst>
              <a:ext uri="{FF2B5EF4-FFF2-40B4-BE49-F238E27FC236}">
                <a16:creationId xmlns:a16="http://schemas.microsoft.com/office/drawing/2014/main" id="{EBE74426-A6FA-4DAC-BE79-D59C08932421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5600" y="1447800"/>
            <a:ext cx="0" cy="320040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688" name="Line 8">
            <a:extLst>
              <a:ext uri="{FF2B5EF4-FFF2-40B4-BE49-F238E27FC236}">
                <a16:creationId xmlns:a16="http://schemas.microsoft.com/office/drawing/2014/main" id="{B097A986-087E-4BAB-9649-3D92AA68BBCA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1447800"/>
            <a:ext cx="0" cy="320040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" name="Group 9">
            <a:extLst>
              <a:ext uri="{FF2B5EF4-FFF2-40B4-BE49-F238E27FC236}">
                <a16:creationId xmlns:a16="http://schemas.microsoft.com/office/drawing/2014/main" id="{EC2CC72A-7263-47D0-9383-BA50D6D01397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4572000"/>
            <a:ext cx="1371600" cy="519113"/>
            <a:chOff x="720" y="2880"/>
            <a:chExt cx="864" cy="327"/>
          </a:xfrm>
        </p:grpSpPr>
        <p:sp>
          <p:nvSpPr>
            <p:cNvPr id="77868" name="Text Box 10">
              <a:extLst>
                <a:ext uri="{FF2B5EF4-FFF2-40B4-BE49-F238E27FC236}">
                  <a16:creationId xmlns:a16="http://schemas.microsoft.com/office/drawing/2014/main" id="{620BD7E5-8C59-427A-A7FB-2A51B6539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2880"/>
              <a:ext cx="3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</a:p>
          </p:txBody>
        </p:sp>
        <p:sp>
          <p:nvSpPr>
            <p:cNvPr id="77869" name="Text Box 11">
              <a:extLst>
                <a:ext uri="{FF2B5EF4-FFF2-40B4-BE49-F238E27FC236}">
                  <a16:creationId xmlns:a16="http://schemas.microsoft.com/office/drawing/2014/main" id="{A55B46EB-C6BE-4281-81B7-B433F1654D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0" y="2880"/>
              <a:ext cx="3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77870" name="Text Box 12">
              <a:extLst>
                <a:ext uri="{FF2B5EF4-FFF2-40B4-BE49-F238E27FC236}">
                  <a16:creationId xmlns:a16="http://schemas.microsoft.com/office/drawing/2014/main" id="{6D0B3738-6FD6-4F23-A230-05ED781CA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2880"/>
              <a:ext cx="3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</p:grpSp>
      <p:grpSp>
        <p:nvGrpSpPr>
          <p:cNvPr id="3" name="Group 13">
            <a:extLst>
              <a:ext uri="{FF2B5EF4-FFF2-40B4-BE49-F238E27FC236}">
                <a16:creationId xmlns:a16="http://schemas.microsoft.com/office/drawing/2014/main" id="{24A3C27D-440A-4B42-BFEB-EFCED60EBB38}"/>
              </a:ext>
            </a:extLst>
          </p:cNvPr>
          <p:cNvGrpSpPr>
            <a:grpSpLocks/>
          </p:cNvGrpSpPr>
          <p:nvPr/>
        </p:nvGrpSpPr>
        <p:grpSpPr bwMode="auto">
          <a:xfrm>
            <a:off x="304800" y="990600"/>
            <a:ext cx="9296400" cy="3779838"/>
            <a:chOff x="192" y="624"/>
            <a:chExt cx="5856" cy="2381"/>
          </a:xfrm>
        </p:grpSpPr>
        <p:grpSp>
          <p:nvGrpSpPr>
            <p:cNvPr id="77837" name="Group 14">
              <a:extLst>
                <a:ext uri="{FF2B5EF4-FFF2-40B4-BE49-F238E27FC236}">
                  <a16:creationId xmlns:a16="http://schemas.microsoft.com/office/drawing/2014/main" id="{27AFDBB8-D41B-4F71-85E7-42A8AA068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" y="864"/>
              <a:ext cx="4320" cy="365"/>
              <a:chOff x="384" y="1296"/>
              <a:chExt cx="4320" cy="365"/>
            </a:xfrm>
          </p:grpSpPr>
          <p:sp>
            <p:nvSpPr>
              <p:cNvPr id="77864" name="Text Box 15">
                <a:extLst>
                  <a:ext uri="{FF2B5EF4-FFF2-40B4-BE49-F238E27FC236}">
                    <a16:creationId xmlns:a16="http://schemas.microsoft.com/office/drawing/2014/main" id="{6A36BA07-5B27-43A5-95A3-91A7CE7642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0  1  1  0</a:t>
                </a:r>
              </a:p>
            </p:txBody>
          </p:sp>
          <p:sp>
            <p:nvSpPr>
              <p:cNvPr id="77865" name="Text Box 16">
                <a:extLst>
                  <a:ext uri="{FF2B5EF4-FFF2-40B4-BE49-F238E27FC236}">
                    <a16:creationId xmlns:a16="http://schemas.microsoft.com/office/drawing/2014/main" id="{5EE84763-EF78-45C5-97D7-AF48FACADB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40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0  0  0  0</a:t>
                </a:r>
              </a:p>
            </p:txBody>
          </p:sp>
          <p:sp>
            <p:nvSpPr>
              <p:cNvPr id="77866" name="Text Box 17">
                <a:extLst>
                  <a:ext uri="{FF2B5EF4-FFF2-40B4-BE49-F238E27FC236}">
                    <a16:creationId xmlns:a16="http://schemas.microsoft.com/office/drawing/2014/main" id="{5EE2F7FE-1166-4C97-A620-E4EE76176D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96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0  0  0  0</a:t>
                </a:r>
              </a:p>
            </p:txBody>
          </p:sp>
          <p:sp>
            <p:nvSpPr>
              <p:cNvPr id="77867" name="Text Box 18">
                <a:extLst>
                  <a:ext uri="{FF2B5EF4-FFF2-40B4-BE49-F238E27FC236}">
                    <a16:creationId xmlns:a16="http://schemas.microsoft.com/office/drawing/2014/main" id="{E6780458-5287-4F18-8F34-4F98AE40F7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2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0  0  0  0</a:t>
                </a:r>
              </a:p>
            </p:txBody>
          </p:sp>
        </p:grpSp>
        <p:sp>
          <p:nvSpPr>
            <p:cNvPr id="77838" name="Text Box 19">
              <a:extLst>
                <a:ext uri="{FF2B5EF4-FFF2-40B4-BE49-F238E27FC236}">
                  <a16:creationId xmlns:a16="http://schemas.microsoft.com/office/drawing/2014/main" id="{93AC2C56-5000-4493-A8AA-32B46144E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624"/>
              <a:ext cx="49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14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13 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…    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    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grpSp>
          <p:nvGrpSpPr>
            <p:cNvPr id="77839" name="Group 20">
              <a:extLst>
                <a:ext uri="{FF2B5EF4-FFF2-40B4-BE49-F238E27FC236}">
                  <a16:creationId xmlns:a16="http://schemas.microsoft.com/office/drawing/2014/main" id="{B8D67F38-EE19-4DE9-B0B8-492DFE408A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" y="1200"/>
              <a:ext cx="4320" cy="701"/>
              <a:chOff x="288" y="1632"/>
              <a:chExt cx="4320" cy="701"/>
            </a:xfrm>
          </p:grpSpPr>
          <p:sp>
            <p:nvSpPr>
              <p:cNvPr id="77858" name="Text Box 21">
                <a:extLst>
                  <a:ext uri="{FF2B5EF4-FFF2-40B4-BE49-F238E27FC236}">
                    <a16:creationId xmlns:a16="http://schemas.microsoft.com/office/drawing/2014/main" id="{CCD9AAFE-FB7E-4360-9DC2-6407D64414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7" y="1632"/>
                <a:ext cx="423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grpSp>
            <p:nvGrpSpPr>
              <p:cNvPr id="77859" name="Group 22">
                <a:extLst>
                  <a:ext uri="{FF2B5EF4-FFF2-40B4-BE49-F238E27FC236}">
                    <a16:creationId xmlns:a16="http://schemas.microsoft.com/office/drawing/2014/main" id="{6503AD8E-A187-416B-BAD4-0C8B964881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8" y="1968"/>
                <a:ext cx="4320" cy="365"/>
                <a:chOff x="384" y="1968"/>
                <a:chExt cx="4320" cy="365"/>
              </a:xfrm>
            </p:grpSpPr>
            <p:sp>
              <p:nvSpPr>
                <p:cNvPr id="77860" name="Text Box 23">
                  <a:extLst>
                    <a:ext uri="{FF2B5EF4-FFF2-40B4-BE49-F238E27FC236}">
                      <a16:creationId xmlns:a16="http://schemas.microsoft.com/office/drawing/2014/main" id="{DE220714-C514-4BDF-87AD-C5A802B7A4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4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0  1  1  0</a:t>
                  </a:r>
                </a:p>
              </p:txBody>
            </p:sp>
            <p:sp>
              <p:nvSpPr>
                <p:cNvPr id="77861" name="Text Box 24">
                  <a:extLst>
                    <a:ext uri="{FF2B5EF4-FFF2-40B4-BE49-F238E27FC236}">
                      <a16:creationId xmlns:a16="http://schemas.microsoft.com/office/drawing/2014/main" id="{A5A74102-6E7E-4258-92E4-715387DC9D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40" y="1968"/>
                  <a:ext cx="1440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0  1  1  1</a:t>
                  </a:r>
                </a:p>
              </p:txBody>
            </p:sp>
            <p:sp>
              <p:nvSpPr>
                <p:cNvPr id="77862" name="Text Box 25">
                  <a:extLst>
                    <a:ext uri="{FF2B5EF4-FFF2-40B4-BE49-F238E27FC236}">
                      <a16:creationId xmlns:a16="http://schemas.microsoft.com/office/drawing/2014/main" id="{CA5DD24D-3F09-4963-AE76-701A11D937E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96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1  1  1  1</a:t>
                  </a:r>
                </a:p>
              </p:txBody>
            </p:sp>
            <p:sp>
              <p:nvSpPr>
                <p:cNvPr id="77863" name="Text Box 26">
                  <a:extLst>
                    <a:ext uri="{FF2B5EF4-FFF2-40B4-BE49-F238E27FC236}">
                      <a16:creationId xmlns:a16="http://schemas.microsoft.com/office/drawing/2014/main" id="{21C5A794-CB21-435D-815D-B4E5327C8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52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1  1  1  1</a:t>
                  </a:r>
                </a:p>
              </p:txBody>
            </p:sp>
          </p:grpSp>
        </p:grpSp>
        <p:grpSp>
          <p:nvGrpSpPr>
            <p:cNvPr id="77840" name="Group 27">
              <a:extLst>
                <a:ext uri="{FF2B5EF4-FFF2-40B4-BE49-F238E27FC236}">
                  <a16:creationId xmlns:a16="http://schemas.microsoft.com/office/drawing/2014/main" id="{D27174D1-1913-4969-9CE3-70BC115528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" y="1939"/>
              <a:ext cx="4320" cy="365"/>
              <a:chOff x="384" y="1296"/>
              <a:chExt cx="4320" cy="365"/>
            </a:xfrm>
          </p:grpSpPr>
          <p:sp>
            <p:nvSpPr>
              <p:cNvPr id="77854" name="Text Box 28">
                <a:extLst>
                  <a:ext uri="{FF2B5EF4-FFF2-40B4-BE49-F238E27FC236}">
                    <a16:creationId xmlns:a16="http://schemas.microsoft.com/office/drawing/2014/main" id="{1C71D2AA-5B24-4071-B1DE-557F85B9B4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0  1  1  0</a:t>
                </a:r>
              </a:p>
            </p:txBody>
          </p:sp>
          <p:sp>
            <p:nvSpPr>
              <p:cNvPr id="77855" name="Text Box 29">
                <a:extLst>
                  <a:ext uri="{FF2B5EF4-FFF2-40B4-BE49-F238E27FC236}">
                    <a16:creationId xmlns:a16="http://schemas.microsoft.com/office/drawing/2014/main" id="{A5E31FF9-C74E-4D44-96B5-CB5C31FB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40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1  0  0  0</a:t>
                </a:r>
              </a:p>
            </p:txBody>
          </p:sp>
          <p:sp>
            <p:nvSpPr>
              <p:cNvPr id="77856" name="Text Box 30">
                <a:extLst>
                  <a:ext uri="{FF2B5EF4-FFF2-40B4-BE49-F238E27FC236}">
                    <a16:creationId xmlns:a16="http://schemas.microsoft.com/office/drawing/2014/main" id="{D02651FE-8333-4AAC-B5D5-01CECFC2A0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96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0  0  0  0</a:t>
                </a:r>
              </a:p>
            </p:txBody>
          </p:sp>
          <p:sp>
            <p:nvSpPr>
              <p:cNvPr id="77857" name="Text Box 31">
                <a:extLst>
                  <a:ext uri="{FF2B5EF4-FFF2-40B4-BE49-F238E27FC236}">
                    <a16:creationId xmlns:a16="http://schemas.microsoft.com/office/drawing/2014/main" id="{A4AA8D8A-23FD-43B3-A993-2D82E1507A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2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0  0  0  0</a:t>
                </a:r>
              </a:p>
            </p:txBody>
          </p:sp>
        </p:grpSp>
        <p:grpSp>
          <p:nvGrpSpPr>
            <p:cNvPr id="77841" name="Group 32">
              <a:extLst>
                <a:ext uri="{FF2B5EF4-FFF2-40B4-BE49-F238E27FC236}">
                  <a16:creationId xmlns:a16="http://schemas.microsoft.com/office/drawing/2014/main" id="{B46C2B9E-725B-4D7E-AC2E-8E3E359CA7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" y="2256"/>
              <a:ext cx="4320" cy="749"/>
              <a:chOff x="288" y="2688"/>
              <a:chExt cx="4320" cy="749"/>
            </a:xfrm>
          </p:grpSpPr>
          <p:sp>
            <p:nvSpPr>
              <p:cNvPr id="77848" name="Text Box 33">
                <a:extLst>
                  <a:ext uri="{FF2B5EF4-FFF2-40B4-BE49-F238E27FC236}">
                    <a16:creationId xmlns:a16="http://schemas.microsoft.com/office/drawing/2014/main" id="{7C0AC99D-B014-4600-8896-5E3C30E13C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" y="2688"/>
                <a:ext cx="423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grpSp>
            <p:nvGrpSpPr>
              <p:cNvPr id="77849" name="Group 34">
                <a:extLst>
                  <a:ext uri="{FF2B5EF4-FFF2-40B4-BE49-F238E27FC236}">
                    <a16:creationId xmlns:a16="http://schemas.microsoft.com/office/drawing/2014/main" id="{52C4A53D-B06D-42B2-9ABB-733223386A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8" y="3072"/>
                <a:ext cx="4320" cy="365"/>
                <a:chOff x="384" y="1968"/>
                <a:chExt cx="4320" cy="365"/>
              </a:xfrm>
            </p:grpSpPr>
            <p:sp>
              <p:nvSpPr>
                <p:cNvPr id="77850" name="Text Box 35">
                  <a:extLst>
                    <a:ext uri="{FF2B5EF4-FFF2-40B4-BE49-F238E27FC236}">
                      <a16:creationId xmlns:a16="http://schemas.microsoft.com/office/drawing/2014/main" id="{7D3D315B-C347-4696-AC5B-8D3DC93A973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4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0  1  1  0</a:t>
                  </a:r>
                </a:p>
              </p:txBody>
            </p:sp>
            <p:sp>
              <p:nvSpPr>
                <p:cNvPr id="77851" name="Text Box 36">
                  <a:extLst>
                    <a:ext uri="{FF2B5EF4-FFF2-40B4-BE49-F238E27FC236}">
                      <a16:creationId xmlns:a16="http://schemas.microsoft.com/office/drawing/2014/main" id="{F39AA0C6-08CA-424D-AE5C-0AE2E9FDC5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40" y="1968"/>
                  <a:ext cx="1440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1  0  1  1</a:t>
                  </a:r>
                </a:p>
              </p:txBody>
            </p:sp>
            <p:sp>
              <p:nvSpPr>
                <p:cNvPr id="77852" name="Text Box 37">
                  <a:extLst>
                    <a:ext uri="{FF2B5EF4-FFF2-40B4-BE49-F238E27FC236}">
                      <a16:creationId xmlns:a16="http://schemas.microsoft.com/office/drawing/2014/main" id="{AF785667-900B-4D2E-AB7B-DF87572139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96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1  1  1  1</a:t>
                  </a:r>
                </a:p>
              </p:txBody>
            </p:sp>
            <p:sp>
              <p:nvSpPr>
                <p:cNvPr id="77853" name="Text Box 38">
                  <a:extLst>
                    <a:ext uri="{FF2B5EF4-FFF2-40B4-BE49-F238E27FC236}">
                      <a16:creationId xmlns:a16="http://schemas.microsoft.com/office/drawing/2014/main" id="{D29F788F-4A1C-4B8B-B229-3FC22D666D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52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1  1  1  1</a:t>
                  </a:r>
                </a:p>
              </p:txBody>
            </p:sp>
          </p:grpSp>
        </p:grpSp>
        <p:sp>
          <p:nvSpPr>
            <p:cNvPr id="77842" name="AutoShape 39">
              <a:extLst>
                <a:ext uri="{FF2B5EF4-FFF2-40B4-BE49-F238E27FC236}">
                  <a16:creationId xmlns:a16="http://schemas.microsoft.com/office/drawing/2014/main" id="{10B2D6F7-EEFD-4737-9EC5-192142645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008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43" name="Text Box 40">
              <a:extLst>
                <a:ext uri="{FF2B5EF4-FFF2-40B4-BE49-F238E27FC236}">
                  <a16:creationId xmlns:a16="http://schemas.microsoft.com/office/drawing/2014/main" id="{755469EF-FAC5-4662-A4FC-CA9F434F3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4" y="1363"/>
              <a:ext cx="13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2K</a:t>
              </a:r>
              <a:r>
                <a:rPr kumimoji="1" lang="en-US" altLang="zh-CN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×</a:t>
              </a:r>
              <a:r>
                <a:rPr kumimoji="1" lang="en-US" altLang="zh-CN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8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位</a:t>
              </a:r>
            </a:p>
          </p:txBody>
        </p:sp>
        <p:sp>
          <p:nvSpPr>
            <p:cNvPr id="77844" name="Text Box 41">
              <a:extLst>
                <a:ext uri="{FF2B5EF4-FFF2-40B4-BE49-F238E27FC236}">
                  <a16:creationId xmlns:a16="http://schemas.microsoft.com/office/drawing/2014/main" id="{0EC63FA5-6DB6-4B3B-94F8-54E62DA8C1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4" y="1056"/>
              <a:ext cx="115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片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ROM</a:t>
              </a:r>
            </a:p>
          </p:txBody>
        </p:sp>
        <p:sp>
          <p:nvSpPr>
            <p:cNvPr id="77845" name="AutoShape 42">
              <a:extLst>
                <a:ext uri="{FF2B5EF4-FFF2-40B4-BE49-F238E27FC236}">
                  <a16:creationId xmlns:a16="http://schemas.microsoft.com/office/drawing/2014/main" id="{E1D9C214-073C-463C-84AC-F78F63380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112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46" name="Text Box 43">
              <a:extLst>
                <a:ext uri="{FF2B5EF4-FFF2-40B4-BE49-F238E27FC236}">
                  <a16:creationId xmlns:a16="http://schemas.microsoft.com/office/drawing/2014/main" id="{9B8B63C1-866C-427C-98BF-E4FEDB810E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4" y="2448"/>
              <a:ext cx="13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1K</a:t>
              </a:r>
              <a:r>
                <a:rPr kumimoji="1" lang="en-US" altLang="zh-CN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×</a:t>
              </a:r>
              <a:r>
                <a:rPr kumimoji="1" lang="en-US" altLang="zh-CN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4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位</a:t>
              </a:r>
            </a:p>
          </p:txBody>
        </p:sp>
        <p:sp>
          <p:nvSpPr>
            <p:cNvPr id="77847" name="Text Box 44">
              <a:extLst>
                <a:ext uri="{FF2B5EF4-FFF2-40B4-BE49-F238E27FC236}">
                  <a16:creationId xmlns:a16="http://schemas.microsoft.com/office/drawing/2014/main" id="{47BF944F-4232-4542-AEB8-3AA6DC3253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4" y="2121"/>
              <a:ext cx="115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2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片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RAM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2" dur="500"/>
                                        <p:tgtEl>
                                          <p:spTgt spid="71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1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2" dur="500"/>
                                        <p:tgtEl>
                                          <p:spTgt spid="71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1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1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7" dur="500"/>
                                        <p:tgtEl>
                                          <p:spTgt spid="71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83" grpId="0" autoUpdateAnimBg="0"/>
      <p:bldP spid="71684" grpId="0" autoUpdateAnimBg="0"/>
      <p:bldP spid="71685" grpId="0" autoUpdateAnimBg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Freeform 2">
            <a:extLst>
              <a:ext uri="{FF2B5EF4-FFF2-40B4-BE49-F238E27FC236}">
                <a16:creationId xmlns:a16="http://schemas.microsoft.com/office/drawing/2014/main" id="{2BC4DDEE-15A2-4998-A69F-43B75CE8E99D}"/>
              </a:ext>
            </a:extLst>
          </p:cNvPr>
          <p:cNvSpPr>
            <a:spLocks/>
          </p:cNvSpPr>
          <p:nvPr/>
        </p:nvSpPr>
        <p:spPr bwMode="auto">
          <a:xfrm>
            <a:off x="2209800" y="1809750"/>
            <a:ext cx="1062038" cy="1588"/>
          </a:xfrm>
          <a:custGeom>
            <a:avLst/>
            <a:gdLst>
              <a:gd name="T0" fmla="*/ 2147483646 w 669"/>
              <a:gd name="T1" fmla="*/ 0 h 1"/>
              <a:gd name="T2" fmla="*/ 0 w 669"/>
              <a:gd name="T3" fmla="*/ 0 h 1"/>
              <a:gd name="T4" fmla="*/ 0 60000 65536"/>
              <a:gd name="T5" fmla="*/ 0 60000 65536"/>
              <a:gd name="T6" fmla="*/ 0 w 669"/>
              <a:gd name="T7" fmla="*/ 0 h 1"/>
              <a:gd name="T8" fmla="*/ 669 w 669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69" h="1">
                <a:moveTo>
                  <a:pt x="669" y="0"/>
                </a:moveTo>
                <a:lnTo>
                  <a:pt x="0" y="0"/>
                </a:lnTo>
              </a:path>
            </a:pathLst>
          </a:custGeom>
          <a:solidFill>
            <a:srgbClr val="FFFFFF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707" name="Line 3">
            <a:extLst>
              <a:ext uri="{FF2B5EF4-FFF2-40B4-BE49-F238E27FC236}">
                <a16:creationId xmlns:a16="http://schemas.microsoft.com/office/drawing/2014/main" id="{BC7AE628-E670-4D6E-AF08-098299E74C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09800" y="1524000"/>
            <a:ext cx="1198563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F983D89A-03FF-4B45-AB43-024948D23064}"/>
              </a:ext>
            </a:extLst>
          </p:cNvPr>
          <p:cNvGrpSpPr>
            <a:grpSpLocks/>
          </p:cNvGrpSpPr>
          <p:nvPr/>
        </p:nvGrpSpPr>
        <p:grpSpPr bwMode="auto">
          <a:xfrm>
            <a:off x="247650" y="1104900"/>
            <a:ext cx="298450" cy="1247775"/>
            <a:chOff x="156" y="696"/>
            <a:chExt cx="188" cy="786"/>
          </a:xfrm>
        </p:grpSpPr>
        <p:sp>
          <p:nvSpPr>
            <p:cNvPr id="78997" name="Line 5">
              <a:extLst>
                <a:ext uri="{FF2B5EF4-FFF2-40B4-BE49-F238E27FC236}">
                  <a16:creationId xmlns:a16="http://schemas.microsoft.com/office/drawing/2014/main" id="{6C2B2F43-2CDD-49C3-B145-3F01EA561E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7" y="1467"/>
              <a:ext cx="187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98" name="Freeform 6">
              <a:extLst>
                <a:ext uri="{FF2B5EF4-FFF2-40B4-BE49-F238E27FC236}">
                  <a16:creationId xmlns:a16="http://schemas.microsoft.com/office/drawing/2014/main" id="{59224053-FBFF-4715-9FE2-E2A40C469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" y="696"/>
              <a:ext cx="1" cy="786"/>
            </a:xfrm>
            <a:custGeom>
              <a:avLst/>
              <a:gdLst>
                <a:gd name="T0" fmla="*/ 0 w 1"/>
                <a:gd name="T1" fmla="*/ 786 h 786"/>
                <a:gd name="T2" fmla="*/ 0 w 1"/>
                <a:gd name="T3" fmla="*/ 0 h 786"/>
                <a:gd name="T4" fmla="*/ 0 60000 65536"/>
                <a:gd name="T5" fmla="*/ 0 60000 65536"/>
                <a:gd name="T6" fmla="*/ 0 w 1"/>
                <a:gd name="T7" fmla="*/ 0 h 786"/>
                <a:gd name="T8" fmla="*/ 1 w 1"/>
                <a:gd name="T9" fmla="*/ 786 h 7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86">
                  <a:moveTo>
                    <a:pt x="0" y="786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" name="Group 7">
            <a:extLst>
              <a:ext uri="{FF2B5EF4-FFF2-40B4-BE49-F238E27FC236}">
                <a16:creationId xmlns:a16="http://schemas.microsoft.com/office/drawing/2014/main" id="{50F125A8-F924-4B08-9DF2-EB4397464540}"/>
              </a:ext>
            </a:extLst>
          </p:cNvPr>
          <p:cNvGrpSpPr>
            <a:grpSpLocks/>
          </p:cNvGrpSpPr>
          <p:nvPr/>
        </p:nvGrpSpPr>
        <p:grpSpPr bwMode="auto">
          <a:xfrm>
            <a:off x="236538" y="1108075"/>
            <a:ext cx="3040062" cy="990600"/>
            <a:chOff x="149" y="698"/>
            <a:chExt cx="1915" cy="624"/>
          </a:xfrm>
        </p:grpSpPr>
        <p:sp>
          <p:nvSpPr>
            <p:cNvPr id="78994" name="Freeform 8">
              <a:extLst>
                <a:ext uri="{FF2B5EF4-FFF2-40B4-BE49-F238E27FC236}">
                  <a16:creationId xmlns:a16="http://schemas.microsoft.com/office/drawing/2014/main" id="{942299BB-F362-43B3-B1DA-8F8CC0026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321"/>
              <a:ext cx="337" cy="1"/>
            </a:xfrm>
            <a:custGeom>
              <a:avLst/>
              <a:gdLst>
                <a:gd name="T0" fmla="*/ 345 w 336"/>
                <a:gd name="T1" fmla="*/ 0 h 1"/>
                <a:gd name="T2" fmla="*/ 0 w 336"/>
                <a:gd name="T3" fmla="*/ 0 h 1"/>
                <a:gd name="T4" fmla="*/ 0 60000 65536"/>
                <a:gd name="T5" fmla="*/ 0 60000 65536"/>
                <a:gd name="T6" fmla="*/ 0 w 336"/>
                <a:gd name="T7" fmla="*/ 0 h 1"/>
                <a:gd name="T8" fmla="*/ 336 w 33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36" h="1">
                  <a:moveTo>
                    <a:pt x="33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95" name="Line 9">
              <a:extLst>
                <a:ext uri="{FF2B5EF4-FFF2-40B4-BE49-F238E27FC236}">
                  <a16:creationId xmlns:a16="http://schemas.microsoft.com/office/drawing/2014/main" id="{C3A3633C-CA89-466B-8C40-CB7186F6DC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" y="698"/>
              <a:ext cx="158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96" name="Line 10">
              <a:extLst>
                <a:ext uri="{FF2B5EF4-FFF2-40B4-BE49-F238E27FC236}">
                  <a16:creationId xmlns:a16="http://schemas.microsoft.com/office/drawing/2014/main" id="{A79181A8-7641-4C41-A330-0A08DA4965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3" y="698"/>
              <a:ext cx="1" cy="6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72715" name="Line 11">
            <a:extLst>
              <a:ext uri="{FF2B5EF4-FFF2-40B4-BE49-F238E27FC236}">
                <a16:creationId xmlns:a16="http://schemas.microsoft.com/office/drawing/2014/main" id="{663AD99C-CC86-4D43-BED5-BA9AB3A2F4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09800" y="2414588"/>
            <a:ext cx="1193800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716" name="Line 12">
            <a:extLst>
              <a:ext uri="{FF2B5EF4-FFF2-40B4-BE49-F238E27FC236}">
                <a16:creationId xmlns:a16="http://schemas.microsoft.com/office/drawing/2014/main" id="{A49FD4B2-6217-414E-98DA-881C96CB5C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09800" y="2706688"/>
            <a:ext cx="1190625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717" name="Line 13">
            <a:extLst>
              <a:ext uri="{FF2B5EF4-FFF2-40B4-BE49-F238E27FC236}">
                <a16:creationId xmlns:a16="http://schemas.microsoft.com/office/drawing/2014/main" id="{E1C64A0E-7B94-4F05-8BB7-1FCE4219E1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09800" y="2970213"/>
            <a:ext cx="1190625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4" name="Group 14">
            <a:extLst>
              <a:ext uri="{FF2B5EF4-FFF2-40B4-BE49-F238E27FC236}">
                <a16:creationId xmlns:a16="http://schemas.microsoft.com/office/drawing/2014/main" id="{1D03A4C6-5E5A-45D7-98A4-6BBB24F0CD96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2133600"/>
            <a:ext cx="361950" cy="1190625"/>
            <a:chOff x="3648" y="1344"/>
            <a:chExt cx="228" cy="750"/>
          </a:xfrm>
        </p:grpSpPr>
        <p:sp>
          <p:nvSpPr>
            <p:cNvPr id="78992" name="Freeform 15">
              <a:extLst>
                <a:ext uri="{FF2B5EF4-FFF2-40B4-BE49-F238E27FC236}">
                  <a16:creationId xmlns:a16="http://schemas.microsoft.com/office/drawing/2014/main" id="{23F0A211-55D5-4A39-8B29-FFDE1C38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44"/>
              <a:ext cx="225" cy="1"/>
            </a:xfrm>
            <a:custGeom>
              <a:avLst/>
              <a:gdLst>
                <a:gd name="T0" fmla="*/ 0 w 225"/>
                <a:gd name="T1" fmla="*/ 0 h 1"/>
                <a:gd name="T2" fmla="*/ 225 w 225"/>
                <a:gd name="T3" fmla="*/ 0 h 1"/>
                <a:gd name="T4" fmla="*/ 0 60000 65536"/>
                <a:gd name="T5" fmla="*/ 0 60000 65536"/>
                <a:gd name="T6" fmla="*/ 0 w 225"/>
                <a:gd name="T7" fmla="*/ 0 h 1"/>
                <a:gd name="T8" fmla="*/ 225 w 22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5" h="1">
                  <a:moveTo>
                    <a:pt x="0" y="0"/>
                  </a:moveTo>
                  <a:lnTo>
                    <a:pt x="22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93" name="Line 16">
              <a:extLst>
                <a:ext uri="{FF2B5EF4-FFF2-40B4-BE49-F238E27FC236}">
                  <a16:creationId xmlns:a16="http://schemas.microsoft.com/office/drawing/2014/main" id="{9F862A23-15D1-4705-828E-0C7C791DE3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1344"/>
              <a:ext cx="1" cy="75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" name="Group 17">
            <a:extLst>
              <a:ext uri="{FF2B5EF4-FFF2-40B4-BE49-F238E27FC236}">
                <a16:creationId xmlns:a16="http://schemas.microsoft.com/office/drawing/2014/main" id="{07C97188-921C-4339-8CD1-05AEA5B6D60E}"/>
              </a:ext>
            </a:extLst>
          </p:cNvPr>
          <p:cNvGrpSpPr>
            <a:grpSpLocks/>
          </p:cNvGrpSpPr>
          <p:nvPr/>
        </p:nvGrpSpPr>
        <p:grpSpPr bwMode="auto">
          <a:xfrm>
            <a:off x="2806700" y="4527550"/>
            <a:ext cx="723900" cy="355600"/>
            <a:chOff x="1768" y="2852"/>
            <a:chExt cx="456" cy="224"/>
          </a:xfrm>
        </p:grpSpPr>
        <p:sp>
          <p:nvSpPr>
            <p:cNvPr id="78989" name="Line 18">
              <a:extLst>
                <a:ext uri="{FF2B5EF4-FFF2-40B4-BE49-F238E27FC236}">
                  <a16:creationId xmlns:a16="http://schemas.microsoft.com/office/drawing/2014/main" id="{083A47C7-4C26-4A6B-8518-BE58A2E208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76" y="2852"/>
              <a:ext cx="34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90" name="Line 19">
              <a:extLst>
                <a:ext uri="{FF2B5EF4-FFF2-40B4-BE49-F238E27FC236}">
                  <a16:creationId xmlns:a16="http://schemas.microsoft.com/office/drawing/2014/main" id="{098734D7-0EFD-4FC4-B111-E11917F446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6" y="2852"/>
              <a:ext cx="1" cy="2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91" name="Rectangle 20">
              <a:extLst>
                <a:ext uri="{FF2B5EF4-FFF2-40B4-BE49-F238E27FC236}">
                  <a16:creationId xmlns:a16="http://schemas.microsoft.com/office/drawing/2014/main" id="{83CFA16F-8707-4B2F-9F5B-564582C65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3057"/>
              <a:ext cx="187" cy="19"/>
            </a:xfrm>
            <a:prstGeom prst="rect">
              <a:avLst/>
            </a:prstGeom>
            <a:solidFill>
              <a:srgbClr val="000000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6" name="Group 21">
            <a:extLst>
              <a:ext uri="{FF2B5EF4-FFF2-40B4-BE49-F238E27FC236}">
                <a16:creationId xmlns:a16="http://schemas.microsoft.com/office/drawing/2014/main" id="{E8BEC390-A03A-4367-B3EE-2B4B1CE89F2C}"/>
              </a:ext>
            </a:extLst>
          </p:cNvPr>
          <p:cNvGrpSpPr>
            <a:grpSpLocks/>
          </p:cNvGrpSpPr>
          <p:nvPr/>
        </p:nvGrpSpPr>
        <p:grpSpPr bwMode="auto">
          <a:xfrm>
            <a:off x="6772275" y="1952625"/>
            <a:ext cx="314325" cy="2395538"/>
            <a:chOff x="4266" y="1230"/>
            <a:chExt cx="198" cy="1509"/>
          </a:xfrm>
        </p:grpSpPr>
        <p:sp>
          <p:nvSpPr>
            <p:cNvPr id="78987" name="Freeform 22">
              <a:extLst>
                <a:ext uri="{FF2B5EF4-FFF2-40B4-BE49-F238E27FC236}">
                  <a16:creationId xmlns:a16="http://schemas.microsoft.com/office/drawing/2014/main" id="{44F35A28-0B63-4905-A6A7-2FA155FF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236"/>
              <a:ext cx="195" cy="1"/>
            </a:xfrm>
            <a:custGeom>
              <a:avLst/>
              <a:gdLst>
                <a:gd name="T0" fmla="*/ 0 w 195"/>
                <a:gd name="T1" fmla="*/ 0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0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88" name="Freeform 23">
              <a:extLst>
                <a:ext uri="{FF2B5EF4-FFF2-40B4-BE49-F238E27FC236}">
                  <a16:creationId xmlns:a16="http://schemas.microsoft.com/office/drawing/2014/main" id="{AA893DEB-384C-4634-9C26-30375CD55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230"/>
              <a:ext cx="2" cy="1509"/>
            </a:xfrm>
            <a:custGeom>
              <a:avLst/>
              <a:gdLst>
                <a:gd name="T0" fmla="*/ 1 w 3"/>
                <a:gd name="T1" fmla="*/ 0 h 1509"/>
                <a:gd name="T2" fmla="*/ 0 w 3"/>
                <a:gd name="T3" fmla="*/ 1509 h 1509"/>
                <a:gd name="T4" fmla="*/ 0 60000 65536"/>
                <a:gd name="T5" fmla="*/ 0 60000 65536"/>
                <a:gd name="T6" fmla="*/ 0 w 3"/>
                <a:gd name="T7" fmla="*/ 0 h 1509"/>
                <a:gd name="T8" fmla="*/ 3 w 3"/>
                <a:gd name="T9" fmla="*/ 1509 h 150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509">
                  <a:moveTo>
                    <a:pt x="3" y="0"/>
                  </a:moveTo>
                  <a:lnTo>
                    <a:pt x="0" y="1509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/>
              <a:tailEnd type="oval" w="sm" len="sm"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72728" name="Freeform 24">
            <a:extLst>
              <a:ext uri="{FF2B5EF4-FFF2-40B4-BE49-F238E27FC236}">
                <a16:creationId xmlns:a16="http://schemas.microsoft.com/office/drawing/2014/main" id="{85B5D481-0853-474F-B9EF-6F0BDB762D67}"/>
              </a:ext>
            </a:extLst>
          </p:cNvPr>
          <p:cNvSpPr>
            <a:spLocks/>
          </p:cNvSpPr>
          <p:nvPr/>
        </p:nvSpPr>
        <p:spPr bwMode="auto">
          <a:xfrm>
            <a:off x="4638675" y="4343400"/>
            <a:ext cx="657225" cy="1588"/>
          </a:xfrm>
          <a:custGeom>
            <a:avLst/>
            <a:gdLst>
              <a:gd name="T0" fmla="*/ 2147483646 w 414"/>
              <a:gd name="T1" fmla="*/ 0 h 1"/>
              <a:gd name="T2" fmla="*/ 0 w 414"/>
              <a:gd name="T3" fmla="*/ 2147483646 h 1"/>
              <a:gd name="T4" fmla="*/ 0 60000 65536"/>
              <a:gd name="T5" fmla="*/ 0 60000 65536"/>
              <a:gd name="T6" fmla="*/ 0 w 414"/>
              <a:gd name="T7" fmla="*/ 0 h 1"/>
              <a:gd name="T8" fmla="*/ 414 w 41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14" h="1">
                <a:moveTo>
                  <a:pt x="414" y="0"/>
                </a:moveTo>
                <a:lnTo>
                  <a:pt x="0" y="1"/>
                </a:lnTo>
              </a:path>
            </a:pathLst>
          </a:custGeom>
          <a:solidFill>
            <a:srgbClr val="FFFFFF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7" name="Group 25">
            <a:extLst>
              <a:ext uri="{FF2B5EF4-FFF2-40B4-BE49-F238E27FC236}">
                <a16:creationId xmlns:a16="http://schemas.microsoft.com/office/drawing/2014/main" id="{CA7217B7-B6E4-4DE0-AF17-102D93A74E50}"/>
              </a:ext>
            </a:extLst>
          </p:cNvPr>
          <p:cNvGrpSpPr>
            <a:grpSpLocks/>
          </p:cNvGrpSpPr>
          <p:nvPr/>
        </p:nvGrpSpPr>
        <p:grpSpPr bwMode="auto">
          <a:xfrm>
            <a:off x="3530600" y="4191000"/>
            <a:ext cx="1120775" cy="595313"/>
            <a:chOff x="2224" y="2640"/>
            <a:chExt cx="706" cy="375"/>
          </a:xfrm>
        </p:grpSpPr>
        <p:sp>
          <p:nvSpPr>
            <p:cNvPr id="78984" name="Rectangle 26">
              <a:extLst>
                <a:ext uri="{FF2B5EF4-FFF2-40B4-BE49-F238E27FC236}">
                  <a16:creationId xmlns:a16="http://schemas.microsoft.com/office/drawing/2014/main" id="{1045E268-196E-42A4-94A7-F42C78D7C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2671"/>
              <a:ext cx="700" cy="305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85" name="Text Box 27">
              <a:extLst>
                <a:ext uri="{FF2B5EF4-FFF2-40B4-BE49-F238E27FC236}">
                  <a16:creationId xmlns:a16="http://schemas.microsoft.com/office/drawing/2014/main" id="{65DDB346-3922-4597-A78E-29BA537704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32" y="2640"/>
              <a:ext cx="69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2K</a:t>
              </a:r>
              <a:r>
                <a:rPr kumimoji="1" lang="en-US" altLang="zh-CN" sz="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×</a:t>
              </a: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位</a:t>
              </a:r>
            </a:p>
          </p:txBody>
        </p:sp>
        <p:sp>
          <p:nvSpPr>
            <p:cNvPr id="78986" name="Text Box 28">
              <a:extLst>
                <a:ext uri="{FF2B5EF4-FFF2-40B4-BE49-F238E27FC236}">
                  <a16:creationId xmlns:a16="http://schemas.microsoft.com/office/drawing/2014/main" id="{47BBEDAB-85DE-4EF0-90E4-8250F0A59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2784"/>
              <a:ext cx="5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ROM</a:t>
              </a:r>
            </a:p>
          </p:txBody>
        </p:sp>
      </p:grpSp>
      <p:sp>
        <p:nvSpPr>
          <p:cNvPr id="72733" name="Line 29">
            <a:extLst>
              <a:ext uri="{FF2B5EF4-FFF2-40B4-BE49-F238E27FC236}">
                <a16:creationId xmlns:a16="http://schemas.microsoft.com/office/drawing/2014/main" id="{00926FE8-BEED-4096-8E6D-A00314E0A730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5275" y="4343400"/>
            <a:ext cx="852488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8" name="Group 30">
            <a:extLst>
              <a:ext uri="{FF2B5EF4-FFF2-40B4-BE49-F238E27FC236}">
                <a16:creationId xmlns:a16="http://schemas.microsoft.com/office/drawing/2014/main" id="{F935AE41-DFBA-46C5-8D69-4DF323B041E1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527550"/>
            <a:ext cx="5287963" cy="1649413"/>
            <a:chOff x="1392" y="2852"/>
            <a:chExt cx="3331" cy="1039"/>
          </a:xfrm>
        </p:grpSpPr>
        <p:sp>
          <p:nvSpPr>
            <p:cNvPr id="78979" name="Line 31">
              <a:extLst>
                <a:ext uri="{FF2B5EF4-FFF2-40B4-BE49-F238E27FC236}">
                  <a16:creationId xmlns:a16="http://schemas.microsoft.com/office/drawing/2014/main" id="{04FE92AE-0F5A-41C5-84BB-55C4DC1921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7" y="2852"/>
              <a:ext cx="35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80" name="Line 32">
              <a:extLst>
                <a:ext uri="{FF2B5EF4-FFF2-40B4-BE49-F238E27FC236}">
                  <a16:creationId xmlns:a16="http://schemas.microsoft.com/office/drawing/2014/main" id="{B50FBFE8-5DAB-49AC-A362-89551CF6349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3137" y="2852"/>
              <a:ext cx="1" cy="10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81" name="Line 33">
              <a:extLst>
                <a:ext uri="{FF2B5EF4-FFF2-40B4-BE49-F238E27FC236}">
                  <a16:creationId xmlns:a16="http://schemas.microsoft.com/office/drawing/2014/main" id="{0F47B680-4CDE-413F-8D7E-D9DB9A7DC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3" y="2852"/>
              <a:ext cx="1" cy="10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82" name="Freeform 34">
              <a:extLst>
                <a:ext uri="{FF2B5EF4-FFF2-40B4-BE49-F238E27FC236}">
                  <a16:creationId xmlns:a16="http://schemas.microsoft.com/office/drawing/2014/main" id="{DB3B3C0D-E159-4461-82F5-073C9DE2D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885"/>
              <a:ext cx="2994" cy="6"/>
            </a:xfrm>
            <a:custGeom>
              <a:avLst/>
              <a:gdLst>
                <a:gd name="T0" fmla="*/ 0 w 2994"/>
                <a:gd name="T1" fmla="*/ 6 h 6"/>
                <a:gd name="T2" fmla="*/ 2994 w 2994"/>
                <a:gd name="T3" fmla="*/ 0 h 6"/>
                <a:gd name="T4" fmla="*/ 0 60000 65536"/>
                <a:gd name="T5" fmla="*/ 0 60000 65536"/>
                <a:gd name="T6" fmla="*/ 0 w 2994"/>
                <a:gd name="T7" fmla="*/ 0 h 6"/>
                <a:gd name="T8" fmla="*/ 2994 w 2994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94" h="6">
                  <a:moveTo>
                    <a:pt x="0" y="6"/>
                  </a:moveTo>
                  <a:lnTo>
                    <a:pt x="2994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83" name="Line 35">
              <a:extLst>
                <a:ext uri="{FF2B5EF4-FFF2-40B4-BE49-F238E27FC236}">
                  <a16:creationId xmlns:a16="http://schemas.microsoft.com/office/drawing/2014/main" id="{A151E8D8-824F-4109-87F0-865DFBD1D3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73" y="2852"/>
              <a:ext cx="35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9" name="Group 36">
            <a:extLst>
              <a:ext uri="{FF2B5EF4-FFF2-40B4-BE49-F238E27FC236}">
                <a16:creationId xmlns:a16="http://schemas.microsoft.com/office/drawing/2014/main" id="{AA792FD6-DA95-409C-8219-DA61E07961B3}"/>
              </a:ext>
            </a:extLst>
          </p:cNvPr>
          <p:cNvGrpSpPr>
            <a:grpSpLocks/>
          </p:cNvGrpSpPr>
          <p:nvPr/>
        </p:nvGrpSpPr>
        <p:grpSpPr bwMode="auto">
          <a:xfrm>
            <a:off x="5518150" y="4205288"/>
            <a:ext cx="3092450" cy="614362"/>
            <a:chOff x="3476" y="2649"/>
            <a:chExt cx="1948" cy="387"/>
          </a:xfrm>
        </p:grpSpPr>
        <p:sp>
          <p:nvSpPr>
            <p:cNvPr id="78973" name="Text Box 37">
              <a:extLst>
                <a:ext uri="{FF2B5EF4-FFF2-40B4-BE49-F238E27FC236}">
                  <a16:creationId xmlns:a16="http://schemas.microsoft.com/office/drawing/2014/main" id="{1C9D9F19-F6FA-49FD-947C-561D0FF73A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4" y="2649"/>
              <a:ext cx="67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1K</a:t>
              </a:r>
              <a:r>
                <a:rPr kumimoji="1" lang="en-US" altLang="zh-CN" sz="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×</a:t>
              </a: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位</a:t>
              </a:r>
            </a:p>
          </p:txBody>
        </p:sp>
        <p:sp>
          <p:nvSpPr>
            <p:cNvPr id="78974" name="Rectangle 38">
              <a:extLst>
                <a:ext uri="{FF2B5EF4-FFF2-40B4-BE49-F238E27FC236}">
                  <a16:creationId xmlns:a16="http://schemas.microsoft.com/office/drawing/2014/main" id="{BCF16549-3366-4228-B2F3-B1AE02129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2688"/>
              <a:ext cx="700" cy="305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75" name="Text Box 39">
              <a:extLst>
                <a:ext uri="{FF2B5EF4-FFF2-40B4-BE49-F238E27FC236}">
                  <a16:creationId xmlns:a16="http://schemas.microsoft.com/office/drawing/2014/main" id="{FB0785ED-164B-45ED-A3EB-4C753DA9AC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0" y="2784"/>
              <a:ext cx="47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RAM</a:t>
              </a:r>
            </a:p>
          </p:txBody>
        </p:sp>
        <p:sp>
          <p:nvSpPr>
            <p:cNvPr id="78976" name="Rectangle 40">
              <a:extLst>
                <a:ext uri="{FF2B5EF4-FFF2-40B4-BE49-F238E27FC236}">
                  <a16:creationId xmlns:a16="http://schemas.microsoft.com/office/drawing/2014/main" id="{156D1F89-7B01-46B3-AEFE-562FFF370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697"/>
              <a:ext cx="700" cy="305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77" name="Text Box 41">
              <a:extLst>
                <a:ext uri="{FF2B5EF4-FFF2-40B4-BE49-F238E27FC236}">
                  <a16:creationId xmlns:a16="http://schemas.microsoft.com/office/drawing/2014/main" id="{E10F2CEB-5B68-49C2-8719-97F15500FC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2" y="2670"/>
              <a:ext cx="66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1K</a:t>
              </a:r>
              <a:r>
                <a:rPr kumimoji="1" lang="en-US" altLang="zh-CN" sz="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×</a:t>
              </a: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位</a:t>
              </a:r>
            </a:p>
          </p:txBody>
        </p:sp>
        <p:sp>
          <p:nvSpPr>
            <p:cNvPr id="78978" name="Text Box 42">
              <a:extLst>
                <a:ext uri="{FF2B5EF4-FFF2-40B4-BE49-F238E27FC236}">
                  <a16:creationId xmlns:a16="http://schemas.microsoft.com/office/drawing/2014/main" id="{F385C988-8B9E-4B3B-951C-8F035DA2AE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8" y="2805"/>
              <a:ext cx="47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RAM</a:t>
              </a:r>
            </a:p>
          </p:txBody>
        </p:sp>
      </p:grpSp>
      <p:grpSp>
        <p:nvGrpSpPr>
          <p:cNvPr id="10" name="Group 43">
            <a:extLst>
              <a:ext uri="{FF2B5EF4-FFF2-40B4-BE49-F238E27FC236}">
                <a16:creationId xmlns:a16="http://schemas.microsoft.com/office/drawing/2014/main" id="{88479E66-E432-4369-BB9F-F3B7B36E6B26}"/>
              </a:ext>
            </a:extLst>
          </p:cNvPr>
          <p:cNvGrpSpPr>
            <a:grpSpLocks/>
          </p:cNvGrpSpPr>
          <p:nvPr/>
        </p:nvGrpSpPr>
        <p:grpSpPr bwMode="auto">
          <a:xfrm>
            <a:off x="7672388" y="3530600"/>
            <a:ext cx="711200" cy="750888"/>
            <a:chOff x="4833" y="2224"/>
            <a:chExt cx="448" cy="473"/>
          </a:xfrm>
        </p:grpSpPr>
        <p:sp>
          <p:nvSpPr>
            <p:cNvPr id="78970" name="Freeform 44">
              <a:extLst>
                <a:ext uri="{FF2B5EF4-FFF2-40B4-BE49-F238E27FC236}">
                  <a16:creationId xmlns:a16="http://schemas.microsoft.com/office/drawing/2014/main" id="{DE041D86-EB22-4C08-BFD2-6CDFB0645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224"/>
              <a:ext cx="1" cy="473"/>
            </a:xfrm>
            <a:custGeom>
              <a:avLst/>
              <a:gdLst>
                <a:gd name="T0" fmla="*/ 0 w 1"/>
                <a:gd name="T1" fmla="*/ 0 h 473"/>
                <a:gd name="T2" fmla="*/ 0 w 1"/>
                <a:gd name="T3" fmla="*/ 473 h 473"/>
                <a:gd name="T4" fmla="*/ 0 60000 65536"/>
                <a:gd name="T5" fmla="*/ 0 60000 65536"/>
                <a:gd name="T6" fmla="*/ 0 w 1"/>
                <a:gd name="T7" fmla="*/ 0 h 473"/>
                <a:gd name="T8" fmla="*/ 1 w 1"/>
                <a:gd name="T9" fmla="*/ 473 h 47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73">
                  <a:moveTo>
                    <a:pt x="0" y="0"/>
                  </a:moveTo>
                  <a:lnTo>
                    <a:pt x="0" y="47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71" name="Freeform 45">
              <a:extLst>
                <a:ext uri="{FF2B5EF4-FFF2-40B4-BE49-F238E27FC236}">
                  <a16:creationId xmlns:a16="http://schemas.microsoft.com/office/drawing/2014/main" id="{7FE4AE06-C9C8-45BA-9E17-C7DD3955F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" y="2496"/>
              <a:ext cx="1" cy="198"/>
            </a:xfrm>
            <a:custGeom>
              <a:avLst/>
              <a:gdLst>
                <a:gd name="T0" fmla="*/ 0 w 1"/>
                <a:gd name="T1" fmla="*/ 0 h 198"/>
                <a:gd name="T2" fmla="*/ 0 w 1"/>
                <a:gd name="T3" fmla="*/ 198 h 198"/>
                <a:gd name="T4" fmla="*/ 0 60000 65536"/>
                <a:gd name="T5" fmla="*/ 0 60000 65536"/>
                <a:gd name="T6" fmla="*/ 0 w 1"/>
                <a:gd name="T7" fmla="*/ 0 h 198"/>
                <a:gd name="T8" fmla="*/ 1 w 1"/>
                <a:gd name="T9" fmla="*/ 198 h 19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98">
                  <a:moveTo>
                    <a:pt x="0" y="0"/>
                  </a:moveTo>
                  <a:lnTo>
                    <a:pt x="0" y="19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72" name="Text Box 46">
              <a:extLst>
                <a:ext uri="{FF2B5EF4-FFF2-40B4-BE49-F238E27FC236}">
                  <a16:creationId xmlns:a16="http://schemas.microsoft.com/office/drawing/2014/main" id="{1E524B24-542F-4017-A566-2BF20D87CF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6" y="2416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11" name="Group 47">
            <a:extLst>
              <a:ext uri="{FF2B5EF4-FFF2-40B4-BE49-F238E27FC236}">
                <a16:creationId xmlns:a16="http://schemas.microsoft.com/office/drawing/2014/main" id="{AA6F370E-D441-457B-B6E5-73DF6825A83F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3314700"/>
            <a:ext cx="844550" cy="927100"/>
            <a:chOff x="2304" y="2088"/>
            <a:chExt cx="532" cy="584"/>
          </a:xfrm>
        </p:grpSpPr>
        <p:sp>
          <p:nvSpPr>
            <p:cNvPr id="78967" name="Freeform 48">
              <a:extLst>
                <a:ext uri="{FF2B5EF4-FFF2-40B4-BE49-F238E27FC236}">
                  <a16:creationId xmlns:a16="http://schemas.microsoft.com/office/drawing/2014/main" id="{C73ECE69-6846-4092-B1F1-4E043E6DF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088"/>
              <a:ext cx="2" cy="584"/>
            </a:xfrm>
            <a:custGeom>
              <a:avLst/>
              <a:gdLst>
                <a:gd name="T0" fmla="*/ 2 w 2"/>
                <a:gd name="T1" fmla="*/ 0 h 584"/>
                <a:gd name="T2" fmla="*/ 0 w 2"/>
                <a:gd name="T3" fmla="*/ 584 h 584"/>
                <a:gd name="T4" fmla="*/ 0 60000 65536"/>
                <a:gd name="T5" fmla="*/ 0 60000 65536"/>
                <a:gd name="T6" fmla="*/ 0 w 2"/>
                <a:gd name="T7" fmla="*/ 0 h 584"/>
                <a:gd name="T8" fmla="*/ 2 w 2"/>
                <a:gd name="T9" fmla="*/ 584 h 58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584">
                  <a:moveTo>
                    <a:pt x="2" y="0"/>
                  </a:moveTo>
                  <a:lnTo>
                    <a:pt x="0" y="58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68" name="Freeform 49">
              <a:extLst>
                <a:ext uri="{FF2B5EF4-FFF2-40B4-BE49-F238E27FC236}">
                  <a16:creationId xmlns:a16="http://schemas.microsoft.com/office/drawing/2014/main" id="{7B8FD383-B502-47F1-B8FC-EE7CE4CAF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496"/>
              <a:ext cx="1" cy="171"/>
            </a:xfrm>
            <a:custGeom>
              <a:avLst/>
              <a:gdLst>
                <a:gd name="T0" fmla="*/ 0 w 1"/>
                <a:gd name="T1" fmla="*/ 0 h 171"/>
                <a:gd name="T2" fmla="*/ 0 w 1"/>
                <a:gd name="T3" fmla="*/ 171 h 171"/>
                <a:gd name="T4" fmla="*/ 0 60000 65536"/>
                <a:gd name="T5" fmla="*/ 0 60000 65536"/>
                <a:gd name="T6" fmla="*/ 0 w 1"/>
                <a:gd name="T7" fmla="*/ 0 h 171"/>
                <a:gd name="T8" fmla="*/ 1 w 1"/>
                <a:gd name="T9" fmla="*/ 171 h 17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1">
                  <a:moveTo>
                    <a:pt x="0" y="0"/>
                  </a:moveTo>
                  <a:lnTo>
                    <a:pt x="0" y="17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69" name="Text Box 50">
              <a:extLst>
                <a:ext uri="{FF2B5EF4-FFF2-40B4-BE49-F238E27FC236}">
                  <a16:creationId xmlns:a16="http://schemas.microsoft.com/office/drawing/2014/main" id="{285A3474-1719-447F-9E74-BD66D716E8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2416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12" name="Group 51">
            <a:extLst>
              <a:ext uri="{FF2B5EF4-FFF2-40B4-BE49-F238E27FC236}">
                <a16:creationId xmlns:a16="http://schemas.microsoft.com/office/drawing/2014/main" id="{CB50E818-F9C6-4313-B2F8-919A9B545BB2}"/>
              </a:ext>
            </a:extLst>
          </p:cNvPr>
          <p:cNvGrpSpPr>
            <a:grpSpLocks/>
          </p:cNvGrpSpPr>
          <p:nvPr/>
        </p:nvGrpSpPr>
        <p:grpSpPr bwMode="auto">
          <a:xfrm>
            <a:off x="5689600" y="3529013"/>
            <a:ext cx="787400" cy="738187"/>
            <a:chOff x="3584" y="2223"/>
            <a:chExt cx="496" cy="465"/>
          </a:xfrm>
        </p:grpSpPr>
        <p:sp>
          <p:nvSpPr>
            <p:cNvPr id="78964" name="Freeform 52">
              <a:extLst>
                <a:ext uri="{FF2B5EF4-FFF2-40B4-BE49-F238E27FC236}">
                  <a16:creationId xmlns:a16="http://schemas.microsoft.com/office/drawing/2014/main" id="{07043E78-9370-48A5-A834-C5F4231AC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223"/>
              <a:ext cx="1" cy="459"/>
            </a:xfrm>
            <a:custGeom>
              <a:avLst/>
              <a:gdLst>
                <a:gd name="T0" fmla="*/ 0 w 1"/>
                <a:gd name="T1" fmla="*/ 0 h 459"/>
                <a:gd name="T2" fmla="*/ 0 w 1"/>
                <a:gd name="T3" fmla="*/ 459 h 459"/>
                <a:gd name="T4" fmla="*/ 0 60000 65536"/>
                <a:gd name="T5" fmla="*/ 0 60000 65536"/>
                <a:gd name="T6" fmla="*/ 0 w 1"/>
                <a:gd name="T7" fmla="*/ 0 h 459"/>
                <a:gd name="T8" fmla="*/ 1 w 1"/>
                <a:gd name="T9" fmla="*/ 459 h 45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59">
                  <a:moveTo>
                    <a:pt x="0" y="0"/>
                  </a:moveTo>
                  <a:lnTo>
                    <a:pt x="0" y="45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65" name="Line 53">
              <a:extLst>
                <a:ext uri="{FF2B5EF4-FFF2-40B4-BE49-F238E27FC236}">
                  <a16:creationId xmlns:a16="http://schemas.microsoft.com/office/drawing/2014/main" id="{0EFC6C18-7CDF-49A2-B608-42F9032D73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2496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66" name="Text Box 54">
              <a:extLst>
                <a:ext uri="{FF2B5EF4-FFF2-40B4-BE49-F238E27FC236}">
                  <a16:creationId xmlns:a16="http://schemas.microsoft.com/office/drawing/2014/main" id="{60392739-BE98-4C72-81E7-09872536A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416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13" name="Group 55">
            <a:extLst>
              <a:ext uri="{FF2B5EF4-FFF2-40B4-BE49-F238E27FC236}">
                <a16:creationId xmlns:a16="http://schemas.microsoft.com/office/drawing/2014/main" id="{ED2F3CE6-DF6C-4160-8E68-8D3323BAF355}"/>
              </a:ext>
            </a:extLst>
          </p:cNvPr>
          <p:cNvGrpSpPr>
            <a:grpSpLocks/>
          </p:cNvGrpSpPr>
          <p:nvPr/>
        </p:nvGrpSpPr>
        <p:grpSpPr bwMode="auto">
          <a:xfrm>
            <a:off x="6140450" y="1600200"/>
            <a:ext cx="641350" cy="762000"/>
            <a:chOff x="3868" y="1008"/>
            <a:chExt cx="472" cy="480"/>
          </a:xfrm>
        </p:grpSpPr>
        <p:sp>
          <p:nvSpPr>
            <p:cNvPr id="78959" name="Text Box 56">
              <a:extLst>
                <a:ext uri="{FF2B5EF4-FFF2-40B4-BE49-F238E27FC236}">
                  <a16:creationId xmlns:a16="http://schemas.microsoft.com/office/drawing/2014/main" id="{CC100659-FEB8-47C1-8E90-DCFA8D073E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6" y="1065"/>
              <a:ext cx="35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78960" name="Rectangle 57">
              <a:extLst>
                <a:ext uri="{FF2B5EF4-FFF2-40B4-BE49-F238E27FC236}">
                  <a16:creationId xmlns:a16="http://schemas.microsoft.com/office/drawing/2014/main" id="{9D371BFC-1396-4EED-A45B-C20B698E1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1008"/>
              <a:ext cx="336" cy="48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61" name="Oval 58">
              <a:extLst>
                <a:ext uri="{FF2B5EF4-FFF2-40B4-BE49-F238E27FC236}">
                  <a16:creationId xmlns:a16="http://schemas.microsoft.com/office/drawing/2014/main" id="{5A04A4D8-6EAD-42E9-BE35-43678C27C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8" y="1178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62" name="Oval 59">
              <a:extLst>
                <a:ext uri="{FF2B5EF4-FFF2-40B4-BE49-F238E27FC236}">
                  <a16:creationId xmlns:a16="http://schemas.microsoft.com/office/drawing/2014/main" id="{65D656DD-AF2E-4CD2-9BF7-3FB10B3B9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8" y="1310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63" name="Oval 60">
              <a:extLst>
                <a:ext uri="{FF2B5EF4-FFF2-40B4-BE49-F238E27FC236}">
                  <a16:creationId xmlns:a16="http://schemas.microsoft.com/office/drawing/2014/main" id="{F80D1C01-DF3C-44D4-B8A9-02C74567A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1200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4" name="Group 61">
            <a:extLst>
              <a:ext uri="{FF2B5EF4-FFF2-40B4-BE49-F238E27FC236}">
                <a16:creationId xmlns:a16="http://schemas.microsoft.com/office/drawing/2014/main" id="{C2145D73-A8BE-4EA1-A584-EDA3C68858F2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4205288"/>
            <a:ext cx="1219200" cy="366712"/>
            <a:chOff x="1488" y="2649"/>
            <a:chExt cx="768" cy="231"/>
          </a:xfrm>
        </p:grpSpPr>
        <p:sp>
          <p:nvSpPr>
            <p:cNvPr id="78957" name="Text Box 62">
              <a:extLst>
                <a:ext uri="{FF2B5EF4-FFF2-40B4-BE49-F238E27FC236}">
                  <a16:creationId xmlns:a16="http://schemas.microsoft.com/office/drawing/2014/main" id="{C2A1DC20-1F5B-4E5C-947D-E98AA256DC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" y="2649"/>
              <a:ext cx="7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PD/Progr</a:t>
              </a:r>
            </a:p>
          </p:txBody>
        </p:sp>
        <p:sp>
          <p:nvSpPr>
            <p:cNvPr id="78958" name="Line 63">
              <a:extLst>
                <a:ext uri="{FF2B5EF4-FFF2-40B4-BE49-F238E27FC236}">
                  <a16:creationId xmlns:a16="http://schemas.microsoft.com/office/drawing/2014/main" id="{ECA338DF-D1CE-412B-8B90-CF74ACF928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9" y="2685"/>
              <a:ext cx="19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5" name="Group 64">
            <a:extLst>
              <a:ext uri="{FF2B5EF4-FFF2-40B4-BE49-F238E27FC236}">
                <a16:creationId xmlns:a16="http://schemas.microsoft.com/office/drawing/2014/main" id="{4EA31DA1-791C-4429-B974-E790C640F153}"/>
              </a:ext>
            </a:extLst>
          </p:cNvPr>
          <p:cNvGrpSpPr>
            <a:grpSpLocks/>
          </p:cNvGrpSpPr>
          <p:nvPr/>
        </p:nvGrpSpPr>
        <p:grpSpPr bwMode="auto">
          <a:xfrm>
            <a:off x="4387850" y="1557338"/>
            <a:ext cx="1746250" cy="381000"/>
            <a:chOff x="2764" y="981"/>
            <a:chExt cx="1100" cy="240"/>
          </a:xfrm>
        </p:grpSpPr>
        <p:grpSp>
          <p:nvGrpSpPr>
            <p:cNvPr id="78952" name="Group 65">
              <a:extLst>
                <a:ext uri="{FF2B5EF4-FFF2-40B4-BE49-F238E27FC236}">
                  <a16:creationId xmlns:a16="http://schemas.microsoft.com/office/drawing/2014/main" id="{82F7EFEF-20D3-4139-A172-409446119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6" y="981"/>
              <a:ext cx="1038" cy="231"/>
              <a:chOff x="2826" y="981"/>
              <a:chExt cx="1038" cy="231"/>
            </a:xfrm>
          </p:grpSpPr>
          <p:sp>
            <p:nvSpPr>
              <p:cNvPr id="78954" name="Freeform 66">
                <a:extLst>
                  <a:ext uri="{FF2B5EF4-FFF2-40B4-BE49-F238E27FC236}">
                    <a16:creationId xmlns:a16="http://schemas.microsoft.com/office/drawing/2014/main" id="{1D7F33FB-88CB-4643-ACD5-23CA8559C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206"/>
                <a:ext cx="1038" cy="1"/>
              </a:xfrm>
              <a:custGeom>
                <a:avLst/>
                <a:gdLst>
                  <a:gd name="T0" fmla="*/ 1038 w 1038"/>
                  <a:gd name="T1" fmla="*/ 0 h 1"/>
                  <a:gd name="T2" fmla="*/ 0 w 1038"/>
                  <a:gd name="T3" fmla="*/ 0 h 1"/>
                  <a:gd name="T4" fmla="*/ 0 60000 65536"/>
                  <a:gd name="T5" fmla="*/ 0 60000 65536"/>
                  <a:gd name="T6" fmla="*/ 0 w 1038"/>
                  <a:gd name="T7" fmla="*/ 0 h 1"/>
                  <a:gd name="T8" fmla="*/ 1038 w 103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8" h="1">
                    <a:moveTo>
                      <a:pt x="1038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55" name="Text Box 67">
                <a:extLst>
                  <a:ext uri="{FF2B5EF4-FFF2-40B4-BE49-F238E27FC236}">
                    <a16:creationId xmlns:a16="http://schemas.microsoft.com/office/drawing/2014/main" id="{0EA2C1EE-9088-4DCD-A4A3-909E6E5B76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44" y="981"/>
                <a:ext cx="26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</a:p>
            </p:txBody>
          </p:sp>
          <p:sp>
            <p:nvSpPr>
              <p:cNvPr id="78956" name="Line 68">
                <a:extLst>
                  <a:ext uri="{FF2B5EF4-FFF2-40B4-BE49-F238E27FC236}">
                    <a16:creationId xmlns:a16="http://schemas.microsoft.com/office/drawing/2014/main" id="{301D5D5E-DD7E-4F98-A9A1-4CCE8207C9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6" y="1019"/>
                <a:ext cx="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8953" name="Oval 69">
              <a:extLst>
                <a:ext uri="{FF2B5EF4-FFF2-40B4-BE49-F238E27FC236}">
                  <a16:creationId xmlns:a16="http://schemas.microsoft.com/office/drawing/2014/main" id="{922D6532-CCBE-4AA6-B678-A9285C1BC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153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" name="Group 70">
            <a:extLst>
              <a:ext uri="{FF2B5EF4-FFF2-40B4-BE49-F238E27FC236}">
                <a16:creationId xmlns:a16="http://schemas.microsoft.com/office/drawing/2014/main" id="{3F8B207C-6862-46EC-9148-E506440C14FE}"/>
              </a:ext>
            </a:extLst>
          </p:cNvPr>
          <p:cNvGrpSpPr>
            <a:grpSpLocks/>
          </p:cNvGrpSpPr>
          <p:nvPr/>
        </p:nvGrpSpPr>
        <p:grpSpPr bwMode="auto">
          <a:xfrm>
            <a:off x="4387850" y="2178050"/>
            <a:ext cx="903288" cy="2170113"/>
            <a:chOff x="2764" y="1372"/>
            <a:chExt cx="569" cy="1367"/>
          </a:xfrm>
        </p:grpSpPr>
        <p:grpSp>
          <p:nvGrpSpPr>
            <p:cNvPr id="78945" name="Group 71">
              <a:extLst>
                <a:ext uri="{FF2B5EF4-FFF2-40B4-BE49-F238E27FC236}">
                  <a16:creationId xmlns:a16="http://schemas.microsoft.com/office/drawing/2014/main" id="{5F0CB221-F7D6-40AF-8A9D-B5DC8E9F24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4" y="1401"/>
              <a:ext cx="519" cy="1338"/>
              <a:chOff x="2814" y="1401"/>
              <a:chExt cx="519" cy="1338"/>
            </a:xfrm>
          </p:grpSpPr>
          <p:grpSp>
            <p:nvGrpSpPr>
              <p:cNvPr id="78947" name="Group 72">
                <a:extLst>
                  <a:ext uri="{FF2B5EF4-FFF2-40B4-BE49-F238E27FC236}">
                    <a16:creationId xmlns:a16="http://schemas.microsoft.com/office/drawing/2014/main" id="{49AA3729-14A5-4A4A-8D01-0FD07E514D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14" y="1401"/>
                <a:ext cx="519" cy="1338"/>
                <a:chOff x="2814" y="1401"/>
                <a:chExt cx="519" cy="1338"/>
              </a:xfrm>
            </p:grpSpPr>
            <p:sp>
              <p:nvSpPr>
                <p:cNvPr id="78950" name="Freeform 73">
                  <a:extLst>
                    <a:ext uri="{FF2B5EF4-FFF2-40B4-BE49-F238E27FC236}">
                      <a16:creationId xmlns:a16="http://schemas.microsoft.com/office/drawing/2014/main" id="{8FC83A59-FD2E-4700-ABC0-81584D552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" y="1401"/>
                  <a:ext cx="519" cy="3"/>
                </a:xfrm>
                <a:custGeom>
                  <a:avLst/>
                  <a:gdLst>
                    <a:gd name="T0" fmla="*/ 0 w 519"/>
                    <a:gd name="T1" fmla="*/ 3 h 3"/>
                    <a:gd name="T2" fmla="*/ 519 w 519"/>
                    <a:gd name="T3" fmla="*/ 0 h 3"/>
                    <a:gd name="T4" fmla="*/ 0 60000 65536"/>
                    <a:gd name="T5" fmla="*/ 0 60000 65536"/>
                    <a:gd name="T6" fmla="*/ 0 w 519"/>
                    <a:gd name="T7" fmla="*/ 0 h 3"/>
                    <a:gd name="T8" fmla="*/ 519 w 519"/>
                    <a:gd name="T9" fmla="*/ 3 h 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519" h="3">
                      <a:moveTo>
                        <a:pt x="0" y="3"/>
                      </a:moveTo>
                      <a:lnTo>
                        <a:pt x="519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8951" name="Freeform 74">
                  <a:extLst>
                    <a:ext uri="{FF2B5EF4-FFF2-40B4-BE49-F238E27FC236}">
                      <a16:creationId xmlns:a16="http://schemas.microsoft.com/office/drawing/2014/main" id="{8BBF3C62-0CB9-4111-89B8-AE9F6BE9A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24" y="1402"/>
                  <a:ext cx="2" cy="1337"/>
                </a:xfrm>
                <a:custGeom>
                  <a:avLst/>
                  <a:gdLst>
                    <a:gd name="T0" fmla="*/ 2 w 2"/>
                    <a:gd name="T1" fmla="*/ 0 h 1337"/>
                    <a:gd name="T2" fmla="*/ 0 w 2"/>
                    <a:gd name="T3" fmla="*/ 1337 h 1337"/>
                    <a:gd name="T4" fmla="*/ 0 60000 65536"/>
                    <a:gd name="T5" fmla="*/ 0 60000 65536"/>
                    <a:gd name="T6" fmla="*/ 0 w 2"/>
                    <a:gd name="T7" fmla="*/ 0 h 1337"/>
                    <a:gd name="T8" fmla="*/ 2 w 2"/>
                    <a:gd name="T9" fmla="*/ 1337 h 1337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" h="1337">
                      <a:moveTo>
                        <a:pt x="2" y="0"/>
                      </a:moveTo>
                      <a:lnTo>
                        <a:pt x="0" y="1337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78948" name="Text Box 75">
                <a:extLst>
                  <a:ext uri="{FF2B5EF4-FFF2-40B4-BE49-F238E27FC236}">
                    <a16:creationId xmlns:a16="http://schemas.microsoft.com/office/drawing/2014/main" id="{6FF13F09-1A7D-480F-9815-4EAD30879E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44" y="1464"/>
                <a:ext cx="26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78949" name="Line 76">
                <a:extLst>
                  <a:ext uri="{FF2B5EF4-FFF2-40B4-BE49-F238E27FC236}">
                    <a16:creationId xmlns:a16="http://schemas.microsoft.com/office/drawing/2014/main" id="{7CE734FA-2109-45B1-8725-2FE3AF4D9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6" y="1490"/>
                <a:ext cx="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8946" name="Oval 77">
              <a:extLst>
                <a:ext uri="{FF2B5EF4-FFF2-40B4-BE49-F238E27FC236}">
                  <a16:creationId xmlns:a16="http://schemas.microsoft.com/office/drawing/2014/main" id="{50B8DDCE-2A47-437D-81EB-50B875938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372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0" name="Group 78">
            <a:extLst>
              <a:ext uri="{FF2B5EF4-FFF2-40B4-BE49-F238E27FC236}">
                <a16:creationId xmlns:a16="http://schemas.microsoft.com/office/drawing/2014/main" id="{06AFAC1C-6C7F-4AF0-877F-7D49DF85B26A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1295400"/>
            <a:ext cx="1109663" cy="1890713"/>
            <a:chOff x="2064" y="816"/>
            <a:chExt cx="699" cy="1191"/>
          </a:xfrm>
        </p:grpSpPr>
        <p:sp>
          <p:nvSpPr>
            <p:cNvPr id="78932" name="Rectangle 79">
              <a:extLst>
                <a:ext uri="{FF2B5EF4-FFF2-40B4-BE49-F238E27FC236}">
                  <a16:creationId xmlns:a16="http://schemas.microsoft.com/office/drawing/2014/main" id="{C5783D36-15F3-4D73-8701-84C78AED3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816"/>
              <a:ext cx="619" cy="11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33" name="Text Box 80">
              <a:extLst>
                <a:ext uri="{FF2B5EF4-FFF2-40B4-BE49-F238E27FC236}">
                  <a16:creationId xmlns:a16="http://schemas.microsoft.com/office/drawing/2014/main" id="{EDED13C7-4A64-4842-A217-A7A6DF1C54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0" y="816"/>
              <a:ext cx="27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G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8934" name="Text Box 81">
              <a:extLst>
                <a:ext uri="{FF2B5EF4-FFF2-40B4-BE49-F238E27FC236}">
                  <a16:creationId xmlns:a16="http://schemas.microsoft.com/office/drawing/2014/main" id="{1B507FAF-1718-4495-81E5-867E6C9ACE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0" y="1409"/>
              <a:ext cx="22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</a:p>
          </p:txBody>
        </p:sp>
        <p:sp>
          <p:nvSpPr>
            <p:cNvPr id="78935" name="Text Box 82">
              <a:extLst>
                <a:ext uri="{FF2B5EF4-FFF2-40B4-BE49-F238E27FC236}">
                  <a16:creationId xmlns:a16="http://schemas.microsoft.com/office/drawing/2014/main" id="{67ABD3CC-B601-4C6E-A9AC-BC908A622D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0" y="1593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78936" name="Text Box 83">
              <a:extLst>
                <a:ext uri="{FF2B5EF4-FFF2-40B4-BE49-F238E27FC236}">
                  <a16:creationId xmlns:a16="http://schemas.microsoft.com/office/drawing/2014/main" id="{C2E94461-1570-41BC-A5CF-8A64F2312D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0" y="1776"/>
              <a:ext cx="22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78937" name="Oval 84">
              <a:extLst>
                <a:ext uri="{FF2B5EF4-FFF2-40B4-BE49-F238E27FC236}">
                  <a16:creationId xmlns:a16="http://schemas.microsoft.com/office/drawing/2014/main" id="{1DBF2AEC-23C3-4C98-AD0B-B50CF8D5F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1099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38" name="Oval 85">
              <a:extLst>
                <a:ext uri="{FF2B5EF4-FFF2-40B4-BE49-F238E27FC236}">
                  <a16:creationId xmlns:a16="http://schemas.microsoft.com/office/drawing/2014/main" id="{73B4B873-B757-4595-B9F7-556462F17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1296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78939" name="Group 86">
              <a:extLst>
                <a:ext uri="{FF2B5EF4-FFF2-40B4-BE49-F238E27FC236}">
                  <a16:creationId xmlns:a16="http://schemas.microsoft.com/office/drawing/2014/main" id="{8CA91C6F-6CAE-4A4D-B24C-23105F9CCE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7" y="1205"/>
              <a:ext cx="340" cy="231"/>
              <a:chOff x="2137" y="1205"/>
              <a:chExt cx="340" cy="231"/>
            </a:xfrm>
          </p:grpSpPr>
          <p:sp>
            <p:nvSpPr>
              <p:cNvPr id="78943" name="Text Box 87">
                <a:extLst>
                  <a:ext uri="{FF2B5EF4-FFF2-40B4-BE49-F238E27FC236}">
                    <a16:creationId xmlns:a16="http://schemas.microsoft.com/office/drawing/2014/main" id="{3F537A1D-D2B8-4FFC-91EB-538523F368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7" y="1205"/>
                <a:ext cx="34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G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2B</a:t>
                </a:r>
              </a:p>
            </p:txBody>
          </p:sp>
          <p:sp>
            <p:nvSpPr>
              <p:cNvPr id="78944" name="Freeform 88">
                <a:extLst>
                  <a:ext uri="{FF2B5EF4-FFF2-40B4-BE49-F238E27FC236}">
                    <a16:creationId xmlns:a16="http://schemas.microsoft.com/office/drawing/2014/main" id="{8EE6C951-089D-4EB4-9731-23240CD62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255"/>
                <a:ext cx="120" cy="1"/>
              </a:xfrm>
              <a:custGeom>
                <a:avLst/>
                <a:gdLst>
                  <a:gd name="T0" fmla="*/ 0 w 207"/>
                  <a:gd name="T1" fmla="*/ 0 h 1"/>
                  <a:gd name="T2" fmla="*/ 2 w 207"/>
                  <a:gd name="T3" fmla="*/ 0 h 1"/>
                  <a:gd name="T4" fmla="*/ 0 60000 65536"/>
                  <a:gd name="T5" fmla="*/ 0 60000 65536"/>
                  <a:gd name="T6" fmla="*/ 0 w 207"/>
                  <a:gd name="T7" fmla="*/ 0 h 1"/>
                  <a:gd name="T8" fmla="*/ 207 w 2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07" h="1">
                    <a:moveTo>
                      <a:pt x="0" y="0"/>
                    </a:moveTo>
                    <a:lnTo>
                      <a:pt x="207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78940" name="Group 89">
              <a:extLst>
                <a:ext uri="{FF2B5EF4-FFF2-40B4-BE49-F238E27FC236}">
                  <a16:creationId xmlns:a16="http://schemas.microsoft.com/office/drawing/2014/main" id="{1F1C6A06-91A4-4F9D-BE02-8C60F9A67A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2" y="1004"/>
              <a:ext cx="345" cy="231"/>
              <a:chOff x="2132" y="1004"/>
              <a:chExt cx="345" cy="231"/>
            </a:xfrm>
          </p:grpSpPr>
          <p:sp>
            <p:nvSpPr>
              <p:cNvPr id="78941" name="Text Box 90">
                <a:extLst>
                  <a:ext uri="{FF2B5EF4-FFF2-40B4-BE49-F238E27FC236}">
                    <a16:creationId xmlns:a16="http://schemas.microsoft.com/office/drawing/2014/main" id="{4363E456-AA8B-478A-BB8A-ACDA724307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2" y="1004"/>
                <a:ext cx="345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G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2A</a:t>
                </a:r>
              </a:p>
            </p:txBody>
          </p:sp>
          <p:sp>
            <p:nvSpPr>
              <p:cNvPr id="78942" name="Freeform 91">
                <a:extLst>
                  <a:ext uri="{FF2B5EF4-FFF2-40B4-BE49-F238E27FC236}">
                    <a16:creationId xmlns:a16="http://schemas.microsoft.com/office/drawing/2014/main" id="{E8F366F4-E25A-4FBC-A1EE-44AC1ED5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051"/>
                <a:ext cx="120" cy="1"/>
              </a:xfrm>
              <a:custGeom>
                <a:avLst/>
                <a:gdLst>
                  <a:gd name="T0" fmla="*/ 0 w 204"/>
                  <a:gd name="T1" fmla="*/ 0 h 1"/>
                  <a:gd name="T2" fmla="*/ 2 w 204"/>
                  <a:gd name="T3" fmla="*/ 0 h 1"/>
                  <a:gd name="T4" fmla="*/ 0 60000 65536"/>
                  <a:gd name="T5" fmla="*/ 0 60000 65536"/>
                  <a:gd name="T6" fmla="*/ 0 w 204"/>
                  <a:gd name="T7" fmla="*/ 0 h 1"/>
                  <a:gd name="T8" fmla="*/ 204 w 2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04" h="1">
                    <a:moveTo>
                      <a:pt x="0" y="0"/>
                    </a:moveTo>
                    <a:lnTo>
                      <a:pt x="20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23" name="Group 92">
            <a:extLst>
              <a:ext uri="{FF2B5EF4-FFF2-40B4-BE49-F238E27FC236}">
                <a16:creationId xmlns:a16="http://schemas.microsoft.com/office/drawing/2014/main" id="{05D1B3BF-68A5-4D05-A42E-9853438527BE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999038"/>
            <a:ext cx="6737350" cy="919162"/>
            <a:chOff x="1392" y="3149"/>
            <a:chExt cx="4244" cy="579"/>
          </a:xfrm>
        </p:grpSpPr>
        <p:sp>
          <p:nvSpPr>
            <p:cNvPr id="78926" name="Line 93">
              <a:extLst>
                <a:ext uri="{FF2B5EF4-FFF2-40B4-BE49-F238E27FC236}">
                  <a16:creationId xmlns:a16="http://schemas.microsoft.com/office/drawing/2014/main" id="{714FEFB2-11E4-4543-AD92-213717B6B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149"/>
              <a:ext cx="287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27" name="Line 94">
              <a:extLst>
                <a:ext uri="{FF2B5EF4-FFF2-40B4-BE49-F238E27FC236}">
                  <a16:creationId xmlns:a16="http://schemas.microsoft.com/office/drawing/2014/main" id="{2C13F10A-DD06-4C4D-B2B8-811C957F60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725"/>
              <a:ext cx="424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28" name="Line 95">
              <a:extLst>
                <a:ext uri="{FF2B5EF4-FFF2-40B4-BE49-F238E27FC236}">
                  <a16:creationId xmlns:a16="http://schemas.microsoft.com/office/drawing/2014/main" id="{34BE182A-ECC8-40BF-997C-6E704882D9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363"/>
              <a:ext cx="287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29" name="Line 96">
              <a:extLst>
                <a:ext uri="{FF2B5EF4-FFF2-40B4-BE49-F238E27FC236}">
                  <a16:creationId xmlns:a16="http://schemas.microsoft.com/office/drawing/2014/main" id="{B20411F9-CCFF-4539-9624-692DD4E4B9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528"/>
              <a:ext cx="424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30" name="Text Box 97">
              <a:extLst>
                <a:ext uri="{FF2B5EF4-FFF2-40B4-BE49-F238E27FC236}">
                  <a16:creationId xmlns:a16="http://schemas.microsoft.com/office/drawing/2014/main" id="{80C97786-EC6C-4946-9BCE-7C7D160452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16" y="3168"/>
              <a:ext cx="30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78931" name="Text Box 98">
              <a:extLst>
                <a:ext uri="{FF2B5EF4-FFF2-40B4-BE49-F238E27FC236}">
                  <a16:creationId xmlns:a16="http://schemas.microsoft.com/office/drawing/2014/main" id="{3FB7B2E2-708E-49E3-9014-CE6064F431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16" y="3536"/>
              <a:ext cx="30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24" name="Group 99">
            <a:extLst>
              <a:ext uri="{FF2B5EF4-FFF2-40B4-BE49-F238E27FC236}">
                <a16:creationId xmlns:a16="http://schemas.microsoft.com/office/drawing/2014/main" id="{F7A1A087-13FB-461F-A9B1-BE07F1BD6E57}"/>
              </a:ext>
            </a:extLst>
          </p:cNvPr>
          <p:cNvGrpSpPr>
            <a:grpSpLocks/>
          </p:cNvGrpSpPr>
          <p:nvPr/>
        </p:nvGrpSpPr>
        <p:grpSpPr bwMode="auto">
          <a:xfrm>
            <a:off x="533400" y="1295400"/>
            <a:ext cx="1681163" cy="5257800"/>
            <a:chOff x="336" y="816"/>
            <a:chExt cx="1059" cy="3312"/>
          </a:xfrm>
        </p:grpSpPr>
        <p:sp>
          <p:nvSpPr>
            <p:cNvPr id="78908" name="Rectangle 100">
              <a:extLst>
                <a:ext uri="{FF2B5EF4-FFF2-40B4-BE49-F238E27FC236}">
                  <a16:creationId xmlns:a16="http://schemas.microsoft.com/office/drawing/2014/main" id="{C52C9BFD-31CD-4AA0-9078-C09FE4783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816"/>
              <a:ext cx="1051" cy="331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09" name="Freeform 101">
              <a:extLst>
                <a:ext uri="{FF2B5EF4-FFF2-40B4-BE49-F238E27FC236}">
                  <a16:creationId xmlns:a16="http://schemas.microsoft.com/office/drawing/2014/main" id="{4AFDA6F3-CF24-4741-8F8E-7275E509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425"/>
              <a:ext cx="474" cy="1"/>
            </a:xfrm>
            <a:custGeom>
              <a:avLst/>
              <a:gdLst>
                <a:gd name="T0" fmla="*/ 0 w 474"/>
                <a:gd name="T1" fmla="*/ 0 h 1"/>
                <a:gd name="T2" fmla="*/ 474 w 474"/>
                <a:gd name="T3" fmla="*/ 0 h 1"/>
                <a:gd name="T4" fmla="*/ 0 60000 65536"/>
                <a:gd name="T5" fmla="*/ 0 60000 65536"/>
                <a:gd name="T6" fmla="*/ 0 w 474"/>
                <a:gd name="T7" fmla="*/ 0 h 1"/>
                <a:gd name="T8" fmla="*/ 474 w 47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74" h="1">
                  <a:moveTo>
                    <a:pt x="0" y="0"/>
                  </a:moveTo>
                  <a:lnTo>
                    <a:pt x="474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10" name="Text Box 102">
              <a:extLst>
                <a:ext uri="{FF2B5EF4-FFF2-40B4-BE49-F238E27FC236}">
                  <a16:creationId xmlns:a16="http://schemas.microsoft.com/office/drawing/2014/main" id="{3CC92A7B-E6F3-4551-91F2-DE7CB5FE1A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1392"/>
              <a:ext cx="56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MREQ</a:t>
              </a:r>
            </a:p>
          </p:txBody>
        </p:sp>
        <p:sp>
          <p:nvSpPr>
            <p:cNvPr id="78911" name="Text Box 103">
              <a:extLst>
                <a:ext uri="{FF2B5EF4-FFF2-40B4-BE49-F238E27FC236}">
                  <a16:creationId xmlns:a16="http://schemas.microsoft.com/office/drawing/2014/main" id="{5C80FA01-FC3B-42C2-80D1-3C31C8D68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816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14</a:t>
              </a:r>
            </a:p>
          </p:txBody>
        </p:sp>
        <p:sp>
          <p:nvSpPr>
            <p:cNvPr id="78912" name="Text Box 104">
              <a:extLst>
                <a:ext uri="{FF2B5EF4-FFF2-40B4-BE49-F238E27FC236}">
                  <a16:creationId xmlns:a16="http://schemas.microsoft.com/office/drawing/2014/main" id="{114EDCB3-DDB9-4EEE-AB1F-1F153CAEF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1008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78913" name="Text Box 105">
              <a:extLst>
                <a:ext uri="{FF2B5EF4-FFF2-40B4-BE49-F238E27FC236}">
                  <a16:creationId xmlns:a16="http://schemas.microsoft.com/office/drawing/2014/main" id="{A5380CAC-FCD8-477D-B0A1-6DC98D66FA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1342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13</a:t>
              </a:r>
            </a:p>
          </p:txBody>
        </p:sp>
        <p:sp>
          <p:nvSpPr>
            <p:cNvPr id="78914" name="Text Box 106">
              <a:extLst>
                <a:ext uri="{FF2B5EF4-FFF2-40B4-BE49-F238E27FC236}">
                  <a16:creationId xmlns:a16="http://schemas.microsoft.com/office/drawing/2014/main" id="{837FC294-A6C0-4EFC-8C70-2FA7A5E119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1534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12</a:t>
              </a:r>
            </a:p>
          </p:txBody>
        </p:sp>
        <p:sp>
          <p:nvSpPr>
            <p:cNvPr id="78915" name="Text Box 107">
              <a:extLst>
                <a:ext uri="{FF2B5EF4-FFF2-40B4-BE49-F238E27FC236}">
                  <a16:creationId xmlns:a16="http://schemas.microsoft.com/office/drawing/2014/main" id="{183B8C52-8B3F-4C3F-A4D1-28065C4D69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1726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78916" name="Text Box 108">
              <a:extLst>
                <a:ext uri="{FF2B5EF4-FFF2-40B4-BE49-F238E27FC236}">
                  <a16:creationId xmlns:a16="http://schemas.microsoft.com/office/drawing/2014/main" id="{5C7CE613-2774-4AF4-948B-DB543C6195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1918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78917" name="Text Box 109">
              <a:extLst>
                <a:ext uri="{FF2B5EF4-FFF2-40B4-BE49-F238E27FC236}">
                  <a16:creationId xmlns:a16="http://schemas.microsoft.com/office/drawing/2014/main" id="{059331A7-506A-42D1-BB27-60B51074C7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2088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9</a:t>
              </a:r>
            </a:p>
          </p:txBody>
        </p:sp>
        <p:sp>
          <p:nvSpPr>
            <p:cNvPr id="78918" name="Text Box 110">
              <a:extLst>
                <a:ext uri="{FF2B5EF4-FFF2-40B4-BE49-F238E27FC236}">
                  <a16:creationId xmlns:a16="http://schemas.microsoft.com/office/drawing/2014/main" id="{48612F54-A7B6-40BD-89F3-7ABAFCBE54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2361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8919" name="Text Box 111">
              <a:extLst>
                <a:ext uri="{FF2B5EF4-FFF2-40B4-BE49-F238E27FC236}">
                  <a16:creationId xmlns:a16="http://schemas.microsoft.com/office/drawing/2014/main" id="{5323E176-1D87-4D30-9989-B3D5062459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0" y="2251"/>
              <a:ext cx="308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78920" name="Text Box 112">
              <a:extLst>
                <a:ext uri="{FF2B5EF4-FFF2-40B4-BE49-F238E27FC236}">
                  <a16:creationId xmlns:a16="http://schemas.microsoft.com/office/drawing/2014/main" id="{6972BD62-D2E4-4016-995E-5DEB4E8988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3000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78921" name="Text Box 113">
              <a:extLst>
                <a:ext uri="{FF2B5EF4-FFF2-40B4-BE49-F238E27FC236}">
                  <a16:creationId xmlns:a16="http://schemas.microsoft.com/office/drawing/2014/main" id="{9ED8F1CC-7F6B-4892-8540-8165AEC2C2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3192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78922" name="Text Box 114">
              <a:extLst>
                <a:ext uri="{FF2B5EF4-FFF2-40B4-BE49-F238E27FC236}">
                  <a16:creationId xmlns:a16="http://schemas.microsoft.com/office/drawing/2014/main" id="{F3C8FC44-9D72-477E-BF73-9CE6590B3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3384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78923" name="Text Box 115">
              <a:extLst>
                <a:ext uri="{FF2B5EF4-FFF2-40B4-BE49-F238E27FC236}">
                  <a16:creationId xmlns:a16="http://schemas.microsoft.com/office/drawing/2014/main" id="{D6732C76-8E39-496A-A1CA-222D26C688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3576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8924" name="Text Box 116">
              <a:extLst>
                <a:ext uri="{FF2B5EF4-FFF2-40B4-BE49-F238E27FC236}">
                  <a16:creationId xmlns:a16="http://schemas.microsoft.com/office/drawing/2014/main" id="{97AFB902-CFCA-4AB9-AE8A-B8502DA5B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3792"/>
              <a:ext cx="36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WR</a:t>
              </a:r>
            </a:p>
          </p:txBody>
        </p:sp>
        <p:sp>
          <p:nvSpPr>
            <p:cNvPr id="78925" name="Freeform 117">
              <a:extLst>
                <a:ext uri="{FF2B5EF4-FFF2-40B4-BE49-F238E27FC236}">
                  <a16:creationId xmlns:a16="http://schemas.microsoft.com/office/drawing/2014/main" id="{48AEFA93-692B-4781-8B8F-4589513D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834"/>
              <a:ext cx="243" cy="1"/>
            </a:xfrm>
            <a:custGeom>
              <a:avLst/>
              <a:gdLst>
                <a:gd name="T0" fmla="*/ 0 w 243"/>
                <a:gd name="T1" fmla="*/ 1 h 1"/>
                <a:gd name="T2" fmla="*/ 243 w 243"/>
                <a:gd name="T3" fmla="*/ 0 h 1"/>
                <a:gd name="T4" fmla="*/ 0 60000 65536"/>
                <a:gd name="T5" fmla="*/ 0 60000 65536"/>
                <a:gd name="T6" fmla="*/ 0 w 243"/>
                <a:gd name="T7" fmla="*/ 0 h 1"/>
                <a:gd name="T8" fmla="*/ 243 w 24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3" h="1">
                  <a:moveTo>
                    <a:pt x="0" y="1"/>
                  </a:moveTo>
                  <a:lnTo>
                    <a:pt x="24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" name="Group 118">
            <a:extLst>
              <a:ext uri="{FF2B5EF4-FFF2-40B4-BE49-F238E27FC236}">
                <a16:creationId xmlns:a16="http://schemas.microsoft.com/office/drawing/2014/main" id="{8C1E6B3C-763A-4857-B98D-558BE82E56D2}"/>
              </a:ext>
            </a:extLst>
          </p:cNvPr>
          <p:cNvGrpSpPr>
            <a:grpSpLocks/>
          </p:cNvGrpSpPr>
          <p:nvPr/>
        </p:nvGrpSpPr>
        <p:grpSpPr bwMode="auto">
          <a:xfrm>
            <a:off x="7672388" y="4752975"/>
            <a:ext cx="711200" cy="1162050"/>
            <a:chOff x="4833" y="2994"/>
            <a:chExt cx="448" cy="732"/>
          </a:xfrm>
        </p:grpSpPr>
        <p:sp>
          <p:nvSpPr>
            <p:cNvPr id="78905" name="Freeform 119">
              <a:extLst>
                <a:ext uri="{FF2B5EF4-FFF2-40B4-BE49-F238E27FC236}">
                  <a16:creationId xmlns:a16="http://schemas.microsoft.com/office/drawing/2014/main" id="{D88AC021-AC90-4A91-9878-1B48459CC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994"/>
              <a:ext cx="1" cy="510"/>
            </a:xfrm>
            <a:custGeom>
              <a:avLst/>
              <a:gdLst>
                <a:gd name="T0" fmla="*/ 0 w 1"/>
                <a:gd name="T1" fmla="*/ 0 h 510"/>
                <a:gd name="T2" fmla="*/ 1 w 1"/>
                <a:gd name="T3" fmla="*/ 510 h 510"/>
                <a:gd name="T4" fmla="*/ 0 60000 65536"/>
                <a:gd name="T5" fmla="*/ 0 60000 65536"/>
                <a:gd name="T6" fmla="*/ 0 w 1"/>
                <a:gd name="T7" fmla="*/ 0 h 510"/>
                <a:gd name="T8" fmla="*/ 1 w 1"/>
                <a:gd name="T9" fmla="*/ 510 h 5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10">
                  <a:moveTo>
                    <a:pt x="0" y="0"/>
                  </a:moveTo>
                  <a:lnTo>
                    <a:pt x="1" y="51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06" name="Freeform 120">
              <a:extLst>
                <a:ext uri="{FF2B5EF4-FFF2-40B4-BE49-F238E27FC236}">
                  <a16:creationId xmlns:a16="http://schemas.microsoft.com/office/drawing/2014/main" id="{025869FA-2834-4B65-B720-396C8D989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" y="3000"/>
              <a:ext cx="1" cy="726"/>
            </a:xfrm>
            <a:custGeom>
              <a:avLst/>
              <a:gdLst>
                <a:gd name="T0" fmla="*/ 0 w 1"/>
                <a:gd name="T1" fmla="*/ 0 h 726"/>
                <a:gd name="T2" fmla="*/ 0 w 1"/>
                <a:gd name="T3" fmla="*/ 726 h 726"/>
                <a:gd name="T4" fmla="*/ 0 60000 65536"/>
                <a:gd name="T5" fmla="*/ 0 60000 65536"/>
                <a:gd name="T6" fmla="*/ 0 w 1"/>
                <a:gd name="T7" fmla="*/ 0 h 726"/>
                <a:gd name="T8" fmla="*/ 1 w 1"/>
                <a:gd name="T9" fmla="*/ 726 h 72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26">
                  <a:moveTo>
                    <a:pt x="0" y="0"/>
                  </a:moveTo>
                  <a:lnTo>
                    <a:pt x="0" y="72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07" name="Text Box 121">
              <a:extLst>
                <a:ext uri="{FF2B5EF4-FFF2-40B4-BE49-F238E27FC236}">
                  <a16:creationId xmlns:a16="http://schemas.microsoft.com/office/drawing/2014/main" id="{8FA592ED-C1D9-4129-A2FE-4527218C87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6" y="3069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26" name="Group 122">
            <a:extLst>
              <a:ext uri="{FF2B5EF4-FFF2-40B4-BE49-F238E27FC236}">
                <a16:creationId xmlns:a16="http://schemas.microsoft.com/office/drawing/2014/main" id="{F030D939-5E27-4331-AB9B-A520C224DC47}"/>
              </a:ext>
            </a:extLst>
          </p:cNvPr>
          <p:cNvGrpSpPr>
            <a:grpSpLocks/>
          </p:cNvGrpSpPr>
          <p:nvPr/>
        </p:nvGrpSpPr>
        <p:grpSpPr bwMode="auto">
          <a:xfrm>
            <a:off x="5689600" y="4616450"/>
            <a:ext cx="788988" cy="717550"/>
            <a:chOff x="3584" y="2908"/>
            <a:chExt cx="497" cy="452"/>
          </a:xfrm>
        </p:grpSpPr>
        <p:sp>
          <p:nvSpPr>
            <p:cNvPr id="78902" name="Freeform 123">
              <a:extLst>
                <a:ext uri="{FF2B5EF4-FFF2-40B4-BE49-F238E27FC236}">
                  <a16:creationId xmlns:a16="http://schemas.microsoft.com/office/drawing/2014/main" id="{F6DD2286-698B-4FDF-ACE8-E49F6CCA6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994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1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1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03" name="Freeform 124">
              <a:extLst>
                <a:ext uri="{FF2B5EF4-FFF2-40B4-BE49-F238E27FC236}">
                  <a16:creationId xmlns:a16="http://schemas.microsoft.com/office/drawing/2014/main" id="{9AEA1186-70B7-4FA3-886E-2F94907ED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994"/>
              <a:ext cx="1" cy="366"/>
            </a:xfrm>
            <a:custGeom>
              <a:avLst/>
              <a:gdLst>
                <a:gd name="T0" fmla="*/ 0 w 1"/>
                <a:gd name="T1" fmla="*/ 0 h 366"/>
                <a:gd name="T2" fmla="*/ 0 w 1"/>
                <a:gd name="T3" fmla="*/ 366 h 366"/>
                <a:gd name="T4" fmla="*/ 0 60000 65536"/>
                <a:gd name="T5" fmla="*/ 0 60000 65536"/>
                <a:gd name="T6" fmla="*/ 0 w 1"/>
                <a:gd name="T7" fmla="*/ 0 h 366"/>
                <a:gd name="T8" fmla="*/ 1 w 1"/>
                <a:gd name="T9" fmla="*/ 366 h 3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366">
                  <a:moveTo>
                    <a:pt x="0" y="0"/>
                  </a:moveTo>
                  <a:lnTo>
                    <a:pt x="0" y="3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04" name="Text Box 125">
              <a:extLst>
                <a:ext uri="{FF2B5EF4-FFF2-40B4-BE49-F238E27FC236}">
                  <a16:creationId xmlns:a16="http://schemas.microsoft.com/office/drawing/2014/main" id="{26984AB9-925A-4C41-9C6D-7DB4E40C59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908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27" name="Group 126">
            <a:extLst>
              <a:ext uri="{FF2B5EF4-FFF2-40B4-BE49-F238E27FC236}">
                <a16:creationId xmlns:a16="http://schemas.microsoft.com/office/drawing/2014/main" id="{6544578D-C70D-4A7B-BBB0-05EF17CC0463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4616450"/>
            <a:ext cx="844550" cy="1270000"/>
            <a:chOff x="2304" y="2908"/>
            <a:chExt cx="532" cy="800"/>
          </a:xfrm>
        </p:grpSpPr>
        <p:sp>
          <p:nvSpPr>
            <p:cNvPr id="78899" name="Line 127">
              <a:extLst>
                <a:ext uri="{FF2B5EF4-FFF2-40B4-BE49-F238E27FC236}">
                  <a16:creationId xmlns:a16="http://schemas.microsoft.com/office/drawing/2014/main" id="{C0838C33-F9B9-4C7C-B48D-0608DFF659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2976"/>
              <a:ext cx="0" cy="16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900" name="Text Box 128">
              <a:extLst>
                <a:ext uri="{FF2B5EF4-FFF2-40B4-BE49-F238E27FC236}">
                  <a16:creationId xmlns:a16="http://schemas.microsoft.com/office/drawing/2014/main" id="{0F24D733-CFD4-4BDD-8804-2834009935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2908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78901" name="Freeform 129">
              <a:extLst>
                <a:ext uri="{FF2B5EF4-FFF2-40B4-BE49-F238E27FC236}">
                  <a16:creationId xmlns:a16="http://schemas.microsoft.com/office/drawing/2014/main" id="{6B65F5F4-1996-4FBE-A223-57A1154CA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976"/>
              <a:ext cx="1" cy="732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0 60000 65536"/>
                <a:gd name="T5" fmla="*/ 0 60000 65536"/>
                <a:gd name="T6" fmla="*/ 0 w 1"/>
                <a:gd name="T7" fmla="*/ 0 h 732"/>
                <a:gd name="T8" fmla="*/ 1 w 1"/>
                <a:gd name="T9" fmla="*/ 732 h 7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8" name="Group 130">
            <a:extLst>
              <a:ext uri="{FF2B5EF4-FFF2-40B4-BE49-F238E27FC236}">
                <a16:creationId xmlns:a16="http://schemas.microsoft.com/office/drawing/2014/main" id="{F9E57EAF-BF47-40B2-9619-7AAB377A451B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324225"/>
            <a:ext cx="6396038" cy="627063"/>
            <a:chOff x="1392" y="2094"/>
            <a:chExt cx="4029" cy="395"/>
          </a:xfrm>
        </p:grpSpPr>
        <p:sp>
          <p:nvSpPr>
            <p:cNvPr id="78894" name="Freeform 131">
              <a:extLst>
                <a:ext uri="{FF2B5EF4-FFF2-40B4-BE49-F238E27FC236}">
                  <a16:creationId xmlns:a16="http://schemas.microsoft.com/office/drawing/2014/main" id="{73812903-F9AD-405D-8A35-2245EE3F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094"/>
              <a:ext cx="2265" cy="1"/>
            </a:xfrm>
            <a:custGeom>
              <a:avLst/>
              <a:gdLst>
                <a:gd name="T0" fmla="*/ 0 w 2265"/>
                <a:gd name="T1" fmla="*/ 0 h 1"/>
                <a:gd name="T2" fmla="*/ 2265 w 2265"/>
                <a:gd name="T3" fmla="*/ 0 h 1"/>
                <a:gd name="T4" fmla="*/ 0 60000 65536"/>
                <a:gd name="T5" fmla="*/ 0 60000 65536"/>
                <a:gd name="T6" fmla="*/ 0 w 2265"/>
                <a:gd name="T7" fmla="*/ 0 h 1"/>
                <a:gd name="T8" fmla="*/ 2265 w 226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65" h="1">
                  <a:moveTo>
                    <a:pt x="0" y="0"/>
                  </a:moveTo>
                  <a:lnTo>
                    <a:pt x="226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78895" name="Group 132">
              <a:extLst>
                <a:ext uri="{FF2B5EF4-FFF2-40B4-BE49-F238E27FC236}">
                  <a16:creationId xmlns:a16="http://schemas.microsoft.com/office/drawing/2014/main" id="{7C13745C-A721-4528-B369-05E6ACDA61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2229"/>
              <a:ext cx="4029" cy="260"/>
              <a:chOff x="1392" y="2229"/>
              <a:chExt cx="4029" cy="260"/>
            </a:xfrm>
          </p:grpSpPr>
          <p:sp>
            <p:nvSpPr>
              <p:cNvPr id="78896" name="Freeform 133">
                <a:extLst>
                  <a:ext uri="{FF2B5EF4-FFF2-40B4-BE49-F238E27FC236}">
                    <a16:creationId xmlns:a16="http://schemas.microsoft.com/office/drawing/2014/main" id="{B4755ABB-2ECA-4E80-835F-A83AD9FD9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229"/>
                <a:ext cx="4026" cy="5"/>
              </a:xfrm>
              <a:custGeom>
                <a:avLst/>
                <a:gdLst>
                  <a:gd name="T0" fmla="*/ 0 w 4026"/>
                  <a:gd name="T1" fmla="*/ 0 h 5"/>
                  <a:gd name="T2" fmla="*/ 4026 w 4026"/>
                  <a:gd name="T3" fmla="*/ 5 h 5"/>
                  <a:gd name="T4" fmla="*/ 0 60000 65536"/>
                  <a:gd name="T5" fmla="*/ 0 60000 65536"/>
                  <a:gd name="T6" fmla="*/ 0 w 4026"/>
                  <a:gd name="T7" fmla="*/ 0 h 5"/>
                  <a:gd name="T8" fmla="*/ 4026 w 4026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026" h="5">
                    <a:moveTo>
                      <a:pt x="0" y="0"/>
                    </a:moveTo>
                    <a:lnTo>
                      <a:pt x="4026" y="5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7" name="Line 134">
                <a:extLst>
                  <a:ext uri="{FF2B5EF4-FFF2-40B4-BE49-F238E27FC236}">
                    <a16:creationId xmlns:a16="http://schemas.microsoft.com/office/drawing/2014/main" id="{2C4B600A-93AA-4603-A4DC-555EB72BC0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2" y="2488"/>
                <a:ext cx="40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8" name="Text Box 135">
                <a:extLst>
                  <a:ext uri="{FF2B5EF4-FFF2-40B4-BE49-F238E27FC236}">
                    <a16:creationId xmlns:a16="http://schemas.microsoft.com/office/drawing/2014/main" id="{9F0DDBC1-13DC-4733-A132-414546429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16" y="2276"/>
                <a:ext cx="30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</p:grpSp>
      <p:sp>
        <p:nvSpPr>
          <p:cNvPr id="78879" name="Text Box 136">
            <a:extLst>
              <a:ext uri="{FF2B5EF4-FFF2-40B4-BE49-F238E27FC236}">
                <a16:creationId xmlns:a16="http://schemas.microsoft.com/office/drawing/2014/main" id="{50071BCE-8DC8-4C6A-AD76-213DB3A542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304800"/>
            <a:ext cx="7924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 </a:t>
            </a: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4.2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CPU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与存储器的连接图</a:t>
            </a:r>
          </a:p>
        </p:txBody>
      </p:sp>
      <p:grpSp>
        <p:nvGrpSpPr>
          <p:cNvPr id="30" name="Group 138">
            <a:extLst>
              <a:ext uri="{FF2B5EF4-FFF2-40B4-BE49-F238E27FC236}">
                <a16:creationId xmlns:a16="http://schemas.microsoft.com/office/drawing/2014/main" id="{B9AEC58B-343C-41E6-A1F8-A059DD20B3E1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4616450"/>
            <a:ext cx="854075" cy="1308100"/>
            <a:chOff x="2304" y="2908"/>
            <a:chExt cx="538" cy="824"/>
          </a:xfrm>
        </p:grpSpPr>
        <p:sp>
          <p:nvSpPr>
            <p:cNvPr id="78891" name="Freeform 139">
              <a:extLst>
                <a:ext uri="{FF2B5EF4-FFF2-40B4-BE49-F238E27FC236}">
                  <a16:creationId xmlns:a16="http://schemas.microsoft.com/office/drawing/2014/main" id="{5B2B92AD-D857-46E3-8673-CC7C8F02F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979"/>
              <a:ext cx="3" cy="195"/>
            </a:xfrm>
            <a:custGeom>
              <a:avLst/>
              <a:gdLst>
                <a:gd name="T0" fmla="*/ 3 w 3"/>
                <a:gd name="T1" fmla="*/ 0 h 195"/>
                <a:gd name="T2" fmla="*/ 0 w 3"/>
                <a:gd name="T3" fmla="*/ 195 h 195"/>
                <a:gd name="T4" fmla="*/ 0 60000 65536"/>
                <a:gd name="T5" fmla="*/ 0 60000 65536"/>
                <a:gd name="T6" fmla="*/ 0 w 3"/>
                <a:gd name="T7" fmla="*/ 0 h 195"/>
                <a:gd name="T8" fmla="*/ 3 w 3"/>
                <a:gd name="T9" fmla="*/ 195 h 1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95">
                  <a:moveTo>
                    <a:pt x="3" y="0"/>
                  </a:moveTo>
                  <a:lnTo>
                    <a:pt x="0" y="195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92" name="Text Box 140">
              <a:extLst>
                <a:ext uri="{FF2B5EF4-FFF2-40B4-BE49-F238E27FC236}">
                  <a16:creationId xmlns:a16="http://schemas.microsoft.com/office/drawing/2014/main" id="{E090746E-BB47-4F7C-97F5-6D8E0BC429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2908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78893" name="Freeform 141">
              <a:extLst>
                <a:ext uri="{FF2B5EF4-FFF2-40B4-BE49-F238E27FC236}">
                  <a16:creationId xmlns:a16="http://schemas.microsoft.com/office/drawing/2014/main" id="{4A5B097C-BFD9-4DB4-B43E-0343D0FA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979"/>
              <a:ext cx="1" cy="753"/>
            </a:xfrm>
            <a:custGeom>
              <a:avLst/>
              <a:gdLst>
                <a:gd name="T0" fmla="*/ 0 w 1"/>
                <a:gd name="T1" fmla="*/ 0 h 753"/>
                <a:gd name="T2" fmla="*/ 0 w 1"/>
                <a:gd name="T3" fmla="*/ 753 h 753"/>
                <a:gd name="T4" fmla="*/ 0 60000 65536"/>
                <a:gd name="T5" fmla="*/ 0 60000 65536"/>
                <a:gd name="T6" fmla="*/ 0 w 1"/>
                <a:gd name="T7" fmla="*/ 0 h 753"/>
                <a:gd name="T8" fmla="*/ 1 w 1"/>
                <a:gd name="T9" fmla="*/ 753 h 75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53">
                  <a:moveTo>
                    <a:pt x="0" y="0"/>
                  </a:moveTo>
                  <a:lnTo>
                    <a:pt x="0" y="753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1" name="Group 142">
            <a:extLst>
              <a:ext uri="{FF2B5EF4-FFF2-40B4-BE49-F238E27FC236}">
                <a16:creationId xmlns:a16="http://schemas.microsoft.com/office/drawing/2014/main" id="{B9C4D424-EDEC-477B-A436-FF1FC0BB7EE1}"/>
              </a:ext>
            </a:extLst>
          </p:cNvPr>
          <p:cNvGrpSpPr>
            <a:grpSpLocks/>
          </p:cNvGrpSpPr>
          <p:nvPr/>
        </p:nvGrpSpPr>
        <p:grpSpPr bwMode="auto">
          <a:xfrm>
            <a:off x="5689600" y="4616450"/>
            <a:ext cx="782638" cy="765175"/>
            <a:chOff x="3584" y="2908"/>
            <a:chExt cx="493" cy="482"/>
          </a:xfrm>
        </p:grpSpPr>
        <p:sp>
          <p:nvSpPr>
            <p:cNvPr id="78888" name="Freeform 143">
              <a:extLst>
                <a:ext uri="{FF2B5EF4-FFF2-40B4-BE49-F238E27FC236}">
                  <a16:creationId xmlns:a16="http://schemas.microsoft.com/office/drawing/2014/main" id="{FDD9BB28-1AC9-4DF4-A491-3F8E9EF67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988"/>
              <a:ext cx="1" cy="198"/>
            </a:xfrm>
            <a:custGeom>
              <a:avLst/>
              <a:gdLst>
                <a:gd name="T0" fmla="*/ 0 w 1"/>
                <a:gd name="T1" fmla="*/ 0 h 198"/>
                <a:gd name="T2" fmla="*/ 0 w 1"/>
                <a:gd name="T3" fmla="*/ 198 h 198"/>
                <a:gd name="T4" fmla="*/ 0 60000 65536"/>
                <a:gd name="T5" fmla="*/ 0 60000 65536"/>
                <a:gd name="T6" fmla="*/ 0 w 1"/>
                <a:gd name="T7" fmla="*/ 0 h 198"/>
                <a:gd name="T8" fmla="*/ 1 w 1"/>
                <a:gd name="T9" fmla="*/ 198 h 19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98">
                  <a:moveTo>
                    <a:pt x="0" y="0"/>
                  </a:moveTo>
                  <a:lnTo>
                    <a:pt x="0" y="198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89" name="Text Box 144">
              <a:extLst>
                <a:ext uri="{FF2B5EF4-FFF2-40B4-BE49-F238E27FC236}">
                  <a16:creationId xmlns:a16="http://schemas.microsoft.com/office/drawing/2014/main" id="{5399D188-BE6C-4E04-9335-90ECD8D5B8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908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78890" name="Freeform 145">
              <a:extLst>
                <a:ext uri="{FF2B5EF4-FFF2-40B4-BE49-F238E27FC236}">
                  <a16:creationId xmlns:a16="http://schemas.microsoft.com/office/drawing/2014/main" id="{0BB98DF4-A3F9-417A-B578-E07161088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991"/>
              <a:ext cx="3" cy="399"/>
            </a:xfrm>
            <a:custGeom>
              <a:avLst/>
              <a:gdLst>
                <a:gd name="T0" fmla="*/ 3 w 3"/>
                <a:gd name="T1" fmla="*/ 0 h 375"/>
                <a:gd name="T2" fmla="*/ 0 w 3"/>
                <a:gd name="T3" fmla="*/ 656 h 375"/>
                <a:gd name="T4" fmla="*/ 0 60000 65536"/>
                <a:gd name="T5" fmla="*/ 0 60000 65536"/>
                <a:gd name="T6" fmla="*/ 0 w 3"/>
                <a:gd name="T7" fmla="*/ 0 h 375"/>
                <a:gd name="T8" fmla="*/ 3 w 3"/>
                <a:gd name="T9" fmla="*/ 375 h 3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375">
                  <a:moveTo>
                    <a:pt x="3" y="0"/>
                  </a:moveTo>
                  <a:lnTo>
                    <a:pt x="0" y="375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8848" name="Group 146">
            <a:extLst>
              <a:ext uri="{FF2B5EF4-FFF2-40B4-BE49-F238E27FC236}">
                <a16:creationId xmlns:a16="http://schemas.microsoft.com/office/drawing/2014/main" id="{E5BB104D-411A-410F-A96C-A3AADEC1DC79}"/>
              </a:ext>
            </a:extLst>
          </p:cNvPr>
          <p:cNvGrpSpPr>
            <a:grpSpLocks/>
          </p:cNvGrpSpPr>
          <p:nvPr/>
        </p:nvGrpSpPr>
        <p:grpSpPr bwMode="auto">
          <a:xfrm>
            <a:off x="7672388" y="4762500"/>
            <a:ext cx="711200" cy="1162050"/>
            <a:chOff x="4833" y="3000"/>
            <a:chExt cx="448" cy="732"/>
          </a:xfrm>
        </p:grpSpPr>
        <p:sp>
          <p:nvSpPr>
            <p:cNvPr id="78885" name="Freeform 147">
              <a:extLst>
                <a:ext uri="{FF2B5EF4-FFF2-40B4-BE49-F238E27FC236}">
                  <a16:creationId xmlns:a16="http://schemas.microsoft.com/office/drawing/2014/main" id="{9D902DA3-A3BD-45F7-BC09-BC16AFF9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006"/>
              <a:ext cx="1" cy="519"/>
            </a:xfrm>
            <a:custGeom>
              <a:avLst/>
              <a:gdLst>
                <a:gd name="T0" fmla="*/ 0 w 1"/>
                <a:gd name="T1" fmla="*/ 0 h 519"/>
                <a:gd name="T2" fmla="*/ 0 w 1"/>
                <a:gd name="T3" fmla="*/ 519 h 519"/>
                <a:gd name="T4" fmla="*/ 0 60000 65536"/>
                <a:gd name="T5" fmla="*/ 0 60000 65536"/>
                <a:gd name="T6" fmla="*/ 0 w 1"/>
                <a:gd name="T7" fmla="*/ 0 h 519"/>
                <a:gd name="T8" fmla="*/ 1 w 1"/>
                <a:gd name="T9" fmla="*/ 519 h 5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19">
                  <a:moveTo>
                    <a:pt x="0" y="0"/>
                  </a:moveTo>
                  <a:lnTo>
                    <a:pt x="0" y="519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86" name="Text Box 148">
              <a:extLst>
                <a:ext uri="{FF2B5EF4-FFF2-40B4-BE49-F238E27FC236}">
                  <a16:creationId xmlns:a16="http://schemas.microsoft.com/office/drawing/2014/main" id="{2F087BC1-D1DF-4D44-BB9D-F6980B426E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6" y="3069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78887" name="Freeform 149">
              <a:extLst>
                <a:ext uri="{FF2B5EF4-FFF2-40B4-BE49-F238E27FC236}">
                  <a16:creationId xmlns:a16="http://schemas.microsoft.com/office/drawing/2014/main" id="{2CDF1423-79EB-4D44-AE1B-314DC4F93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" y="3000"/>
              <a:ext cx="1" cy="732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0 60000 65536"/>
                <a:gd name="T5" fmla="*/ 0 60000 65536"/>
                <a:gd name="T6" fmla="*/ 0 w 1"/>
                <a:gd name="T7" fmla="*/ 0 h 732"/>
                <a:gd name="T8" fmla="*/ 1 w 1"/>
                <a:gd name="T9" fmla="*/ 732 h 7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</a:path>
              </a:pathLst>
            </a:custGeom>
            <a:noFill/>
            <a:ln w="5715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72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" dur="500"/>
                                        <p:tgtEl>
                                          <p:spTgt spid="72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72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2" dur="500"/>
                                        <p:tgtEl>
                                          <p:spTgt spid="72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7" dur="500"/>
                                        <p:tgtEl>
                                          <p:spTgt spid="72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5" dur="500"/>
                                        <p:tgtEl>
                                          <p:spTgt spid="72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2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9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6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8" dur="500"/>
                                        <p:tgtEl>
                                          <p:spTgt spid="72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4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 nodeType="clickPar">
                      <p:stCondLst>
                        <p:cond delay="indefinite"/>
                      </p:stCondLst>
                      <p:childTnLst>
                        <p:par>
                          <p:cTn id="1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4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 nodeType="clickPar">
                      <p:stCondLst>
                        <p:cond delay="indefinite"/>
                      </p:stCondLst>
                      <p:childTnLst>
                        <p:par>
                          <p:cTn id="1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7" dur="500"/>
                                        <p:tgtEl>
                                          <p:spTgt spid="78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Text Box 2">
            <a:extLst>
              <a:ext uri="{FF2B5EF4-FFF2-40B4-BE49-F238E27FC236}">
                <a16:creationId xmlns:a16="http://schemas.microsoft.com/office/drawing/2014/main" id="{7286A213-5CFF-400A-B24F-23C19C1FA0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960563"/>
            <a:ext cx="7924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(1)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写出对应的二进制地址码</a:t>
            </a:r>
          </a:p>
        </p:txBody>
      </p:sp>
      <p:grpSp>
        <p:nvGrpSpPr>
          <p:cNvPr id="79875" name="Group 3">
            <a:extLst>
              <a:ext uri="{FF2B5EF4-FFF2-40B4-BE49-F238E27FC236}">
                <a16:creationId xmlns:a16="http://schemas.microsoft.com/office/drawing/2014/main" id="{C135C3D8-FF02-455F-AAA3-CB8F0A9AA818}"/>
              </a:ext>
            </a:extLst>
          </p:cNvPr>
          <p:cNvGrpSpPr>
            <a:grpSpLocks/>
          </p:cNvGrpSpPr>
          <p:nvPr/>
        </p:nvGrpSpPr>
        <p:grpSpPr bwMode="auto">
          <a:xfrm>
            <a:off x="546100" y="547688"/>
            <a:ext cx="7986713" cy="1262062"/>
            <a:chOff x="344" y="345"/>
            <a:chExt cx="4386" cy="750"/>
          </a:xfrm>
        </p:grpSpPr>
        <p:sp>
          <p:nvSpPr>
            <p:cNvPr id="79883" name="Text Box 4">
              <a:extLst>
                <a:ext uri="{FF2B5EF4-FFF2-40B4-BE49-F238E27FC236}">
                  <a16:creationId xmlns:a16="http://schemas.microsoft.com/office/drawing/2014/main" id="{35D7937F-2918-474E-8ED5-9481B23524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" y="345"/>
              <a:ext cx="4386" cy="3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例</a:t>
              </a:r>
              <a:r>
                <a:rPr kumimoji="1" lang="en-US" altLang="zh-CN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4.3</a:t>
              </a: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en-US" altLang="zh-CN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假设同前，要求最小 </a:t>
              </a: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4K</a:t>
              </a:r>
              <a:r>
                <a:rPr kumimoji="1" lang="zh-CN" alt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为系统</a:t>
              </a:r>
            </a:p>
          </p:txBody>
        </p:sp>
        <p:sp>
          <p:nvSpPr>
            <p:cNvPr id="79884" name="Text Box 5">
              <a:extLst>
                <a:ext uri="{FF2B5EF4-FFF2-40B4-BE49-F238E27FC236}">
                  <a16:creationId xmlns:a16="http://schemas.microsoft.com/office/drawing/2014/main" id="{29AFC50B-7555-4719-A0C6-06FC832565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" y="751"/>
              <a:ext cx="4386" cy="3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     </a:t>
              </a:r>
              <a:r>
                <a:rPr kumimoji="1" lang="zh-CN" alt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程序区，相邻 </a:t>
              </a: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8K</a:t>
              </a:r>
              <a:r>
                <a:rPr kumimoji="1" lang="zh-CN" alt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为用户程序区。</a:t>
              </a:r>
            </a:p>
          </p:txBody>
        </p:sp>
      </p:grpSp>
      <p:sp>
        <p:nvSpPr>
          <p:cNvPr id="73734" name="Text Box 6">
            <a:extLst>
              <a:ext uri="{FF2B5EF4-FFF2-40B4-BE49-F238E27FC236}">
                <a16:creationId xmlns:a16="http://schemas.microsoft.com/office/drawing/2014/main" id="{77410FE1-D799-4B22-B210-4D9444B928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751138"/>
            <a:ext cx="7924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(2)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确定芯片的数量及类型</a:t>
            </a:r>
          </a:p>
        </p:txBody>
      </p:sp>
      <p:sp>
        <p:nvSpPr>
          <p:cNvPr id="73735" name="Text Box 7">
            <a:extLst>
              <a:ext uri="{FF2B5EF4-FFF2-40B4-BE49-F238E27FC236}">
                <a16:creationId xmlns:a16="http://schemas.microsoft.com/office/drawing/2014/main" id="{47974CCB-9CBF-42B4-A921-62DB7C3CD1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4335463"/>
            <a:ext cx="7924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(3)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分配地址线</a:t>
            </a:r>
          </a:p>
        </p:txBody>
      </p:sp>
      <p:sp>
        <p:nvSpPr>
          <p:cNvPr id="73736" name="Rectangle 8">
            <a:extLst>
              <a:ext uri="{FF2B5EF4-FFF2-40B4-BE49-F238E27FC236}">
                <a16:creationId xmlns:a16="http://schemas.microsoft.com/office/drawing/2014/main" id="{D37E554D-08BB-4C0B-BAF4-D4DB2CDEF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5919788"/>
            <a:ext cx="4089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(4)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确定片选信号</a:t>
            </a:r>
          </a:p>
        </p:txBody>
      </p:sp>
      <p:sp>
        <p:nvSpPr>
          <p:cNvPr id="73737" name="Text Box 9">
            <a:extLst>
              <a:ext uri="{FF2B5EF4-FFF2-40B4-BE49-F238E27FC236}">
                <a16:creationId xmlns:a16="http://schemas.microsoft.com/office/drawing/2014/main" id="{3D0325BA-635D-4920-ABDD-1567E6ACDD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5975" y="3543300"/>
            <a:ext cx="7058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片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4K</a:t>
            </a:r>
            <a:r>
              <a:rPr kumimoji="1" lang="en-US" altLang="zh-CN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8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ROM  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片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4K</a:t>
            </a:r>
            <a:r>
              <a:rPr kumimoji="1" lang="en-US" altLang="zh-CN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8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RAM</a:t>
            </a:r>
          </a:p>
        </p:txBody>
      </p:sp>
      <p:sp>
        <p:nvSpPr>
          <p:cNvPr id="73738" name="Text Box 10">
            <a:extLst>
              <a:ext uri="{FF2B5EF4-FFF2-40B4-BE49-F238E27FC236}">
                <a16:creationId xmlns:a16="http://schemas.microsoft.com/office/drawing/2014/main" id="{6319723C-F12B-4C0F-AB1E-34BAA0826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5975" y="5127625"/>
            <a:ext cx="67532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11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~ A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接 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ROM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和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RAM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的地址线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3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3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3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3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3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3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30" grpId="0" autoUpdateAnimBg="0"/>
      <p:bldP spid="73734" grpId="0" autoUpdateAnimBg="0"/>
      <p:bldP spid="73735" grpId="0" autoUpdateAnimBg="0"/>
      <p:bldP spid="73736" grpId="0" autoUpdateAnimBg="0"/>
      <p:bldP spid="73737" grpId="0" autoUpdateAnimBg="0"/>
      <p:bldP spid="73738" grpId="0" autoUpdateAnimBg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898" name="Group 2">
            <a:extLst>
              <a:ext uri="{FF2B5EF4-FFF2-40B4-BE49-F238E27FC236}">
                <a16:creationId xmlns:a16="http://schemas.microsoft.com/office/drawing/2014/main" id="{20D9B5A3-40BE-4976-BC34-62A7BB211DCE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254000"/>
            <a:ext cx="8710613" cy="1922463"/>
            <a:chOff x="48" y="160"/>
            <a:chExt cx="5487" cy="1211"/>
          </a:xfrm>
        </p:grpSpPr>
        <p:sp>
          <p:nvSpPr>
            <p:cNvPr id="80936" name="Text Box 3">
              <a:extLst>
                <a:ext uri="{FF2B5EF4-FFF2-40B4-BE49-F238E27FC236}">
                  <a16:creationId xmlns:a16="http://schemas.microsoft.com/office/drawing/2014/main" id="{B1C8DB54-D4A5-4558-8067-2573D46DF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" y="160"/>
              <a:ext cx="5487" cy="1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例 </a:t>
              </a:r>
              <a:r>
                <a:rPr kumimoji="1" lang="en-US" altLang="zh-CN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4.4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en-US" altLang="zh-CN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设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CPU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有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20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根地址线，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根数据线。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并用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IO/M 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作访存控制信号。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RD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为读命令，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WR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为写命令。现有 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2764 EPROM ,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外特性如下：</a:t>
              </a:r>
            </a:p>
          </p:txBody>
        </p:sp>
        <p:sp>
          <p:nvSpPr>
            <p:cNvPr id="80937" name="Line 4">
              <a:extLst>
                <a:ext uri="{FF2B5EF4-FFF2-40B4-BE49-F238E27FC236}">
                  <a16:creationId xmlns:a16="http://schemas.microsoft.com/office/drawing/2014/main" id="{10F0A281-D598-4E5D-A043-88C5CBCEC9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6" y="563"/>
              <a:ext cx="24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938" name="Line 5">
              <a:extLst>
                <a:ext uri="{FF2B5EF4-FFF2-40B4-BE49-F238E27FC236}">
                  <a16:creationId xmlns:a16="http://schemas.microsoft.com/office/drawing/2014/main" id="{FF3BB12B-3351-4929-BCE8-3D3D32CF40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7" y="555"/>
              <a:ext cx="3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939" name="Line 6">
              <a:extLst>
                <a:ext uri="{FF2B5EF4-FFF2-40B4-BE49-F238E27FC236}">
                  <a16:creationId xmlns:a16="http://schemas.microsoft.com/office/drawing/2014/main" id="{ED332094-30F9-4BDF-8CBB-5516BBFEEB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" y="829"/>
              <a:ext cx="3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74759" name="Text Box 7">
            <a:extLst>
              <a:ext uri="{FF2B5EF4-FFF2-40B4-BE49-F238E27FC236}">
                <a16:creationId xmlns:a16="http://schemas.microsoft.com/office/drawing/2014/main" id="{0E497990-8181-4432-9DC6-A35F6ABDBB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225" y="5257800"/>
            <a:ext cx="8689975" cy="150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138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译码器及其他门电路（门电路自定）画出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CPU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和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2764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的连接图。要求地址为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F0000H~FFFFFH , </a:t>
            </a:r>
            <a:r>
              <a:rPr kumimoji="1" lang="en-US" altLang="zh-CN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并</a:t>
            </a:r>
          </a:p>
          <a:p>
            <a:pPr marL="0" marR="0" lvl="0" indent="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写出每片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2764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的地址范围。</a:t>
            </a:r>
          </a:p>
        </p:txBody>
      </p:sp>
      <p:grpSp>
        <p:nvGrpSpPr>
          <p:cNvPr id="3" name="Group 9">
            <a:extLst>
              <a:ext uri="{FF2B5EF4-FFF2-40B4-BE49-F238E27FC236}">
                <a16:creationId xmlns:a16="http://schemas.microsoft.com/office/drawing/2014/main" id="{F66F7867-C94A-43DF-AB2C-F3D02532EEC1}"/>
              </a:ext>
            </a:extLst>
          </p:cNvPr>
          <p:cNvGrpSpPr>
            <a:grpSpLocks/>
          </p:cNvGrpSpPr>
          <p:nvPr/>
        </p:nvGrpSpPr>
        <p:grpSpPr bwMode="auto">
          <a:xfrm>
            <a:off x="1216025" y="2247900"/>
            <a:ext cx="6496050" cy="2781300"/>
            <a:chOff x="766" y="1416"/>
            <a:chExt cx="4092" cy="1752"/>
          </a:xfrm>
        </p:grpSpPr>
        <p:grpSp>
          <p:nvGrpSpPr>
            <p:cNvPr id="80903" name="Group 10">
              <a:extLst>
                <a:ext uri="{FF2B5EF4-FFF2-40B4-BE49-F238E27FC236}">
                  <a16:creationId xmlns:a16="http://schemas.microsoft.com/office/drawing/2014/main" id="{DE712D55-57F9-4CFE-8339-225C81C8F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" y="1416"/>
              <a:ext cx="4092" cy="1752"/>
              <a:chOff x="766" y="1416"/>
              <a:chExt cx="4092" cy="1752"/>
            </a:xfrm>
          </p:grpSpPr>
          <p:sp>
            <p:nvSpPr>
              <p:cNvPr id="80907" name="Text Box 11">
                <a:extLst>
                  <a:ext uri="{FF2B5EF4-FFF2-40B4-BE49-F238E27FC236}">
                    <a16:creationId xmlns:a16="http://schemas.microsoft.com/office/drawing/2014/main" id="{1D297DAC-F674-44A7-9ED2-6663527AE3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7" y="146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0908" name="Rectangle 12">
                <a:extLst>
                  <a:ext uri="{FF2B5EF4-FFF2-40B4-BE49-F238E27FC236}">
                    <a16:creationId xmlns:a16="http://schemas.microsoft.com/office/drawing/2014/main" id="{2E295B0A-74F0-4789-B24D-932446CC2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1827"/>
                <a:ext cx="1352" cy="9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09" name="Line 13">
                <a:extLst>
                  <a:ext uri="{FF2B5EF4-FFF2-40B4-BE49-F238E27FC236}">
                    <a16:creationId xmlns:a16="http://schemas.microsoft.com/office/drawing/2014/main" id="{80F420DC-F63A-49A5-8F01-233C9983C2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3" y="1679"/>
                <a:ext cx="0" cy="14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10" name="Line 14">
                <a:extLst>
                  <a:ext uri="{FF2B5EF4-FFF2-40B4-BE49-F238E27FC236}">
                    <a16:creationId xmlns:a16="http://schemas.microsoft.com/office/drawing/2014/main" id="{63A49047-E507-4BDC-B0A4-0A0F25C60F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53" y="1679"/>
                <a:ext cx="0" cy="14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11" name="Line 15">
                <a:extLst>
                  <a:ext uri="{FF2B5EF4-FFF2-40B4-BE49-F238E27FC236}">
                    <a16:creationId xmlns:a16="http://schemas.microsoft.com/office/drawing/2014/main" id="{F7DC7E86-DA9D-4687-B4C1-2996807DA2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53" y="2787"/>
                <a:ext cx="0" cy="14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12" name="Line 16">
                <a:extLst>
                  <a:ext uri="{FF2B5EF4-FFF2-40B4-BE49-F238E27FC236}">
                    <a16:creationId xmlns:a16="http://schemas.microsoft.com/office/drawing/2014/main" id="{8488A948-9E5F-4A09-AB85-093A154C8F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3" y="2787"/>
                <a:ext cx="0" cy="14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13" name="Line 17">
                <a:extLst>
                  <a:ext uri="{FF2B5EF4-FFF2-40B4-BE49-F238E27FC236}">
                    <a16:creationId xmlns:a16="http://schemas.microsoft.com/office/drawing/2014/main" id="{E77FC54B-4289-4D0A-8E3E-CCAFF390E4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6" y="2067"/>
                <a:ext cx="3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14" name="Line 18">
                <a:extLst>
                  <a:ext uri="{FF2B5EF4-FFF2-40B4-BE49-F238E27FC236}">
                    <a16:creationId xmlns:a16="http://schemas.microsoft.com/office/drawing/2014/main" id="{72B3DF5E-3E00-4CAA-8C94-2FF5D6FE4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6" y="2467"/>
                <a:ext cx="3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15" name="Text Box 19">
                <a:extLst>
                  <a:ext uri="{FF2B5EF4-FFF2-40B4-BE49-F238E27FC236}">
                    <a16:creationId xmlns:a16="http://schemas.microsoft.com/office/drawing/2014/main" id="{A64E9649-4C40-400E-9EC5-C063189878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74" y="2880"/>
                <a:ext cx="31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80916" name="Text Box 20">
                <a:extLst>
                  <a:ext uri="{FF2B5EF4-FFF2-40B4-BE49-F238E27FC236}">
                    <a16:creationId xmlns:a16="http://schemas.microsoft.com/office/drawing/2014/main" id="{4D25297B-A16A-412D-8FDD-831DDB5433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40" y="2880"/>
                <a:ext cx="31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80917" name="Text Box 21">
                <a:extLst>
                  <a:ext uri="{FF2B5EF4-FFF2-40B4-BE49-F238E27FC236}">
                    <a16:creationId xmlns:a16="http://schemas.microsoft.com/office/drawing/2014/main" id="{530BB3D3-A8BE-49D2-AEBE-95C383A7B3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1" y="2020"/>
                <a:ext cx="38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CE</a:t>
                </a:r>
              </a:p>
            </p:txBody>
          </p:sp>
          <p:sp>
            <p:nvSpPr>
              <p:cNvPr id="80918" name="Line 22">
                <a:extLst>
                  <a:ext uri="{FF2B5EF4-FFF2-40B4-BE49-F238E27FC236}">
                    <a16:creationId xmlns:a16="http://schemas.microsoft.com/office/drawing/2014/main" id="{51E2B64A-7347-4A63-9D93-D9751871BA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00" y="2064"/>
                <a:ext cx="287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19" name="Text Box 23">
                <a:extLst>
                  <a:ext uri="{FF2B5EF4-FFF2-40B4-BE49-F238E27FC236}">
                    <a16:creationId xmlns:a16="http://schemas.microsoft.com/office/drawing/2014/main" id="{72AF3570-0BC9-436E-9AAB-9DE236F292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6" y="2425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OE</a:t>
                </a:r>
              </a:p>
            </p:txBody>
          </p:sp>
          <p:sp>
            <p:nvSpPr>
              <p:cNvPr id="80920" name="Line 24">
                <a:extLst>
                  <a:ext uri="{FF2B5EF4-FFF2-40B4-BE49-F238E27FC236}">
                    <a16:creationId xmlns:a16="http://schemas.microsoft.com/office/drawing/2014/main" id="{0017CB02-3B4B-48A6-8310-6E23D0AE44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00" y="2463"/>
                <a:ext cx="287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21" name="Text Box 25">
                <a:extLst>
                  <a:ext uri="{FF2B5EF4-FFF2-40B4-BE49-F238E27FC236}">
                    <a16:creationId xmlns:a16="http://schemas.microsoft.com/office/drawing/2014/main" id="{E3B3B5F2-53C2-47A4-85AA-FE25746005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54" y="1750"/>
                <a:ext cx="38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CE</a:t>
                </a:r>
              </a:p>
            </p:txBody>
          </p:sp>
          <p:sp>
            <p:nvSpPr>
              <p:cNvPr id="80922" name="Line 26">
                <a:extLst>
                  <a:ext uri="{FF2B5EF4-FFF2-40B4-BE49-F238E27FC236}">
                    <a16:creationId xmlns:a16="http://schemas.microsoft.com/office/drawing/2014/main" id="{CCA8EF3D-C8CD-478D-A63F-2E65821C0E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93" y="1776"/>
                <a:ext cx="287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23" name="Text Box 27">
                <a:extLst>
                  <a:ext uri="{FF2B5EF4-FFF2-40B4-BE49-F238E27FC236}">
                    <a16:creationId xmlns:a16="http://schemas.microsoft.com/office/drawing/2014/main" id="{A6F2A7D4-08F5-425F-942F-81F1389A81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74" y="1738"/>
                <a:ext cx="88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片选信号</a:t>
                </a:r>
              </a:p>
            </p:txBody>
          </p:sp>
          <p:sp>
            <p:nvSpPr>
              <p:cNvPr id="80924" name="Text Box 28">
                <a:extLst>
                  <a:ext uri="{FF2B5EF4-FFF2-40B4-BE49-F238E27FC236}">
                    <a16:creationId xmlns:a16="http://schemas.microsoft.com/office/drawing/2014/main" id="{87548EE9-DAC3-4729-9BBC-3D09ABACB5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54" y="2139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OE</a:t>
                </a:r>
              </a:p>
            </p:txBody>
          </p:sp>
          <p:sp>
            <p:nvSpPr>
              <p:cNvPr id="80925" name="Line 29">
                <a:extLst>
                  <a:ext uri="{FF2B5EF4-FFF2-40B4-BE49-F238E27FC236}">
                    <a16:creationId xmlns:a16="http://schemas.microsoft.com/office/drawing/2014/main" id="{E0BF4C67-E792-41B6-98AD-20159F784B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93" y="2160"/>
                <a:ext cx="311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26" name="Text Box 30">
                <a:extLst>
                  <a:ext uri="{FF2B5EF4-FFF2-40B4-BE49-F238E27FC236}">
                    <a16:creationId xmlns:a16="http://schemas.microsoft.com/office/drawing/2014/main" id="{6BEFED95-497A-4144-B7E9-59F5667C46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74" y="2127"/>
                <a:ext cx="88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允许输出</a:t>
                </a:r>
              </a:p>
            </p:txBody>
          </p:sp>
          <p:sp>
            <p:nvSpPr>
              <p:cNvPr id="80927" name="Text Box 31">
                <a:extLst>
                  <a:ext uri="{FF2B5EF4-FFF2-40B4-BE49-F238E27FC236}">
                    <a16:creationId xmlns:a16="http://schemas.microsoft.com/office/drawing/2014/main" id="{8B0E3695-F4D7-4E46-8A36-09C838C923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54" y="2559"/>
                <a:ext cx="56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PGM</a:t>
                </a:r>
              </a:p>
            </p:txBody>
          </p:sp>
          <p:sp>
            <p:nvSpPr>
              <p:cNvPr id="80928" name="Line 32">
                <a:extLst>
                  <a:ext uri="{FF2B5EF4-FFF2-40B4-BE49-F238E27FC236}">
                    <a16:creationId xmlns:a16="http://schemas.microsoft.com/office/drawing/2014/main" id="{BE0F959C-14A4-4FDE-A61A-576D2894B3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64" y="2592"/>
                <a:ext cx="503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29" name="Text Box 33">
                <a:extLst>
                  <a:ext uri="{FF2B5EF4-FFF2-40B4-BE49-F238E27FC236}">
                    <a16:creationId xmlns:a16="http://schemas.microsoft.com/office/drawing/2014/main" id="{70B9046E-C444-49B3-AD92-9ADD284AF3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74" y="2547"/>
                <a:ext cx="88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可编程端</a:t>
                </a:r>
              </a:p>
            </p:txBody>
          </p:sp>
          <p:sp>
            <p:nvSpPr>
              <p:cNvPr id="80930" name="Line 34">
                <a:extLst>
                  <a:ext uri="{FF2B5EF4-FFF2-40B4-BE49-F238E27FC236}">
                    <a16:creationId xmlns:a16="http://schemas.microsoft.com/office/drawing/2014/main" id="{33D1CB9A-0318-44D5-B859-96201F2FA3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52" y="2307"/>
                <a:ext cx="3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31" name="Text Box 35">
                <a:extLst>
                  <a:ext uri="{FF2B5EF4-FFF2-40B4-BE49-F238E27FC236}">
                    <a16:creationId xmlns:a16="http://schemas.microsoft.com/office/drawing/2014/main" id="{87896BDC-0596-4B38-95DC-DB52D8BFC3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2" y="2195"/>
                <a:ext cx="56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PGM</a:t>
                </a:r>
              </a:p>
            </p:txBody>
          </p:sp>
          <p:sp>
            <p:nvSpPr>
              <p:cNvPr id="80932" name="Line 36">
                <a:extLst>
                  <a:ext uri="{FF2B5EF4-FFF2-40B4-BE49-F238E27FC236}">
                    <a16:creationId xmlns:a16="http://schemas.microsoft.com/office/drawing/2014/main" id="{AAF1F431-8618-4778-BC80-A7DDABB092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" y="2232"/>
                <a:ext cx="503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933" name="Text Box 37">
                <a:extLst>
                  <a:ext uri="{FF2B5EF4-FFF2-40B4-BE49-F238E27FC236}">
                    <a16:creationId xmlns:a16="http://schemas.microsoft.com/office/drawing/2014/main" id="{D0366258-3D0C-4CB4-9D4A-FF4254FD56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7" y="2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0934" name="Text Box 38">
                <a:extLst>
                  <a:ext uri="{FF2B5EF4-FFF2-40B4-BE49-F238E27FC236}">
                    <a16:creationId xmlns:a16="http://schemas.microsoft.com/office/drawing/2014/main" id="{32C41727-743D-4358-81E1-54E7B1B85C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40" y="1416"/>
                <a:ext cx="31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80935" name="Text Box 39">
                <a:extLst>
                  <a:ext uri="{FF2B5EF4-FFF2-40B4-BE49-F238E27FC236}">
                    <a16:creationId xmlns:a16="http://schemas.microsoft.com/office/drawing/2014/main" id="{78C312DA-89A3-4EAB-95A9-D2690D0EA6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3" y="1416"/>
                <a:ext cx="38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12</a:t>
                </a:r>
              </a:p>
            </p:txBody>
          </p:sp>
        </p:grpSp>
        <p:sp>
          <p:nvSpPr>
            <p:cNvPr id="80904" name="Oval 40">
              <a:extLst>
                <a:ext uri="{FF2B5EF4-FFF2-40B4-BE49-F238E27FC236}">
                  <a16:creationId xmlns:a16="http://schemas.microsoft.com/office/drawing/2014/main" id="{57E39D10-EF57-474E-B073-04EDE245E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288"/>
              <a:ext cx="45" cy="45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905" name="Oval 41">
              <a:extLst>
                <a:ext uri="{FF2B5EF4-FFF2-40B4-BE49-F238E27FC236}">
                  <a16:creationId xmlns:a16="http://schemas.microsoft.com/office/drawing/2014/main" id="{565624F3-D0FE-443B-A1ED-D754F32FA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2442"/>
              <a:ext cx="45" cy="45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906" name="Oval 42">
              <a:extLst>
                <a:ext uri="{FF2B5EF4-FFF2-40B4-BE49-F238E27FC236}">
                  <a16:creationId xmlns:a16="http://schemas.microsoft.com/office/drawing/2014/main" id="{0B75F306-68F7-4CEF-96E0-2CD748258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2042"/>
              <a:ext cx="45" cy="45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4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759" grpId="0" autoUpdateAnimBg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F49B2ACD-BCC3-42F3-8A46-1FF68D1E3F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zh-CN" altLang="en-US" b="1" dirty="0">
                <a:solidFill>
                  <a:srgbClr val="FF0000"/>
                </a:solidFill>
              </a:rPr>
              <a:t>第</a:t>
            </a:r>
            <a:r>
              <a:rPr lang="en-US" altLang="zh-CN" b="1" dirty="0">
                <a:solidFill>
                  <a:srgbClr val="FF0000"/>
                </a:solidFill>
                <a:latin typeface="Times New Roman" panose="02020603050405020304" pitchFamily="18" charset="0"/>
              </a:rPr>
              <a:t>3</a:t>
            </a:r>
            <a:r>
              <a:rPr lang="zh-CN" altLang="en-US" b="1" dirty="0">
                <a:solidFill>
                  <a:srgbClr val="FF0000"/>
                </a:solidFill>
              </a:rPr>
              <a:t>章  存 储 系统</a:t>
            </a:r>
          </a:p>
        </p:txBody>
      </p:sp>
      <p:sp>
        <p:nvSpPr>
          <p:cNvPr id="2" name="内容占位符 1">
            <a:extLst>
              <a:ext uri="{FF2B5EF4-FFF2-40B4-BE49-F238E27FC236}">
                <a16:creationId xmlns:a16="http://schemas.microsoft.com/office/drawing/2014/main" id="{5C153F71-F0B3-4B12-888B-BBC670D2D9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1560" y="1600202"/>
            <a:ext cx="8075240" cy="4525963"/>
          </a:xfrm>
        </p:spPr>
        <p:txBody>
          <a:bodyPr/>
          <a:lstStyle/>
          <a:p>
            <a:pPr marL="0" indent="0">
              <a:buNone/>
            </a:pPr>
            <a:r>
              <a:rPr lang="en-US" altLang="zh-CN" dirty="0"/>
              <a:t>	3.1	</a:t>
            </a:r>
            <a:r>
              <a:rPr lang="zh-CN" altLang="en-US" dirty="0"/>
              <a:t>概述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3.2	</a:t>
            </a:r>
            <a:r>
              <a:rPr lang="zh-CN" altLang="en-US" dirty="0"/>
              <a:t>主存储器的内部结构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3.3 	</a:t>
            </a:r>
            <a:r>
              <a:rPr lang="zh-CN" altLang="en-US" dirty="0"/>
              <a:t>随机访问存储器</a:t>
            </a:r>
            <a:r>
              <a:rPr lang="en-US" altLang="zh-CN" dirty="0"/>
              <a:t>RAM</a:t>
            </a:r>
          </a:p>
          <a:p>
            <a:pPr marL="0" indent="0">
              <a:buNone/>
            </a:pPr>
            <a:r>
              <a:rPr lang="en-US" altLang="zh-CN" dirty="0"/>
              <a:t>	3.4	</a:t>
            </a:r>
            <a:r>
              <a:rPr lang="zh-CN" altLang="en-US" dirty="0"/>
              <a:t>只读存储器</a:t>
            </a:r>
            <a:r>
              <a:rPr lang="en-US" altLang="zh-CN" dirty="0"/>
              <a:t>ROM</a:t>
            </a:r>
          </a:p>
          <a:p>
            <a:pPr marL="0" indent="0">
              <a:buNone/>
            </a:pPr>
            <a:r>
              <a:rPr lang="en-US" altLang="zh-CN" dirty="0"/>
              <a:t>	3.5	</a:t>
            </a:r>
            <a:r>
              <a:rPr lang="zh-CN" altLang="en-US" dirty="0"/>
              <a:t>半导体存储器扩展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3.6	</a:t>
            </a:r>
            <a:r>
              <a:rPr lang="zh-CN" altLang="en-US" dirty="0"/>
              <a:t>高速存储器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3.7	</a:t>
            </a:r>
            <a:r>
              <a:rPr lang="zh-CN" altLang="en-US" dirty="0"/>
              <a:t>高速缓冲存储器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D5D67CA4-03D2-4867-8379-5DE67C6D1C43}"/>
              </a:ext>
            </a:extLst>
          </p:cNvPr>
          <p:cNvSpPr/>
          <p:nvPr/>
        </p:nvSpPr>
        <p:spPr>
          <a:xfrm>
            <a:off x="1524432" y="4509120"/>
            <a:ext cx="3159839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/>
            <a:r>
              <a:rPr lang="en-US" altLang="zh-CN" sz="3200" kern="0" dirty="0">
                <a:solidFill>
                  <a:srgbClr val="000000"/>
                </a:solidFill>
              </a:rPr>
              <a:t>3.6	</a:t>
            </a:r>
            <a:r>
              <a:rPr lang="zh-CN" altLang="en-US" sz="3200" kern="0" dirty="0">
                <a:solidFill>
                  <a:srgbClr val="000000"/>
                </a:solidFill>
              </a:rPr>
              <a:t>高速存储器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5663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E6DAB3C-842C-43AC-AEB4-F2139F820A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zh-CN" altLang="en-US" dirty="0"/>
              <a:t>为什么需要高速存储器？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E68692B2-1E75-42B0-B1D8-98034E76258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CPU</a:t>
            </a:r>
            <a:r>
              <a:rPr lang="zh-CN" altLang="en-US" dirty="0">
                <a:solidFill>
                  <a:srgbClr val="FF0000"/>
                </a:solidFill>
              </a:rPr>
              <a:t>与存储器之间的速度无法匹配</a:t>
            </a:r>
          </a:p>
          <a:p>
            <a:r>
              <a:rPr lang="zh-CN" altLang="en-US" dirty="0">
                <a:solidFill>
                  <a:srgbClr val="FF0000"/>
                </a:solidFill>
              </a:rPr>
              <a:t>解决之道</a:t>
            </a:r>
          </a:p>
          <a:p>
            <a:pPr lvl="1"/>
            <a:r>
              <a:rPr lang="zh-CN" altLang="en-US" dirty="0"/>
              <a:t>采用高速器件提高速度；</a:t>
            </a:r>
          </a:p>
          <a:p>
            <a:pPr lvl="1"/>
            <a:r>
              <a:rPr lang="zh-CN" altLang="en-US" dirty="0"/>
              <a:t>采用双端口存储器；</a:t>
            </a:r>
          </a:p>
          <a:p>
            <a:pPr lvl="1"/>
            <a:r>
              <a:rPr lang="zh-CN" altLang="en-US" dirty="0"/>
              <a:t>增加字长，在每个存储周期中存取多个字。</a:t>
            </a:r>
          </a:p>
          <a:p>
            <a:pPr lvl="1"/>
            <a:r>
              <a:rPr lang="zh-CN" altLang="en-US" dirty="0"/>
              <a:t>将主存划分为多个模块，多模块并行</a:t>
            </a:r>
          </a:p>
          <a:p>
            <a:pPr lvl="1"/>
            <a:r>
              <a:rPr lang="zh-CN" altLang="en-US" dirty="0"/>
              <a:t>增加</a:t>
            </a:r>
            <a:r>
              <a:rPr lang="en-US" altLang="zh-CN" dirty="0"/>
              <a:t>Cache</a:t>
            </a:r>
            <a:r>
              <a:rPr lang="zh-CN" altLang="en-US" dirty="0"/>
              <a:t>；</a:t>
            </a:r>
          </a:p>
          <a:p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652848931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>
            <a:extLst>
              <a:ext uri="{FF2B5EF4-FFF2-40B4-BE49-F238E27FC236}">
                <a16:creationId xmlns:a16="http://schemas.microsoft.com/office/drawing/2014/main" id="{B30C3E27-AF18-4E91-8D0B-0D8018B682BC}"/>
              </a:ext>
            </a:extLst>
          </p:cNvPr>
          <p:cNvSpPr txBox="1">
            <a:spLocks/>
          </p:cNvSpPr>
          <p:nvPr/>
        </p:nvSpPr>
        <p:spPr>
          <a:xfrm>
            <a:off x="262919" y="173226"/>
            <a:ext cx="8153400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85000"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ea"/>
                <a:ea typeface="+mj-ea"/>
                <a:cs typeface="+mj-cs"/>
              </a:rPr>
              <a:t>改造芯片结构和工艺：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ea"/>
                <a:ea typeface="+mj-ea"/>
                <a:cs typeface="+mj-cs"/>
              </a:rPr>
              <a:t>EDRAM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ea"/>
                <a:ea typeface="+mj-ea"/>
                <a:cs typeface="+mj-cs"/>
              </a:rPr>
              <a:t>芯片（增强型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ea"/>
                <a:ea typeface="+mj-ea"/>
                <a:cs typeface="+mj-cs"/>
              </a:rPr>
              <a:t>DRAM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ea"/>
                <a:ea typeface="+mj-ea"/>
                <a:cs typeface="+mj-cs"/>
              </a:rPr>
              <a:t>）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ea"/>
                <a:ea typeface="+mj-ea"/>
                <a:cs typeface="+mj-cs"/>
              </a:rPr>
              <a:t>1M×4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ea"/>
                <a:ea typeface="+mj-ea"/>
                <a:cs typeface="+mj-cs"/>
              </a:rPr>
              <a:t>位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CCE4916-52B9-47C7-856C-34DD41B9D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304" y="6090320"/>
            <a:ext cx="8153400" cy="36933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 eaLnBrk="1" fontAlgn="auto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563C1"/>
              </a:buClr>
              <a:buSzPct val="65000"/>
              <a:buFont typeface="Wingdings" pitchFamily="2" charset="2"/>
              <a:buNone/>
              <a:defRPr/>
            </a:pPr>
            <a:r>
              <a:rPr lang="zh-CN" altLang="en-US" sz="2000" b="1" dirty="0">
                <a:solidFill>
                  <a:srgbClr val="C00000"/>
                </a:solidFill>
                <a:latin typeface="微软雅黑"/>
                <a:ea typeface="微软雅黑"/>
              </a:rPr>
              <a:t>在</a:t>
            </a:r>
            <a:r>
              <a:rPr lang="en-US" altLang="zh-CN" sz="2000" b="1" dirty="0">
                <a:solidFill>
                  <a:srgbClr val="C00000"/>
                </a:solidFill>
                <a:latin typeface="微软雅黑"/>
                <a:ea typeface="微软雅黑"/>
              </a:rPr>
              <a:t>DRAM</a:t>
            </a:r>
            <a:r>
              <a:rPr lang="zh-CN" altLang="en-US" sz="2000" b="1" dirty="0">
                <a:solidFill>
                  <a:srgbClr val="C00000"/>
                </a:solidFill>
                <a:latin typeface="微软雅黑"/>
                <a:ea typeface="微软雅黑"/>
              </a:rPr>
              <a:t>芯片中增加小容量的</a:t>
            </a:r>
            <a:r>
              <a:rPr lang="en-US" altLang="zh-CN" sz="2000" b="1" dirty="0">
                <a:solidFill>
                  <a:srgbClr val="C00000"/>
                </a:solidFill>
                <a:latin typeface="微软雅黑"/>
                <a:ea typeface="微软雅黑"/>
              </a:rPr>
              <a:t>SRAM Cache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4523410-5D71-4B5F-B2EB-CFAB1925C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9192" y="2280320"/>
            <a:ext cx="1714500" cy="3810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11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位比较器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E9E7827-92EA-4153-B422-0250B5443B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9192" y="4337720"/>
            <a:ext cx="1714500" cy="609600"/>
          </a:xfrm>
          <a:prstGeom prst="rect">
            <a:avLst/>
          </a:prstGeom>
          <a:solidFill>
            <a:srgbClr val="FF00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行地址锁存器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600A728-6426-4A1E-874B-6916D4610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9192" y="3118520"/>
            <a:ext cx="1714500" cy="8382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最后读出行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地址锁存器</a:t>
            </a:r>
          </a:p>
        </p:txBody>
      </p:sp>
      <p:sp>
        <p:nvSpPr>
          <p:cNvPr id="9" name="Rectangle 11">
            <a:extLst>
              <a:ext uri="{FF2B5EF4-FFF2-40B4-BE49-F238E27FC236}">
                <a16:creationId xmlns:a16="http://schemas.microsoft.com/office/drawing/2014/main" id="{61732CDE-3281-4C68-B675-E687A1FDE1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8092" y="3118520"/>
            <a:ext cx="1928812" cy="419100"/>
          </a:xfrm>
          <a:prstGeom prst="rect">
            <a:avLst/>
          </a:prstGeom>
          <a:solidFill>
            <a:srgbClr val="CCFF66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读出放大和列写选择</a:t>
            </a:r>
          </a:p>
        </p:txBody>
      </p:sp>
      <p:grpSp>
        <p:nvGrpSpPr>
          <p:cNvPr id="10" name="Group 64">
            <a:extLst>
              <a:ext uri="{FF2B5EF4-FFF2-40B4-BE49-F238E27FC236}">
                <a16:creationId xmlns:a16="http://schemas.microsoft.com/office/drawing/2014/main" id="{B448A407-5208-4FAD-8777-AF953CCCEF3A}"/>
              </a:ext>
            </a:extLst>
          </p:cNvPr>
          <p:cNvGrpSpPr>
            <a:grpSpLocks/>
          </p:cNvGrpSpPr>
          <p:nvPr/>
        </p:nvGrpSpPr>
        <p:grpSpPr bwMode="auto">
          <a:xfrm>
            <a:off x="6153092" y="1365920"/>
            <a:ext cx="2690812" cy="2209800"/>
            <a:chOff x="3969" y="864"/>
            <a:chExt cx="1695" cy="1392"/>
          </a:xfrm>
        </p:grpSpPr>
        <p:sp>
          <p:nvSpPr>
            <p:cNvPr id="11" name="Rectangle 14">
              <a:extLst>
                <a:ext uri="{FF2B5EF4-FFF2-40B4-BE49-F238E27FC236}">
                  <a16:creationId xmlns:a16="http://schemas.microsoft.com/office/drawing/2014/main" id="{EA05208F-7A85-4683-9CC8-618252A42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9" y="864"/>
              <a:ext cx="720" cy="1392"/>
            </a:xfrm>
            <a:prstGeom prst="rect">
              <a:avLst/>
            </a:prstGeom>
            <a:solidFill>
              <a:srgbClr val="FF00FF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I/O</a:t>
              </a:r>
              <a:r>
                <a:rPr kumimoji="0" lang="zh-CN" altLang="en-US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控制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和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数据锁存器</a:t>
              </a:r>
            </a:p>
          </p:txBody>
        </p:sp>
        <p:sp>
          <p:nvSpPr>
            <p:cNvPr id="12" name="Line 15">
              <a:extLst>
                <a:ext uri="{FF2B5EF4-FFF2-40B4-BE49-F238E27FC236}">
                  <a16:creationId xmlns:a16="http://schemas.microsoft.com/office/drawing/2014/main" id="{CA3C293A-F401-4FC3-9FC1-04BCB33C71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9" y="1248"/>
              <a:ext cx="495" cy="1"/>
            </a:xfrm>
            <a:prstGeom prst="line">
              <a:avLst/>
            </a:prstGeom>
            <a:noFill/>
            <a:ln w="7620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3" name="Line 16">
              <a:extLst>
                <a:ext uri="{FF2B5EF4-FFF2-40B4-BE49-F238E27FC236}">
                  <a16:creationId xmlns:a16="http://schemas.microsoft.com/office/drawing/2014/main" id="{366A6094-2A0E-4F89-94ED-1F19B267E4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84" y="2112"/>
              <a:ext cx="480" cy="0"/>
            </a:xfrm>
            <a:prstGeom prst="line">
              <a:avLst/>
            </a:prstGeom>
            <a:noFill/>
            <a:ln w="7620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4" name="Line 17">
              <a:extLst>
                <a:ext uri="{FF2B5EF4-FFF2-40B4-BE49-F238E27FC236}">
                  <a16:creationId xmlns:a16="http://schemas.microsoft.com/office/drawing/2014/main" id="{BBD7B5BA-943A-4DBA-A738-86226D57D5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69" y="1536"/>
              <a:ext cx="495" cy="1"/>
            </a:xfrm>
            <a:prstGeom prst="line">
              <a:avLst/>
            </a:prstGeom>
            <a:noFill/>
            <a:ln w="76200">
              <a:solidFill>
                <a:sysClr val="windowText" lastClr="000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5" name="Group 69">
            <a:extLst>
              <a:ext uri="{FF2B5EF4-FFF2-40B4-BE49-F238E27FC236}">
                <a16:creationId xmlns:a16="http://schemas.microsoft.com/office/drawing/2014/main" id="{0111FC9D-3953-4082-B61E-10D647EE009C}"/>
              </a:ext>
            </a:extLst>
          </p:cNvPr>
          <p:cNvGrpSpPr>
            <a:grpSpLocks/>
          </p:cNvGrpSpPr>
          <p:nvPr/>
        </p:nvGrpSpPr>
        <p:grpSpPr bwMode="auto">
          <a:xfrm>
            <a:off x="3333692" y="1746920"/>
            <a:ext cx="328612" cy="3657600"/>
            <a:chOff x="2193" y="1104"/>
            <a:chExt cx="207" cy="2304"/>
          </a:xfrm>
        </p:grpSpPr>
        <p:sp>
          <p:nvSpPr>
            <p:cNvPr id="16" name="Line 18">
              <a:extLst>
                <a:ext uri="{FF2B5EF4-FFF2-40B4-BE49-F238E27FC236}">
                  <a16:creationId xmlns:a16="http://schemas.microsoft.com/office/drawing/2014/main" id="{6D777714-DD18-4D23-BFBE-71EE9AE799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93" y="1104"/>
              <a:ext cx="20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7" name="Line 19">
              <a:extLst>
                <a:ext uri="{FF2B5EF4-FFF2-40B4-BE49-F238E27FC236}">
                  <a16:creationId xmlns:a16="http://schemas.microsoft.com/office/drawing/2014/main" id="{FA65A820-ABFF-4530-ACFA-5417E994A2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93" y="1536"/>
              <a:ext cx="20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8" name="Line 20">
              <a:extLst>
                <a:ext uri="{FF2B5EF4-FFF2-40B4-BE49-F238E27FC236}">
                  <a16:creationId xmlns:a16="http://schemas.microsoft.com/office/drawing/2014/main" id="{77963E1B-B123-4FA8-B95F-03FD73FB70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93" y="2208"/>
              <a:ext cx="20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" name="Line 21">
              <a:extLst>
                <a:ext uri="{FF2B5EF4-FFF2-40B4-BE49-F238E27FC236}">
                  <a16:creationId xmlns:a16="http://schemas.microsoft.com/office/drawing/2014/main" id="{495D986C-E9E9-442F-90E1-2790B0F834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93" y="3024"/>
              <a:ext cx="20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0" name="Line 22">
              <a:extLst>
                <a:ext uri="{FF2B5EF4-FFF2-40B4-BE49-F238E27FC236}">
                  <a16:creationId xmlns:a16="http://schemas.microsoft.com/office/drawing/2014/main" id="{2291ECFB-C938-40BA-813C-7836A0C620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93" y="3408"/>
              <a:ext cx="20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1" name="Line 30">
              <a:extLst>
                <a:ext uri="{FF2B5EF4-FFF2-40B4-BE49-F238E27FC236}">
                  <a16:creationId xmlns:a16="http://schemas.microsoft.com/office/drawing/2014/main" id="{29955070-3A0C-44D7-BC28-861816EC0C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0" y="1104"/>
              <a:ext cx="0" cy="230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22" name="Line 32">
            <a:extLst>
              <a:ext uri="{FF2B5EF4-FFF2-40B4-BE49-F238E27FC236}">
                <a16:creationId xmlns:a16="http://schemas.microsoft.com/office/drawing/2014/main" id="{1A5E63C8-C826-4184-9EF9-6C3907D0830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902142" y="3823370"/>
            <a:ext cx="571500" cy="0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23" name="Group 62">
            <a:extLst>
              <a:ext uri="{FF2B5EF4-FFF2-40B4-BE49-F238E27FC236}">
                <a16:creationId xmlns:a16="http://schemas.microsoft.com/office/drawing/2014/main" id="{A1366CEB-C6BC-4583-8438-780CC65C6FF5}"/>
              </a:ext>
            </a:extLst>
          </p:cNvPr>
          <p:cNvGrpSpPr>
            <a:grpSpLocks/>
          </p:cNvGrpSpPr>
          <p:nvPr/>
        </p:nvGrpSpPr>
        <p:grpSpPr bwMode="auto">
          <a:xfrm>
            <a:off x="4248092" y="1365920"/>
            <a:ext cx="1928812" cy="1752600"/>
            <a:chOff x="2769" y="864"/>
            <a:chExt cx="1215" cy="1104"/>
          </a:xfrm>
        </p:grpSpPr>
        <p:sp>
          <p:nvSpPr>
            <p:cNvPr id="24" name="Rectangle 9">
              <a:extLst>
                <a:ext uri="{FF2B5EF4-FFF2-40B4-BE49-F238E27FC236}">
                  <a16:creationId xmlns:a16="http://schemas.microsoft.com/office/drawing/2014/main" id="{4668F0C7-543E-4992-916B-29367BDB8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9" y="864"/>
              <a:ext cx="1215" cy="264"/>
            </a:xfrm>
            <a:prstGeom prst="rect">
              <a:avLst/>
            </a:prstGeom>
            <a:solidFill>
              <a:srgbClr val="CCFF66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列译码器</a:t>
              </a:r>
            </a:p>
          </p:txBody>
        </p:sp>
        <p:sp>
          <p:nvSpPr>
            <p:cNvPr id="25" name="Rectangle 10">
              <a:extLst>
                <a:ext uri="{FF2B5EF4-FFF2-40B4-BE49-F238E27FC236}">
                  <a16:creationId xmlns:a16="http://schemas.microsoft.com/office/drawing/2014/main" id="{4E6B8B1B-892F-4A61-B7FF-3D375C84D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9" y="1104"/>
              <a:ext cx="1215" cy="528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512×4 </a:t>
              </a: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SRAM Cache</a:t>
              </a:r>
              <a:endPara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最后读出行</a:t>
              </a:r>
            </a:p>
          </p:txBody>
        </p:sp>
        <p:sp>
          <p:nvSpPr>
            <p:cNvPr id="26" name="Line 33">
              <a:extLst>
                <a:ext uri="{FF2B5EF4-FFF2-40B4-BE49-F238E27FC236}">
                  <a16:creationId xmlns:a16="http://schemas.microsoft.com/office/drawing/2014/main" id="{D61815D4-9C85-4217-8EE8-46998FE5556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194" y="1800"/>
              <a:ext cx="336" cy="0"/>
            </a:xfrm>
            <a:prstGeom prst="line">
              <a:avLst/>
            </a:prstGeom>
            <a:noFill/>
            <a:ln w="76200">
              <a:solidFill>
                <a:sysClr val="windowText" lastClr="000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7" name="Group 66">
            <a:extLst>
              <a:ext uri="{FF2B5EF4-FFF2-40B4-BE49-F238E27FC236}">
                <a16:creationId xmlns:a16="http://schemas.microsoft.com/office/drawing/2014/main" id="{AD65A847-AF85-4763-9F90-72A15D7BEF0F}"/>
              </a:ext>
            </a:extLst>
          </p:cNvPr>
          <p:cNvGrpSpPr>
            <a:grpSpLocks/>
          </p:cNvGrpSpPr>
          <p:nvPr/>
        </p:nvGrpSpPr>
        <p:grpSpPr bwMode="auto">
          <a:xfrm>
            <a:off x="538104" y="1365920"/>
            <a:ext cx="2795588" cy="533400"/>
            <a:chOff x="432" y="864"/>
            <a:chExt cx="1761" cy="336"/>
          </a:xfrm>
        </p:grpSpPr>
        <p:sp>
          <p:nvSpPr>
            <p:cNvPr id="28" name="Rectangle 4">
              <a:extLst>
                <a:ext uri="{FF2B5EF4-FFF2-40B4-BE49-F238E27FC236}">
                  <a16:creationId xmlns:a16="http://schemas.microsoft.com/office/drawing/2014/main" id="{50748EE5-CC64-45F0-9B19-9249EAF4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864"/>
              <a:ext cx="1080" cy="336"/>
            </a:xfrm>
            <a:prstGeom prst="rect">
              <a:avLst/>
            </a:prstGeom>
            <a:solidFill>
              <a:srgbClr val="FF66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列地址锁存器</a:t>
              </a:r>
            </a:p>
          </p:txBody>
        </p:sp>
        <p:sp>
          <p:nvSpPr>
            <p:cNvPr id="29" name="Text Box 37">
              <a:extLst>
                <a:ext uri="{FF2B5EF4-FFF2-40B4-BE49-F238E27FC236}">
                  <a16:creationId xmlns:a16="http://schemas.microsoft.com/office/drawing/2014/main" id="{F54A2FC6-B904-41BC-9B33-518B939D34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" y="864"/>
              <a:ext cx="528" cy="3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列选</a:t>
              </a: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通   </a:t>
              </a:r>
              <a:r>
                <a:rPr kumimoji="0" lang="en-US" altLang="zh-CN" sz="1400" b="1" i="0" u="none" strike="noStrike" kern="0" cap="none" spc="0" normalizeH="0" baseline="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CAS</a:t>
              </a:r>
              <a:endParaRPr kumimoji="0" lang="en-US" altLang="zh-CN" sz="1400" b="1" i="0" u="none" strike="noStrike" kern="0" cap="none" spc="0" normalizeH="0" baseline="-2500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0" name="Line 38">
              <a:extLst>
                <a:ext uri="{FF2B5EF4-FFF2-40B4-BE49-F238E27FC236}">
                  <a16:creationId xmlns:a16="http://schemas.microsoft.com/office/drawing/2014/main" id="{8238E6FF-FC35-403F-82FA-CCAAB06C0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960"/>
              <a:ext cx="19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31" name="Group 63">
            <a:extLst>
              <a:ext uri="{FF2B5EF4-FFF2-40B4-BE49-F238E27FC236}">
                <a16:creationId xmlns:a16="http://schemas.microsoft.com/office/drawing/2014/main" id="{52E8FD58-653A-4066-962A-A4FECD0820CE}"/>
              </a:ext>
            </a:extLst>
          </p:cNvPr>
          <p:cNvGrpSpPr>
            <a:grpSpLocks/>
          </p:cNvGrpSpPr>
          <p:nvPr/>
        </p:nvGrpSpPr>
        <p:grpSpPr bwMode="auto">
          <a:xfrm>
            <a:off x="538104" y="4971133"/>
            <a:ext cx="3709988" cy="814388"/>
            <a:chOff x="432" y="3135"/>
            <a:chExt cx="2337" cy="513"/>
          </a:xfrm>
        </p:grpSpPr>
        <p:sp>
          <p:nvSpPr>
            <p:cNvPr id="32" name="Rectangle 8">
              <a:extLst>
                <a:ext uri="{FF2B5EF4-FFF2-40B4-BE49-F238E27FC236}">
                  <a16:creationId xmlns:a16="http://schemas.microsoft.com/office/drawing/2014/main" id="{ED2B896B-95AE-4A13-9678-F8798B860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3264"/>
              <a:ext cx="1080" cy="384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</a:rPr>
                <a:t>行地址和刷新控制</a:t>
              </a:r>
            </a:p>
          </p:txBody>
        </p:sp>
        <p:sp>
          <p:nvSpPr>
            <p:cNvPr id="33" name="Line 23">
              <a:extLst>
                <a:ext uri="{FF2B5EF4-FFF2-40B4-BE49-F238E27FC236}">
                  <a16:creationId xmlns:a16="http://schemas.microsoft.com/office/drawing/2014/main" id="{119E3F8C-964A-4A81-B002-6EE3DF6571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93" y="3552"/>
              <a:ext cx="57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4" name="Line 35">
              <a:extLst>
                <a:ext uri="{FF2B5EF4-FFF2-40B4-BE49-F238E27FC236}">
                  <a16:creationId xmlns:a16="http://schemas.microsoft.com/office/drawing/2014/main" id="{0E72FCE9-3D0E-4BA4-948A-BB3A5DE176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3360"/>
              <a:ext cx="19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5" name="Line 36">
              <a:extLst>
                <a:ext uri="{FF2B5EF4-FFF2-40B4-BE49-F238E27FC236}">
                  <a16:creationId xmlns:a16="http://schemas.microsoft.com/office/drawing/2014/main" id="{E15D260F-EC05-4E90-AD1A-3D3E541DA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3504"/>
              <a:ext cx="19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6" name="Text Box 39">
              <a:extLst>
                <a:ext uri="{FF2B5EF4-FFF2-40B4-BE49-F238E27FC236}">
                  <a16:creationId xmlns:a16="http://schemas.microsoft.com/office/drawing/2014/main" id="{580E850F-7EA3-4929-A84A-1DD56F8FC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" y="3135"/>
              <a:ext cx="528" cy="4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行选通   </a:t>
              </a: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RAS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刷新</a:t>
              </a: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Ref</a:t>
              </a:r>
              <a:endParaRPr kumimoji="0" lang="en-US" altLang="zh-CN" sz="1400" b="1" i="0" u="none" strike="noStrike" kern="0" cap="none" spc="0" normalizeH="0" baseline="-2500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37" name="Group 68">
            <a:extLst>
              <a:ext uri="{FF2B5EF4-FFF2-40B4-BE49-F238E27FC236}">
                <a16:creationId xmlns:a16="http://schemas.microsoft.com/office/drawing/2014/main" id="{D9FAEE31-95B5-4E1C-A739-12EEA95FF1BD}"/>
              </a:ext>
            </a:extLst>
          </p:cNvPr>
          <p:cNvGrpSpPr>
            <a:grpSpLocks/>
          </p:cNvGrpSpPr>
          <p:nvPr/>
        </p:nvGrpSpPr>
        <p:grpSpPr bwMode="auto">
          <a:xfrm>
            <a:off x="469843" y="1746920"/>
            <a:ext cx="1135063" cy="2895600"/>
            <a:chOff x="389" y="1104"/>
            <a:chExt cx="715" cy="1824"/>
          </a:xfrm>
        </p:grpSpPr>
        <p:sp>
          <p:nvSpPr>
            <p:cNvPr id="38" name="Line 25">
              <a:extLst>
                <a:ext uri="{FF2B5EF4-FFF2-40B4-BE49-F238E27FC236}">
                  <a16:creationId xmlns:a16="http://schemas.microsoft.com/office/drawing/2014/main" id="{F2C1D42A-63DB-4235-80C5-1B30E2B71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1104"/>
              <a:ext cx="19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9" name="Line 26">
              <a:extLst>
                <a:ext uri="{FF2B5EF4-FFF2-40B4-BE49-F238E27FC236}">
                  <a16:creationId xmlns:a16="http://schemas.microsoft.com/office/drawing/2014/main" id="{05EB5485-478B-4BF7-BE80-5359F46D72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1584"/>
              <a:ext cx="19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0" name="Line 27">
              <a:extLst>
                <a:ext uri="{FF2B5EF4-FFF2-40B4-BE49-F238E27FC236}">
                  <a16:creationId xmlns:a16="http://schemas.microsoft.com/office/drawing/2014/main" id="{1A9A3BCF-C1B0-4DD5-BC24-3CB5B8B886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2256"/>
              <a:ext cx="19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1" name="Line 28">
              <a:extLst>
                <a:ext uri="{FF2B5EF4-FFF2-40B4-BE49-F238E27FC236}">
                  <a16:creationId xmlns:a16="http://schemas.microsoft.com/office/drawing/2014/main" id="{B702FB52-35FD-4810-B93E-E4950BE2FA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2928"/>
              <a:ext cx="19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2" name="Line 29">
              <a:extLst>
                <a:ext uri="{FF2B5EF4-FFF2-40B4-BE49-F238E27FC236}">
                  <a16:creationId xmlns:a16="http://schemas.microsoft.com/office/drawing/2014/main" id="{F57CA57A-BC81-488B-95A3-0AF00C196F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" y="1104"/>
              <a:ext cx="0" cy="182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3" name="Line 34">
              <a:extLst>
                <a:ext uri="{FF2B5EF4-FFF2-40B4-BE49-F238E27FC236}">
                  <a16:creationId xmlns:a16="http://schemas.microsoft.com/office/drawing/2014/main" id="{EFA675A3-0251-42F0-AFEB-B9BD13A47B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" y="2112"/>
              <a:ext cx="43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4" name="Text Box 40">
              <a:extLst>
                <a:ext uri="{FF2B5EF4-FFF2-40B4-BE49-F238E27FC236}">
                  <a16:creationId xmlns:a16="http://schemas.microsoft.com/office/drawing/2014/main" id="{9EF8E5D7-3310-4711-B293-7B91921554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" y="1934"/>
              <a:ext cx="624" cy="3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地址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A</a:t>
              </a:r>
              <a:r>
                <a:rPr kumimoji="0" lang="en-US" altLang="zh-CN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0</a:t>
              </a:r>
              <a:r>
                <a:rPr kumimoji="0" lang="en-US" altLang="zh-CN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~A</a:t>
              </a:r>
              <a:r>
                <a:rPr kumimoji="0" lang="en-US" altLang="zh-CN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10</a:t>
              </a:r>
            </a:p>
          </p:txBody>
        </p:sp>
      </p:grpSp>
      <p:grpSp>
        <p:nvGrpSpPr>
          <p:cNvPr id="45" name="Group 67">
            <a:extLst>
              <a:ext uri="{FF2B5EF4-FFF2-40B4-BE49-F238E27FC236}">
                <a16:creationId xmlns:a16="http://schemas.microsoft.com/office/drawing/2014/main" id="{175FAA78-2DC4-47BC-8396-BC42E9C58538}"/>
              </a:ext>
            </a:extLst>
          </p:cNvPr>
          <p:cNvGrpSpPr>
            <a:grpSpLocks/>
          </p:cNvGrpSpPr>
          <p:nvPr/>
        </p:nvGrpSpPr>
        <p:grpSpPr bwMode="auto">
          <a:xfrm>
            <a:off x="3281304" y="908720"/>
            <a:ext cx="1219200" cy="609600"/>
            <a:chOff x="2160" y="576"/>
            <a:chExt cx="768" cy="384"/>
          </a:xfrm>
        </p:grpSpPr>
        <p:sp>
          <p:nvSpPr>
            <p:cNvPr id="46" name="Line 31">
              <a:extLst>
                <a:ext uri="{FF2B5EF4-FFF2-40B4-BE49-F238E27FC236}">
                  <a16:creationId xmlns:a16="http://schemas.microsoft.com/office/drawing/2014/main" id="{06783FAF-A3CF-4C4C-ADA7-626245C148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08" y="960"/>
              <a:ext cx="57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7" name="Text Box 41">
              <a:extLst>
                <a:ext uri="{FF2B5EF4-FFF2-40B4-BE49-F238E27FC236}">
                  <a16:creationId xmlns:a16="http://schemas.microsoft.com/office/drawing/2014/main" id="{63C0D8C2-D2D1-485B-A46B-0BEE8A86AE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576"/>
              <a:ext cx="768" cy="3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列地址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CA</a:t>
              </a:r>
              <a:r>
                <a:rPr kumimoji="0" lang="en-US" altLang="zh-CN" sz="1400" b="1" i="0" u="none" strike="noStrike" kern="0" cap="none" spc="0" normalizeH="0" baseline="-2500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0</a:t>
              </a:r>
              <a:r>
                <a:rPr kumimoji="0" lang="en-US" altLang="zh-CN" sz="1400" b="1" i="0" u="none" strike="noStrike" kern="0" cap="none" spc="0" normalizeH="0" baseline="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~CA</a:t>
              </a:r>
              <a:r>
                <a:rPr kumimoji="0" lang="en-US" altLang="zh-CN" sz="1400" b="1" i="0" u="none" strike="noStrike" kern="0" cap="none" spc="0" normalizeH="0" baseline="-25000" noProof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8</a:t>
              </a:r>
              <a:endParaRPr kumimoji="0" lang="en-US" altLang="zh-CN" sz="1400" b="1" i="0" u="none" strike="noStrike" kern="0" cap="none" spc="0" normalizeH="0" baseline="-2500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48" name="Group 61">
            <a:extLst>
              <a:ext uri="{FF2B5EF4-FFF2-40B4-BE49-F238E27FC236}">
                <a16:creationId xmlns:a16="http://schemas.microsoft.com/office/drawing/2014/main" id="{4F1D14A8-07B8-453F-974D-492305A27EF9}"/>
              </a:ext>
            </a:extLst>
          </p:cNvPr>
          <p:cNvGrpSpPr>
            <a:grpSpLocks/>
          </p:cNvGrpSpPr>
          <p:nvPr/>
        </p:nvGrpSpPr>
        <p:grpSpPr bwMode="auto">
          <a:xfrm>
            <a:off x="3281304" y="3866234"/>
            <a:ext cx="1219200" cy="623887"/>
            <a:chOff x="2160" y="2439"/>
            <a:chExt cx="768" cy="393"/>
          </a:xfrm>
        </p:grpSpPr>
        <p:sp>
          <p:nvSpPr>
            <p:cNvPr id="49" name="Line 24">
              <a:extLst>
                <a:ext uri="{FF2B5EF4-FFF2-40B4-BE49-F238E27FC236}">
                  <a16:creationId xmlns:a16="http://schemas.microsoft.com/office/drawing/2014/main" id="{D8559B58-9893-408A-8B06-7861E5E21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93" y="2832"/>
              <a:ext cx="57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50" name="Text Box 42">
              <a:extLst>
                <a:ext uri="{FF2B5EF4-FFF2-40B4-BE49-F238E27FC236}">
                  <a16:creationId xmlns:a16="http://schemas.microsoft.com/office/drawing/2014/main" id="{6F17805C-D95C-461A-89DC-0E03D6BFF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2439"/>
              <a:ext cx="768" cy="3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行地址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RA</a:t>
              </a:r>
              <a:r>
                <a:rPr kumimoji="0" lang="en-US" altLang="zh-CN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0</a:t>
              </a: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~RA</a:t>
              </a:r>
              <a:r>
                <a:rPr kumimoji="0" lang="en-US" altLang="zh-CN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10</a:t>
              </a:r>
            </a:p>
          </p:txBody>
        </p:sp>
      </p:grpSp>
      <p:grpSp>
        <p:nvGrpSpPr>
          <p:cNvPr id="51" name="Group 65">
            <a:extLst>
              <a:ext uri="{FF2B5EF4-FFF2-40B4-BE49-F238E27FC236}">
                <a16:creationId xmlns:a16="http://schemas.microsoft.com/office/drawing/2014/main" id="{93C920EB-B760-4F9F-8F02-62C795652426}"/>
              </a:ext>
            </a:extLst>
          </p:cNvPr>
          <p:cNvGrpSpPr>
            <a:grpSpLocks/>
          </p:cNvGrpSpPr>
          <p:nvPr/>
        </p:nvGrpSpPr>
        <p:grpSpPr bwMode="auto">
          <a:xfrm>
            <a:off x="4276668" y="4109120"/>
            <a:ext cx="3081337" cy="1676400"/>
            <a:chOff x="2787" y="2592"/>
            <a:chExt cx="1941" cy="1056"/>
          </a:xfrm>
        </p:grpSpPr>
        <p:sp>
          <p:nvSpPr>
            <p:cNvPr id="52" name="Rectangle 12">
              <a:extLst>
                <a:ext uri="{FF2B5EF4-FFF2-40B4-BE49-F238E27FC236}">
                  <a16:creationId xmlns:a16="http://schemas.microsoft.com/office/drawing/2014/main" id="{AB4EF55B-C99E-4750-83F3-92FF4C8E5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2592"/>
              <a:ext cx="945" cy="105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DRAM</a:t>
              </a:r>
              <a:r>
                <a:rPr kumimoji="0" lang="zh-CN" altLang="en-US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阵列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2048×512×4</a:t>
              </a:r>
            </a:p>
          </p:txBody>
        </p:sp>
        <p:sp>
          <p:nvSpPr>
            <p:cNvPr id="53" name="Rectangle 13">
              <a:extLst>
                <a:ext uri="{FF2B5EF4-FFF2-40B4-BE49-F238E27FC236}">
                  <a16:creationId xmlns:a16="http://schemas.microsoft.com/office/drawing/2014/main" id="{F16CA6FB-C031-4105-8105-30E4EFE2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592"/>
              <a:ext cx="270" cy="1056"/>
            </a:xfrm>
            <a:prstGeom prst="rect">
              <a:avLst/>
            </a:prstGeom>
            <a:solidFill>
              <a:srgbClr val="CCFF66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vert="eaVert"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行译码器</a:t>
              </a:r>
            </a:p>
          </p:txBody>
        </p:sp>
        <p:sp>
          <p:nvSpPr>
            <p:cNvPr id="54" name="Rectangle 43">
              <a:extLst>
                <a:ext uri="{FF2B5EF4-FFF2-40B4-BE49-F238E27FC236}">
                  <a16:creationId xmlns:a16="http://schemas.microsoft.com/office/drawing/2014/main" id="{A542F1AD-8E03-431F-8C1D-5DD3C4AF3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2592"/>
              <a:ext cx="744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R0</a:t>
              </a:r>
            </a:p>
          </p:txBody>
        </p:sp>
        <p:sp>
          <p:nvSpPr>
            <p:cNvPr id="55" name="Rectangle 44">
              <a:extLst>
                <a:ext uri="{FF2B5EF4-FFF2-40B4-BE49-F238E27FC236}">
                  <a16:creationId xmlns:a16="http://schemas.microsoft.com/office/drawing/2014/main" id="{1EAA9B79-C8DB-4158-965C-4BB2A74B5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2688"/>
              <a:ext cx="744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R1</a:t>
              </a:r>
            </a:p>
          </p:txBody>
        </p:sp>
        <p:sp>
          <p:nvSpPr>
            <p:cNvPr id="56" name="Rectangle 45">
              <a:extLst>
                <a:ext uri="{FF2B5EF4-FFF2-40B4-BE49-F238E27FC236}">
                  <a16:creationId xmlns:a16="http://schemas.microsoft.com/office/drawing/2014/main" id="{1DDCA6E0-FB2E-4D61-9ABA-AE3B910D6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2784"/>
              <a:ext cx="744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R2</a:t>
              </a:r>
            </a:p>
          </p:txBody>
        </p:sp>
        <p:sp>
          <p:nvSpPr>
            <p:cNvPr id="57" name="Rectangle 46">
              <a:extLst>
                <a:ext uri="{FF2B5EF4-FFF2-40B4-BE49-F238E27FC236}">
                  <a16:creationId xmlns:a16="http://schemas.microsoft.com/office/drawing/2014/main" id="{13AB5280-F055-4944-9CE5-858DF7D2E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2880"/>
              <a:ext cx="744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R3</a:t>
              </a:r>
            </a:p>
          </p:txBody>
        </p:sp>
        <p:sp>
          <p:nvSpPr>
            <p:cNvPr id="58" name="Rectangle 47">
              <a:extLst>
                <a:ext uri="{FF2B5EF4-FFF2-40B4-BE49-F238E27FC236}">
                  <a16:creationId xmlns:a16="http://schemas.microsoft.com/office/drawing/2014/main" id="{3B0C2DF9-1A05-4A31-9EF5-686DABF63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2976"/>
              <a:ext cx="744" cy="96"/>
            </a:xfrm>
            <a:prstGeom prst="rect">
              <a:avLst/>
            </a:prstGeom>
            <a:solidFill>
              <a:srgbClr val="00B0F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R4</a:t>
              </a:r>
            </a:p>
          </p:txBody>
        </p:sp>
        <p:sp>
          <p:nvSpPr>
            <p:cNvPr id="59" name="Rectangle 48">
              <a:extLst>
                <a:ext uri="{FF2B5EF4-FFF2-40B4-BE49-F238E27FC236}">
                  <a16:creationId xmlns:a16="http://schemas.microsoft.com/office/drawing/2014/main" id="{ECF44668-A584-45E5-AB36-12FACDF53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3072"/>
              <a:ext cx="744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R5</a:t>
              </a:r>
            </a:p>
          </p:txBody>
        </p:sp>
        <p:sp>
          <p:nvSpPr>
            <p:cNvPr id="60" name="Rectangle 49">
              <a:extLst>
                <a:ext uri="{FF2B5EF4-FFF2-40B4-BE49-F238E27FC236}">
                  <a16:creationId xmlns:a16="http://schemas.microsoft.com/office/drawing/2014/main" id="{BD20CDC0-493E-4678-8862-DDFEB759A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3168"/>
              <a:ext cx="744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R6</a:t>
              </a:r>
            </a:p>
          </p:txBody>
        </p:sp>
        <p:sp>
          <p:nvSpPr>
            <p:cNvPr id="61" name="Rectangle 50">
              <a:extLst>
                <a:ext uri="{FF2B5EF4-FFF2-40B4-BE49-F238E27FC236}">
                  <a16:creationId xmlns:a16="http://schemas.microsoft.com/office/drawing/2014/main" id="{71105E41-8743-4116-B280-4F0A20E47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3264"/>
              <a:ext cx="744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R7</a:t>
              </a:r>
            </a:p>
          </p:txBody>
        </p:sp>
        <p:sp>
          <p:nvSpPr>
            <p:cNvPr id="62" name="Rectangle 51">
              <a:extLst>
                <a:ext uri="{FF2B5EF4-FFF2-40B4-BE49-F238E27FC236}">
                  <a16:creationId xmlns:a16="http://schemas.microsoft.com/office/drawing/2014/main" id="{E0958F39-44CC-4B7E-A8C1-BF679402E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3360"/>
              <a:ext cx="744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…</a:t>
              </a:r>
            </a:p>
          </p:txBody>
        </p:sp>
        <p:sp>
          <p:nvSpPr>
            <p:cNvPr id="63" name="Rectangle 52">
              <a:extLst>
                <a:ext uri="{FF2B5EF4-FFF2-40B4-BE49-F238E27FC236}">
                  <a16:creationId xmlns:a16="http://schemas.microsoft.com/office/drawing/2014/main" id="{AFC9478C-A902-4641-A798-3B9353883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3456"/>
              <a:ext cx="744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rPr>
                <a:t>R2046</a:t>
              </a:r>
            </a:p>
          </p:txBody>
        </p:sp>
        <p:sp>
          <p:nvSpPr>
            <p:cNvPr id="64" name="Rectangle 53">
              <a:extLst>
                <a:ext uri="{FF2B5EF4-FFF2-40B4-BE49-F238E27FC236}">
                  <a16:creationId xmlns:a16="http://schemas.microsoft.com/office/drawing/2014/main" id="{4FAF4D9F-91C4-4D4A-A47B-2B3E2B6C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3552"/>
              <a:ext cx="744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65" name="Rectangle 54">
              <a:extLst>
                <a:ext uri="{FF2B5EF4-FFF2-40B4-BE49-F238E27FC236}">
                  <a16:creationId xmlns:a16="http://schemas.microsoft.com/office/drawing/2014/main" id="{C0748E9F-E042-409C-B1EA-AF13E967D92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3984" y="3552"/>
              <a:ext cx="96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rot="10800000"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66" name="Rectangle 55">
              <a:extLst>
                <a:ext uri="{FF2B5EF4-FFF2-40B4-BE49-F238E27FC236}">
                  <a16:creationId xmlns:a16="http://schemas.microsoft.com/office/drawing/2014/main" id="{203227D5-2EB9-4C46-8B2B-B6506BC02F6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080" y="3552"/>
              <a:ext cx="96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rot="10800000"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67" name="Rectangle 56">
              <a:extLst>
                <a:ext uri="{FF2B5EF4-FFF2-40B4-BE49-F238E27FC236}">
                  <a16:creationId xmlns:a16="http://schemas.microsoft.com/office/drawing/2014/main" id="{94F762FB-AA63-434B-B475-958528CC392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176" y="3552"/>
              <a:ext cx="96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rot="10800000"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68" name="Rectangle 57">
              <a:extLst>
                <a:ext uri="{FF2B5EF4-FFF2-40B4-BE49-F238E27FC236}">
                  <a16:creationId xmlns:a16="http://schemas.microsoft.com/office/drawing/2014/main" id="{B93F9C19-742F-4D3A-AF52-649E7565A9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272" y="3552"/>
              <a:ext cx="96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rot="10800000"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69" name="Rectangle 58">
              <a:extLst>
                <a:ext uri="{FF2B5EF4-FFF2-40B4-BE49-F238E27FC236}">
                  <a16:creationId xmlns:a16="http://schemas.microsoft.com/office/drawing/2014/main" id="{2A0B5CEA-C0E4-4EC5-97C2-C20CAF499A1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368" y="3552"/>
              <a:ext cx="96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rot="10800000"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70" name="Rectangle 59">
              <a:extLst>
                <a:ext uri="{FF2B5EF4-FFF2-40B4-BE49-F238E27FC236}">
                  <a16:creationId xmlns:a16="http://schemas.microsoft.com/office/drawing/2014/main" id="{7C70AADF-B6FE-4DCF-81AA-76858677BAE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464" y="3552"/>
              <a:ext cx="96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rot="10800000"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71" name="Rectangle 60">
              <a:extLst>
                <a:ext uri="{FF2B5EF4-FFF2-40B4-BE49-F238E27FC236}">
                  <a16:creationId xmlns:a16="http://schemas.microsoft.com/office/drawing/2014/main" id="{9B0221D4-3B3B-4BB0-B04F-FA5C807352E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560" y="3552"/>
              <a:ext cx="96" cy="96"/>
            </a:xfrm>
            <a:prstGeom prst="rect">
              <a:avLst/>
            </a:prstGeom>
            <a:solidFill>
              <a:srgbClr val="FF9900"/>
            </a:solidFill>
            <a:ln w="19050" algn="ctr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</p:spPr>
          <p:txBody>
            <a:bodyPr rot="10800000"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87456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7" grpId="0" animBg="1"/>
      <p:bldP spid="8" grpId="0" animBg="1"/>
      <p:bldP spid="9" grpId="0" animBg="1"/>
      <p:bldP spid="22" grpId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18F78BCF-24FA-4376-843C-EA81372869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EDRAM</a:t>
            </a:r>
            <a:r>
              <a:rPr lang="zh-CN" altLang="en-US" dirty="0"/>
              <a:t>芯片读取过程（</a:t>
            </a:r>
            <a:r>
              <a:rPr lang="en-US" altLang="zh-CN" dirty="0"/>
              <a:t>1</a:t>
            </a:r>
            <a:r>
              <a:rPr lang="zh-CN" altLang="en-US" dirty="0"/>
              <a:t>）</a:t>
            </a:r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3BC91BFF-0685-4B5F-A965-07A4B9952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410" y="6295389"/>
            <a:ext cx="8153400" cy="36933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 eaLnBrk="1" fontAlgn="auto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563C1"/>
              </a:buClr>
              <a:buSzPct val="65000"/>
              <a:buFont typeface="Wingdings" pitchFamily="2" charset="2"/>
              <a:buNone/>
            </a:pPr>
            <a:r>
              <a:rPr lang="zh-CN" altLang="en-US" sz="2000" b="1" dirty="0">
                <a:solidFill>
                  <a:srgbClr val="C00000"/>
                </a:solidFill>
                <a:latin typeface="微软雅黑"/>
                <a:ea typeface="微软雅黑"/>
              </a:rPr>
              <a:t>在</a:t>
            </a:r>
            <a:r>
              <a:rPr lang="en-US" altLang="zh-CN" sz="2000" b="1" dirty="0">
                <a:solidFill>
                  <a:srgbClr val="C00000"/>
                </a:solidFill>
                <a:latin typeface="微软雅黑"/>
                <a:ea typeface="微软雅黑"/>
              </a:rPr>
              <a:t>DRAM</a:t>
            </a:r>
            <a:r>
              <a:rPr lang="zh-CN" altLang="en-US" sz="2000" b="1" dirty="0">
                <a:solidFill>
                  <a:srgbClr val="C00000"/>
                </a:solidFill>
                <a:latin typeface="微软雅黑"/>
                <a:ea typeface="微软雅黑"/>
              </a:rPr>
              <a:t>芯片中增加小容量</a:t>
            </a:r>
            <a:r>
              <a:rPr lang="en-US" altLang="zh-CN" sz="2000" b="1" dirty="0">
                <a:solidFill>
                  <a:srgbClr val="C00000"/>
                </a:solidFill>
                <a:latin typeface="微软雅黑"/>
                <a:ea typeface="微软雅黑"/>
              </a:rPr>
              <a:t>SRAM Cache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90FFE0C7-0970-4325-B652-FAC4B03F9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098" y="1570989"/>
            <a:ext cx="1714500" cy="533400"/>
          </a:xfrm>
          <a:prstGeom prst="rect">
            <a:avLst/>
          </a:prstGeom>
          <a:solidFill>
            <a:srgbClr val="FF66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列地址锁存器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92C4C93A-84E7-4382-BB9B-C2BAB050B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098" y="2485389"/>
            <a:ext cx="1714500" cy="3810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11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位比较器</a:t>
            </a: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AED09BA6-FF54-4D16-8531-802E1B1419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098" y="4542789"/>
            <a:ext cx="1714500" cy="609600"/>
          </a:xfrm>
          <a:prstGeom prst="rect">
            <a:avLst/>
          </a:prstGeom>
          <a:solidFill>
            <a:srgbClr val="FF00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行地址锁存器</a:t>
            </a:r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EBF5B916-A845-46E6-84ED-27EF40478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098" y="3323589"/>
            <a:ext cx="1714500" cy="8382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最后读出行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地址锁存器</a:t>
            </a: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77E9876C-9A17-42EA-A05D-2CCE4F43C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098" y="5380989"/>
            <a:ext cx="1714500" cy="6096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行地址和刷新控制</a:t>
            </a:r>
          </a:p>
        </p:txBody>
      </p:sp>
      <p:sp>
        <p:nvSpPr>
          <p:cNvPr id="12" name="Rectangle 8">
            <a:extLst>
              <a:ext uri="{FF2B5EF4-FFF2-40B4-BE49-F238E27FC236}">
                <a16:creationId xmlns:a16="http://schemas.microsoft.com/office/drawing/2014/main" id="{F555426F-8621-4B0D-8933-77FC3A250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5998" y="1570989"/>
            <a:ext cx="1928812" cy="419100"/>
          </a:xfrm>
          <a:prstGeom prst="rect">
            <a:avLst/>
          </a:prstGeom>
          <a:solidFill>
            <a:srgbClr val="CCFF66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列译码器</a:t>
            </a:r>
          </a:p>
        </p:txBody>
      </p:sp>
      <p:sp>
        <p:nvSpPr>
          <p:cNvPr id="13" name="Rectangle 9">
            <a:extLst>
              <a:ext uri="{FF2B5EF4-FFF2-40B4-BE49-F238E27FC236}">
                <a16:creationId xmlns:a16="http://schemas.microsoft.com/office/drawing/2014/main" id="{F089B739-3BD0-4E5D-A982-55D085A79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5998" y="1951989"/>
            <a:ext cx="1928812" cy="8382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512×4 </a:t>
            </a: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SRAM Cache</a:t>
            </a:r>
            <a:endParaRPr kumimoji="0" lang="en-US" altLang="zh-CN" sz="1400" b="1" i="0" u="none" strike="noStrike" kern="0" cap="none" spc="0" normalizeH="0" baseline="0" noProof="0" dirty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微软雅黑"/>
              <a:ea typeface="微软雅黑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最后读出行</a:t>
            </a:r>
          </a:p>
        </p:txBody>
      </p:sp>
      <p:sp>
        <p:nvSpPr>
          <p:cNvPr id="14" name="Rectangle 10">
            <a:extLst>
              <a:ext uri="{FF2B5EF4-FFF2-40B4-BE49-F238E27FC236}">
                <a16:creationId xmlns:a16="http://schemas.microsoft.com/office/drawing/2014/main" id="{F9D80EFF-09AC-421B-8A3D-3C55A13CD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5998" y="3323589"/>
            <a:ext cx="1928812" cy="419100"/>
          </a:xfrm>
          <a:prstGeom prst="rect">
            <a:avLst/>
          </a:prstGeom>
          <a:solidFill>
            <a:srgbClr val="CCFF66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读出放大和列写选择</a:t>
            </a:r>
          </a:p>
        </p:txBody>
      </p:sp>
      <p:sp>
        <p:nvSpPr>
          <p:cNvPr id="15" name="Rectangle 11">
            <a:extLst>
              <a:ext uri="{FF2B5EF4-FFF2-40B4-BE49-F238E27FC236}">
                <a16:creationId xmlns:a16="http://schemas.microsoft.com/office/drawing/2014/main" id="{9F66D7F3-C0B3-4629-9DCA-D4866D203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3199" y="4314189"/>
            <a:ext cx="1500187" cy="1676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DRAM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阵列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2048×512×4</a:t>
            </a:r>
          </a:p>
        </p:txBody>
      </p:sp>
      <p:sp>
        <p:nvSpPr>
          <p:cNvPr id="16" name="Rectangle 12">
            <a:extLst>
              <a:ext uri="{FF2B5EF4-FFF2-40B4-BE49-F238E27FC236}">
                <a16:creationId xmlns:a16="http://schemas.microsoft.com/office/drawing/2014/main" id="{F9EE9464-CB50-480F-A95F-9716E10EE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4574" y="4314189"/>
            <a:ext cx="428625" cy="1676400"/>
          </a:xfrm>
          <a:prstGeom prst="rect">
            <a:avLst/>
          </a:prstGeom>
          <a:solidFill>
            <a:srgbClr val="CCFF66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vert="eaVert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行译码器</a:t>
            </a:r>
          </a:p>
        </p:txBody>
      </p:sp>
      <p:sp>
        <p:nvSpPr>
          <p:cNvPr id="17" name="Rectangle 13">
            <a:extLst>
              <a:ext uri="{FF2B5EF4-FFF2-40B4-BE49-F238E27FC236}">
                <a16:creationId xmlns:a16="http://schemas.microsoft.com/office/drawing/2014/main" id="{F9B7F02C-F2AD-418D-8E77-542A8DC4C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2998" y="1570989"/>
            <a:ext cx="1143000" cy="2209800"/>
          </a:xfrm>
          <a:prstGeom prst="rect">
            <a:avLst/>
          </a:prstGeom>
          <a:solidFill>
            <a:srgbClr val="FF00FF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I/O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控制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和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数据锁存器</a:t>
            </a:r>
          </a:p>
        </p:txBody>
      </p:sp>
      <p:sp>
        <p:nvSpPr>
          <p:cNvPr id="18" name="Line 14">
            <a:extLst>
              <a:ext uri="{FF2B5EF4-FFF2-40B4-BE49-F238E27FC236}">
                <a16:creationId xmlns:a16="http://schemas.microsoft.com/office/drawing/2014/main" id="{DCA67D85-ED12-4CBB-A97A-02DA1417ABD7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0998" y="2180589"/>
            <a:ext cx="785812" cy="1588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9" name="Line 15">
            <a:extLst>
              <a:ext uri="{FF2B5EF4-FFF2-40B4-BE49-F238E27FC236}">
                <a16:creationId xmlns:a16="http://schemas.microsoft.com/office/drawing/2014/main" id="{BB5E9194-B954-4C5B-847F-41E01F30D4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34810" y="3552189"/>
            <a:ext cx="762000" cy="0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0" name="Line 16">
            <a:extLst>
              <a:ext uri="{FF2B5EF4-FFF2-40B4-BE49-F238E27FC236}">
                <a16:creationId xmlns:a16="http://schemas.microsoft.com/office/drawing/2014/main" id="{A9A5D91E-BF2D-4331-BE51-B3B151C730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15998" y="2637789"/>
            <a:ext cx="785812" cy="1588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1" name="Line 17">
            <a:extLst>
              <a:ext uri="{FF2B5EF4-FFF2-40B4-BE49-F238E27FC236}">
                <a16:creationId xmlns:a16="http://schemas.microsoft.com/office/drawing/2014/main" id="{6D86ED45-7A9C-4BC7-8471-18E3D3840C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91598" y="1951989"/>
            <a:ext cx="32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2" name="Line 18">
            <a:extLst>
              <a:ext uri="{FF2B5EF4-FFF2-40B4-BE49-F238E27FC236}">
                <a16:creationId xmlns:a16="http://schemas.microsoft.com/office/drawing/2014/main" id="{5FE685F0-0569-49BE-9D22-5E03F8F28E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91598" y="2637789"/>
            <a:ext cx="32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3" name="Line 19">
            <a:extLst>
              <a:ext uri="{FF2B5EF4-FFF2-40B4-BE49-F238E27FC236}">
                <a16:creationId xmlns:a16="http://schemas.microsoft.com/office/drawing/2014/main" id="{42E207D0-3484-4ED8-AF1F-AC679B4C53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91598" y="3704589"/>
            <a:ext cx="32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4" name="Line 20">
            <a:extLst>
              <a:ext uri="{FF2B5EF4-FFF2-40B4-BE49-F238E27FC236}">
                <a16:creationId xmlns:a16="http://schemas.microsoft.com/office/drawing/2014/main" id="{FA5993C7-B237-4E57-918D-7A87E6AE98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91598" y="4999989"/>
            <a:ext cx="32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5" name="Line 21">
            <a:extLst>
              <a:ext uri="{FF2B5EF4-FFF2-40B4-BE49-F238E27FC236}">
                <a16:creationId xmlns:a16="http://schemas.microsoft.com/office/drawing/2014/main" id="{E65EF3E0-53CA-48AF-9093-82789B1DF6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91598" y="5609589"/>
            <a:ext cx="32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6" name="Line 22">
            <a:extLst>
              <a:ext uri="{FF2B5EF4-FFF2-40B4-BE49-F238E27FC236}">
                <a16:creationId xmlns:a16="http://schemas.microsoft.com/office/drawing/2014/main" id="{A3175A8F-9071-4A2C-A33E-589D240C25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91598" y="5838189"/>
            <a:ext cx="9144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7" name="Line 23">
            <a:extLst>
              <a:ext uri="{FF2B5EF4-FFF2-40B4-BE49-F238E27FC236}">
                <a16:creationId xmlns:a16="http://schemas.microsoft.com/office/drawing/2014/main" id="{DB053C6C-6CC0-4DE6-8628-B1D0EE451DB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91598" y="4695189"/>
            <a:ext cx="9144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8" name="Line 24">
            <a:extLst>
              <a:ext uri="{FF2B5EF4-FFF2-40B4-BE49-F238E27FC236}">
                <a16:creationId xmlns:a16="http://schemas.microsoft.com/office/drawing/2014/main" id="{3D810C0D-73A0-4B9C-86FD-FF5F2EBE690F}"/>
              </a:ext>
            </a:extLst>
          </p:cNvPr>
          <p:cNvSpPr>
            <a:spLocks noChangeShapeType="1"/>
          </p:cNvSpPr>
          <p:nvPr/>
        </p:nvSpPr>
        <p:spPr bwMode="auto">
          <a:xfrm>
            <a:off x="1158010" y="1951989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9" name="Line 25">
            <a:extLst>
              <a:ext uri="{FF2B5EF4-FFF2-40B4-BE49-F238E27FC236}">
                <a16:creationId xmlns:a16="http://schemas.microsoft.com/office/drawing/2014/main" id="{FA8991C1-6286-4655-917E-6967A45ECDF0}"/>
              </a:ext>
            </a:extLst>
          </p:cNvPr>
          <p:cNvSpPr>
            <a:spLocks noChangeShapeType="1"/>
          </p:cNvSpPr>
          <p:nvPr/>
        </p:nvSpPr>
        <p:spPr bwMode="auto">
          <a:xfrm>
            <a:off x="1158010" y="2713989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" name="Line 26">
            <a:extLst>
              <a:ext uri="{FF2B5EF4-FFF2-40B4-BE49-F238E27FC236}">
                <a16:creationId xmlns:a16="http://schemas.microsoft.com/office/drawing/2014/main" id="{88EDC6D2-8A3F-4260-B8DB-F9F1916105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58010" y="3780789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" name="Line 27">
            <a:extLst>
              <a:ext uri="{FF2B5EF4-FFF2-40B4-BE49-F238E27FC236}">
                <a16:creationId xmlns:a16="http://schemas.microsoft.com/office/drawing/2014/main" id="{06A79376-0338-48A2-A319-0C10DEBF7D19}"/>
              </a:ext>
            </a:extLst>
          </p:cNvPr>
          <p:cNvSpPr>
            <a:spLocks noChangeShapeType="1"/>
          </p:cNvSpPr>
          <p:nvPr/>
        </p:nvSpPr>
        <p:spPr bwMode="auto">
          <a:xfrm>
            <a:off x="1158010" y="4847589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" name="Line 28">
            <a:extLst>
              <a:ext uri="{FF2B5EF4-FFF2-40B4-BE49-F238E27FC236}">
                <a16:creationId xmlns:a16="http://schemas.microsoft.com/office/drawing/2014/main" id="{2220F78C-D617-4622-B5C3-C0EF4C09C7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58010" y="1951989"/>
            <a:ext cx="0" cy="289560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" name="Line 29">
            <a:extLst>
              <a:ext uri="{FF2B5EF4-FFF2-40B4-BE49-F238E27FC236}">
                <a16:creationId xmlns:a16="http://schemas.microsoft.com/office/drawing/2014/main" id="{BBE2E598-5EC6-41F8-A12F-7C65A96438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20210" y="1951989"/>
            <a:ext cx="0" cy="365760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" name="Line 30">
            <a:extLst>
              <a:ext uri="{FF2B5EF4-FFF2-40B4-BE49-F238E27FC236}">
                <a16:creationId xmlns:a16="http://schemas.microsoft.com/office/drawing/2014/main" id="{A87C08C1-82C5-479A-983F-AD87EF9B97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15410" y="1723389"/>
            <a:ext cx="9144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5" name="Line 31">
            <a:extLst>
              <a:ext uri="{FF2B5EF4-FFF2-40B4-BE49-F238E27FC236}">
                <a16:creationId xmlns:a16="http://schemas.microsoft.com/office/drawing/2014/main" id="{4A73A5E2-C19E-4DC5-8CDA-E9111B306D3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760048" y="4028439"/>
            <a:ext cx="571500" cy="0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" name="Line 32">
            <a:extLst>
              <a:ext uri="{FF2B5EF4-FFF2-40B4-BE49-F238E27FC236}">
                <a16:creationId xmlns:a16="http://schemas.microsoft.com/office/drawing/2014/main" id="{235DA66D-B12F-4149-B445-A60AD265AC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779098" y="3056889"/>
            <a:ext cx="533400" cy="0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7" name="Line 33">
            <a:extLst>
              <a:ext uri="{FF2B5EF4-FFF2-40B4-BE49-F238E27FC236}">
                <a16:creationId xmlns:a16="http://schemas.microsoft.com/office/drawing/2014/main" id="{2BCD474D-FA86-4DB7-828F-F6F59D12BD3A}"/>
              </a:ext>
            </a:extLst>
          </p:cNvPr>
          <p:cNvSpPr>
            <a:spLocks noChangeShapeType="1"/>
          </p:cNvSpPr>
          <p:nvPr/>
        </p:nvSpPr>
        <p:spPr bwMode="auto">
          <a:xfrm>
            <a:off x="1158010" y="5533389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8" name="Line 34">
            <a:extLst>
              <a:ext uri="{FF2B5EF4-FFF2-40B4-BE49-F238E27FC236}">
                <a16:creationId xmlns:a16="http://schemas.microsoft.com/office/drawing/2014/main" id="{25A615FE-C529-495D-868D-F9F0FEC02C11}"/>
              </a:ext>
            </a:extLst>
          </p:cNvPr>
          <p:cNvSpPr>
            <a:spLocks noChangeShapeType="1"/>
          </p:cNvSpPr>
          <p:nvPr/>
        </p:nvSpPr>
        <p:spPr bwMode="auto">
          <a:xfrm>
            <a:off x="1158010" y="5761989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9" name="Text Box 35">
            <a:extLst>
              <a:ext uri="{FF2B5EF4-FFF2-40B4-BE49-F238E27FC236}">
                <a16:creationId xmlns:a16="http://schemas.microsoft.com/office/drawing/2014/main" id="{A3E6DE7A-BC45-4CB8-B859-F49EF4D6A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010" y="1570990"/>
            <a:ext cx="838200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400" b="1" dirty="0">
                <a:solidFill>
                  <a:srgbClr val="954F72"/>
                </a:solidFill>
                <a:latin typeface="微软雅黑"/>
                <a:ea typeface="微软雅黑"/>
              </a:rPr>
              <a:t>列选</a:t>
            </a:r>
            <a:r>
              <a:rPr lang="zh-CN" altLang="en-US" sz="1400" b="1">
                <a:solidFill>
                  <a:srgbClr val="954F72"/>
                </a:solidFill>
                <a:latin typeface="微软雅黑"/>
                <a:ea typeface="微软雅黑"/>
              </a:rPr>
              <a:t>通   </a:t>
            </a: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CAS</a:t>
            </a:r>
            <a:endParaRPr lang="en-US" altLang="zh-CN" sz="1400" b="1" baseline="-250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40" name="Line 36">
            <a:extLst>
              <a:ext uri="{FF2B5EF4-FFF2-40B4-BE49-F238E27FC236}">
                <a16:creationId xmlns:a16="http://schemas.microsoft.com/office/drawing/2014/main" id="{4152E3C7-95DF-496D-AFE0-B84FBB7EC610}"/>
              </a:ext>
            </a:extLst>
          </p:cNvPr>
          <p:cNvSpPr>
            <a:spLocks noChangeShapeType="1"/>
          </p:cNvSpPr>
          <p:nvPr/>
        </p:nvSpPr>
        <p:spPr bwMode="auto">
          <a:xfrm>
            <a:off x="1158010" y="1723389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41" name="Text Box 37">
            <a:extLst>
              <a:ext uri="{FF2B5EF4-FFF2-40B4-BE49-F238E27FC236}">
                <a16:creationId xmlns:a16="http://schemas.microsoft.com/office/drawing/2014/main" id="{223735B2-2580-42A3-9E35-096B7860AF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210" y="5152389"/>
            <a:ext cx="83820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400" b="1">
                <a:solidFill>
                  <a:srgbClr val="954F72"/>
                </a:solidFill>
                <a:latin typeface="微软雅黑"/>
                <a:ea typeface="微软雅黑"/>
              </a:rPr>
              <a:t>行选通   </a:t>
            </a: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RAS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400" b="1">
                <a:solidFill>
                  <a:srgbClr val="954F72"/>
                </a:solidFill>
                <a:latin typeface="微软雅黑"/>
                <a:ea typeface="微软雅黑"/>
              </a:rPr>
              <a:t>刷新</a:t>
            </a: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Ref</a:t>
            </a:r>
            <a:endParaRPr lang="en-US" altLang="zh-CN" sz="1400" b="1" baseline="-250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grpSp>
        <p:nvGrpSpPr>
          <p:cNvPr id="42" name="Group 38">
            <a:extLst>
              <a:ext uri="{FF2B5EF4-FFF2-40B4-BE49-F238E27FC236}">
                <a16:creationId xmlns:a16="http://schemas.microsoft.com/office/drawing/2014/main" id="{61E9CAFF-0C70-4D33-A881-B44AFD6B7B08}"/>
              </a:ext>
            </a:extLst>
          </p:cNvPr>
          <p:cNvGrpSpPr>
            <a:grpSpLocks/>
          </p:cNvGrpSpPr>
          <p:nvPr/>
        </p:nvGrpSpPr>
        <p:grpSpPr bwMode="auto">
          <a:xfrm>
            <a:off x="308698" y="3268027"/>
            <a:ext cx="990600" cy="584200"/>
            <a:chOff x="185" y="1933"/>
            <a:chExt cx="624" cy="368"/>
          </a:xfrm>
        </p:grpSpPr>
        <p:sp>
          <p:nvSpPr>
            <p:cNvPr id="43" name="Line 39">
              <a:extLst>
                <a:ext uri="{FF2B5EF4-FFF2-40B4-BE49-F238E27FC236}">
                  <a16:creationId xmlns:a16="http://schemas.microsoft.com/office/drawing/2014/main" id="{CAAD19A2-D9E7-49D0-B4D1-136D519004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8" y="2112"/>
              <a:ext cx="43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44" name="Text Box 40">
              <a:extLst>
                <a:ext uri="{FF2B5EF4-FFF2-40B4-BE49-F238E27FC236}">
                  <a16:creationId xmlns:a16="http://schemas.microsoft.com/office/drawing/2014/main" id="{8F1616CC-7827-4D2A-9F2D-06E42AB6A0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" y="1933"/>
              <a:ext cx="624" cy="3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地址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A</a:t>
              </a:r>
              <a:r>
                <a:rPr kumimoji="0" lang="en-US" altLang="zh-CN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0</a:t>
              </a:r>
              <a:r>
                <a:rPr kumimoji="0" lang="en-US" altLang="zh-CN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~</a:t>
              </a: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A</a:t>
              </a:r>
              <a:r>
                <a:rPr kumimoji="0" lang="en-US" altLang="zh-CN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10</a:t>
              </a:r>
            </a:p>
          </p:txBody>
        </p:sp>
      </p:grpSp>
      <p:sp>
        <p:nvSpPr>
          <p:cNvPr id="45" name="Text Box 41">
            <a:extLst>
              <a:ext uri="{FF2B5EF4-FFF2-40B4-BE49-F238E27FC236}">
                <a16:creationId xmlns:a16="http://schemas.microsoft.com/office/drawing/2014/main" id="{07B8B8B0-072E-49D9-97AA-F77A1CF51C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9210" y="1113790"/>
            <a:ext cx="1219200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400" b="1" dirty="0">
                <a:solidFill>
                  <a:srgbClr val="954F72"/>
                </a:solidFill>
                <a:latin typeface="微软雅黑"/>
                <a:ea typeface="微软雅黑"/>
              </a:rPr>
              <a:t>列地址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CA</a:t>
            </a:r>
            <a:r>
              <a:rPr lang="en-US" altLang="zh-CN" sz="1400" b="1" baseline="-25000">
                <a:solidFill>
                  <a:srgbClr val="954F72"/>
                </a:solidFill>
                <a:latin typeface="微软雅黑"/>
                <a:ea typeface="微软雅黑"/>
              </a:rPr>
              <a:t>0</a:t>
            </a: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~CA</a:t>
            </a:r>
            <a:r>
              <a:rPr lang="en-US" altLang="zh-CN" sz="1400" b="1" baseline="-25000">
                <a:solidFill>
                  <a:srgbClr val="954F72"/>
                </a:solidFill>
                <a:latin typeface="微软雅黑"/>
                <a:ea typeface="微软雅黑"/>
              </a:rPr>
              <a:t>8</a:t>
            </a:r>
            <a:endParaRPr lang="en-US" altLang="zh-CN" sz="1400" b="1" baseline="-250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46" name="Text Box 42">
            <a:extLst>
              <a:ext uri="{FF2B5EF4-FFF2-40B4-BE49-F238E27FC236}">
                <a16:creationId xmlns:a16="http://schemas.microsoft.com/office/drawing/2014/main" id="{99D317E2-E9DD-48C1-8A07-4B6E508DF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9210" y="4071303"/>
            <a:ext cx="1219200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400" b="1" dirty="0">
                <a:solidFill>
                  <a:srgbClr val="954F72"/>
                </a:solidFill>
                <a:latin typeface="微软雅黑"/>
                <a:ea typeface="微软雅黑"/>
              </a:rPr>
              <a:t>行地址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400" b="1" dirty="0">
                <a:solidFill>
                  <a:srgbClr val="954F72"/>
                </a:solidFill>
                <a:latin typeface="微软雅黑"/>
                <a:ea typeface="微软雅黑"/>
              </a:rPr>
              <a:t>RA</a:t>
            </a:r>
            <a:r>
              <a:rPr lang="en-US" altLang="zh-CN" sz="1400" b="1" baseline="-25000" dirty="0">
                <a:solidFill>
                  <a:srgbClr val="954F72"/>
                </a:solidFill>
                <a:latin typeface="微软雅黑"/>
                <a:ea typeface="微软雅黑"/>
              </a:rPr>
              <a:t>0</a:t>
            </a:r>
            <a:r>
              <a:rPr lang="en-US" altLang="zh-CN" sz="1400" b="1" dirty="0">
                <a:solidFill>
                  <a:srgbClr val="954F72"/>
                </a:solidFill>
                <a:latin typeface="微软雅黑"/>
                <a:ea typeface="微软雅黑"/>
              </a:rPr>
              <a:t>~RA</a:t>
            </a:r>
            <a:r>
              <a:rPr lang="en-US" altLang="zh-CN" sz="1400" b="1" baseline="-25000" dirty="0">
                <a:solidFill>
                  <a:srgbClr val="954F72"/>
                </a:solidFill>
                <a:latin typeface="微软雅黑"/>
                <a:ea typeface="微软雅黑"/>
              </a:rPr>
              <a:t>10</a:t>
            </a:r>
          </a:p>
        </p:txBody>
      </p:sp>
      <p:sp>
        <p:nvSpPr>
          <p:cNvPr id="47" name="Rectangle 43">
            <a:extLst>
              <a:ext uri="{FF2B5EF4-FFF2-40B4-BE49-F238E27FC236}">
                <a16:creationId xmlns:a16="http://schemas.microsoft.com/office/drawing/2014/main" id="{C26B5EB5-EDC6-4878-ACED-5AD88D6FB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43141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R0</a:t>
            </a:r>
          </a:p>
        </p:txBody>
      </p:sp>
      <p:sp>
        <p:nvSpPr>
          <p:cNvPr id="48" name="Rectangle 44">
            <a:extLst>
              <a:ext uri="{FF2B5EF4-FFF2-40B4-BE49-F238E27FC236}">
                <a16:creationId xmlns:a16="http://schemas.microsoft.com/office/drawing/2014/main" id="{D5E4943D-DEAD-4008-B5A5-153E9DEAA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44665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R1</a:t>
            </a:r>
          </a:p>
        </p:txBody>
      </p:sp>
      <p:sp>
        <p:nvSpPr>
          <p:cNvPr id="49" name="Rectangle 45">
            <a:extLst>
              <a:ext uri="{FF2B5EF4-FFF2-40B4-BE49-F238E27FC236}">
                <a16:creationId xmlns:a16="http://schemas.microsoft.com/office/drawing/2014/main" id="{AB338627-C7EE-4B4B-BA05-2B27F7B8C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46189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R2</a:t>
            </a:r>
          </a:p>
        </p:txBody>
      </p:sp>
      <p:sp>
        <p:nvSpPr>
          <p:cNvPr id="50" name="Rectangle 46">
            <a:extLst>
              <a:ext uri="{FF2B5EF4-FFF2-40B4-BE49-F238E27FC236}">
                <a16:creationId xmlns:a16="http://schemas.microsoft.com/office/drawing/2014/main" id="{A0E1BB50-0203-4A71-9FC0-72DFA6C94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47713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R3</a:t>
            </a:r>
          </a:p>
        </p:txBody>
      </p:sp>
      <p:sp>
        <p:nvSpPr>
          <p:cNvPr id="51" name="Rectangle 47">
            <a:extLst>
              <a:ext uri="{FF2B5EF4-FFF2-40B4-BE49-F238E27FC236}">
                <a16:creationId xmlns:a16="http://schemas.microsoft.com/office/drawing/2014/main" id="{F67BC014-75A9-46D4-8CB3-E5BB892B5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50761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R5</a:t>
            </a:r>
          </a:p>
        </p:txBody>
      </p:sp>
      <p:sp>
        <p:nvSpPr>
          <p:cNvPr id="52" name="Rectangle 48">
            <a:extLst>
              <a:ext uri="{FF2B5EF4-FFF2-40B4-BE49-F238E27FC236}">
                <a16:creationId xmlns:a16="http://schemas.microsoft.com/office/drawing/2014/main" id="{C380769E-0CE8-410A-B5D6-5E69398E6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52285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R6</a:t>
            </a:r>
          </a:p>
        </p:txBody>
      </p:sp>
      <p:sp>
        <p:nvSpPr>
          <p:cNvPr id="53" name="Rectangle 49">
            <a:extLst>
              <a:ext uri="{FF2B5EF4-FFF2-40B4-BE49-F238E27FC236}">
                <a16:creationId xmlns:a16="http://schemas.microsoft.com/office/drawing/2014/main" id="{BCDFF23D-BE4F-442E-A5E4-AAA957C11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53809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R7</a:t>
            </a:r>
          </a:p>
        </p:txBody>
      </p:sp>
      <p:sp>
        <p:nvSpPr>
          <p:cNvPr id="54" name="Rectangle 50">
            <a:extLst>
              <a:ext uri="{FF2B5EF4-FFF2-40B4-BE49-F238E27FC236}">
                <a16:creationId xmlns:a16="http://schemas.microsoft.com/office/drawing/2014/main" id="{403A1E7D-D224-4AE8-A49E-68A42B57E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55333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…</a:t>
            </a:r>
          </a:p>
        </p:txBody>
      </p:sp>
      <p:sp>
        <p:nvSpPr>
          <p:cNvPr id="55" name="Rectangle 51">
            <a:extLst>
              <a:ext uri="{FF2B5EF4-FFF2-40B4-BE49-F238E27FC236}">
                <a16:creationId xmlns:a16="http://schemas.microsoft.com/office/drawing/2014/main" id="{E04A030C-C03E-46AF-8216-B337B836A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56857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R2046</a:t>
            </a:r>
          </a:p>
        </p:txBody>
      </p:sp>
      <p:sp>
        <p:nvSpPr>
          <p:cNvPr id="56" name="Rectangle 52">
            <a:extLst>
              <a:ext uri="{FF2B5EF4-FFF2-40B4-BE49-F238E27FC236}">
                <a16:creationId xmlns:a16="http://schemas.microsoft.com/office/drawing/2014/main" id="{14290B94-42F3-4C3E-A091-C79959510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58381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7" name="Rectangle 53">
            <a:extLst>
              <a:ext uri="{FF2B5EF4-FFF2-40B4-BE49-F238E27FC236}">
                <a16:creationId xmlns:a16="http://schemas.microsoft.com/office/drawing/2014/main" id="{184C51B0-AD9E-4886-B370-A7E5885D296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034810" y="5838189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8" name="Rectangle 54">
            <a:extLst>
              <a:ext uri="{FF2B5EF4-FFF2-40B4-BE49-F238E27FC236}">
                <a16:creationId xmlns:a16="http://schemas.microsoft.com/office/drawing/2014/main" id="{479C945F-970E-4D35-AC9F-9D0E6E0F550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187210" y="5838189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9" name="Rectangle 55">
            <a:extLst>
              <a:ext uri="{FF2B5EF4-FFF2-40B4-BE49-F238E27FC236}">
                <a16:creationId xmlns:a16="http://schemas.microsoft.com/office/drawing/2014/main" id="{80032FC6-F4F3-4A9A-950A-78DE021B4F7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339610" y="5838189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60" name="Rectangle 56">
            <a:extLst>
              <a:ext uri="{FF2B5EF4-FFF2-40B4-BE49-F238E27FC236}">
                <a16:creationId xmlns:a16="http://schemas.microsoft.com/office/drawing/2014/main" id="{D55E7519-E0DE-4156-B57D-69E5F0F9DCD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492010" y="5838189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61" name="Rectangle 57">
            <a:extLst>
              <a:ext uri="{FF2B5EF4-FFF2-40B4-BE49-F238E27FC236}">
                <a16:creationId xmlns:a16="http://schemas.microsoft.com/office/drawing/2014/main" id="{B79906FE-3CDD-4551-937D-681BFC3CF14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644410" y="5838189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62" name="Rectangle 58">
            <a:extLst>
              <a:ext uri="{FF2B5EF4-FFF2-40B4-BE49-F238E27FC236}">
                <a16:creationId xmlns:a16="http://schemas.microsoft.com/office/drawing/2014/main" id="{AAE746F6-C7E4-4AA1-A4BF-3C6C270D5A01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796810" y="5838189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63" name="Rectangle 59">
            <a:extLst>
              <a:ext uri="{FF2B5EF4-FFF2-40B4-BE49-F238E27FC236}">
                <a16:creationId xmlns:a16="http://schemas.microsoft.com/office/drawing/2014/main" id="{E3241139-0BB8-4161-A3C3-B473B6A326D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949210" y="5838189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64" name="Rectangle 60">
            <a:extLst>
              <a:ext uri="{FF2B5EF4-FFF2-40B4-BE49-F238E27FC236}">
                <a16:creationId xmlns:a16="http://schemas.microsoft.com/office/drawing/2014/main" id="{7F7F4197-FDF4-45BD-BEFE-44081C3A2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2141" y="4542789"/>
            <a:ext cx="1714500" cy="609600"/>
          </a:xfrm>
          <a:prstGeom prst="rect">
            <a:avLst/>
          </a:prstGeom>
          <a:solidFill>
            <a:srgbClr val="FF00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00000000100</a:t>
            </a:r>
          </a:p>
        </p:txBody>
      </p:sp>
      <p:sp>
        <p:nvSpPr>
          <p:cNvPr id="65" name="Rectangle 61">
            <a:extLst>
              <a:ext uri="{FF2B5EF4-FFF2-40B4-BE49-F238E27FC236}">
                <a16:creationId xmlns:a16="http://schemas.microsoft.com/office/drawing/2014/main" id="{9645BD97-7065-46D3-B427-E64C907372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2141" y="3323589"/>
            <a:ext cx="1714500" cy="8382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00000000100</a:t>
            </a:r>
          </a:p>
        </p:txBody>
      </p:sp>
      <p:sp>
        <p:nvSpPr>
          <p:cNvPr id="66" name="Rectangle 62">
            <a:extLst>
              <a:ext uri="{FF2B5EF4-FFF2-40B4-BE49-F238E27FC236}">
                <a16:creationId xmlns:a16="http://schemas.microsoft.com/office/drawing/2014/main" id="{BD3F24B1-DB47-4AEF-8A00-25F51A87F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5998" y="1951989"/>
            <a:ext cx="1928812" cy="838200"/>
          </a:xfrm>
          <a:prstGeom prst="rect">
            <a:avLst/>
          </a:prstGeom>
          <a:solidFill>
            <a:srgbClr val="00B0F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512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*</a:t>
            </a: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4 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R4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的内容</a:t>
            </a:r>
          </a:p>
        </p:txBody>
      </p:sp>
      <p:sp>
        <p:nvSpPr>
          <p:cNvPr id="67" name="Rectangle 64">
            <a:extLst>
              <a:ext uri="{FF2B5EF4-FFF2-40B4-BE49-F238E27FC236}">
                <a16:creationId xmlns:a16="http://schemas.microsoft.com/office/drawing/2014/main" id="{5E3F34F2-55E9-45E9-919B-1ED93AF06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4923789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R4</a:t>
            </a:r>
          </a:p>
        </p:txBody>
      </p:sp>
      <p:sp>
        <p:nvSpPr>
          <p:cNvPr id="68" name="Rectangle 65">
            <a:extLst>
              <a:ext uri="{FF2B5EF4-FFF2-40B4-BE49-F238E27FC236}">
                <a16:creationId xmlns:a16="http://schemas.microsoft.com/office/drawing/2014/main" id="{985D2733-9BF5-4112-AF85-8508A7D28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4810" y="4923789"/>
            <a:ext cx="1181100" cy="152400"/>
          </a:xfrm>
          <a:prstGeom prst="rect">
            <a:avLst/>
          </a:prstGeom>
          <a:solidFill>
            <a:srgbClr val="00B0F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R4</a:t>
            </a:r>
          </a:p>
        </p:txBody>
      </p:sp>
    </p:spTree>
    <p:extLst>
      <p:ext uri="{BB962C8B-B14F-4D97-AF65-F5344CB8AC3E}">
        <p14:creationId xmlns:p14="http://schemas.microsoft.com/office/powerpoint/2010/main" val="5202811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5" presetClass="emph" presetSubtype="0" repeatCount="5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5" presetClass="emph" presetSubtype="0" repeatCount="1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35" presetClass="emph" presetSubtype="0" repeatCount="1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5" presetClass="emph" presetSubtype="0" repeatCount="1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5" presetClass="emph" presetSubtype="0" repeatCount="1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35" presetClass="emph" presetSubtype="0" repeatCount="1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0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5" presetClass="emph" presetSubtype="0" repeatCount="1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35" presetClass="emph" presetSubtype="0" repeatCount="4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35" presetClass="emph" presetSubtype="0" repeatCount="4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35" presetClass="emph" presetSubtype="0" repeatCount="4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6" grpId="0" animBg="1"/>
      <p:bldP spid="17" grpId="0" animBg="1"/>
      <p:bldP spid="18" grpId="0" animBg="1"/>
      <p:bldP spid="20" grpId="0" animBg="1"/>
      <p:bldP spid="26" grpId="0" animBg="1"/>
      <p:bldP spid="27" grpId="0" animBg="1"/>
      <p:bldP spid="34" grpId="0" animBg="1"/>
      <p:bldP spid="35" grpId="0" animBg="1"/>
      <p:bldP spid="36" grpId="0" animBg="1"/>
      <p:bldP spid="45" grpId="0"/>
      <p:bldP spid="64" grpId="0" animBg="1"/>
      <p:bldP spid="65" grpId="0" animBg="1"/>
      <p:bldP spid="66" grpId="0" animBg="1"/>
      <p:bldP spid="66" grpId="1" animBg="1"/>
      <p:bldP spid="68" grpId="0" animBg="1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18F78BCF-24FA-4376-843C-EA81372869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EDRAM</a:t>
            </a:r>
            <a:r>
              <a:rPr lang="zh-CN" altLang="en-US" dirty="0"/>
              <a:t>芯片读取过程（</a:t>
            </a:r>
            <a:r>
              <a:rPr lang="en-US" altLang="zh-CN" dirty="0"/>
              <a:t>2</a:t>
            </a:r>
            <a:r>
              <a:rPr lang="zh-CN" altLang="en-US" dirty="0"/>
              <a:t>）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C496A57-75F6-4AF7-B06D-499112D33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166" y="6300257"/>
            <a:ext cx="8153400" cy="36933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 eaLnBrk="1" fontAlgn="auto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563C1"/>
              </a:buClr>
              <a:buSzPct val="65000"/>
              <a:buFont typeface="Wingdings" pitchFamily="2" charset="2"/>
              <a:buNone/>
            </a:pPr>
            <a:r>
              <a:rPr lang="zh-CN" altLang="en-US" sz="2000" b="1" dirty="0">
                <a:solidFill>
                  <a:srgbClr val="C00000"/>
                </a:solidFill>
                <a:latin typeface="微软雅黑"/>
                <a:ea typeface="微软雅黑"/>
              </a:rPr>
              <a:t>可以提高顺序读取速度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8C8FA6D-A52E-4481-A61E-3F3B8CEA1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854" y="1575857"/>
            <a:ext cx="1714500" cy="533400"/>
          </a:xfrm>
          <a:prstGeom prst="rect">
            <a:avLst/>
          </a:prstGeom>
          <a:solidFill>
            <a:srgbClr val="FF66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列地址锁存器</a:t>
            </a: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5CA68DF5-7F90-4623-B47A-50523EEF1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854" y="2490257"/>
            <a:ext cx="1714500" cy="3810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11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位比较器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A5CAE0A2-5FE0-44B3-8786-BF350DCC2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854" y="4547657"/>
            <a:ext cx="1714500" cy="609600"/>
          </a:xfrm>
          <a:prstGeom prst="rect">
            <a:avLst/>
          </a:prstGeom>
          <a:solidFill>
            <a:srgbClr val="FF00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行地址锁存器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C827CB71-135D-4B09-BF70-3C6FA36A7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854" y="5385857"/>
            <a:ext cx="1714500" cy="6096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行地址和刷新控制</a:t>
            </a:r>
          </a:p>
        </p:txBody>
      </p:sp>
      <p:sp>
        <p:nvSpPr>
          <p:cNvPr id="9" name="Rectangle 7">
            <a:extLst>
              <a:ext uri="{FF2B5EF4-FFF2-40B4-BE49-F238E27FC236}">
                <a16:creationId xmlns:a16="http://schemas.microsoft.com/office/drawing/2014/main" id="{5D433A45-FE47-4D4A-A0A5-3E4E854A2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5754" y="1575857"/>
            <a:ext cx="1928812" cy="419100"/>
          </a:xfrm>
          <a:prstGeom prst="rect">
            <a:avLst/>
          </a:prstGeom>
          <a:solidFill>
            <a:srgbClr val="CCFF66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列译码器</a:t>
            </a:r>
          </a:p>
        </p:txBody>
      </p:sp>
      <p:sp>
        <p:nvSpPr>
          <p:cNvPr id="10" name="Rectangle 8">
            <a:extLst>
              <a:ext uri="{FF2B5EF4-FFF2-40B4-BE49-F238E27FC236}">
                <a16:creationId xmlns:a16="http://schemas.microsoft.com/office/drawing/2014/main" id="{34B6F84C-CC33-4903-B6DB-4A915F32C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5754" y="1956857"/>
            <a:ext cx="1928812" cy="8382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512×4 </a:t>
            </a: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SRAM Cache</a:t>
            </a:r>
            <a:endParaRPr kumimoji="0" lang="en-US" altLang="zh-CN" sz="1400" b="1" i="0" u="none" strike="noStrike" kern="0" cap="none" spc="0" normalizeH="0" baseline="0" noProof="0" dirty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微软雅黑"/>
              <a:ea typeface="微软雅黑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最后读出行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4C428F3-4500-46C3-A510-7D251FEBD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2955" y="4319057"/>
            <a:ext cx="1500187" cy="1676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DRAM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阵列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2048×512×4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73DECBD-38DC-4C52-9E3A-B7032EAEB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4330" y="4319057"/>
            <a:ext cx="428625" cy="1676400"/>
          </a:xfrm>
          <a:prstGeom prst="rect">
            <a:avLst/>
          </a:prstGeom>
          <a:solidFill>
            <a:srgbClr val="CCFF66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vert="eaVert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行译码器</a:t>
            </a:r>
          </a:p>
        </p:txBody>
      </p:sp>
      <p:sp>
        <p:nvSpPr>
          <p:cNvPr id="13" name="Line 13">
            <a:extLst>
              <a:ext uri="{FF2B5EF4-FFF2-40B4-BE49-F238E27FC236}">
                <a16:creationId xmlns:a16="http://schemas.microsoft.com/office/drawing/2014/main" id="{95597842-B39F-4A64-90DE-979D06EC7E8E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0754" y="2185457"/>
            <a:ext cx="785812" cy="1588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4" name="Line 14">
            <a:extLst>
              <a:ext uri="{FF2B5EF4-FFF2-40B4-BE49-F238E27FC236}">
                <a16:creationId xmlns:a16="http://schemas.microsoft.com/office/drawing/2014/main" id="{D46A35DC-6E96-4038-B67A-95C8905ECD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74566" y="3557057"/>
            <a:ext cx="762000" cy="0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5" name="Line 15">
            <a:extLst>
              <a:ext uri="{FF2B5EF4-FFF2-40B4-BE49-F238E27FC236}">
                <a16:creationId xmlns:a16="http://schemas.microsoft.com/office/drawing/2014/main" id="{F1B93A39-272D-4EC1-A761-32C26A937C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55754" y="2642657"/>
            <a:ext cx="785812" cy="1588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6" name="Line 16">
            <a:extLst>
              <a:ext uri="{FF2B5EF4-FFF2-40B4-BE49-F238E27FC236}">
                <a16:creationId xmlns:a16="http://schemas.microsoft.com/office/drawing/2014/main" id="{35FFCF5D-560A-4E8E-9E2D-0612B32367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1354" y="1956857"/>
            <a:ext cx="32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7" name="Line 17">
            <a:extLst>
              <a:ext uri="{FF2B5EF4-FFF2-40B4-BE49-F238E27FC236}">
                <a16:creationId xmlns:a16="http://schemas.microsoft.com/office/drawing/2014/main" id="{A0718A81-3869-4A9A-AA67-2D1F07484B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1354" y="2642657"/>
            <a:ext cx="32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8" name="Line 18">
            <a:extLst>
              <a:ext uri="{FF2B5EF4-FFF2-40B4-BE49-F238E27FC236}">
                <a16:creationId xmlns:a16="http://schemas.microsoft.com/office/drawing/2014/main" id="{C7E70392-B174-4709-959F-B3CF48A1C7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1354" y="3709457"/>
            <a:ext cx="32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9" name="Line 19">
            <a:extLst>
              <a:ext uri="{FF2B5EF4-FFF2-40B4-BE49-F238E27FC236}">
                <a16:creationId xmlns:a16="http://schemas.microsoft.com/office/drawing/2014/main" id="{35437C9F-8B1B-44E3-A337-B78F62EE7A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1354" y="5004857"/>
            <a:ext cx="32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0" name="Line 20">
            <a:extLst>
              <a:ext uri="{FF2B5EF4-FFF2-40B4-BE49-F238E27FC236}">
                <a16:creationId xmlns:a16="http://schemas.microsoft.com/office/drawing/2014/main" id="{202F5C76-29B8-467C-8F82-05A1BB3BE2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1354" y="5614457"/>
            <a:ext cx="3286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1" name="Line 21">
            <a:extLst>
              <a:ext uri="{FF2B5EF4-FFF2-40B4-BE49-F238E27FC236}">
                <a16:creationId xmlns:a16="http://schemas.microsoft.com/office/drawing/2014/main" id="{364BF7E4-A6F6-4ADF-9AEC-D41A325C59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1354" y="5843057"/>
            <a:ext cx="9144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2" name="Line 22">
            <a:extLst>
              <a:ext uri="{FF2B5EF4-FFF2-40B4-BE49-F238E27FC236}">
                <a16:creationId xmlns:a16="http://schemas.microsoft.com/office/drawing/2014/main" id="{73493381-83B0-4C1A-83F7-DE1B1A3E8A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1354" y="4700057"/>
            <a:ext cx="9144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3" name="Line 23">
            <a:extLst>
              <a:ext uri="{FF2B5EF4-FFF2-40B4-BE49-F238E27FC236}">
                <a16:creationId xmlns:a16="http://schemas.microsoft.com/office/drawing/2014/main" id="{C86BFB0F-D97F-4FCB-A291-43D3A31B7B5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7766" y="1956857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4" name="Line 24">
            <a:extLst>
              <a:ext uri="{FF2B5EF4-FFF2-40B4-BE49-F238E27FC236}">
                <a16:creationId xmlns:a16="http://schemas.microsoft.com/office/drawing/2014/main" id="{56E770D1-EC99-42A4-B194-36C7135A88D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7766" y="2718857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5" name="Line 25">
            <a:extLst>
              <a:ext uri="{FF2B5EF4-FFF2-40B4-BE49-F238E27FC236}">
                <a16:creationId xmlns:a16="http://schemas.microsoft.com/office/drawing/2014/main" id="{90828CE6-7A80-4F0A-84A7-21DC6831F73A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7766" y="3785657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6" name="Line 26">
            <a:extLst>
              <a:ext uri="{FF2B5EF4-FFF2-40B4-BE49-F238E27FC236}">
                <a16:creationId xmlns:a16="http://schemas.microsoft.com/office/drawing/2014/main" id="{299DB04F-5982-4AA7-8C8C-A342FA68E15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7766" y="4852457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097029E7-8534-43A7-B055-FE6036E866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97766" y="1956857"/>
            <a:ext cx="0" cy="289560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7F68A9AA-1133-404C-9589-E25C23AADA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59966" y="1956857"/>
            <a:ext cx="0" cy="365760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2DC22EC1-9C7E-435C-AB1E-3E4B5522BE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55166" y="1728257"/>
            <a:ext cx="9144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0" name="Line 30">
            <a:extLst>
              <a:ext uri="{FF2B5EF4-FFF2-40B4-BE49-F238E27FC236}">
                <a16:creationId xmlns:a16="http://schemas.microsoft.com/office/drawing/2014/main" id="{B3AEC9CD-48FE-4430-B4C0-610B1B6F4E0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199804" y="4033307"/>
            <a:ext cx="571500" cy="0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1" name="Line 31">
            <a:extLst>
              <a:ext uri="{FF2B5EF4-FFF2-40B4-BE49-F238E27FC236}">
                <a16:creationId xmlns:a16="http://schemas.microsoft.com/office/drawing/2014/main" id="{F9DA12EC-ACD2-437A-9E94-3255B60AD8A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218854" y="3061757"/>
            <a:ext cx="533400" cy="0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2" name="Line 32">
            <a:extLst>
              <a:ext uri="{FF2B5EF4-FFF2-40B4-BE49-F238E27FC236}">
                <a16:creationId xmlns:a16="http://schemas.microsoft.com/office/drawing/2014/main" id="{63B73519-9ABD-48CA-BD81-01DAF687D42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7766" y="5538257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" name="Line 33">
            <a:extLst>
              <a:ext uri="{FF2B5EF4-FFF2-40B4-BE49-F238E27FC236}">
                <a16:creationId xmlns:a16="http://schemas.microsoft.com/office/drawing/2014/main" id="{9C0D54D2-BCA4-4280-A5BB-81DB34A6A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7766" y="5766857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4" name="Text Box 34">
            <a:extLst>
              <a:ext uri="{FF2B5EF4-FFF2-40B4-BE49-F238E27FC236}">
                <a16:creationId xmlns:a16="http://schemas.microsoft.com/office/drawing/2014/main" id="{AB7D703F-F5A9-425A-B19A-3461F84984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5766" y="1575858"/>
            <a:ext cx="838200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400" b="1" dirty="0">
                <a:solidFill>
                  <a:srgbClr val="954F72"/>
                </a:solidFill>
                <a:latin typeface="微软雅黑"/>
                <a:ea typeface="微软雅黑"/>
              </a:rPr>
              <a:t>列选</a:t>
            </a:r>
            <a:r>
              <a:rPr lang="zh-CN" altLang="en-US" sz="1400" b="1">
                <a:solidFill>
                  <a:srgbClr val="954F72"/>
                </a:solidFill>
                <a:latin typeface="微软雅黑"/>
                <a:ea typeface="微软雅黑"/>
              </a:rPr>
              <a:t>通   </a:t>
            </a: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CAS</a:t>
            </a:r>
            <a:endParaRPr lang="en-US" altLang="zh-CN" sz="1400" b="1" baseline="-250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35" name="Line 35">
            <a:extLst>
              <a:ext uri="{FF2B5EF4-FFF2-40B4-BE49-F238E27FC236}">
                <a16:creationId xmlns:a16="http://schemas.microsoft.com/office/drawing/2014/main" id="{E9AAFDE6-20F4-476E-A584-0ADEDA1E0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7766" y="1728257"/>
            <a:ext cx="3048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6" name="Text Box 36">
            <a:extLst>
              <a:ext uri="{FF2B5EF4-FFF2-40B4-BE49-F238E27FC236}">
                <a16:creationId xmlns:a16="http://schemas.microsoft.com/office/drawing/2014/main" id="{87379329-2990-40CE-88FC-B5A35BA97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966" y="5157257"/>
            <a:ext cx="83820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400" b="1">
                <a:solidFill>
                  <a:srgbClr val="954F72"/>
                </a:solidFill>
                <a:latin typeface="微软雅黑"/>
                <a:ea typeface="微软雅黑"/>
              </a:rPr>
              <a:t>行选通   </a:t>
            </a: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RAS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400" b="1">
                <a:solidFill>
                  <a:srgbClr val="954F72"/>
                </a:solidFill>
                <a:latin typeface="微软雅黑"/>
                <a:ea typeface="微软雅黑"/>
              </a:rPr>
              <a:t>刷新</a:t>
            </a: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Ref</a:t>
            </a:r>
            <a:endParaRPr lang="en-US" altLang="zh-CN" sz="1400" b="1" baseline="-2500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grpSp>
        <p:nvGrpSpPr>
          <p:cNvPr id="37" name="Group 37">
            <a:extLst>
              <a:ext uri="{FF2B5EF4-FFF2-40B4-BE49-F238E27FC236}">
                <a16:creationId xmlns:a16="http://schemas.microsoft.com/office/drawing/2014/main" id="{C8FC3628-1103-4C71-ADAB-C16FAD7447E6}"/>
              </a:ext>
            </a:extLst>
          </p:cNvPr>
          <p:cNvGrpSpPr>
            <a:grpSpLocks/>
          </p:cNvGrpSpPr>
          <p:nvPr/>
        </p:nvGrpSpPr>
        <p:grpSpPr bwMode="auto">
          <a:xfrm>
            <a:off x="759566" y="3264957"/>
            <a:ext cx="990600" cy="584200"/>
            <a:chOff x="192" y="1928"/>
            <a:chExt cx="624" cy="368"/>
          </a:xfrm>
        </p:grpSpPr>
        <p:sp>
          <p:nvSpPr>
            <p:cNvPr id="38" name="Line 38">
              <a:extLst>
                <a:ext uri="{FF2B5EF4-FFF2-40B4-BE49-F238E27FC236}">
                  <a16:creationId xmlns:a16="http://schemas.microsoft.com/office/drawing/2014/main" id="{30947144-0FB3-4948-9619-D3224CF191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8" y="2112"/>
              <a:ext cx="43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39" name="Text Box 39">
              <a:extLst>
                <a:ext uri="{FF2B5EF4-FFF2-40B4-BE49-F238E27FC236}">
                  <a16:creationId xmlns:a16="http://schemas.microsoft.com/office/drawing/2014/main" id="{4E1F1D6F-A4F2-47F5-8637-930A37FE9F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928"/>
              <a:ext cx="624" cy="3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地址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A</a:t>
              </a:r>
              <a:r>
                <a:rPr kumimoji="0" lang="en-US" altLang="zh-CN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0</a:t>
              </a:r>
              <a:r>
                <a:rPr kumimoji="0" lang="en-US" altLang="zh-CN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~</a:t>
              </a: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A</a:t>
              </a:r>
              <a:r>
                <a:rPr kumimoji="0" lang="en-US" altLang="zh-CN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954F72"/>
                  </a:solidFill>
                  <a:effectLst/>
                  <a:uLnTx/>
                  <a:uFillTx/>
                  <a:latin typeface="微软雅黑"/>
                  <a:ea typeface="微软雅黑"/>
                </a:rPr>
                <a:t>10</a:t>
              </a:r>
            </a:p>
          </p:txBody>
        </p:sp>
      </p:grpSp>
      <p:sp>
        <p:nvSpPr>
          <p:cNvPr id="40" name="Text Box 40">
            <a:extLst>
              <a:ext uri="{FF2B5EF4-FFF2-40B4-BE49-F238E27FC236}">
                <a16:creationId xmlns:a16="http://schemas.microsoft.com/office/drawing/2014/main" id="{84FAAA9B-E974-4836-97FB-159DA3CC77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8966" y="1118658"/>
            <a:ext cx="1219200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400" b="1" dirty="0">
                <a:solidFill>
                  <a:srgbClr val="954F72"/>
                </a:solidFill>
                <a:latin typeface="微软雅黑"/>
                <a:ea typeface="微软雅黑"/>
              </a:rPr>
              <a:t>列地址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CA</a:t>
            </a:r>
            <a:r>
              <a:rPr lang="en-US" altLang="zh-CN" sz="1400" b="1" baseline="-25000">
                <a:solidFill>
                  <a:srgbClr val="954F72"/>
                </a:solidFill>
                <a:latin typeface="微软雅黑"/>
                <a:ea typeface="微软雅黑"/>
              </a:rPr>
              <a:t>0</a:t>
            </a: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~CA</a:t>
            </a:r>
            <a:r>
              <a:rPr lang="en-US" altLang="zh-CN" sz="1400" b="1" baseline="-25000">
                <a:solidFill>
                  <a:srgbClr val="954F72"/>
                </a:solidFill>
                <a:latin typeface="微软雅黑"/>
                <a:ea typeface="微软雅黑"/>
              </a:rPr>
              <a:t>8</a:t>
            </a:r>
            <a:endParaRPr lang="en-US" altLang="zh-CN" sz="1400" b="1" baseline="-25000" dirty="0">
              <a:solidFill>
                <a:srgbClr val="954F72"/>
              </a:solidFill>
              <a:latin typeface="微软雅黑"/>
              <a:ea typeface="微软雅黑"/>
            </a:endParaRPr>
          </a:p>
        </p:txBody>
      </p:sp>
      <p:sp>
        <p:nvSpPr>
          <p:cNvPr id="41" name="Text Box 41">
            <a:extLst>
              <a:ext uri="{FF2B5EF4-FFF2-40B4-BE49-F238E27FC236}">
                <a16:creationId xmlns:a16="http://schemas.microsoft.com/office/drawing/2014/main" id="{029B2FB5-D762-4EC7-A84B-0430B5B7BD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8966" y="4076171"/>
            <a:ext cx="1219200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400" b="1">
                <a:solidFill>
                  <a:srgbClr val="954F72"/>
                </a:solidFill>
                <a:latin typeface="微软雅黑"/>
                <a:ea typeface="微软雅黑"/>
              </a:rPr>
              <a:t>行地址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RA</a:t>
            </a:r>
            <a:r>
              <a:rPr lang="en-US" altLang="zh-CN" sz="1400" b="1" baseline="-25000">
                <a:solidFill>
                  <a:srgbClr val="954F72"/>
                </a:solidFill>
                <a:latin typeface="微软雅黑"/>
                <a:ea typeface="微软雅黑"/>
              </a:rPr>
              <a:t>0</a:t>
            </a:r>
            <a:r>
              <a:rPr lang="en-US" altLang="zh-CN" sz="1400" b="1">
                <a:solidFill>
                  <a:srgbClr val="954F72"/>
                </a:solidFill>
                <a:latin typeface="微软雅黑"/>
                <a:ea typeface="微软雅黑"/>
              </a:rPr>
              <a:t>~RA</a:t>
            </a:r>
            <a:r>
              <a:rPr lang="en-US" altLang="zh-CN" sz="1400" b="1" baseline="-25000">
                <a:solidFill>
                  <a:srgbClr val="954F72"/>
                </a:solidFill>
                <a:latin typeface="微软雅黑"/>
                <a:ea typeface="微软雅黑"/>
              </a:rPr>
              <a:t>10</a:t>
            </a:r>
          </a:p>
        </p:txBody>
      </p:sp>
      <p:sp>
        <p:nvSpPr>
          <p:cNvPr id="42" name="Rectangle 42">
            <a:extLst>
              <a:ext uri="{FF2B5EF4-FFF2-40B4-BE49-F238E27FC236}">
                <a16:creationId xmlns:a16="http://schemas.microsoft.com/office/drawing/2014/main" id="{AB0F05F4-F6A5-4E6C-9160-A5DD7A967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43190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R0</a:t>
            </a:r>
          </a:p>
        </p:txBody>
      </p:sp>
      <p:sp>
        <p:nvSpPr>
          <p:cNvPr id="43" name="Rectangle 43">
            <a:extLst>
              <a:ext uri="{FF2B5EF4-FFF2-40B4-BE49-F238E27FC236}">
                <a16:creationId xmlns:a16="http://schemas.microsoft.com/office/drawing/2014/main" id="{AF2CCDD5-2847-4237-8841-DFEA91200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44714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R1</a:t>
            </a:r>
          </a:p>
        </p:txBody>
      </p:sp>
      <p:sp>
        <p:nvSpPr>
          <p:cNvPr id="44" name="Rectangle 44">
            <a:extLst>
              <a:ext uri="{FF2B5EF4-FFF2-40B4-BE49-F238E27FC236}">
                <a16:creationId xmlns:a16="http://schemas.microsoft.com/office/drawing/2014/main" id="{B54B325B-4871-4FF5-BCB2-CCF00DAED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46238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R2</a:t>
            </a:r>
          </a:p>
        </p:txBody>
      </p:sp>
      <p:sp>
        <p:nvSpPr>
          <p:cNvPr id="45" name="Rectangle 45">
            <a:extLst>
              <a:ext uri="{FF2B5EF4-FFF2-40B4-BE49-F238E27FC236}">
                <a16:creationId xmlns:a16="http://schemas.microsoft.com/office/drawing/2014/main" id="{D915C522-DB1E-46F6-9F05-A62C443D5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47762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R3</a:t>
            </a:r>
          </a:p>
        </p:txBody>
      </p:sp>
      <p:sp>
        <p:nvSpPr>
          <p:cNvPr id="46" name="Rectangle 46">
            <a:extLst>
              <a:ext uri="{FF2B5EF4-FFF2-40B4-BE49-F238E27FC236}">
                <a16:creationId xmlns:a16="http://schemas.microsoft.com/office/drawing/2014/main" id="{F45CF98F-C6CB-44B3-ABFC-427ADA26F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50810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R5</a:t>
            </a:r>
          </a:p>
        </p:txBody>
      </p:sp>
      <p:sp>
        <p:nvSpPr>
          <p:cNvPr id="47" name="Rectangle 47">
            <a:extLst>
              <a:ext uri="{FF2B5EF4-FFF2-40B4-BE49-F238E27FC236}">
                <a16:creationId xmlns:a16="http://schemas.microsoft.com/office/drawing/2014/main" id="{CDFC3301-65A5-45A6-9606-1ABEDF0DA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52334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R6</a:t>
            </a:r>
          </a:p>
        </p:txBody>
      </p:sp>
      <p:sp>
        <p:nvSpPr>
          <p:cNvPr id="48" name="Rectangle 48">
            <a:extLst>
              <a:ext uri="{FF2B5EF4-FFF2-40B4-BE49-F238E27FC236}">
                <a16:creationId xmlns:a16="http://schemas.microsoft.com/office/drawing/2014/main" id="{986D42E3-CD42-420F-9A5F-40EA5C6A3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53858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R7</a:t>
            </a:r>
          </a:p>
        </p:txBody>
      </p:sp>
      <p:sp>
        <p:nvSpPr>
          <p:cNvPr id="49" name="Rectangle 49">
            <a:extLst>
              <a:ext uri="{FF2B5EF4-FFF2-40B4-BE49-F238E27FC236}">
                <a16:creationId xmlns:a16="http://schemas.microsoft.com/office/drawing/2014/main" id="{8753E3E1-7358-491D-B3E1-0B7B08D23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55382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…</a:t>
            </a:r>
          </a:p>
        </p:txBody>
      </p:sp>
      <p:sp>
        <p:nvSpPr>
          <p:cNvPr id="50" name="Rectangle 50">
            <a:extLst>
              <a:ext uri="{FF2B5EF4-FFF2-40B4-BE49-F238E27FC236}">
                <a16:creationId xmlns:a16="http://schemas.microsoft.com/office/drawing/2014/main" id="{48BF2153-7C76-4A94-82C0-C7F8E2F13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56906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R2046</a:t>
            </a:r>
          </a:p>
        </p:txBody>
      </p:sp>
      <p:sp>
        <p:nvSpPr>
          <p:cNvPr id="51" name="Rectangle 51">
            <a:extLst>
              <a:ext uri="{FF2B5EF4-FFF2-40B4-BE49-F238E27FC236}">
                <a16:creationId xmlns:a16="http://schemas.microsoft.com/office/drawing/2014/main" id="{FCCAED50-8915-4357-8F4E-CDA30FFE1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58430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2" name="Rectangle 52">
            <a:extLst>
              <a:ext uri="{FF2B5EF4-FFF2-40B4-BE49-F238E27FC236}">
                <a16:creationId xmlns:a16="http://schemas.microsoft.com/office/drawing/2014/main" id="{826A84C8-8C59-436E-B38C-8B2ADA8EBFB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474566" y="5843057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3" name="Rectangle 53">
            <a:extLst>
              <a:ext uri="{FF2B5EF4-FFF2-40B4-BE49-F238E27FC236}">
                <a16:creationId xmlns:a16="http://schemas.microsoft.com/office/drawing/2014/main" id="{7E66802E-D904-4D02-8897-161DC720A981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626966" y="5843057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4" name="Rectangle 54">
            <a:extLst>
              <a:ext uri="{FF2B5EF4-FFF2-40B4-BE49-F238E27FC236}">
                <a16:creationId xmlns:a16="http://schemas.microsoft.com/office/drawing/2014/main" id="{4C79683C-D9E4-441A-8F5A-F9B8441DCF5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779366" y="5843057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5" name="Rectangle 55">
            <a:extLst>
              <a:ext uri="{FF2B5EF4-FFF2-40B4-BE49-F238E27FC236}">
                <a16:creationId xmlns:a16="http://schemas.microsoft.com/office/drawing/2014/main" id="{1CA1E39F-43E8-4187-B1A3-E2B4D486C3B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931766" y="5843057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6" name="Rectangle 56">
            <a:extLst>
              <a:ext uri="{FF2B5EF4-FFF2-40B4-BE49-F238E27FC236}">
                <a16:creationId xmlns:a16="http://schemas.microsoft.com/office/drawing/2014/main" id="{708FB2F9-F243-4D17-AA56-547937F35BE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7084166" y="5843057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7" name="Rectangle 57">
            <a:extLst>
              <a:ext uri="{FF2B5EF4-FFF2-40B4-BE49-F238E27FC236}">
                <a16:creationId xmlns:a16="http://schemas.microsoft.com/office/drawing/2014/main" id="{686D775B-91F4-4C8C-A72F-195168C8423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7236566" y="5843057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8" name="Rectangle 58">
            <a:extLst>
              <a:ext uri="{FF2B5EF4-FFF2-40B4-BE49-F238E27FC236}">
                <a16:creationId xmlns:a16="http://schemas.microsoft.com/office/drawing/2014/main" id="{EA7DDC74-8A77-45A2-96E6-CBEBE7C439C6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7388966" y="5843057"/>
            <a:ext cx="1524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rot="10800000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59" name="Rectangle 59">
            <a:extLst>
              <a:ext uri="{FF2B5EF4-FFF2-40B4-BE49-F238E27FC236}">
                <a16:creationId xmlns:a16="http://schemas.microsoft.com/office/drawing/2014/main" id="{F4A77A22-8DE0-4455-8989-7F78ACE0F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2566" y="4547657"/>
            <a:ext cx="1714500" cy="609600"/>
          </a:xfrm>
          <a:prstGeom prst="rect">
            <a:avLst/>
          </a:prstGeom>
          <a:solidFill>
            <a:srgbClr val="FF00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000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微软雅黑"/>
                <a:ea typeface="微软雅黑"/>
              </a:rPr>
              <a:t>0000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0100</a:t>
            </a:r>
          </a:p>
        </p:txBody>
      </p:sp>
      <p:sp>
        <p:nvSpPr>
          <p:cNvPr id="60" name="Rectangle 60">
            <a:extLst>
              <a:ext uri="{FF2B5EF4-FFF2-40B4-BE49-F238E27FC236}">
                <a16:creationId xmlns:a16="http://schemas.microsoft.com/office/drawing/2014/main" id="{B2ED4387-ED6C-4A24-BA2C-899260C79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897" y="3330009"/>
            <a:ext cx="1714500" cy="8382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000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微软雅黑"/>
                <a:ea typeface="微软雅黑"/>
              </a:rPr>
              <a:t>0000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0100</a:t>
            </a:r>
          </a:p>
        </p:txBody>
      </p:sp>
      <p:sp>
        <p:nvSpPr>
          <p:cNvPr id="61" name="Rectangle 61">
            <a:extLst>
              <a:ext uri="{FF2B5EF4-FFF2-40B4-BE49-F238E27FC236}">
                <a16:creationId xmlns:a16="http://schemas.microsoft.com/office/drawing/2014/main" id="{D0630775-15D5-4F39-8F1D-69427306D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5754" y="1956857"/>
            <a:ext cx="1928812" cy="838200"/>
          </a:xfrm>
          <a:prstGeom prst="rect">
            <a:avLst/>
          </a:prstGeom>
          <a:solidFill>
            <a:srgbClr val="00B0F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512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*</a:t>
            </a: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4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R4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微软雅黑"/>
                <a:ea typeface="微软雅黑"/>
              </a:rPr>
              <a:t>的内容</a:t>
            </a:r>
          </a:p>
        </p:txBody>
      </p:sp>
      <p:sp>
        <p:nvSpPr>
          <p:cNvPr id="62" name="Rectangle 63">
            <a:extLst>
              <a:ext uri="{FF2B5EF4-FFF2-40B4-BE49-F238E27FC236}">
                <a16:creationId xmlns:a16="http://schemas.microsoft.com/office/drawing/2014/main" id="{B9EB6CD3-88BC-441F-80D9-47B186A3AB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4928657"/>
            <a:ext cx="1181100" cy="152400"/>
          </a:xfrm>
          <a:prstGeom prst="rect">
            <a:avLst/>
          </a:prstGeom>
          <a:solidFill>
            <a:srgbClr val="FF990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R4</a:t>
            </a:r>
          </a:p>
        </p:txBody>
      </p:sp>
      <p:sp>
        <p:nvSpPr>
          <p:cNvPr id="63" name="Rectangle 64">
            <a:extLst>
              <a:ext uri="{FF2B5EF4-FFF2-40B4-BE49-F238E27FC236}">
                <a16:creationId xmlns:a16="http://schemas.microsoft.com/office/drawing/2014/main" id="{1C3E68AF-B4A3-446A-B113-86E34CB25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4566" y="4928657"/>
            <a:ext cx="1181100" cy="152400"/>
          </a:xfrm>
          <a:prstGeom prst="rect">
            <a:avLst/>
          </a:prstGeom>
          <a:solidFill>
            <a:srgbClr val="00B0F0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R4</a:t>
            </a:r>
          </a:p>
        </p:txBody>
      </p:sp>
      <p:sp>
        <p:nvSpPr>
          <p:cNvPr id="64" name="Rectangle 12">
            <a:extLst>
              <a:ext uri="{FF2B5EF4-FFF2-40B4-BE49-F238E27FC236}">
                <a16:creationId xmlns:a16="http://schemas.microsoft.com/office/drawing/2014/main" id="{FE10E247-2F56-42C7-B329-621D11350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2754" y="1575857"/>
            <a:ext cx="1143000" cy="2209800"/>
          </a:xfrm>
          <a:prstGeom prst="rect">
            <a:avLst/>
          </a:prstGeom>
          <a:solidFill>
            <a:srgbClr val="FF00FF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I/O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控制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和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数据锁存器</a:t>
            </a:r>
          </a:p>
        </p:txBody>
      </p:sp>
      <p:sp>
        <p:nvSpPr>
          <p:cNvPr id="65" name="Rectangle 9">
            <a:extLst>
              <a:ext uri="{FF2B5EF4-FFF2-40B4-BE49-F238E27FC236}">
                <a16:creationId xmlns:a16="http://schemas.microsoft.com/office/drawing/2014/main" id="{04FE283A-FC60-4C47-8EC1-D3001430C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5754" y="3328457"/>
            <a:ext cx="1928812" cy="419100"/>
          </a:xfrm>
          <a:prstGeom prst="rect">
            <a:avLst/>
          </a:prstGeom>
          <a:solidFill>
            <a:srgbClr val="CCFF66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读出放大和列写选择</a:t>
            </a:r>
          </a:p>
        </p:txBody>
      </p:sp>
    </p:spTree>
    <p:extLst>
      <p:ext uri="{BB962C8B-B14F-4D97-AF65-F5344CB8AC3E}">
        <p14:creationId xmlns:p14="http://schemas.microsoft.com/office/powerpoint/2010/main" val="775678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35" presetClass="emph" presetSubtype="0" repeatCount="1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35" presetClass="emph" presetSubtype="0" repeatCount="1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5" presetClass="emph" presetSubtype="0" repeatCount="4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35" presetClass="emph" presetSubtype="0" repeatCount="4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6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35" presetClass="emph" presetSubtype="0" repeatCount="4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3" grpId="0" animBg="1"/>
      <p:bldP spid="15" grpId="0" animBg="1"/>
      <p:bldP spid="29" grpId="0" animBg="1"/>
      <p:bldP spid="40" grpId="0"/>
      <p:bldP spid="59" grpId="0" animBg="1"/>
      <p:bldP spid="64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3.6 </a:t>
            </a:r>
            <a:r>
              <a:rPr lang="zh-CN" altLang="en-US" dirty="0"/>
              <a:t>高速存储器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392485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3.6.1 </a:t>
            </a:r>
            <a:r>
              <a:rPr lang="zh-CN" altLang="en-US" dirty="0"/>
              <a:t>双端口存储器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3.6.2</a:t>
            </a:r>
            <a:r>
              <a:rPr lang="zh-CN" altLang="en-US" dirty="0"/>
              <a:t>单体多字存储器 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3.6.3 </a:t>
            </a:r>
            <a:r>
              <a:rPr lang="zh-CN" altLang="en-US" dirty="0"/>
              <a:t>多体交叉存储器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3.6.4 </a:t>
            </a:r>
            <a:r>
              <a:rPr lang="zh-CN" altLang="en-US" dirty="0"/>
              <a:t>相联存储器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76258" y="1700808"/>
            <a:ext cx="3671198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3.6.1 </a:t>
            </a:r>
            <a:r>
              <a:rPr kumimoji="0" lang="zh-CN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双端口存储器</a:t>
            </a:r>
          </a:p>
        </p:txBody>
      </p:sp>
    </p:spTree>
    <p:extLst>
      <p:ext uri="{BB962C8B-B14F-4D97-AF65-F5344CB8AC3E}">
        <p14:creationId xmlns:p14="http://schemas.microsoft.com/office/powerpoint/2010/main" val="3161657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2B822CD-2DD3-471E-AE38-CE7E6364D2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2616" y="47814"/>
            <a:ext cx="8229600" cy="1143000"/>
          </a:xfrm>
        </p:spPr>
        <p:txBody>
          <a:bodyPr/>
          <a:lstStyle/>
          <a:p>
            <a:pPr algn="l"/>
            <a:r>
              <a:rPr lang="en-US" altLang="zh-CN" dirty="0">
                <a:solidFill>
                  <a:srgbClr val="FF0000"/>
                </a:solidFill>
              </a:rPr>
              <a:t>3.6.1 </a:t>
            </a:r>
            <a:r>
              <a:rPr lang="zh-CN" altLang="en-US" dirty="0">
                <a:solidFill>
                  <a:srgbClr val="FF0000"/>
                </a:solidFill>
              </a:rPr>
              <a:t>双端口存储器</a:t>
            </a:r>
          </a:p>
        </p:txBody>
      </p:sp>
      <p:sp>
        <p:nvSpPr>
          <p:cNvPr id="4" name="内容占位符 2">
            <a:extLst>
              <a:ext uri="{FF2B5EF4-FFF2-40B4-BE49-F238E27FC236}">
                <a16:creationId xmlns:a16="http://schemas.microsoft.com/office/drawing/2014/main" id="{5A6E779B-EF5A-4466-9230-4A43D28529F3}"/>
              </a:ext>
            </a:extLst>
          </p:cNvPr>
          <p:cNvSpPr txBox="1">
            <a:spLocks/>
          </p:cNvSpPr>
          <p:nvPr/>
        </p:nvSpPr>
        <p:spPr>
          <a:xfrm>
            <a:off x="251520" y="1220976"/>
            <a:ext cx="8229601" cy="54483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具有两组相互独立的读写控制线路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两组读写控制线路可以并行操作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端口地址不相同，无冲突，并行存取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端口地址相同，读写冲突，无法并行存取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5" name="Group 5">
            <a:extLst>
              <a:ext uri="{FF2B5EF4-FFF2-40B4-BE49-F238E27FC236}">
                <a16:creationId xmlns:a16="http://schemas.microsoft.com/office/drawing/2014/main" id="{4495840E-99EF-4C92-866B-14230141CC62}"/>
              </a:ext>
            </a:extLst>
          </p:cNvPr>
          <p:cNvGrpSpPr>
            <a:grpSpLocks/>
          </p:cNvGrpSpPr>
          <p:nvPr/>
        </p:nvGrpSpPr>
        <p:grpSpPr bwMode="auto">
          <a:xfrm>
            <a:off x="4568380" y="4784866"/>
            <a:ext cx="790575" cy="1371600"/>
            <a:chOff x="1902" y="2727"/>
            <a:chExt cx="498" cy="864"/>
          </a:xfrm>
        </p:grpSpPr>
        <p:sp>
          <p:nvSpPr>
            <p:cNvPr id="6" name="Line 6">
              <a:extLst>
                <a:ext uri="{FF2B5EF4-FFF2-40B4-BE49-F238E27FC236}">
                  <a16:creationId xmlns:a16="http://schemas.microsoft.com/office/drawing/2014/main" id="{5B1C3FED-1C96-452B-8DAC-B52DE4B46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8" y="2727"/>
              <a:ext cx="480" cy="0"/>
            </a:xfrm>
            <a:prstGeom prst="line">
              <a:avLst/>
            </a:prstGeom>
            <a:noFill/>
            <a:ln w="7620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7" name="Line 7">
              <a:extLst>
                <a:ext uri="{FF2B5EF4-FFF2-40B4-BE49-F238E27FC236}">
                  <a16:creationId xmlns:a16="http://schemas.microsoft.com/office/drawing/2014/main" id="{2355037F-F422-403A-8CC2-27B2571EDC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591"/>
              <a:ext cx="480" cy="0"/>
            </a:xfrm>
            <a:prstGeom prst="line">
              <a:avLst/>
            </a:prstGeom>
            <a:noFill/>
            <a:ln w="76200">
              <a:solidFill>
                <a:sysClr val="windowText" lastClr="0000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8" name="Line 8">
              <a:extLst>
                <a:ext uri="{FF2B5EF4-FFF2-40B4-BE49-F238E27FC236}">
                  <a16:creationId xmlns:a16="http://schemas.microsoft.com/office/drawing/2014/main" id="{53BF96DC-AD37-4569-9EB7-7552DAC89F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2" y="3024"/>
              <a:ext cx="48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9" name="Line 9">
              <a:extLst>
                <a:ext uri="{FF2B5EF4-FFF2-40B4-BE49-F238E27FC236}">
                  <a16:creationId xmlns:a16="http://schemas.microsoft.com/office/drawing/2014/main" id="{C143832E-822D-4FA6-8D8C-2DBE11D440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312"/>
              <a:ext cx="48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0" name="Text Box 10">
            <a:extLst>
              <a:ext uri="{FF2B5EF4-FFF2-40B4-BE49-F238E27FC236}">
                <a16:creationId xmlns:a16="http://schemas.microsoft.com/office/drawing/2014/main" id="{84F89E2B-99CA-48D3-8793-9C981396EC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0155" y="4570554"/>
            <a:ext cx="12954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(A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0-10</a:t>
            </a: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)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L</a:t>
            </a:r>
          </a:p>
        </p:txBody>
      </p:sp>
      <p:sp>
        <p:nvSpPr>
          <p:cNvPr id="11" name="Text Box 11">
            <a:extLst>
              <a:ext uri="{FF2B5EF4-FFF2-40B4-BE49-F238E27FC236}">
                <a16:creationId xmlns:a16="http://schemas.microsoft.com/office/drawing/2014/main" id="{B7E3B90E-9AC3-4EF3-AB49-6F880EFA10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0155" y="5942154"/>
            <a:ext cx="12954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(D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0-15</a:t>
            </a: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)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L</a:t>
            </a:r>
          </a:p>
        </p:txBody>
      </p:sp>
      <p:sp>
        <p:nvSpPr>
          <p:cNvPr id="12" name="Text Box 12">
            <a:extLst>
              <a:ext uri="{FF2B5EF4-FFF2-40B4-BE49-F238E27FC236}">
                <a16:creationId xmlns:a16="http://schemas.microsoft.com/office/drawing/2014/main" id="{E0F804BE-9D02-44A8-84FA-AB0743E60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0155" y="5484954"/>
            <a:ext cx="12954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BUSY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L</a:t>
            </a:r>
          </a:p>
        </p:txBody>
      </p:sp>
      <p:sp>
        <p:nvSpPr>
          <p:cNvPr id="13" name="Text Box 13">
            <a:extLst>
              <a:ext uri="{FF2B5EF4-FFF2-40B4-BE49-F238E27FC236}">
                <a16:creationId xmlns:a16="http://schemas.microsoft.com/office/drawing/2014/main" id="{B930ACC5-B5B5-4C9D-9865-5AC1CA426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0155" y="5103954"/>
            <a:ext cx="12954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R/W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L</a:t>
            </a:r>
          </a:p>
        </p:txBody>
      </p:sp>
      <p:sp>
        <p:nvSpPr>
          <p:cNvPr id="14" name="Line 14">
            <a:extLst>
              <a:ext uri="{FF2B5EF4-FFF2-40B4-BE49-F238E27FC236}">
                <a16:creationId xmlns:a16="http://schemas.microsoft.com/office/drawing/2014/main" id="{E82BDB9E-8C10-4280-8AA6-4A968089BA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3355" y="4784866"/>
            <a:ext cx="762000" cy="0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5" name="Line 15">
            <a:extLst>
              <a:ext uri="{FF2B5EF4-FFF2-40B4-BE49-F238E27FC236}">
                <a16:creationId xmlns:a16="http://schemas.microsoft.com/office/drawing/2014/main" id="{05277107-B4A8-486A-8B1F-C22554B803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3355" y="6156466"/>
            <a:ext cx="762000" cy="0"/>
          </a:xfrm>
          <a:prstGeom prst="line">
            <a:avLst/>
          </a:prstGeom>
          <a:noFill/>
          <a:ln w="76200">
            <a:solidFill>
              <a:sysClr val="windowText" lastClr="000000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6" name="Line 16">
            <a:extLst>
              <a:ext uri="{FF2B5EF4-FFF2-40B4-BE49-F238E27FC236}">
                <a16:creationId xmlns:a16="http://schemas.microsoft.com/office/drawing/2014/main" id="{DB03F147-D210-4532-8297-29D3FACFB4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3355" y="5256353"/>
            <a:ext cx="7620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7" name="Line 17">
            <a:extLst>
              <a:ext uri="{FF2B5EF4-FFF2-40B4-BE49-F238E27FC236}">
                <a16:creationId xmlns:a16="http://schemas.microsoft.com/office/drawing/2014/main" id="{8681B933-D0AC-4EE3-94D7-8E49956815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3355" y="5713553"/>
            <a:ext cx="7620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8" name="Text Box 18">
            <a:extLst>
              <a:ext uri="{FF2B5EF4-FFF2-40B4-BE49-F238E27FC236}">
                <a16:creationId xmlns:a16="http://schemas.microsoft.com/office/drawing/2014/main" id="{D57DCFD0-0C66-49B8-8AA9-3F1F3FB1E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6755" y="4570554"/>
            <a:ext cx="13716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(A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0-10</a:t>
            </a: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)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R</a:t>
            </a:r>
          </a:p>
        </p:txBody>
      </p:sp>
      <p:sp>
        <p:nvSpPr>
          <p:cNvPr id="19" name="Text Box 19">
            <a:extLst>
              <a:ext uri="{FF2B5EF4-FFF2-40B4-BE49-F238E27FC236}">
                <a16:creationId xmlns:a16="http://schemas.microsoft.com/office/drawing/2014/main" id="{EFCC162E-79EC-43B9-AB10-60EF875321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6755" y="5942154"/>
            <a:ext cx="13716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(D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0-15</a:t>
            </a: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)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R</a:t>
            </a:r>
          </a:p>
        </p:txBody>
      </p:sp>
      <p:sp>
        <p:nvSpPr>
          <p:cNvPr id="20" name="Text Box 20">
            <a:extLst>
              <a:ext uri="{FF2B5EF4-FFF2-40B4-BE49-F238E27FC236}">
                <a16:creationId xmlns:a16="http://schemas.microsoft.com/office/drawing/2014/main" id="{89FE3ABE-76EE-4A9B-8EE1-0DB20458F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6755" y="5484954"/>
            <a:ext cx="13716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BUSY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R</a:t>
            </a:r>
          </a:p>
        </p:txBody>
      </p:sp>
      <p:sp>
        <p:nvSpPr>
          <p:cNvPr id="21" name="Text Box 21">
            <a:extLst>
              <a:ext uri="{FF2B5EF4-FFF2-40B4-BE49-F238E27FC236}">
                <a16:creationId xmlns:a16="http://schemas.microsoft.com/office/drawing/2014/main" id="{65F28C66-A5FA-4575-9B32-F887430A7C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6755" y="5103954"/>
            <a:ext cx="13716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R/W</a:t>
            </a:r>
            <a:r>
              <a:rPr lang="en-US" altLang="zh-CN" sz="2000" baseline="-25000">
                <a:solidFill>
                  <a:srgbClr val="0000FF"/>
                </a:solidFill>
                <a:latin typeface="华文新魏" pitchFamily="2" charset="-122"/>
                <a:ea typeface="华文新魏" pitchFamily="2" charset="-122"/>
              </a:rPr>
              <a:t>R</a:t>
            </a:r>
          </a:p>
        </p:txBody>
      </p:sp>
      <p:sp>
        <p:nvSpPr>
          <p:cNvPr id="22" name="Rectangle 4">
            <a:extLst>
              <a:ext uri="{FF2B5EF4-FFF2-40B4-BE49-F238E27FC236}">
                <a16:creationId xmlns:a16="http://schemas.microsoft.com/office/drawing/2014/main" id="{4821CF2D-912E-4870-9D01-BD48E2383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255" y="4456253"/>
            <a:ext cx="914400" cy="2019300"/>
          </a:xfrm>
          <a:prstGeom prst="rect">
            <a:avLst/>
          </a:prstGeom>
          <a:solidFill>
            <a:srgbClr val="FF9900"/>
          </a:solidFill>
          <a:ln w="19050" algn="ctr">
            <a:solidFill>
              <a:srgbClr val="44546A"/>
            </a:solidFill>
            <a:miter lim="800000"/>
            <a:headEnd type="none" w="sm" len="sm"/>
            <a:tailEnd type="none" w="sm" len="sm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eaVert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itchFamily="34" charset="0"/>
                <a:ea typeface="微软雅黑"/>
              </a:rPr>
              <a:t>存储体</a:t>
            </a:r>
          </a:p>
        </p:txBody>
      </p:sp>
    </p:spTree>
    <p:extLst>
      <p:ext uri="{BB962C8B-B14F-4D97-AF65-F5344CB8AC3E}">
        <p14:creationId xmlns:p14="http://schemas.microsoft.com/office/powerpoint/2010/main" val="2381890653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3.6 </a:t>
            </a:r>
            <a:r>
              <a:rPr lang="zh-CN" altLang="en-US" dirty="0"/>
              <a:t>高速存储器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392485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3.6.1 </a:t>
            </a:r>
            <a:r>
              <a:rPr lang="zh-CN" altLang="en-US" dirty="0"/>
              <a:t>双端口存储器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3.6.2</a:t>
            </a:r>
            <a:r>
              <a:rPr lang="zh-CN" altLang="en-US" dirty="0"/>
              <a:t>单体多字存储器 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3.6.3 </a:t>
            </a:r>
            <a:r>
              <a:rPr lang="zh-CN" altLang="en-US" dirty="0"/>
              <a:t>多体交叉存储器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3.6.4 </a:t>
            </a:r>
            <a:r>
              <a:rPr lang="zh-CN" altLang="en-US" dirty="0"/>
              <a:t>相联存储器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27584" y="2564904"/>
            <a:ext cx="4081567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3.6.2</a:t>
            </a:r>
            <a:r>
              <a:rPr lang="zh-CN" altLang="en-US" sz="3200" kern="0" dirty="0">
                <a:solidFill>
                  <a:srgbClr val="000000"/>
                </a:solidFill>
              </a:rPr>
              <a:t>单体多字存储器 </a:t>
            </a:r>
          </a:p>
        </p:txBody>
      </p:sp>
    </p:spTree>
    <p:extLst>
      <p:ext uri="{BB962C8B-B14F-4D97-AF65-F5344CB8AC3E}">
        <p14:creationId xmlns:p14="http://schemas.microsoft.com/office/powerpoint/2010/main" val="2411333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2B822CD-2DD3-471E-AE38-CE7E6364D2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2616" y="47814"/>
            <a:ext cx="8229600" cy="1143000"/>
          </a:xfrm>
        </p:spPr>
        <p:txBody>
          <a:bodyPr/>
          <a:lstStyle/>
          <a:p>
            <a:pPr algn="l"/>
            <a:r>
              <a:rPr lang="en-US" altLang="zh-CN" dirty="0">
                <a:solidFill>
                  <a:srgbClr val="FF0000"/>
                </a:solidFill>
              </a:rPr>
              <a:t>3.6.2</a:t>
            </a:r>
            <a:r>
              <a:rPr lang="zh-CN" altLang="en-US" dirty="0">
                <a:solidFill>
                  <a:srgbClr val="FF0000"/>
                </a:solidFill>
              </a:rPr>
              <a:t>单体多字存储器 </a:t>
            </a:r>
          </a:p>
        </p:txBody>
      </p:sp>
      <p:sp>
        <p:nvSpPr>
          <p:cNvPr id="23" name="内容占位符 2">
            <a:extLst>
              <a:ext uri="{FF2B5EF4-FFF2-40B4-BE49-F238E27FC236}">
                <a16:creationId xmlns:a16="http://schemas.microsoft.com/office/drawing/2014/main" id="{D12E16F2-5761-48F9-8525-22662AFCD396}"/>
              </a:ext>
            </a:extLst>
          </p:cNvPr>
          <p:cNvSpPr txBox="1">
            <a:spLocks/>
          </p:cNvSpPr>
          <p:nvPr/>
        </p:nvSpPr>
        <p:spPr>
          <a:xfrm>
            <a:off x="132314" y="1215683"/>
            <a:ext cx="4638330" cy="563702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多个单字长存储模块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并发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共用一个地址寄存器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单存储周期内访问多个存储字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性能线性增长，总线位宽变化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69DB46F1-E72C-455D-9FE3-94643FEA0D75}"/>
              </a:ext>
            </a:extLst>
          </p:cNvPr>
          <p:cNvGrpSpPr/>
          <p:nvPr/>
        </p:nvGrpSpPr>
        <p:grpSpPr>
          <a:xfrm>
            <a:off x="4860640" y="1988840"/>
            <a:ext cx="4248472" cy="4109864"/>
            <a:chOff x="753313" y="1920829"/>
            <a:chExt cx="3816423" cy="4064751"/>
          </a:xfrm>
        </p:grpSpPr>
        <p:sp>
          <p:nvSpPr>
            <p:cNvPr id="25" name="AutoShape 2">
              <a:extLst>
                <a:ext uri="{FF2B5EF4-FFF2-40B4-BE49-F238E27FC236}">
                  <a16:creationId xmlns:a16="http://schemas.microsoft.com/office/drawing/2014/main" id="{4E5FEBF7-1530-4882-83EE-9F19E21D4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313" y="2297073"/>
              <a:ext cx="3816423" cy="3312263"/>
            </a:xfrm>
            <a:prstGeom prst="roundRect">
              <a:avLst>
                <a:gd name="adj" fmla="val 4218"/>
              </a:avLst>
            </a:prstGeom>
            <a:solidFill>
              <a:srgbClr val="4472C4">
                <a:lumMod val="20000"/>
                <a:lumOff val="80000"/>
              </a:srgbClr>
            </a:solidFill>
            <a:ln w="12700" algn="ctr">
              <a:solidFill>
                <a:srgbClr val="000814"/>
              </a:solidFill>
              <a:prstDash val="dash"/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0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cxnSp>
          <p:nvCxnSpPr>
            <p:cNvPr id="26" name="直接箭头连接符 25">
              <a:extLst>
                <a:ext uri="{FF2B5EF4-FFF2-40B4-BE49-F238E27FC236}">
                  <a16:creationId xmlns:a16="http://schemas.microsoft.com/office/drawing/2014/main" id="{7735A926-82EF-4E78-82D5-6583C7975F24}"/>
                </a:ext>
              </a:extLst>
            </p:cNvPr>
            <p:cNvCxnSpPr/>
            <p:nvPr/>
          </p:nvCxnSpPr>
          <p:spPr>
            <a:xfrm>
              <a:off x="2688211" y="1920829"/>
              <a:ext cx="0" cy="596987"/>
            </a:xfrm>
            <a:prstGeom prst="straightConnector1">
              <a:avLst/>
            </a:prstGeom>
            <a:noFill/>
            <a:ln w="57150" cap="flat" cmpd="sng" algn="ctr">
              <a:solidFill>
                <a:srgbClr val="00B0F0"/>
              </a:solidFill>
              <a:prstDash val="solid"/>
              <a:miter lim="800000"/>
              <a:headEnd type="triangle" w="med" len="med"/>
              <a:tailEnd type="triangle" w="med" len="med"/>
            </a:ln>
            <a:effectLst/>
          </p:spPr>
        </p:cxnSp>
        <p:grpSp>
          <p:nvGrpSpPr>
            <p:cNvPr id="27" name="组合 26">
              <a:extLst>
                <a:ext uri="{FF2B5EF4-FFF2-40B4-BE49-F238E27FC236}">
                  <a16:creationId xmlns:a16="http://schemas.microsoft.com/office/drawing/2014/main" id="{B3499AA6-A44F-47A8-B5D8-D40136C81F91}"/>
                </a:ext>
              </a:extLst>
            </p:cNvPr>
            <p:cNvGrpSpPr/>
            <p:nvPr/>
          </p:nvGrpSpPr>
          <p:grpSpPr>
            <a:xfrm>
              <a:off x="1438678" y="3161170"/>
              <a:ext cx="2482988" cy="296704"/>
              <a:chOff x="2953109" y="2996952"/>
              <a:chExt cx="2482988" cy="296704"/>
            </a:xfrm>
          </p:grpSpPr>
          <p:cxnSp>
            <p:nvCxnSpPr>
              <p:cNvPr id="49" name="直接箭头连接符 48">
                <a:extLst>
                  <a:ext uri="{FF2B5EF4-FFF2-40B4-BE49-F238E27FC236}">
                    <a16:creationId xmlns:a16="http://schemas.microsoft.com/office/drawing/2014/main" id="{721AFC07-19B5-4BF5-8620-2F5A94B3D12E}"/>
                  </a:ext>
                </a:extLst>
              </p:cNvPr>
              <p:cNvCxnSpPr/>
              <p:nvPr/>
            </p:nvCxnSpPr>
            <p:spPr>
              <a:xfrm>
                <a:off x="2953110" y="2996953"/>
                <a:ext cx="0" cy="296703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00B0F0"/>
                </a:solidFill>
                <a:prstDash val="solid"/>
                <a:miter lim="800000"/>
                <a:headEnd type="none" w="med" len="med"/>
                <a:tailEnd type="triangle" w="med" len="med"/>
              </a:ln>
              <a:effectLst/>
            </p:spPr>
          </p:cxnSp>
          <p:cxnSp>
            <p:nvCxnSpPr>
              <p:cNvPr id="50" name="直接箭头连接符 49">
                <a:extLst>
                  <a:ext uri="{FF2B5EF4-FFF2-40B4-BE49-F238E27FC236}">
                    <a16:creationId xmlns:a16="http://schemas.microsoft.com/office/drawing/2014/main" id="{98FEF93F-B747-421A-BD64-DBE5926E90F5}"/>
                  </a:ext>
                </a:extLst>
              </p:cNvPr>
              <p:cNvCxnSpPr/>
              <p:nvPr/>
            </p:nvCxnSpPr>
            <p:spPr>
              <a:xfrm>
                <a:off x="3780772" y="2996952"/>
                <a:ext cx="0" cy="296703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00B0F0"/>
                </a:solidFill>
                <a:prstDash val="solid"/>
                <a:miter lim="800000"/>
                <a:headEnd type="none" w="med" len="med"/>
                <a:tailEnd type="triangle" w="med" len="med"/>
              </a:ln>
              <a:effectLst/>
            </p:spPr>
          </p:cxnSp>
          <p:cxnSp>
            <p:nvCxnSpPr>
              <p:cNvPr id="51" name="直接箭头连接符 50">
                <a:extLst>
                  <a:ext uri="{FF2B5EF4-FFF2-40B4-BE49-F238E27FC236}">
                    <a16:creationId xmlns:a16="http://schemas.microsoft.com/office/drawing/2014/main" id="{28D4B1BD-8974-415F-8E86-2C3EF2FBB668}"/>
                  </a:ext>
                </a:extLst>
              </p:cNvPr>
              <p:cNvCxnSpPr/>
              <p:nvPr/>
            </p:nvCxnSpPr>
            <p:spPr>
              <a:xfrm>
                <a:off x="4608433" y="2996953"/>
                <a:ext cx="0" cy="296703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00B0F0"/>
                </a:solidFill>
                <a:prstDash val="solid"/>
                <a:miter lim="800000"/>
                <a:headEnd type="none" w="med" len="med"/>
                <a:tailEnd type="triangle" w="med" len="med"/>
              </a:ln>
              <a:effectLst/>
            </p:spPr>
          </p:cxnSp>
          <p:cxnSp>
            <p:nvCxnSpPr>
              <p:cNvPr id="52" name="直接箭头连接符 51">
                <a:extLst>
                  <a:ext uri="{FF2B5EF4-FFF2-40B4-BE49-F238E27FC236}">
                    <a16:creationId xmlns:a16="http://schemas.microsoft.com/office/drawing/2014/main" id="{CFA3976B-D30D-4C65-B852-2F0F5FF09799}"/>
                  </a:ext>
                </a:extLst>
              </p:cNvPr>
              <p:cNvCxnSpPr/>
              <p:nvPr/>
            </p:nvCxnSpPr>
            <p:spPr>
              <a:xfrm>
                <a:off x="5436097" y="2996953"/>
                <a:ext cx="0" cy="296703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00B0F0"/>
                </a:solidFill>
                <a:prstDash val="solid"/>
                <a:miter lim="800000"/>
                <a:headEnd type="none" w="med" len="med"/>
                <a:tailEnd type="triangle" w="med" len="med"/>
              </a:ln>
              <a:effectLst/>
            </p:spPr>
          </p:cxnSp>
          <p:cxnSp>
            <p:nvCxnSpPr>
              <p:cNvPr id="53" name="直接连接符 52">
                <a:extLst>
                  <a:ext uri="{FF2B5EF4-FFF2-40B4-BE49-F238E27FC236}">
                    <a16:creationId xmlns:a16="http://schemas.microsoft.com/office/drawing/2014/main" id="{DE672833-BFE7-4CF6-9888-BAA69B1D0C2B}"/>
                  </a:ext>
                </a:extLst>
              </p:cNvPr>
              <p:cNvCxnSpPr/>
              <p:nvPr/>
            </p:nvCxnSpPr>
            <p:spPr>
              <a:xfrm>
                <a:off x="2953109" y="2996953"/>
                <a:ext cx="2482988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B0F0"/>
                </a:solidFill>
                <a:prstDash val="solid"/>
                <a:miter lim="800000"/>
              </a:ln>
              <a:effectLst/>
            </p:spPr>
          </p:cxnSp>
        </p:grpSp>
        <p:cxnSp>
          <p:nvCxnSpPr>
            <p:cNvPr id="28" name="直接箭头连接符 27">
              <a:extLst>
                <a:ext uri="{FF2B5EF4-FFF2-40B4-BE49-F238E27FC236}">
                  <a16:creationId xmlns:a16="http://schemas.microsoft.com/office/drawing/2014/main" id="{32FB82FC-DEFE-4FE7-B091-9C066BC3E88C}"/>
                </a:ext>
              </a:extLst>
            </p:cNvPr>
            <p:cNvCxnSpPr/>
            <p:nvPr/>
          </p:nvCxnSpPr>
          <p:spPr>
            <a:xfrm flipH="1">
              <a:off x="2679754" y="5270120"/>
              <a:ext cx="1" cy="715460"/>
            </a:xfrm>
            <a:prstGeom prst="straightConnector1">
              <a:avLst/>
            </a:prstGeom>
            <a:noFill/>
            <a:ln w="76200" cap="flat" cmpd="sng" algn="ctr">
              <a:solidFill>
                <a:srgbClr val="92D050"/>
              </a:solidFill>
              <a:prstDash val="solid"/>
              <a:miter lim="800000"/>
              <a:headEnd type="triangle" w="med" len="med"/>
              <a:tailEnd type="triangle" w="med" len="med"/>
            </a:ln>
            <a:effectLst/>
          </p:spPr>
        </p:cxnSp>
        <p:sp>
          <p:nvSpPr>
            <p:cNvPr id="29" name="Text Box 623">
              <a:extLst>
                <a:ext uri="{FF2B5EF4-FFF2-40B4-BE49-F238E27FC236}">
                  <a16:creationId xmlns:a16="http://schemas.microsoft.com/office/drawing/2014/main" id="{7DB8369C-1DD7-48B5-BCA4-2DD04F52E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7695" y="1999018"/>
              <a:ext cx="758495" cy="258120"/>
            </a:xfrm>
            <a:prstGeom prst="rect">
              <a:avLst/>
            </a:prstGeom>
            <a:solidFill>
              <a:sysClr val="window" lastClr="FFFFFF">
                <a:alpha val="0"/>
              </a:sysClr>
            </a:solidFill>
            <a:ln w="9525">
              <a:noFill/>
              <a:miter lim="800000"/>
              <a:headEnd/>
              <a:tailEnd/>
            </a:ln>
          </p:spPr>
          <p:txBody>
            <a:bodyPr wrap="none" tIns="0" bIns="0">
              <a:spAutoFit/>
            </a:bodyPr>
            <a:lstStyle/>
            <a:p>
              <a:pPr marL="354013" marR="0" lvl="0" indent="-354013" algn="r" defTabSz="9413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3580"/>
                </a:buClr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微软雅黑"/>
                  <a:ea typeface="微软雅黑"/>
                  <a:cs typeface="Arial" charset="0"/>
                </a:rPr>
                <a:t>ABUS</a:t>
              </a:r>
              <a:endPara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微软雅黑"/>
                <a:ea typeface="微软雅黑"/>
                <a:cs typeface="Arial" charset="0"/>
              </a:endParaRPr>
            </a:p>
          </p:txBody>
        </p:sp>
        <p:sp>
          <p:nvSpPr>
            <p:cNvPr id="30" name="Text Box 623">
              <a:extLst>
                <a:ext uri="{FF2B5EF4-FFF2-40B4-BE49-F238E27FC236}">
                  <a16:creationId xmlns:a16="http://schemas.microsoft.com/office/drawing/2014/main" id="{1243ED58-6FEF-46D9-BFEA-B2DF14B899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471369" y="5024355"/>
              <a:ext cx="387180" cy="869809"/>
            </a:xfrm>
            <a:prstGeom prst="rect">
              <a:avLst/>
            </a:prstGeom>
            <a:solidFill>
              <a:sysClr val="window" lastClr="FFFFFF">
                <a:alpha val="0"/>
              </a:sysClr>
            </a:solidFill>
            <a:ln w="9525">
              <a:noFill/>
              <a:miter lim="800000"/>
              <a:headEnd/>
              <a:tailEnd/>
            </a:ln>
          </p:spPr>
          <p:txBody>
            <a:bodyPr vert="eaVert" wrap="none" tIns="0" bIns="0">
              <a:spAutoFit/>
            </a:bodyPr>
            <a:lstStyle/>
            <a:p>
              <a:pPr marL="354013" marR="0" lvl="0" indent="-354013" algn="ctr" defTabSz="9413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3580"/>
                </a:buClr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Arial" charset="0"/>
                </a:rPr>
                <a:t>多字长</a:t>
              </a:r>
              <a:r>
                <a:rPr kumimoji="0" lang="en-US" altLang="zh-CN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Arial" charset="0"/>
                </a:rPr>
                <a:t>DR</a:t>
              </a: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Arial" charset="0"/>
              </a:endParaRPr>
            </a:p>
          </p:txBody>
        </p:sp>
        <p:grpSp>
          <p:nvGrpSpPr>
            <p:cNvPr id="31" name="组合 30">
              <a:extLst>
                <a:ext uri="{FF2B5EF4-FFF2-40B4-BE49-F238E27FC236}">
                  <a16:creationId xmlns:a16="http://schemas.microsoft.com/office/drawing/2014/main" id="{9DF540F0-683E-4442-BA34-FBDDA43E63A9}"/>
                </a:ext>
              </a:extLst>
            </p:cNvPr>
            <p:cNvGrpSpPr/>
            <p:nvPr/>
          </p:nvGrpSpPr>
          <p:grpSpPr>
            <a:xfrm rot="16200000">
              <a:off x="2511361" y="3512071"/>
              <a:ext cx="360040" cy="3156057"/>
              <a:chOff x="7112148" y="2144740"/>
              <a:chExt cx="360040" cy="2501026"/>
            </a:xfrm>
          </p:grpSpPr>
          <p:sp>
            <p:nvSpPr>
              <p:cNvPr id="45" name="矩形 44">
                <a:extLst>
                  <a:ext uri="{FF2B5EF4-FFF2-40B4-BE49-F238E27FC236}">
                    <a16:creationId xmlns:a16="http://schemas.microsoft.com/office/drawing/2014/main" id="{5D37A2A3-1565-47E8-889C-1503FE82A25C}"/>
                  </a:ext>
                </a:extLst>
              </p:cNvPr>
              <p:cNvSpPr/>
              <p:nvPr/>
            </p:nvSpPr>
            <p:spPr>
              <a:xfrm rot="5400000">
                <a:off x="6966845" y="2290043"/>
                <a:ext cx="650646" cy="360040"/>
              </a:xfrm>
              <a:prstGeom prst="rect">
                <a:avLst/>
              </a:prstGeom>
              <a:solidFill>
                <a:srgbClr val="92D050"/>
              </a:solidFill>
              <a:ln w="12700" cap="flat" cmpd="sng" algn="ctr">
                <a:solidFill>
                  <a:srgbClr val="5B9BD5">
                    <a:shade val="50000"/>
                  </a:srgbClr>
                </a:solidFill>
                <a:prstDash val="solid"/>
                <a:miter lim="800000"/>
              </a:ln>
              <a:effectLst/>
            </p:spPr>
            <p:txBody>
              <a:bodyPr vert="horz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0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endParaRPr>
              </a:p>
            </p:txBody>
          </p:sp>
          <p:sp>
            <p:nvSpPr>
              <p:cNvPr id="46" name="矩形 45">
                <a:extLst>
                  <a:ext uri="{FF2B5EF4-FFF2-40B4-BE49-F238E27FC236}">
                    <a16:creationId xmlns:a16="http://schemas.microsoft.com/office/drawing/2014/main" id="{4CE9EF7D-CEB7-4D2E-9805-C3872F94C0D1}"/>
                  </a:ext>
                </a:extLst>
              </p:cNvPr>
              <p:cNvSpPr/>
              <p:nvPr/>
            </p:nvSpPr>
            <p:spPr>
              <a:xfrm rot="5400000">
                <a:off x="6966845" y="2927135"/>
                <a:ext cx="650646" cy="360040"/>
              </a:xfrm>
              <a:prstGeom prst="rect">
                <a:avLst/>
              </a:prstGeom>
              <a:solidFill>
                <a:srgbClr val="92D050"/>
              </a:solidFill>
              <a:ln w="12700" cap="flat" cmpd="sng" algn="ctr">
                <a:solidFill>
                  <a:srgbClr val="5B9BD5">
                    <a:shade val="50000"/>
                  </a:srgbClr>
                </a:solidFill>
                <a:prstDash val="solid"/>
                <a:miter lim="800000"/>
              </a:ln>
              <a:effectLst/>
            </p:spPr>
            <p:txBody>
              <a:bodyPr vert="horz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1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endParaRPr>
              </a:p>
            </p:txBody>
          </p:sp>
          <p:sp>
            <p:nvSpPr>
              <p:cNvPr id="47" name="矩形 46">
                <a:extLst>
                  <a:ext uri="{FF2B5EF4-FFF2-40B4-BE49-F238E27FC236}">
                    <a16:creationId xmlns:a16="http://schemas.microsoft.com/office/drawing/2014/main" id="{D7A5A662-55A0-4E15-8FF9-B02F234D327F}"/>
                  </a:ext>
                </a:extLst>
              </p:cNvPr>
              <p:cNvSpPr/>
              <p:nvPr/>
            </p:nvSpPr>
            <p:spPr>
              <a:xfrm rot="5400000">
                <a:off x="6966845" y="4140423"/>
                <a:ext cx="650646" cy="360040"/>
              </a:xfrm>
              <a:prstGeom prst="rect">
                <a:avLst/>
              </a:prstGeom>
              <a:solidFill>
                <a:srgbClr val="92D050"/>
              </a:solidFill>
              <a:ln w="12700" cap="flat" cmpd="sng" algn="ctr">
                <a:solidFill>
                  <a:srgbClr val="5B9BD5">
                    <a:shade val="50000"/>
                  </a:srgbClr>
                </a:solidFill>
                <a:prstDash val="solid"/>
                <a:miter lim="800000"/>
              </a:ln>
              <a:effectLst/>
            </p:spPr>
            <p:txBody>
              <a:bodyPr vert="horz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3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endParaRPr>
              </a:p>
            </p:txBody>
          </p:sp>
          <p:sp>
            <p:nvSpPr>
              <p:cNvPr id="48" name="矩形 47">
                <a:extLst>
                  <a:ext uri="{FF2B5EF4-FFF2-40B4-BE49-F238E27FC236}">
                    <a16:creationId xmlns:a16="http://schemas.microsoft.com/office/drawing/2014/main" id="{D5727251-28E8-4DB1-ABC1-D800B24992FC}"/>
                  </a:ext>
                </a:extLst>
              </p:cNvPr>
              <p:cNvSpPr/>
              <p:nvPr/>
            </p:nvSpPr>
            <p:spPr>
              <a:xfrm rot="5400000">
                <a:off x="6966845" y="3538785"/>
                <a:ext cx="650646" cy="360040"/>
              </a:xfrm>
              <a:prstGeom prst="rect">
                <a:avLst/>
              </a:prstGeom>
              <a:solidFill>
                <a:srgbClr val="92D050"/>
              </a:solidFill>
              <a:ln w="12700" cap="flat" cmpd="sng" algn="ctr">
                <a:solidFill>
                  <a:srgbClr val="5B9BD5">
                    <a:shade val="50000"/>
                  </a:srgbClr>
                </a:solidFill>
                <a:prstDash val="solid"/>
                <a:miter lim="800000"/>
              </a:ln>
              <a:effectLst/>
            </p:spPr>
            <p:txBody>
              <a:bodyPr vert="horz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2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endParaRPr>
              </a:p>
            </p:txBody>
          </p:sp>
        </p:grpSp>
        <p:grpSp>
          <p:nvGrpSpPr>
            <p:cNvPr id="32" name="组合 31">
              <a:extLst>
                <a:ext uri="{FF2B5EF4-FFF2-40B4-BE49-F238E27FC236}">
                  <a16:creationId xmlns:a16="http://schemas.microsoft.com/office/drawing/2014/main" id="{37CCAC35-16DA-4469-B37C-A455DD0C60B6}"/>
                </a:ext>
              </a:extLst>
            </p:cNvPr>
            <p:cNvGrpSpPr/>
            <p:nvPr/>
          </p:nvGrpSpPr>
          <p:grpSpPr>
            <a:xfrm>
              <a:off x="1113353" y="3438986"/>
              <a:ext cx="3156057" cy="1142141"/>
              <a:chOff x="1113353" y="3438987"/>
              <a:chExt cx="3156057" cy="360040"/>
            </a:xfrm>
          </p:grpSpPr>
          <p:sp>
            <p:nvSpPr>
              <p:cNvPr id="41" name="矩形 40">
                <a:extLst>
                  <a:ext uri="{FF2B5EF4-FFF2-40B4-BE49-F238E27FC236}">
                    <a16:creationId xmlns:a16="http://schemas.microsoft.com/office/drawing/2014/main" id="{2231DF68-7C82-4810-BF35-5D0BDD9D3A02}"/>
                  </a:ext>
                </a:extLst>
              </p:cNvPr>
              <p:cNvSpPr/>
              <p:nvPr/>
            </p:nvSpPr>
            <p:spPr>
              <a:xfrm>
                <a:off x="1113353" y="3438987"/>
                <a:ext cx="650646" cy="360040"/>
              </a:xfrm>
              <a:prstGeom prst="rect">
                <a:avLst/>
              </a:prstGeom>
              <a:solidFill>
                <a:srgbClr val="FFC000"/>
              </a:solidFill>
              <a:ln w="12700" cap="flat" cmpd="sng" algn="ctr">
                <a:solidFill>
                  <a:srgbClr val="5B9BD5">
                    <a:shade val="50000"/>
                  </a:srgbClr>
                </a:solidFill>
                <a:prstDash val="solid"/>
                <a:miter lim="800000"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vert="horz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M</a:t>
                </a:r>
                <a:r>
                  <a:rPr kumimoji="0" lang="en-US" altLang="zh-CN" sz="1600" b="1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0</a:t>
                </a:r>
                <a:endParaRPr kumimoji="0" lang="zh-CN" altLang="en-US" sz="16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endParaRPr>
              </a:p>
            </p:txBody>
          </p:sp>
          <p:sp>
            <p:nvSpPr>
              <p:cNvPr id="42" name="矩形 41">
                <a:extLst>
                  <a:ext uri="{FF2B5EF4-FFF2-40B4-BE49-F238E27FC236}">
                    <a16:creationId xmlns:a16="http://schemas.microsoft.com/office/drawing/2014/main" id="{DF4AADE6-F403-4824-8317-D00730475D14}"/>
                  </a:ext>
                </a:extLst>
              </p:cNvPr>
              <p:cNvSpPr/>
              <p:nvPr/>
            </p:nvSpPr>
            <p:spPr>
              <a:xfrm>
                <a:off x="1948490" y="3438987"/>
                <a:ext cx="650646" cy="360040"/>
              </a:xfrm>
              <a:prstGeom prst="rect">
                <a:avLst/>
              </a:prstGeom>
              <a:solidFill>
                <a:srgbClr val="FFC000"/>
              </a:solidFill>
              <a:ln w="12700" cap="flat" cmpd="sng" algn="ctr">
                <a:solidFill>
                  <a:srgbClr val="5B9BD5">
                    <a:shade val="50000"/>
                  </a:srgbClr>
                </a:solidFill>
                <a:prstDash val="solid"/>
                <a:miter lim="800000"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vert="horz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M</a:t>
                </a:r>
                <a:r>
                  <a:rPr kumimoji="0" lang="en-US" altLang="zh-CN" sz="1600" b="1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1</a:t>
                </a:r>
                <a:endParaRPr kumimoji="0" lang="zh-CN" altLang="en-US" sz="16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endParaRPr>
              </a:p>
            </p:txBody>
          </p:sp>
          <p:sp>
            <p:nvSpPr>
              <p:cNvPr id="43" name="矩形 42">
                <a:extLst>
                  <a:ext uri="{FF2B5EF4-FFF2-40B4-BE49-F238E27FC236}">
                    <a16:creationId xmlns:a16="http://schemas.microsoft.com/office/drawing/2014/main" id="{26253ED9-4F19-4B65-9BCF-6FD6081652E0}"/>
                  </a:ext>
                </a:extLst>
              </p:cNvPr>
              <p:cNvSpPr/>
              <p:nvPr/>
            </p:nvSpPr>
            <p:spPr>
              <a:xfrm>
                <a:off x="2783627" y="3438987"/>
                <a:ext cx="650646" cy="360040"/>
              </a:xfrm>
              <a:prstGeom prst="rect">
                <a:avLst/>
              </a:prstGeom>
              <a:solidFill>
                <a:srgbClr val="FFC000"/>
              </a:solidFill>
              <a:ln w="12700" cap="flat" cmpd="sng" algn="ctr">
                <a:solidFill>
                  <a:srgbClr val="5B9BD5">
                    <a:shade val="50000"/>
                  </a:srgbClr>
                </a:solidFill>
                <a:prstDash val="solid"/>
                <a:miter lim="800000"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vert="horz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M</a:t>
                </a:r>
                <a:r>
                  <a:rPr kumimoji="0" lang="en-US" altLang="zh-CN" sz="1600" b="1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2</a:t>
                </a:r>
                <a:endParaRPr kumimoji="0" lang="zh-CN" altLang="en-US" sz="16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endParaRPr>
              </a:p>
            </p:txBody>
          </p:sp>
          <p:sp>
            <p:nvSpPr>
              <p:cNvPr id="44" name="矩形 43">
                <a:extLst>
                  <a:ext uri="{FF2B5EF4-FFF2-40B4-BE49-F238E27FC236}">
                    <a16:creationId xmlns:a16="http://schemas.microsoft.com/office/drawing/2014/main" id="{B9FA781C-9DD3-4AE6-80EE-3C20B0CC45D8}"/>
                  </a:ext>
                </a:extLst>
              </p:cNvPr>
              <p:cNvSpPr/>
              <p:nvPr/>
            </p:nvSpPr>
            <p:spPr>
              <a:xfrm>
                <a:off x="3618764" y="3438987"/>
                <a:ext cx="650646" cy="360040"/>
              </a:xfrm>
              <a:prstGeom prst="rect">
                <a:avLst/>
              </a:prstGeom>
              <a:solidFill>
                <a:srgbClr val="FFC000"/>
              </a:solidFill>
              <a:ln w="12700" cap="flat" cmpd="sng" algn="ctr">
                <a:solidFill>
                  <a:srgbClr val="5B9BD5">
                    <a:shade val="50000"/>
                  </a:srgbClr>
                </a:solidFill>
                <a:prstDash val="solid"/>
                <a:miter lim="800000"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vert="horz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M</a:t>
                </a:r>
                <a:r>
                  <a:rPr kumimoji="0" lang="en-US" altLang="zh-CN" sz="1600" b="1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3</a:t>
                </a:r>
                <a:endParaRPr kumimoji="0" lang="zh-CN" altLang="en-US" sz="1600" b="1" i="0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endParaRPr>
              </a:p>
            </p:txBody>
          </p:sp>
        </p:grpSp>
        <p:cxnSp>
          <p:nvCxnSpPr>
            <p:cNvPr id="33" name="直接箭头连接符 32">
              <a:extLst>
                <a:ext uri="{FF2B5EF4-FFF2-40B4-BE49-F238E27FC236}">
                  <a16:creationId xmlns:a16="http://schemas.microsoft.com/office/drawing/2014/main" id="{2A0A26A3-9B38-41A0-BE80-FF19274D53CC}"/>
                </a:ext>
              </a:extLst>
            </p:cNvPr>
            <p:cNvCxnSpPr/>
            <p:nvPr/>
          </p:nvCxnSpPr>
          <p:spPr>
            <a:xfrm>
              <a:off x="2679754" y="2864467"/>
              <a:ext cx="0" cy="296703"/>
            </a:xfrm>
            <a:prstGeom prst="straightConnector1">
              <a:avLst/>
            </a:prstGeom>
            <a:noFill/>
            <a:ln w="28575" cap="flat" cmpd="sng" algn="ctr">
              <a:solidFill>
                <a:srgbClr val="00B0F0"/>
              </a:solidFill>
              <a:prstDash val="solid"/>
              <a:miter lim="800000"/>
              <a:headEnd type="none" w="med" len="med"/>
              <a:tailEnd type="triangle" w="med" len="med"/>
            </a:ln>
            <a:effectLst/>
          </p:spPr>
        </p:cxnSp>
        <p:sp>
          <p:nvSpPr>
            <p:cNvPr id="34" name="文本框 33">
              <a:extLst>
                <a:ext uri="{FF2B5EF4-FFF2-40B4-BE49-F238E27FC236}">
                  <a16:creationId xmlns:a16="http://schemas.microsoft.com/office/drawing/2014/main" id="{EEF46985-F2F3-43C9-860D-2FE3DCCF1487}"/>
                </a:ext>
              </a:extLst>
            </p:cNvPr>
            <p:cNvSpPr txBox="1"/>
            <p:nvPr/>
          </p:nvSpPr>
          <p:spPr>
            <a:xfrm>
              <a:off x="2032772" y="2499994"/>
              <a:ext cx="1344837" cy="343416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solid"/>
              <a:miter lim="800000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zh-CN"/>
              </a:defPPr>
              <a:lvl1pPr algn="ctr">
                <a:defRPr sz="1400" i="0">
                  <a:latin typeface="+mn-lt"/>
                  <a:ea typeface="+mn-ea"/>
                </a:defRPr>
              </a:lvl1pPr>
              <a:lvl2pPr>
                <a:defRPr>
                  <a:solidFill>
                    <a:schemeClr val="lt1"/>
                  </a:solidFill>
                  <a:latin typeface="+mn-lt"/>
                  <a:ea typeface="+mn-ea"/>
                </a:defRPr>
              </a:lvl2pPr>
              <a:lvl3pPr>
                <a:defRPr>
                  <a:solidFill>
                    <a:schemeClr val="lt1"/>
                  </a:solidFill>
                  <a:latin typeface="+mn-lt"/>
                  <a:ea typeface="+mn-ea"/>
                </a:defRPr>
              </a:lvl3pPr>
              <a:lvl4pPr>
                <a:defRPr>
                  <a:solidFill>
                    <a:schemeClr val="lt1"/>
                  </a:solidFill>
                  <a:latin typeface="+mn-lt"/>
                  <a:ea typeface="+mn-ea"/>
                </a:defRPr>
              </a:lvl4pPr>
              <a:lvl5pPr>
                <a:defRPr>
                  <a:solidFill>
                    <a:schemeClr val="lt1"/>
                  </a:solidFill>
                  <a:latin typeface="+mn-lt"/>
                  <a:ea typeface="+mn-ea"/>
                </a:defRPr>
              </a:lvl5pPr>
              <a:lvl6pPr>
                <a:defRPr>
                  <a:solidFill>
                    <a:schemeClr val="lt1"/>
                  </a:solidFill>
                  <a:latin typeface="+mn-lt"/>
                  <a:ea typeface="+mn-ea"/>
                </a:defRPr>
              </a:lvl6pPr>
              <a:lvl7pPr>
                <a:defRPr>
                  <a:solidFill>
                    <a:schemeClr val="lt1"/>
                  </a:solidFill>
                  <a:latin typeface="+mn-lt"/>
                  <a:ea typeface="+mn-ea"/>
                </a:defRPr>
              </a:lvl7pPr>
              <a:lvl8pPr>
                <a:defRPr>
                  <a:solidFill>
                    <a:schemeClr val="lt1"/>
                  </a:solidFill>
                  <a:latin typeface="+mn-lt"/>
                  <a:ea typeface="+mn-ea"/>
                </a:defRPr>
              </a:lvl8pPr>
              <a:lvl9pPr>
                <a:defRPr>
                  <a:solidFill>
                    <a:schemeClr val="lt1"/>
                  </a:solidFill>
                  <a:latin typeface="+mn-lt"/>
                  <a:ea typeface="+mn-ea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地址寄存器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AR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grpSp>
          <p:nvGrpSpPr>
            <p:cNvPr id="35" name="组合 34">
              <a:extLst>
                <a:ext uri="{FF2B5EF4-FFF2-40B4-BE49-F238E27FC236}">
                  <a16:creationId xmlns:a16="http://schemas.microsoft.com/office/drawing/2014/main" id="{5F023BB5-FC0D-47B4-973F-FA3D8A50E6A9}"/>
                </a:ext>
              </a:extLst>
            </p:cNvPr>
            <p:cNvGrpSpPr/>
            <p:nvPr/>
          </p:nvGrpSpPr>
          <p:grpSpPr>
            <a:xfrm>
              <a:off x="1446533" y="4581128"/>
              <a:ext cx="2475132" cy="331710"/>
              <a:chOff x="2960965" y="2996952"/>
              <a:chExt cx="2475132" cy="308035"/>
            </a:xfrm>
          </p:grpSpPr>
          <p:cxnSp>
            <p:nvCxnSpPr>
              <p:cNvPr id="37" name="直接箭头连接符 36">
                <a:extLst>
                  <a:ext uri="{FF2B5EF4-FFF2-40B4-BE49-F238E27FC236}">
                    <a16:creationId xmlns:a16="http://schemas.microsoft.com/office/drawing/2014/main" id="{490150E5-BD53-460D-BF40-9B75332DFE08}"/>
                  </a:ext>
                </a:extLst>
              </p:cNvPr>
              <p:cNvCxnSpPr/>
              <p:nvPr/>
            </p:nvCxnSpPr>
            <p:spPr>
              <a:xfrm>
                <a:off x="2960965" y="3008284"/>
                <a:ext cx="0" cy="296703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92D050"/>
                </a:solidFill>
                <a:prstDash val="solid"/>
                <a:miter lim="800000"/>
                <a:headEnd type="triangle" w="med" len="med"/>
                <a:tailEnd type="triangle" w="med" len="med"/>
              </a:ln>
              <a:effectLst/>
            </p:spPr>
          </p:cxnSp>
          <p:cxnSp>
            <p:nvCxnSpPr>
              <p:cNvPr id="38" name="直接箭头连接符 37">
                <a:extLst>
                  <a:ext uri="{FF2B5EF4-FFF2-40B4-BE49-F238E27FC236}">
                    <a16:creationId xmlns:a16="http://schemas.microsoft.com/office/drawing/2014/main" id="{13C44C89-36B8-4AE6-AD7A-960B19CC3291}"/>
                  </a:ext>
                </a:extLst>
              </p:cNvPr>
              <p:cNvCxnSpPr/>
              <p:nvPr/>
            </p:nvCxnSpPr>
            <p:spPr>
              <a:xfrm>
                <a:off x="3780772" y="2996952"/>
                <a:ext cx="0" cy="296703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92D050"/>
                </a:solidFill>
                <a:prstDash val="solid"/>
                <a:miter lim="800000"/>
                <a:headEnd type="triangle" w="med" len="med"/>
                <a:tailEnd type="triangle" w="med" len="med"/>
              </a:ln>
              <a:effectLst/>
            </p:spPr>
          </p:cxnSp>
          <p:cxnSp>
            <p:nvCxnSpPr>
              <p:cNvPr id="39" name="直接箭头连接符 38">
                <a:extLst>
                  <a:ext uri="{FF2B5EF4-FFF2-40B4-BE49-F238E27FC236}">
                    <a16:creationId xmlns:a16="http://schemas.microsoft.com/office/drawing/2014/main" id="{D88402C6-8DDE-4095-A22C-C070B77A62EB}"/>
                  </a:ext>
                </a:extLst>
              </p:cNvPr>
              <p:cNvCxnSpPr/>
              <p:nvPr/>
            </p:nvCxnSpPr>
            <p:spPr>
              <a:xfrm>
                <a:off x="4608433" y="2996953"/>
                <a:ext cx="0" cy="296703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92D050"/>
                </a:solidFill>
                <a:prstDash val="solid"/>
                <a:miter lim="800000"/>
                <a:headEnd type="triangle" w="med" len="med"/>
                <a:tailEnd type="triangle" w="med" len="med"/>
              </a:ln>
              <a:effectLst/>
            </p:spPr>
          </p:cxnSp>
          <p:cxnSp>
            <p:nvCxnSpPr>
              <p:cNvPr id="40" name="直接箭头连接符 39">
                <a:extLst>
                  <a:ext uri="{FF2B5EF4-FFF2-40B4-BE49-F238E27FC236}">
                    <a16:creationId xmlns:a16="http://schemas.microsoft.com/office/drawing/2014/main" id="{3757213D-4D1E-4750-BE92-52F090B34AD2}"/>
                  </a:ext>
                </a:extLst>
              </p:cNvPr>
              <p:cNvCxnSpPr/>
              <p:nvPr/>
            </p:nvCxnSpPr>
            <p:spPr>
              <a:xfrm>
                <a:off x="5436097" y="2996953"/>
                <a:ext cx="0" cy="296703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92D050"/>
                </a:solidFill>
                <a:prstDash val="solid"/>
                <a:miter lim="800000"/>
                <a:headEnd type="triangle" w="med" len="med"/>
                <a:tailEnd type="triangle" w="med" len="med"/>
              </a:ln>
              <a:effectLst/>
            </p:spPr>
          </p:cxnSp>
        </p:grpSp>
        <p:sp>
          <p:nvSpPr>
            <p:cNvPr id="36" name="Text Box 623">
              <a:extLst>
                <a:ext uri="{FF2B5EF4-FFF2-40B4-BE49-F238E27FC236}">
                  <a16:creationId xmlns:a16="http://schemas.microsoft.com/office/drawing/2014/main" id="{65BAC854-CC67-487B-AE90-C03ACED45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067" y="5719577"/>
              <a:ext cx="1413205" cy="258120"/>
            </a:xfrm>
            <a:prstGeom prst="rect">
              <a:avLst/>
            </a:prstGeom>
            <a:solidFill>
              <a:sysClr val="window" lastClr="FFFFFF">
                <a:alpha val="0"/>
              </a:sysClr>
            </a:solidFill>
            <a:ln w="9525">
              <a:noFill/>
              <a:miter lim="800000"/>
              <a:headEnd/>
              <a:tailEnd/>
            </a:ln>
          </p:spPr>
          <p:txBody>
            <a:bodyPr wrap="none" tIns="0" bIns="0">
              <a:spAutoFit/>
            </a:bodyPr>
            <a:lstStyle/>
            <a:p>
              <a:pPr marL="354013" marR="0" lvl="0" indent="-354013" algn="r" defTabSz="9413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3580"/>
                </a:buClr>
                <a:buSzTx/>
                <a:buFontTx/>
                <a:buNone/>
                <a:tabLst/>
                <a:defRPr/>
              </a:pPr>
              <a:r>
                <a:rPr kumimoji="0" lang="zh-CN" alt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微软雅黑"/>
                  <a:ea typeface="微软雅黑"/>
                  <a:cs typeface="Arial" charset="0"/>
                </a:rPr>
                <a:t>多字长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微软雅黑"/>
                  <a:ea typeface="微软雅黑"/>
                  <a:cs typeface="Arial" charset="0"/>
                </a:rPr>
                <a:t>DBUS</a:t>
              </a:r>
              <a:endPara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微软雅黑"/>
                <a:ea typeface="微软雅黑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1597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uiExpand="1" build="p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3.6 </a:t>
            </a:r>
            <a:r>
              <a:rPr lang="zh-CN" altLang="en-US" dirty="0"/>
              <a:t>高速存储器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392485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3.6.1 </a:t>
            </a:r>
            <a:r>
              <a:rPr lang="zh-CN" altLang="en-US" dirty="0"/>
              <a:t>双端口存储器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3.6.2</a:t>
            </a:r>
            <a:r>
              <a:rPr lang="zh-CN" altLang="en-US" dirty="0"/>
              <a:t>单体多字存储器 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3.6.3 </a:t>
            </a:r>
            <a:r>
              <a:rPr lang="zh-CN" altLang="en-US" dirty="0"/>
              <a:t>多体交叉存储器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3.6.4 </a:t>
            </a:r>
            <a:r>
              <a:rPr lang="zh-CN" altLang="en-US" dirty="0"/>
              <a:t>相联存储器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27584" y="3460648"/>
            <a:ext cx="4081567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3.6.3 </a:t>
            </a:r>
            <a:r>
              <a:rPr lang="zh-CN" altLang="en-US" sz="3200" kern="0" dirty="0">
                <a:solidFill>
                  <a:srgbClr val="000000"/>
                </a:solidFill>
              </a:rPr>
              <a:t>多体交叉存储器</a:t>
            </a:r>
          </a:p>
        </p:txBody>
      </p:sp>
    </p:spTree>
    <p:extLst>
      <p:ext uri="{BB962C8B-B14F-4D97-AF65-F5344CB8AC3E}">
        <p14:creationId xmlns:p14="http://schemas.microsoft.com/office/powerpoint/2010/main" val="304228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标题 1">
            <a:extLst>
              <a:ext uri="{FF2B5EF4-FFF2-40B4-BE49-F238E27FC236}">
                <a16:creationId xmlns:a16="http://schemas.microsoft.com/office/drawing/2014/main" id="{A4F0B5DA-8466-4200-AE6D-5A99723093D2}"/>
              </a:ext>
            </a:extLst>
          </p:cNvPr>
          <p:cNvSpPr txBox="1">
            <a:spLocks/>
          </p:cNvSpPr>
          <p:nvPr/>
        </p:nvSpPr>
        <p:spPr>
          <a:xfrm>
            <a:off x="487822" y="257614"/>
            <a:ext cx="7756587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宋体" panose="02010600030101010101" pitchFamily="2" charset="-122"/>
                <a:ea typeface="宋体" panose="02010600030101010101" pitchFamily="2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j-cs"/>
              </a:rPr>
              <a:t>3.6.3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j-cs"/>
              </a:rPr>
              <a:t>多体交叉存储器 （多体并行存储器）</a:t>
            </a:r>
          </a:p>
        </p:txBody>
      </p:sp>
      <p:sp>
        <p:nvSpPr>
          <p:cNvPr id="9" name="内容占位符 2">
            <a:extLst>
              <a:ext uri="{FF2B5EF4-FFF2-40B4-BE49-F238E27FC236}">
                <a16:creationId xmlns:a16="http://schemas.microsoft.com/office/drawing/2014/main" id="{A5F7DE50-EF3D-4E21-86BB-EFF2F4E92ACA}"/>
              </a:ext>
            </a:extLst>
          </p:cNvPr>
          <p:cNvSpPr txBox="1">
            <a:spLocks/>
          </p:cNvSpPr>
          <p:nvPr/>
        </p:nvSpPr>
        <p:spPr>
          <a:xfrm>
            <a:off x="487823" y="942764"/>
            <a:ext cx="7756586" cy="563702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Ø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多模块顺序存储器</a:t>
            </a:r>
            <a:endParaRPr kumimoji="0" lang="en-US" altLang="zh-CN" sz="26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高位多体交叉</a:t>
            </a:r>
            <a:endParaRPr kumimoji="0" lang="en-US" altLang="zh-CN" sz="22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多模块串行</a:t>
            </a:r>
            <a:endParaRPr kumimoji="0" lang="en-US" altLang="zh-CN" sz="22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扩充容量</a:t>
            </a:r>
            <a:endParaRPr kumimoji="0" lang="en-US" altLang="zh-CN" sz="22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多模块交叉存储器</a:t>
            </a:r>
            <a:endParaRPr kumimoji="0" lang="en-US" altLang="zh-CN" sz="26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低位多体交叉</a:t>
            </a:r>
            <a:endParaRPr kumimoji="0" lang="en-US" altLang="zh-CN" sz="22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多模块流水并行</a:t>
            </a:r>
            <a:endParaRPr kumimoji="0" lang="en-US" altLang="zh-CN" sz="22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扩充容量</a:t>
            </a:r>
            <a:endParaRPr kumimoji="0" lang="en-US" altLang="zh-CN" sz="22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提升性能</a:t>
            </a:r>
            <a:endParaRPr kumimoji="0" lang="zh-CN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261524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90795" y="933186"/>
            <a:ext cx="7886700" cy="617641"/>
          </a:xfrm>
        </p:spPr>
        <p:txBody>
          <a:bodyPr/>
          <a:lstStyle/>
          <a:p>
            <a:r>
              <a:rPr lang="zh-CN" altLang="en-US" dirty="0"/>
              <a:t>多体并行存储器</a:t>
            </a:r>
          </a:p>
        </p:txBody>
      </p:sp>
      <p:sp>
        <p:nvSpPr>
          <p:cNvPr id="142" name="AutoShape 2"/>
          <p:cNvSpPr>
            <a:spLocks noChangeArrowheads="1"/>
          </p:cNvSpPr>
          <p:nvPr/>
        </p:nvSpPr>
        <p:spPr bwMode="auto">
          <a:xfrm>
            <a:off x="5120186" y="2107747"/>
            <a:ext cx="3217776" cy="2792699"/>
          </a:xfrm>
          <a:prstGeom prst="roundRect">
            <a:avLst>
              <a:gd name="adj" fmla="val 4669"/>
            </a:avLst>
          </a:prstGeom>
          <a:solidFill>
            <a:schemeClr val="bg1"/>
          </a:solidFill>
          <a:ln w="12700" algn="ctr">
            <a:solidFill>
              <a:srgbClr val="000814"/>
            </a:solidFill>
            <a:prstDash val="dash"/>
            <a:round/>
            <a:headEnd/>
            <a:tailEnd/>
          </a:ln>
        </p:spPr>
        <p:txBody>
          <a:bodyPr wrap="none" lIns="0" tIns="0" rIns="0" bIns="0" anchor="ctr"/>
          <a:lstStyle/>
          <a:p>
            <a:pPr algn="r" defTabSz="6858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zh-CN" sz="15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cxnSp>
        <p:nvCxnSpPr>
          <p:cNvPr id="143" name="直接箭头连接符 142"/>
          <p:cNvCxnSpPr/>
          <p:nvPr/>
        </p:nvCxnSpPr>
        <p:spPr>
          <a:xfrm>
            <a:off x="6751418" y="1761964"/>
            <a:ext cx="0" cy="503343"/>
          </a:xfrm>
          <a:prstGeom prst="straightConnector1">
            <a:avLst/>
          </a:prstGeom>
          <a:ln w="57150">
            <a:solidFill>
              <a:srgbClr val="00B0F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直接箭头连接符 143"/>
          <p:cNvCxnSpPr/>
          <p:nvPr/>
        </p:nvCxnSpPr>
        <p:spPr>
          <a:xfrm>
            <a:off x="6743422" y="4786687"/>
            <a:ext cx="7997" cy="403793"/>
          </a:xfrm>
          <a:prstGeom prst="straightConnector1">
            <a:avLst/>
          </a:prstGeom>
          <a:ln w="28575">
            <a:solidFill>
              <a:srgbClr val="92D05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 Box 623"/>
          <p:cNvSpPr txBox="1">
            <a:spLocks noChangeArrowheads="1"/>
          </p:cNvSpPr>
          <p:nvPr/>
        </p:nvSpPr>
        <p:spPr bwMode="auto">
          <a:xfrm>
            <a:off x="6783818" y="1856444"/>
            <a:ext cx="724878" cy="230832"/>
          </a:xfrm>
          <a:prstGeom prst="rect">
            <a:avLst/>
          </a:prstGeom>
          <a:solidFill>
            <a:schemeClr val="bg1">
              <a:alpha val="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tIns="0" bIns="0">
            <a:spAutoFit/>
          </a:bodyPr>
          <a:lstStyle/>
          <a:p>
            <a:pPr marL="265510" indent="-265510" algn="r" defTabSz="706041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3580"/>
              </a:buClr>
            </a:pPr>
            <a:r>
              <a:rPr lang="en-US" altLang="zh-CN" sz="1500" b="1" dirty="0">
                <a:solidFill>
                  <a:srgbClr val="008000"/>
                </a:solidFill>
                <a:latin typeface="微软雅黑"/>
                <a:ea typeface="微软雅黑"/>
                <a:cs typeface="Arial" charset="0"/>
              </a:rPr>
              <a:t>ABUS</a:t>
            </a:r>
            <a:endParaRPr lang="zh-CN" altLang="en-US" sz="1500" b="1" dirty="0">
              <a:solidFill>
                <a:srgbClr val="008000"/>
              </a:solidFill>
              <a:latin typeface="微软雅黑"/>
              <a:ea typeface="微软雅黑"/>
              <a:cs typeface="Arial" charset="0"/>
            </a:endParaRPr>
          </a:p>
        </p:txBody>
      </p:sp>
      <p:grpSp>
        <p:nvGrpSpPr>
          <p:cNvPr id="146" name="组合 145"/>
          <p:cNvGrpSpPr/>
          <p:nvPr/>
        </p:nvGrpSpPr>
        <p:grpSpPr>
          <a:xfrm rot="16200000">
            <a:off x="6595332" y="3131330"/>
            <a:ext cx="311529" cy="2654690"/>
            <a:chOff x="7112148" y="2144741"/>
            <a:chExt cx="369487" cy="2495099"/>
          </a:xfrm>
        </p:grpSpPr>
        <p:sp>
          <p:nvSpPr>
            <p:cNvPr id="147" name="矩形 146"/>
            <p:cNvSpPr/>
            <p:nvPr/>
          </p:nvSpPr>
          <p:spPr>
            <a:xfrm rot="5400000">
              <a:off x="7034365" y="2222524"/>
              <a:ext cx="515606" cy="360040"/>
            </a:xfrm>
            <a:prstGeom prst="rect">
              <a:avLst/>
            </a:prstGeom>
            <a:solidFill>
              <a:srgbClr val="92D05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DR</a:t>
              </a:r>
              <a:endParaRPr lang="zh-CN" altLang="en-US" sz="12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48" name="矩形 147"/>
            <p:cNvSpPr/>
            <p:nvPr/>
          </p:nvSpPr>
          <p:spPr>
            <a:xfrm rot="5400000">
              <a:off x="7023292" y="2873256"/>
              <a:ext cx="537753" cy="360040"/>
            </a:xfrm>
            <a:prstGeom prst="rect">
              <a:avLst/>
            </a:prstGeom>
            <a:solidFill>
              <a:srgbClr val="92D05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DR</a:t>
              </a:r>
              <a:endParaRPr lang="zh-CN" altLang="en-US" sz="12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49" name="矩形 148"/>
            <p:cNvSpPr/>
            <p:nvPr/>
          </p:nvSpPr>
          <p:spPr>
            <a:xfrm rot="5400000">
              <a:off x="7053066" y="4211272"/>
              <a:ext cx="497097" cy="360040"/>
            </a:xfrm>
            <a:prstGeom prst="rect">
              <a:avLst/>
            </a:prstGeom>
            <a:solidFill>
              <a:srgbClr val="92D05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DR</a:t>
              </a:r>
              <a:endParaRPr lang="zh-CN" altLang="en-US" sz="12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50" name="矩形 149"/>
            <p:cNvSpPr/>
            <p:nvPr/>
          </p:nvSpPr>
          <p:spPr>
            <a:xfrm rot="5400000">
              <a:off x="7032990" y="3535315"/>
              <a:ext cx="537248" cy="360040"/>
            </a:xfrm>
            <a:prstGeom prst="rect">
              <a:avLst/>
            </a:prstGeom>
            <a:solidFill>
              <a:srgbClr val="92D05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DR</a:t>
              </a:r>
              <a:endParaRPr lang="zh-CN" altLang="en-US" sz="12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151" name="组合 150"/>
          <p:cNvGrpSpPr/>
          <p:nvPr/>
        </p:nvGrpSpPr>
        <p:grpSpPr>
          <a:xfrm>
            <a:off x="5423750" y="3070538"/>
            <a:ext cx="2660996" cy="962984"/>
            <a:chOff x="1113353" y="3438987"/>
            <a:chExt cx="3156057" cy="360040"/>
          </a:xfrm>
        </p:grpSpPr>
        <p:sp>
          <p:nvSpPr>
            <p:cNvPr id="152" name="矩形 151"/>
            <p:cNvSpPr/>
            <p:nvPr/>
          </p:nvSpPr>
          <p:spPr>
            <a:xfrm>
              <a:off x="1113353" y="3438987"/>
              <a:ext cx="650646" cy="360040"/>
            </a:xfrm>
            <a:prstGeom prst="rect">
              <a:avLst/>
            </a:prstGeom>
            <a:solidFill>
              <a:srgbClr val="FFC00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M</a:t>
              </a:r>
              <a:r>
                <a:rPr lang="en-US" altLang="zh-CN" sz="1200" baseline="-25000" dirty="0">
                  <a:solidFill>
                    <a:prstClr val="black"/>
                  </a:solidFill>
                  <a:latin typeface="微软雅黑"/>
                  <a:ea typeface="微软雅黑"/>
                </a:rPr>
                <a:t>0</a:t>
              </a:r>
              <a:endParaRPr lang="zh-CN" altLang="en-US" sz="1200" baseline="-250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53" name="矩形 152"/>
            <p:cNvSpPr/>
            <p:nvPr/>
          </p:nvSpPr>
          <p:spPr>
            <a:xfrm>
              <a:off x="1948490" y="3438987"/>
              <a:ext cx="650646" cy="360040"/>
            </a:xfrm>
            <a:prstGeom prst="rect">
              <a:avLst/>
            </a:prstGeom>
            <a:solidFill>
              <a:srgbClr val="FFC00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M</a:t>
              </a:r>
              <a:r>
                <a:rPr lang="en-US" altLang="zh-CN" sz="1200" baseline="-25000" dirty="0">
                  <a:solidFill>
                    <a:prstClr val="black"/>
                  </a:solidFill>
                  <a:latin typeface="微软雅黑"/>
                  <a:ea typeface="微软雅黑"/>
                </a:rPr>
                <a:t>1</a:t>
              </a:r>
              <a:endParaRPr lang="zh-CN" altLang="en-US" sz="1200" baseline="-250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54" name="矩形 153"/>
            <p:cNvSpPr/>
            <p:nvPr/>
          </p:nvSpPr>
          <p:spPr>
            <a:xfrm>
              <a:off x="2783627" y="3438987"/>
              <a:ext cx="650646" cy="360040"/>
            </a:xfrm>
            <a:prstGeom prst="rect">
              <a:avLst/>
            </a:prstGeom>
            <a:solidFill>
              <a:srgbClr val="FFC00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M</a:t>
              </a:r>
              <a:r>
                <a:rPr lang="en-US" altLang="zh-CN" sz="1200" baseline="-25000" dirty="0">
                  <a:solidFill>
                    <a:prstClr val="black"/>
                  </a:solidFill>
                  <a:latin typeface="微软雅黑"/>
                  <a:ea typeface="微软雅黑"/>
                </a:rPr>
                <a:t>2</a:t>
              </a:r>
              <a:endParaRPr lang="zh-CN" altLang="en-US" sz="1200" baseline="-250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55" name="矩形 154"/>
            <p:cNvSpPr/>
            <p:nvPr/>
          </p:nvSpPr>
          <p:spPr>
            <a:xfrm>
              <a:off x="3618764" y="3438987"/>
              <a:ext cx="650646" cy="360040"/>
            </a:xfrm>
            <a:prstGeom prst="rect">
              <a:avLst/>
            </a:prstGeom>
            <a:solidFill>
              <a:srgbClr val="FFC00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M</a:t>
              </a:r>
              <a:r>
                <a:rPr lang="en-US" altLang="zh-CN" sz="1200" baseline="-25000" dirty="0">
                  <a:solidFill>
                    <a:prstClr val="black"/>
                  </a:solidFill>
                  <a:latin typeface="微软雅黑"/>
                  <a:ea typeface="微软雅黑"/>
                </a:rPr>
                <a:t>3</a:t>
              </a:r>
              <a:endParaRPr lang="zh-CN" altLang="en-US" sz="1200" baseline="-250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cxnSp>
        <p:nvCxnSpPr>
          <p:cNvPr id="156" name="直接箭头连接符 155"/>
          <p:cNvCxnSpPr/>
          <p:nvPr/>
        </p:nvCxnSpPr>
        <p:spPr>
          <a:xfrm>
            <a:off x="5704667" y="4043812"/>
            <a:ext cx="0" cy="269389"/>
          </a:xfrm>
          <a:prstGeom prst="straightConnector1">
            <a:avLst/>
          </a:prstGeom>
          <a:ln w="28575">
            <a:solidFill>
              <a:srgbClr val="92D05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直接箭头连接符 156"/>
          <p:cNvCxnSpPr/>
          <p:nvPr/>
        </p:nvCxnSpPr>
        <p:spPr>
          <a:xfrm>
            <a:off x="6395878" y="4033523"/>
            <a:ext cx="0" cy="269389"/>
          </a:xfrm>
          <a:prstGeom prst="straightConnector1">
            <a:avLst/>
          </a:prstGeom>
          <a:ln w="28575">
            <a:solidFill>
              <a:srgbClr val="92D05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接箭头连接符 157"/>
          <p:cNvCxnSpPr/>
          <p:nvPr/>
        </p:nvCxnSpPr>
        <p:spPr>
          <a:xfrm>
            <a:off x="7093711" y="4033524"/>
            <a:ext cx="0" cy="269389"/>
          </a:xfrm>
          <a:prstGeom prst="straightConnector1">
            <a:avLst/>
          </a:prstGeom>
          <a:ln w="28575">
            <a:solidFill>
              <a:srgbClr val="92D05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直接箭头连接符 158"/>
          <p:cNvCxnSpPr/>
          <p:nvPr/>
        </p:nvCxnSpPr>
        <p:spPr>
          <a:xfrm>
            <a:off x="7791547" y="4033524"/>
            <a:ext cx="0" cy="269389"/>
          </a:xfrm>
          <a:prstGeom prst="straightConnector1">
            <a:avLst/>
          </a:prstGeom>
          <a:ln w="28575">
            <a:solidFill>
              <a:srgbClr val="92D05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0" name="组合 159"/>
          <p:cNvGrpSpPr/>
          <p:nvPr/>
        </p:nvGrpSpPr>
        <p:grpSpPr>
          <a:xfrm>
            <a:off x="5723571" y="4606475"/>
            <a:ext cx="2086881" cy="183159"/>
            <a:chOff x="5431658" y="4824576"/>
            <a:chExt cx="2475132" cy="331710"/>
          </a:xfrm>
        </p:grpSpPr>
        <p:cxnSp>
          <p:nvCxnSpPr>
            <p:cNvPr id="161" name="直接箭头连接符 160"/>
            <p:cNvCxnSpPr/>
            <p:nvPr/>
          </p:nvCxnSpPr>
          <p:spPr>
            <a:xfrm>
              <a:off x="5431658" y="4836779"/>
              <a:ext cx="0" cy="319507"/>
            </a:xfrm>
            <a:prstGeom prst="straightConnector1">
              <a:avLst/>
            </a:prstGeom>
            <a:ln w="28575">
              <a:solidFill>
                <a:srgbClr val="92D050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接箭头连接符 161"/>
            <p:cNvCxnSpPr/>
            <p:nvPr/>
          </p:nvCxnSpPr>
          <p:spPr>
            <a:xfrm>
              <a:off x="6251465" y="4824576"/>
              <a:ext cx="0" cy="319507"/>
            </a:xfrm>
            <a:prstGeom prst="straightConnector1">
              <a:avLst/>
            </a:prstGeom>
            <a:ln w="28575">
              <a:solidFill>
                <a:srgbClr val="92D050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直接箭头连接符 162"/>
            <p:cNvCxnSpPr/>
            <p:nvPr/>
          </p:nvCxnSpPr>
          <p:spPr>
            <a:xfrm>
              <a:off x="7079126" y="4824577"/>
              <a:ext cx="0" cy="319507"/>
            </a:xfrm>
            <a:prstGeom prst="straightConnector1">
              <a:avLst/>
            </a:prstGeom>
            <a:ln w="28575">
              <a:solidFill>
                <a:srgbClr val="92D050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接箭头连接符 163"/>
            <p:cNvCxnSpPr/>
            <p:nvPr/>
          </p:nvCxnSpPr>
          <p:spPr>
            <a:xfrm>
              <a:off x="7906790" y="4824577"/>
              <a:ext cx="0" cy="319507"/>
            </a:xfrm>
            <a:prstGeom prst="straightConnector1">
              <a:avLst/>
            </a:prstGeom>
            <a:ln w="28575">
              <a:solidFill>
                <a:srgbClr val="92D050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5" name="Text Box 623"/>
          <p:cNvSpPr txBox="1">
            <a:spLocks noChangeArrowheads="1"/>
          </p:cNvSpPr>
          <p:nvPr/>
        </p:nvSpPr>
        <p:spPr bwMode="auto">
          <a:xfrm>
            <a:off x="6771732" y="4979864"/>
            <a:ext cx="1367682" cy="230832"/>
          </a:xfrm>
          <a:prstGeom prst="rect">
            <a:avLst/>
          </a:prstGeom>
          <a:solidFill>
            <a:schemeClr val="bg1">
              <a:alpha val="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tIns="0" bIns="0">
            <a:spAutoFit/>
          </a:bodyPr>
          <a:lstStyle>
            <a:defPPr>
              <a:defRPr lang="zh-CN"/>
            </a:defPPr>
            <a:lvl1pPr marL="354013" indent="-354013" algn="r" defTabSz="941388">
              <a:buClr>
                <a:srgbClr val="003580"/>
              </a:buClr>
              <a:defRPr sz="2000" b="1">
                <a:solidFill>
                  <a:srgbClr val="C00000"/>
                </a:solidFill>
                <a:latin typeface="+mn-ea"/>
                <a:cs typeface="Arial" charset="0"/>
              </a:defRPr>
            </a:lvl1pPr>
          </a:lstStyle>
          <a:p>
            <a:pPr marL="265510" indent="-265510" defTabSz="706041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500" dirty="0">
                <a:latin typeface="微软雅黑"/>
                <a:ea typeface="微软雅黑"/>
              </a:rPr>
              <a:t>单字长 </a:t>
            </a:r>
            <a:r>
              <a:rPr lang="en-US" altLang="zh-CN" sz="1500" dirty="0">
                <a:latin typeface="微软雅黑"/>
                <a:ea typeface="微软雅黑"/>
              </a:rPr>
              <a:t>DBUS</a:t>
            </a:r>
            <a:endParaRPr lang="zh-CN" altLang="en-US" sz="1500" dirty="0">
              <a:latin typeface="微软雅黑"/>
              <a:ea typeface="微软雅黑"/>
            </a:endParaRPr>
          </a:p>
        </p:txBody>
      </p:sp>
      <p:cxnSp>
        <p:nvCxnSpPr>
          <p:cNvPr id="166" name="直接连接符 165"/>
          <p:cNvCxnSpPr/>
          <p:nvPr/>
        </p:nvCxnSpPr>
        <p:spPr>
          <a:xfrm>
            <a:off x="5723571" y="4782895"/>
            <a:ext cx="2086881" cy="0"/>
          </a:xfrm>
          <a:prstGeom prst="line">
            <a:avLst/>
          </a:prstGeom>
          <a:ln w="19050">
            <a:solidFill>
              <a:srgbClr val="92D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8" name="组合 177"/>
          <p:cNvGrpSpPr/>
          <p:nvPr/>
        </p:nvGrpSpPr>
        <p:grpSpPr>
          <a:xfrm>
            <a:off x="5698535" y="2812803"/>
            <a:ext cx="2093504" cy="263781"/>
            <a:chOff x="2953110" y="2980800"/>
            <a:chExt cx="2482987" cy="312856"/>
          </a:xfrm>
        </p:grpSpPr>
        <p:cxnSp>
          <p:nvCxnSpPr>
            <p:cNvPr id="179" name="直接箭头连接符 178"/>
            <p:cNvCxnSpPr/>
            <p:nvPr/>
          </p:nvCxnSpPr>
          <p:spPr>
            <a:xfrm>
              <a:off x="2953110" y="2996953"/>
              <a:ext cx="0" cy="296703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接箭头连接符 179"/>
            <p:cNvCxnSpPr/>
            <p:nvPr/>
          </p:nvCxnSpPr>
          <p:spPr>
            <a:xfrm>
              <a:off x="3780772" y="2980800"/>
              <a:ext cx="0" cy="296703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接箭头连接符 180"/>
            <p:cNvCxnSpPr/>
            <p:nvPr/>
          </p:nvCxnSpPr>
          <p:spPr>
            <a:xfrm>
              <a:off x="4608433" y="2980800"/>
              <a:ext cx="0" cy="296703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接箭头连接符 181"/>
            <p:cNvCxnSpPr/>
            <p:nvPr/>
          </p:nvCxnSpPr>
          <p:spPr>
            <a:xfrm>
              <a:off x="5436097" y="2980800"/>
              <a:ext cx="0" cy="296703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3" name="文本框 182"/>
          <p:cNvSpPr txBox="1"/>
          <p:nvPr/>
        </p:nvSpPr>
        <p:spPr>
          <a:xfrm>
            <a:off x="5424239" y="2520794"/>
            <a:ext cx="548586" cy="289547"/>
          </a:xfrm>
          <a:prstGeom prst="rect">
            <a:avLst/>
          </a:prstGeom>
          <a:solidFill>
            <a:srgbClr val="00B0F0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ctr">
              <a:defRPr sz="1400" i="0">
                <a:latin typeface="+mn-lt"/>
                <a:ea typeface="+mn-ea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defTabSz="6858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prstClr val="white"/>
                </a:solidFill>
                <a:latin typeface="微软雅黑"/>
                <a:ea typeface="微软雅黑"/>
              </a:rPr>
              <a:t>AR</a:t>
            </a:r>
            <a:endParaRPr lang="zh-CN" altLang="en-US" sz="1200" dirty="0">
              <a:solidFill>
                <a:prstClr val="white"/>
              </a:solidFill>
              <a:latin typeface="微软雅黑"/>
              <a:ea typeface="微软雅黑"/>
            </a:endParaRPr>
          </a:p>
        </p:txBody>
      </p:sp>
      <p:sp>
        <p:nvSpPr>
          <p:cNvPr id="184" name="文本框 183"/>
          <p:cNvSpPr txBox="1"/>
          <p:nvPr/>
        </p:nvSpPr>
        <p:spPr>
          <a:xfrm>
            <a:off x="6129281" y="2516774"/>
            <a:ext cx="548586" cy="289547"/>
          </a:xfrm>
          <a:prstGeom prst="rect">
            <a:avLst/>
          </a:prstGeom>
          <a:solidFill>
            <a:srgbClr val="00B0F0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ctr">
              <a:defRPr sz="1400" i="0">
                <a:latin typeface="+mn-lt"/>
                <a:ea typeface="+mn-ea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defTabSz="6858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prstClr val="white"/>
                </a:solidFill>
                <a:latin typeface="微软雅黑"/>
                <a:ea typeface="微软雅黑"/>
              </a:rPr>
              <a:t>AR</a:t>
            </a:r>
            <a:endParaRPr lang="zh-CN" altLang="en-US" sz="1200" dirty="0">
              <a:solidFill>
                <a:prstClr val="white"/>
              </a:solidFill>
              <a:latin typeface="微软雅黑"/>
              <a:ea typeface="微软雅黑"/>
            </a:endParaRPr>
          </a:p>
        </p:txBody>
      </p:sp>
      <p:sp>
        <p:nvSpPr>
          <p:cNvPr id="185" name="文本框 184"/>
          <p:cNvSpPr txBox="1"/>
          <p:nvPr/>
        </p:nvSpPr>
        <p:spPr>
          <a:xfrm>
            <a:off x="6838457" y="2505192"/>
            <a:ext cx="548586" cy="289547"/>
          </a:xfrm>
          <a:prstGeom prst="rect">
            <a:avLst/>
          </a:prstGeom>
          <a:solidFill>
            <a:srgbClr val="00B0F0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ctr">
              <a:defRPr sz="1400" i="0">
                <a:latin typeface="+mn-lt"/>
                <a:ea typeface="+mn-ea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defTabSz="6858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prstClr val="white"/>
                </a:solidFill>
                <a:latin typeface="微软雅黑"/>
                <a:ea typeface="微软雅黑"/>
              </a:rPr>
              <a:t>AR</a:t>
            </a:r>
            <a:endParaRPr lang="zh-CN" altLang="en-US" sz="1200" dirty="0">
              <a:solidFill>
                <a:prstClr val="white"/>
              </a:solidFill>
              <a:latin typeface="微软雅黑"/>
              <a:ea typeface="微软雅黑"/>
            </a:endParaRPr>
          </a:p>
        </p:txBody>
      </p:sp>
      <p:sp>
        <p:nvSpPr>
          <p:cNvPr id="186" name="文本框 185"/>
          <p:cNvSpPr txBox="1"/>
          <p:nvPr/>
        </p:nvSpPr>
        <p:spPr>
          <a:xfrm>
            <a:off x="7536650" y="2505192"/>
            <a:ext cx="548586" cy="289547"/>
          </a:xfrm>
          <a:prstGeom prst="rect">
            <a:avLst/>
          </a:prstGeom>
          <a:solidFill>
            <a:srgbClr val="00B0F0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ctr">
              <a:defRPr sz="1400" i="0">
                <a:latin typeface="+mn-lt"/>
                <a:ea typeface="+mn-ea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defTabSz="6858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prstClr val="white"/>
                </a:solidFill>
                <a:latin typeface="微软雅黑"/>
                <a:ea typeface="微软雅黑"/>
              </a:rPr>
              <a:t>AR</a:t>
            </a:r>
            <a:endParaRPr lang="zh-CN" altLang="en-US" sz="1200" dirty="0">
              <a:solidFill>
                <a:prstClr val="white"/>
              </a:solidFill>
              <a:latin typeface="微软雅黑"/>
              <a:ea typeface="微软雅黑"/>
            </a:endParaRPr>
          </a:p>
        </p:txBody>
      </p:sp>
      <p:cxnSp>
        <p:nvCxnSpPr>
          <p:cNvPr id="187" name="直接连接符 186"/>
          <p:cNvCxnSpPr/>
          <p:nvPr/>
        </p:nvCxnSpPr>
        <p:spPr>
          <a:xfrm>
            <a:off x="5705157" y="2246010"/>
            <a:ext cx="2093504" cy="0"/>
          </a:xfrm>
          <a:prstGeom prst="line">
            <a:avLst/>
          </a:prstGeom>
          <a:ln w="28575"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直接箭头连接符 187"/>
          <p:cNvCxnSpPr/>
          <p:nvPr/>
        </p:nvCxnSpPr>
        <p:spPr>
          <a:xfrm>
            <a:off x="5711138" y="2246011"/>
            <a:ext cx="0" cy="250162"/>
          </a:xfrm>
          <a:prstGeom prst="straightConnector1">
            <a:avLst/>
          </a:prstGeom>
          <a:ln w="28575">
            <a:solidFill>
              <a:srgbClr val="00B0F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" name="直接箭头连接符 188"/>
          <p:cNvCxnSpPr/>
          <p:nvPr/>
        </p:nvCxnSpPr>
        <p:spPr>
          <a:xfrm>
            <a:off x="6408972" y="2246010"/>
            <a:ext cx="0" cy="250162"/>
          </a:xfrm>
          <a:prstGeom prst="straightConnector1">
            <a:avLst/>
          </a:prstGeom>
          <a:ln w="28575">
            <a:solidFill>
              <a:srgbClr val="00B0F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接箭头连接符 189"/>
          <p:cNvCxnSpPr/>
          <p:nvPr/>
        </p:nvCxnSpPr>
        <p:spPr>
          <a:xfrm>
            <a:off x="7106805" y="2246011"/>
            <a:ext cx="0" cy="250162"/>
          </a:xfrm>
          <a:prstGeom prst="straightConnector1">
            <a:avLst/>
          </a:prstGeom>
          <a:ln w="28575">
            <a:solidFill>
              <a:srgbClr val="00B0F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1" name="直接箭头连接符 190"/>
          <p:cNvCxnSpPr/>
          <p:nvPr/>
        </p:nvCxnSpPr>
        <p:spPr>
          <a:xfrm>
            <a:off x="7804641" y="2246011"/>
            <a:ext cx="0" cy="250162"/>
          </a:xfrm>
          <a:prstGeom prst="straightConnector1">
            <a:avLst/>
          </a:prstGeom>
          <a:ln w="28575">
            <a:solidFill>
              <a:srgbClr val="00B0F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AutoShape 2"/>
          <p:cNvSpPr>
            <a:spLocks noChangeArrowheads="1"/>
          </p:cNvSpPr>
          <p:nvPr/>
        </p:nvSpPr>
        <p:spPr bwMode="auto">
          <a:xfrm>
            <a:off x="714642" y="2087277"/>
            <a:ext cx="3214950" cy="2790247"/>
          </a:xfrm>
          <a:prstGeom prst="roundRect">
            <a:avLst>
              <a:gd name="adj" fmla="val 3801"/>
            </a:avLst>
          </a:prstGeom>
          <a:solidFill>
            <a:schemeClr val="bg1"/>
          </a:solidFill>
          <a:ln w="12700" algn="ctr">
            <a:solidFill>
              <a:srgbClr val="000814"/>
            </a:solidFill>
            <a:prstDash val="dash"/>
            <a:round/>
            <a:headEnd/>
            <a:tailEnd/>
          </a:ln>
        </p:spPr>
        <p:txBody>
          <a:bodyPr wrap="none" lIns="0" tIns="0" rIns="0" bIns="0" anchor="ctr"/>
          <a:lstStyle/>
          <a:p>
            <a:pPr algn="r" defTabSz="685800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zh-CN" sz="150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cxnSp>
        <p:nvCxnSpPr>
          <p:cNvPr id="84" name="直接箭头连接符 83"/>
          <p:cNvCxnSpPr/>
          <p:nvPr/>
        </p:nvCxnSpPr>
        <p:spPr>
          <a:xfrm>
            <a:off x="2344442" y="1741799"/>
            <a:ext cx="0" cy="502901"/>
          </a:xfrm>
          <a:prstGeom prst="straightConnector1">
            <a:avLst/>
          </a:prstGeom>
          <a:ln w="57150">
            <a:solidFill>
              <a:srgbClr val="00B0F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接箭头连接符 84"/>
          <p:cNvCxnSpPr/>
          <p:nvPr/>
        </p:nvCxnSpPr>
        <p:spPr>
          <a:xfrm>
            <a:off x="2336453" y="4763865"/>
            <a:ext cx="7989" cy="403439"/>
          </a:xfrm>
          <a:prstGeom prst="straightConnector1">
            <a:avLst/>
          </a:prstGeom>
          <a:ln w="28575">
            <a:solidFill>
              <a:srgbClr val="92D05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 Box 623"/>
          <p:cNvSpPr txBox="1">
            <a:spLocks noChangeArrowheads="1"/>
          </p:cNvSpPr>
          <p:nvPr/>
        </p:nvSpPr>
        <p:spPr bwMode="auto">
          <a:xfrm>
            <a:off x="2376178" y="1836196"/>
            <a:ext cx="724878" cy="230832"/>
          </a:xfrm>
          <a:prstGeom prst="rect">
            <a:avLst/>
          </a:prstGeom>
          <a:solidFill>
            <a:schemeClr val="bg1">
              <a:alpha val="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tIns="0" bIns="0">
            <a:spAutoFit/>
          </a:bodyPr>
          <a:lstStyle/>
          <a:p>
            <a:pPr marL="265510" indent="-265510" algn="r" defTabSz="706041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3580"/>
              </a:buClr>
            </a:pPr>
            <a:r>
              <a:rPr lang="en-US" altLang="zh-CN" sz="1500" b="1" dirty="0">
                <a:solidFill>
                  <a:srgbClr val="008000"/>
                </a:solidFill>
                <a:latin typeface="微软雅黑"/>
                <a:ea typeface="微软雅黑"/>
                <a:cs typeface="Arial" charset="0"/>
              </a:rPr>
              <a:t>ABUS</a:t>
            </a:r>
            <a:endParaRPr lang="zh-CN" altLang="en-US" sz="1500" b="1" dirty="0">
              <a:solidFill>
                <a:srgbClr val="008000"/>
              </a:solidFill>
              <a:latin typeface="微软雅黑"/>
              <a:ea typeface="微软雅黑"/>
              <a:cs typeface="Arial" charset="0"/>
            </a:endParaRPr>
          </a:p>
        </p:txBody>
      </p:sp>
      <p:grpSp>
        <p:nvGrpSpPr>
          <p:cNvPr id="87" name="组合 86"/>
          <p:cNvGrpSpPr/>
          <p:nvPr/>
        </p:nvGrpSpPr>
        <p:grpSpPr>
          <a:xfrm rot="16200000">
            <a:off x="2188493" y="3109962"/>
            <a:ext cx="311255" cy="2652359"/>
            <a:chOff x="7112148" y="2144741"/>
            <a:chExt cx="369487" cy="2495099"/>
          </a:xfrm>
        </p:grpSpPr>
        <p:sp>
          <p:nvSpPr>
            <p:cNvPr id="88" name="矩形 87"/>
            <p:cNvSpPr/>
            <p:nvPr/>
          </p:nvSpPr>
          <p:spPr>
            <a:xfrm rot="5400000">
              <a:off x="7034365" y="2222524"/>
              <a:ext cx="515606" cy="360040"/>
            </a:xfrm>
            <a:prstGeom prst="rect">
              <a:avLst/>
            </a:prstGeom>
            <a:solidFill>
              <a:srgbClr val="92D05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DR</a:t>
              </a:r>
              <a:endParaRPr lang="zh-CN" altLang="en-US" sz="12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89" name="矩形 88"/>
            <p:cNvSpPr/>
            <p:nvPr/>
          </p:nvSpPr>
          <p:spPr>
            <a:xfrm rot="5400000">
              <a:off x="7023292" y="2873256"/>
              <a:ext cx="537753" cy="360040"/>
            </a:xfrm>
            <a:prstGeom prst="rect">
              <a:avLst/>
            </a:prstGeom>
            <a:solidFill>
              <a:srgbClr val="92D05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DR</a:t>
              </a:r>
              <a:endParaRPr lang="zh-CN" altLang="en-US" sz="12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90" name="矩形 89"/>
            <p:cNvSpPr/>
            <p:nvPr/>
          </p:nvSpPr>
          <p:spPr>
            <a:xfrm rot="5400000">
              <a:off x="7053066" y="4211272"/>
              <a:ext cx="497097" cy="360040"/>
            </a:xfrm>
            <a:prstGeom prst="rect">
              <a:avLst/>
            </a:prstGeom>
            <a:solidFill>
              <a:srgbClr val="92D05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DR</a:t>
              </a:r>
              <a:endParaRPr lang="zh-CN" altLang="en-US" sz="12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91" name="矩形 90"/>
            <p:cNvSpPr/>
            <p:nvPr/>
          </p:nvSpPr>
          <p:spPr>
            <a:xfrm rot="5400000">
              <a:off x="7032990" y="3535315"/>
              <a:ext cx="537248" cy="360040"/>
            </a:xfrm>
            <a:prstGeom prst="rect">
              <a:avLst/>
            </a:prstGeom>
            <a:solidFill>
              <a:srgbClr val="92D05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DR</a:t>
              </a:r>
              <a:endParaRPr lang="zh-CN" altLang="en-US" sz="12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grpSp>
        <p:nvGrpSpPr>
          <p:cNvPr id="92" name="组合 91"/>
          <p:cNvGrpSpPr/>
          <p:nvPr/>
        </p:nvGrpSpPr>
        <p:grpSpPr>
          <a:xfrm>
            <a:off x="1017939" y="3049224"/>
            <a:ext cx="2658659" cy="962138"/>
            <a:chOff x="1113353" y="3438987"/>
            <a:chExt cx="3156057" cy="360040"/>
          </a:xfrm>
        </p:grpSpPr>
        <p:sp>
          <p:nvSpPr>
            <p:cNvPr id="93" name="矩形 92"/>
            <p:cNvSpPr/>
            <p:nvPr/>
          </p:nvSpPr>
          <p:spPr>
            <a:xfrm>
              <a:off x="1113353" y="3438987"/>
              <a:ext cx="650646" cy="360040"/>
            </a:xfrm>
            <a:prstGeom prst="rect">
              <a:avLst/>
            </a:prstGeom>
            <a:solidFill>
              <a:srgbClr val="FFC00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M</a:t>
              </a:r>
              <a:r>
                <a:rPr lang="en-US" altLang="zh-CN" sz="1200" baseline="-25000" dirty="0">
                  <a:solidFill>
                    <a:prstClr val="black"/>
                  </a:solidFill>
                  <a:latin typeface="微软雅黑"/>
                  <a:ea typeface="微软雅黑"/>
                </a:rPr>
                <a:t>0</a:t>
              </a:r>
              <a:endParaRPr lang="zh-CN" altLang="en-US" sz="1200" baseline="-250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94" name="矩形 93"/>
            <p:cNvSpPr/>
            <p:nvPr/>
          </p:nvSpPr>
          <p:spPr>
            <a:xfrm>
              <a:off x="1948490" y="3438987"/>
              <a:ext cx="650646" cy="360040"/>
            </a:xfrm>
            <a:prstGeom prst="rect">
              <a:avLst/>
            </a:prstGeom>
            <a:solidFill>
              <a:srgbClr val="FFC00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M</a:t>
              </a:r>
              <a:r>
                <a:rPr lang="en-US" altLang="zh-CN" sz="1200" baseline="-25000" dirty="0">
                  <a:solidFill>
                    <a:prstClr val="black"/>
                  </a:solidFill>
                  <a:latin typeface="微软雅黑"/>
                  <a:ea typeface="微软雅黑"/>
                </a:rPr>
                <a:t>1</a:t>
              </a:r>
              <a:endParaRPr lang="zh-CN" altLang="en-US" sz="1200" baseline="-250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95" name="矩形 94"/>
            <p:cNvSpPr/>
            <p:nvPr/>
          </p:nvSpPr>
          <p:spPr>
            <a:xfrm>
              <a:off x="2783627" y="3438987"/>
              <a:ext cx="650646" cy="360040"/>
            </a:xfrm>
            <a:prstGeom prst="rect">
              <a:avLst/>
            </a:prstGeom>
            <a:solidFill>
              <a:srgbClr val="FFC00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M</a:t>
              </a:r>
              <a:r>
                <a:rPr lang="en-US" altLang="zh-CN" sz="1200" baseline="-25000" dirty="0">
                  <a:solidFill>
                    <a:prstClr val="black"/>
                  </a:solidFill>
                  <a:latin typeface="微软雅黑"/>
                  <a:ea typeface="微软雅黑"/>
                </a:rPr>
                <a:t>2</a:t>
              </a:r>
              <a:endParaRPr lang="zh-CN" altLang="en-US" sz="1200" baseline="-250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96" name="矩形 95"/>
            <p:cNvSpPr/>
            <p:nvPr/>
          </p:nvSpPr>
          <p:spPr>
            <a:xfrm>
              <a:off x="3618764" y="3438987"/>
              <a:ext cx="650646" cy="360040"/>
            </a:xfrm>
            <a:prstGeom prst="rect">
              <a:avLst/>
            </a:prstGeom>
            <a:solidFill>
              <a:srgbClr val="FFC000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 defTabSz="6858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prstClr val="black"/>
                  </a:solidFill>
                  <a:latin typeface="微软雅黑"/>
                  <a:ea typeface="微软雅黑"/>
                </a:rPr>
                <a:t>M</a:t>
              </a:r>
              <a:r>
                <a:rPr lang="en-US" altLang="zh-CN" sz="1200" baseline="-25000" dirty="0">
                  <a:solidFill>
                    <a:prstClr val="black"/>
                  </a:solidFill>
                  <a:latin typeface="微软雅黑"/>
                  <a:ea typeface="微软雅黑"/>
                </a:rPr>
                <a:t>3</a:t>
              </a:r>
              <a:endParaRPr lang="zh-CN" altLang="en-US" sz="1200" baseline="-25000" dirty="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cxnSp>
        <p:nvCxnSpPr>
          <p:cNvPr id="97" name="直接箭头连接符 96"/>
          <p:cNvCxnSpPr/>
          <p:nvPr/>
        </p:nvCxnSpPr>
        <p:spPr>
          <a:xfrm>
            <a:off x="1298609" y="4021642"/>
            <a:ext cx="0" cy="269153"/>
          </a:xfrm>
          <a:prstGeom prst="straightConnector1">
            <a:avLst/>
          </a:prstGeom>
          <a:ln w="28575">
            <a:solidFill>
              <a:srgbClr val="92D05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直接箭头连接符 97"/>
          <p:cNvCxnSpPr/>
          <p:nvPr/>
        </p:nvCxnSpPr>
        <p:spPr>
          <a:xfrm>
            <a:off x="1989213" y="4011362"/>
            <a:ext cx="0" cy="269153"/>
          </a:xfrm>
          <a:prstGeom prst="straightConnector1">
            <a:avLst/>
          </a:prstGeom>
          <a:ln w="28575">
            <a:solidFill>
              <a:srgbClr val="92D05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直接箭头连接符 99"/>
          <p:cNvCxnSpPr/>
          <p:nvPr/>
        </p:nvCxnSpPr>
        <p:spPr>
          <a:xfrm>
            <a:off x="2686434" y="4011363"/>
            <a:ext cx="0" cy="269153"/>
          </a:xfrm>
          <a:prstGeom prst="straightConnector1">
            <a:avLst/>
          </a:prstGeom>
          <a:ln w="28575">
            <a:solidFill>
              <a:srgbClr val="92D05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直接箭头连接符 106"/>
          <p:cNvCxnSpPr/>
          <p:nvPr/>
        </p:nvCxnSpPr>
        <p:spPr>
          <a:xfrm>
            <a:off x="3383657" y="4011363"/>
            <a:ext cx="0" cy="269153"/>
          </a:xfrm>
          <a:prstGeom prst="straightConnector1">
            <a:avLst/>
          </a:prstGeom>
          <a:ln w="28575">
            <a:solidFill>
              <a:srgbClr val="92D05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9" name="组合 128"/>
          <p:cNvGrpSpPr/>
          <p:nvPr/>
        </p:nvGrpSpPr>
        <p:grpSpPr>
          <a:xfrm>
            <a:off x="1317497" y="4583811"/>
            <a:ext cx="2085048" cy="182999"/>
            <a:chOff x="5431658" y="4824576"/>
            <a:chExt cx="2475132" cy="331710"/>
          </a:xfrm>
        </p:grpSpPr>
        <p:cxnSp>
          <p:nvCxnSpPr>
            <p:cNvPr id="168" name="直接箭头连接符 167"/>
            <p:cNvCxnSpPr/>
            <p:nvPr/>
          </p:nvCxnSpPr>
          <p:spPr>
            <a:xfrm>
              <a:off x="5431658" y="4836779"/>
              <a:ext cx="0" cy="319507"/>
            </a:xfrm>
            <a:prstGeom prst="straightConnector1">
              <a:avLst/>
            </a:prstGeom>
            <a:ln w="28575">
              <a:solidFill>
                <a:srgbClr val="92D050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接箭头连接符 168"/>
            <p:cNvCxnSpPr/>
            <p:nvPr/>
          </p:nvCxnSpPr>
          <p:spPr>
            <a:xfrm>
              <a:off x="6251465" y="4824576"/>
              <a:ext cx="0" cy="319507"/>
            </a:xfrm>
            <a:prstGeom prst="straightConnector1">
              <a:avLst/>
            </a:prstGeom>
            <a:ln w="28575">
              <a:solidFill>
                <a:srgbClr val="92D050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接箭头连接符 169"/>
            <p:cNvCxnSpPr/>
            <p:nvPr/>
          </p:nvCxnSpPr>
          <p:spPr>
            <a:xfrm>
              <a:off x="7079126" y="4824577"/>
              <a:ext cx="0" cy="319507"/>
            </a:xfrm>
            <a:prstGeom prst="straightConnector1">
              <a:avLst/>
            </a:prstGeom>
            <a:ln w="28575">
              <a:solidFill>
                <a:srgbClr val="92D050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接箭头连接符 170"/>
            <p:cNvCxnSpPr/>
            <p:nvPr/>
          </p:nvCxnSpPr>
          <p:spPr>
            <a:xfrm>
              <a:off x="7906790" y="4824577"/>
              <a:ext cx="0" cy="319507"/>
            </a:xfrm>
            <a:prstGeom prst="straightConnector1">
              <a:avLst/>
            </a:prstGeom>
            <a:ln w="28575">
              <a:solidFill>
                <a:srgbClr val="92D050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2" name="Text Box 623"/>
          <p:cNvSpPr txBox="1">
            <a:spLocks noChangeArrowheads="1"/>
          </p:cNvSpPr>
          <p:nvPr/>
        </p:nvSpPr>
        <p:spPr bwMode="auto">
          <a:xfrm>
            <a:off x="2363537" y="4956872"/>
            <a:ext cx="1367682" cy="230832"/>
          </a:xfrm>
          <a:prstGeom prst="rect">
            <a:avLst/>
          </a:prstGeom>
          <a:solidFill>
            <a:schemeClr val="bg1">
              <a:alpha val="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tIns="0" bIns="0">
            <a:spAutoFit/>
          </a:bodyPr>
          <a:lstStyle/>
          <a:p>
            <a:pPr marL="265510" indent="-265510" algn="r" defTabSz="706041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3580"/>
              </a:buClr>
            </a:pPr>
            <a:r>
              <a:rPr lang="zh-CN" altLang="en-US" sz="1500" b="1" dirty="0">
                <a:solidFill>
                  <a:srgbClr val="C00000"/>
                </a:solidFill>
                <a:latin typeface="微软雅黑"/>
                <a:ea typeface="微软雅黑"/>
                <a:cs typeface="Arial" charset="0"/>
              </a:rPr>
              <a:t>单字长 </a:t>
            </a:r>
            <a:r>
              <a:rPr lang="en-US" altLang="zh-CN" sz="1500" b="1" dirty="0">
                <a:solidFill>
                  <a:srgbClr val="C00000"/>
                </a:solidFill>
                <a:latin typeface="微软雅黑"/>
                <a:ea typeface="微软雅黑"/>
                <a:cs typeface="Arial" charset="0"/>
              </a:rPr>
              <a:t>DBUS</a:t>
            </a:r>
            <a:endParaRPr lang="zh-CN" altLang="en-US" sz="1500" b="1" dirty="0">
              <a:solidFill>
                <a:srgbClr val="C00000"/>
              </a:solidFill>
              <a:latin typeface="微软雅黑"/>
              <a:ea typeface="微软雅黑"/>
              <a:cs typeface="Arial" charset="0"/>
            </a:endParaRPr>
          </a:p>
        </p:txBody>
      </p:sp>
      <p:cxnSp>
        <p:nvCxnSpPr>
          <p:cNvPr id="173" name="直接连接符 172"/>
          <p:cNvCxnSpPr/>
          <p:nvPr/>
        </p:nvCxnSpPr>
        <p:spPr>
          <a:xfrm>
            <a:off x="1317497" y="4760077"/>
            <a:ext cx="2085048" cy="0"/>
          </a:xfrm>
          <a:prstGeom prst="line">
            <a:avLst/>
          </a:prstGeom>
          <a:ln w="19050">
            <a:solidFill>
              <a:srgbClr val="92D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5" name="组合 174"/>
          <p:cNvGrpSpPr/>
          <p:nvPr/>
        </p:nvGrpSpPr>
        <p:grpSpPr>
          <a:xfrm>
            <a:off x="1290573" y="2814243"/>
            <a:ext cx="2091666" cy="249943"/>
            <a:chOff x="2953109" y="2996952"/>
            <a:chExt cx="2482988" cy="296704"/>
          </a:xfrm>
        </p:grpSpPr>
        <p:cxnSp>
          <p:nvCxnSpPr>
            <p:cNvPr id="176" name="直接箭头连接符 175"/>
            <p:cNvCxnSpPr/>
            <p:nvPr/>
          </p:nvCxnSpPr>
          <p:spPr>
            <a:xfrm>
              <a:off x="2953110" y="2996953"/>
              <a:ext cx="0" cy="296703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接箭头连接符 176"/>
            <p:cNvCxnSpPr/>
            <p:nvPr/>
          </p:nvCxnSpPr>
          <p:spPr>
            <a:xfrm>
              <a:off x="3780772" y="2996952"/>
              <a:ext cx="0" cy="296703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接箭头连接符 191"/>
            <p:cNvCxnSpPr/>
            <p:nvPr/>
          </p:nvCxnSpPr>
          <p:spPr>
            <a:xfrm>
              <a:off x="4608433" y="2996953"/>
              <a:ext cx="0" cy="296703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接箭头连接符 192"/>
            <p:cNvCxnSpPr/>
            <p:nvPr/>
          </p:nvCxnSpPr>
          <p:spPr>
            <a:xfrm>
              <a:off x="5436097" y="2996953"/>
              <a:ext cx="0" cy="296703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接连接符 193"/>
            <p:cNvCxnSpPr/>
            <p:nvPr/>
          </p:nvCxnSpPr>
          <p:spPr>
            <a:xfrm>
              <a:off x="2953109" y="2996953"/>
              <a:ext cx="2482988" cy="0"/>
            </a:xfrm>
            <a:prstGeom prst="line">
              <a:avLst/>
            </a:prstGeom>
            <a:ln w="28575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95" name="直接箭头连接符 194"/>
          <p:cNvCxnSpPr/>
          <p:nvPr/>
        </p:nvCxnSpPr>
        <p:spPr>
          <a:xfrm>
            <a:off x="2336054" y="2564302"/>
            <a:ext cx="0" cy="249942"/>
          </a:xfrm>
          <a:prstGeom prst="straightConnector1">
            <a:avLst/>
          </a:prstGeom>
          <a:ln w="28575">
            <a:solidFill>
              <a:srgbClr val="00B0F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文本框 195"/>
          <p:cNvSpPr txBox="1"/>
          <p:nvPr/>
        </p:nvSpPr>
        <p:spPr>
          <a:xfrm>
            <a:off x="1791039" y="2257269"/>
            <a:ext cx="1132889" cy="289293"/>
          </a:xfrm>
          <a:prstGeom prst="rect">
            <a:avLst/>
          </a:prstGeom>
          <a:solidFill>
            <a:srgbClr val="00B0F0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ctr">
              <a:defRPr sz="1400" i="0">
                <a:latin typeface="+mn-lt"/>
                <a:ea typeface="+mn-ea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defTabSz="6858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200" dirty="0">
                <a:solidFill>
                  <a:prstClr val="white"/>
                </a:solidFill>
                <a:latin typeface="微软雅黑"/>
                <a:ea typeface="微软雅黑"/>
              </a:rPr>
              <a:t>地址寄存器</a:t>
            </a:r>
            <a:r>
              <a:rPr lang="en-US" altLang="zh-CN" sz="1200" dirty="0">
                <a:solidFill>
                  <a:prstClr val="white"/>
                </a:solidFill>
                <a:latin typeface="微软雅黑"/>
                <a:ea typeface="微软雅黑"/>
              </a:rPr>
              <a:t>AR</a:t>
            </a:r>
            <a:endParaRPr lang="zh-CN" altLang="en-US" sz="1200" dirty="0">
              <a:solidFill>
                <a:prstClr val="white"/>
              </a:solidFill>
              <a:latin typeface="微软雅黑"/>
              <a:ea typeface="微软雅黑"/>
            </a:endParaRPr>
          </a:p>
        </p:txBody>
      </p:sp>
      <p:sp>
        <p:nvSpPr>
          <p:cNvPr id="75" name="标题 1">
            <a:extLst>
              <a:ext uri="{FF2B5EF4-FFF2-40B4-BE49-F238E27FC236}">
                <a16:creationId xmlns:a16="http://schemas.microsoft.com/office/drawing/2014/main" id="{C132EAC7-842F-4DBD-8C22-E3DD59B50D7C}"/>
              </a:ext>
            </a:extLst>
          </p:cNvPr>
          <p:cNvSpPr txBox="1">
            <a:spLocks/>
          </p:cNvSpPr>
          <p:nvPr/>
        </p:nvSpPr>
        <p:spPr>
          <a:xfrm>
            <a:off x="487822" y="257614"/>
            <a:ext cx="7756587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宋体" panose="02010600030101010101" pitchFamily="2" charset="-122"/>
                <a:ea typeface="宋体" panose="02010600030101010101" pitchFamily="2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j-cs"/>
              </a:rPr>
              <a:t>3.6.3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j-cs"/>
              </a:rPr>
              <a:t>多体交叉存储器 （多体并行存储器）</a:t>
            </a:r>
          </a:p>
        </p:txBody>
      </p:sp>
    </p:spTree>
    <p:extLst>
      <p:ext uri="{BB962C8B-B14F-4D97-AF65-F5344CB8AC3E}">
        <p14:creationId xmlns:p14="http://schemas.microsoft.com/office/powerpoint/2010/main" val="2040173123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Text Box 2">
            <a:extLst>
              <a:ext uri="{FF2B5EF4-FFF2-40B4-BE49-F238E27FC236}">
                <a16:creationId xmlns:a16="http://schemas.microsoft.com/office/drawing/2014/main" id="{E3C34B5B-4BE0-401D-87F9-8D367A853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152400"/>
            <a:ext cx="7010400" cy="4801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 eaLnBrk="1" fontAlgn="auto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zh-CN" sz="2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宋体" panose="02010600030101010101" pitchFamily="2" charset="-122"/>
              </a:rPr>
              <a:t>3.6.3 </a:t>
            </a:r>
            <a:r>
              <a:rPr lang="zh-CN" altLang="en-US" sz="2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宋体" panose="02010600030101010101" pitchFamily="2" charset="-122"/>
              </a:rPr>
              <a:t>多体交叉存储器 （多体并行存储器）</a:t>
            </a:r>
          </a:p>
        </p:txBody>
      </p:sp>
      <p:sp>
        <p:nvSpPr>
          <p:cNvPr id="84995" name="Text Box 3">
            <a:extLst>
              <a:ext uri="{FF2B5EF4-FFF2-40B4-BE49-F238E27FC236}">
                <a16:creationId xmlns:a16="http://schemas.microsoft.com/office/drawing/2014/main" id="{5EEE09A6-E59B-4E17-824E-45C2FAD0ED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525" y="836613"/>
            <a:ext cx="5402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高位交叉 </a:t>
            </a: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5DB0235-0BA7-480D-AFD5-3EDFB130536C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3375"/>
            <a:ext cx="7227888" cy="3195638"/>
            <a:chOff x="912" y="1010"/>
            <a:chExt cx="4553" cy="2013"/>
          </a:xfrm>
        </p:grpSpPr>
        <p:sp>
          <p:nvSpPr>
            <p:cNvPr id="85039" name="Text Box 5">
              <a:extLst>
                <a:ext uri="{FF2B5EF4-FFF2-40B4-BE49-F238E27FC236}">
                  <a16:creationId xmlns:a16="http://schemas.microsoft.com/office/drawing/2014/main" id="{BC05A600-62E0-4BED-8730-4A001C8D8C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grpSp>
          <p:nvGrpSpPr>
            <p:cNvPr id="85040" name="Group 6">
              <a:extLst>
                <a:ext uri="{FF2B5EF4-FFF2-40B4-BE49-F238E27FC236}">
                  <a16:creationId xmlns:a16="http://schemas.microsoft.com/office/drawing/2014/main" id="{355D32C9-ABFF-42AA-9ECE-9C63F6A499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" y="1387"/>
              <a:ext cx="567" cy="1636"/>
              <a:chOff x="624" y="1104"/>
              <a:chExt cx="567" cy="1636"/>
            </a:xfrm>
          </p:grpSpPr>
          <p:sp>
            <p:nvSpPr>
              <p:cNvPr id="85098" name="Rectangle 7">
                <a:extLst>
                  <a:ext uri="{FF2B5EF4-FFF2-40B4-BE49-F238E27FC236}">
                    <a16:creationId xmlns:a16="http://schemas.microsoft.com/office/drawing/2014/main" id="{CEC8AB14-FFF5-40BE-ABB6-767F3335E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99" name="Rectangle 8">
                <a:extLst>
                  <a:ext uri="{FF2B5EF4-FFF2-40B4-BE49-F238E27FC236}">
                    <a16:creationId xmlns:a16="http://schemas.microsoft.com/office/drawing/2014/main" id="{C3028AB1-6F8B-413A-BBAC-A972A751A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00" name="Rectangle 9">
                <a:extLst>
                  <a:ext uri="{FF2B5EF4-FFF2-40B4-BE49-F238E27FC236}">
                    <a16:creationId xmlns:a16="http://schemas.microsoft.com/office/drawing/2014/main" id="{3105DB32-7E47-41D8-9280-AFD571E78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01" name="Rectangle 10">
                <a:extLst>
                  <a:ext uri="{FF2B5EF4-FFF2-40B4-BE49-F238E27FC236}">
                    <a16:creationId xmlns:a16="http://schemas.microsoft.com/office/drawing/2014/main" id="{41E59D50-5F4A-4A3E-B446-F091D6ABC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02" name="Rectangle 11">
                <a:extLst>
                  <a:ext uri="{FF2B5EF4-FFF2-40B4-BE49-F238E27FC236}">
                    <a16:creationId xmlns:a16="http://schemas.microsoft.com/office/drawing/2014/main" id="{C8948335-4033-49BA-909A-BC0BFC0D4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03" name="Rectangle 12">
                <a:extLst>
                  <a:ext uri="{FF2B5EF4-FFF2-40B4-BE49-F238E27FC236}">
                    <a16:creationId xmlns:a16="http://schemas.microsoft.com/office/drawing/2014/main" id="{42AF1429-8DC7-4AE4-9B78-56E50F65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04" name="Line 13">
                <a:extLst>
                  <a:ext uri="{FF2B5EF4-FFF2-40B4-BE49-F238E27FC236}">
                    <a16:creationId xmlns:a16="http://schemas.microsoft.com/office/drawing/2014/main" id="{7EFE43FC-90C0-4BDB-8620-65F4234544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" name="Line 14">
                <a:extLst>
                  <a:ext uri="{FF2B5EF4-FFF2-40B4-BE49-F238E27FC236}">
                    <a16:creationId xmlns:a16="http://schemas.microsoft.com/office/drawing/2014/main" id="{B9F7C032-1FD4-49B7-9762-3E1C67D8AA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06" name="Line 15">
                <a:extLst>
                  <a:ext uri="{FF2B5EF4-FFF2-40B4-BE49-F238E27FC236}">
                    <a16:creationId xmlns:a16="http://schemas.microsoft.com/office/drawing/2014/main" id="{C0B1ECAA-503C-4211-8BC8-D79E53955D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07" name="Line 16">
                <a:extLst>
                  <a:ext uri="{FF2B5EF4-FFF2-40B4-BE49-F238E27FC236}">
                    <a16:creationId xmlns:a16="http://schemas.microsoft.com/office/drawing/2014/main" id="{FB97CFEF-A2A0-49E6-95BB-1318D7531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08" name="Line 17">
                <a:extLst>
                  <a:ext uri="{FF2B5EF4-FFF2-40B4-BE49-F238E27FC236}">
                    <a16:creationId xmlns:a16="http://schemas.microsoft.com/office/drawing/2014/main" id="{DEB111F4-9DD3-4F7D-8AB6-FA75B57E17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09" name="Line 18">
                <a:extLst>
                  <a:ext uri="{FF2B5EF4-FFF2-40B4-BE49-F238E27FC236}">
                    <a16:creationId xmlns:a16="http://schemas.microsoft.com/office/drawing/2014/main" id="{040D8477-2673-4F2D-9DD3-163D5A27FE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10" name="Line 19">
                <a:extLst>
                  <a:ext uri="{FF2B5EF4-FFF2-40B4-BE49-F238E27FC236}">
                    <a16:creationId xmlns:a16="http://schemas.microsoft.com/office/drawing/2014/main" id="{8508C3D5-C500-42F2-9B8F-241205DA43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111" name="Line 20">
                <a:extLst>
                  <a:ext uri="{FF2B5EF4-FFF2-40B4-BE49-F238E27FC236}">
                    <a16:creationId xmlns:a16="http://schemas.microsoft.com/office/drawing/2014/main" id="{93E9476C-B74F-40F8-82CF-444FA2C09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" name="Line 21">
                <a:extLst>
                  <a:ext uri="{FF2B5EF4-FFF2-40B4-BE49-F238E27FC236}">
                    <a16:creationId xmlns:a16="http://schemas.microsoft.com/office/drawing/2014/main" id="{F08DF69B-0BC1-42A9-B41B-2515D0878B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" name="Text Box 22">
                <a:extLst>
                  <a:ext uri="{FF2B5EF4-FFF2-40B4-BE49-F238E27FC236}">
                    <a16:creationId xmlns:a16="http://schemas.microsoft.com/office/drawing/2014/main" id="{4C8561C8-F4CF-4A8A-B2F8-4435432CEF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5114" name="Text Box 23">
                <a:extLst>
                  <a:ext uri="{FF2B5EF4-FFF2-40B4-BE49-F238E27FC236}">
                    <a16:creationId xmlns:a16="http://schemas.microsoft.com/office/drawing/2014/main" id="{3D4DD5EF-C3E0-4978-AB73-29F9A8C2F5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sp>
          <p:nvSpPr>
            <p:cNvPr id="85041" name="Text Box 24">
              <a:extLst>
                <a:ext uri="{FF2B5EF4-FFF2-40B4-BE49-F238E27FC236}">
                  <a16:creationId xmlns:a16="http://schemas.microsoft.com/office/drawing/2014/main" id="{7952B3EE-5F49-42A9-893B-5FED3DE5D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6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grpSp>
          <p:nvGrpSpPr>
            <p:cNvPr id="85042" name="Group 25">
              <a:extLst>
                <a:ext uri="{FF2B5EF4-FFF2-40B4-BE49-F238E27FC236}">
                  <a16:creationId xmlns:a16="http://schemas.microsoft.com/office/drawing/2014/main" id="{DFCF3378-5451-435C-8D8D-3894B6D204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22" y="1387"/>
              <a:ext cx="567" cy="1636"/>
              <a:chOff x="1807" y="1104"/>
              <a:chExt cx="567" cy="1636"/>
            </a:xfrm>
          </p:grpSpPr>
          <p:sp>
            <p:nvSpPr>
              <p:cNvPr id="85081" name="Rectangle 26">
                <a:extLst>
                  <a:ext uri="{FF2B5EF4-FFF2-40B4-BE49-F238E27FC236}">
                    <a16:creationId xmlns:a16="http://schemas.microsoft.com/office/drawing/2014/main" id="{4E8EADBB-F7E7-41C9-9AC5-C30159532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82" name="Rectangle 27">
                <a:extLst>
                  <a:ext uri="{FF2B5EF4-FFF2-40B4-BE49-F238E27FC236}">
                    <a16:creationId xmlns:a16="http://schemas.microsoft.com/office/drawing/2014/main" id="{352F176F-56BA-4C9E-A34E-6E669277B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83" name="Rectangle 28">
                <a:extLst>
                  <a:ext uri="{FF2B5EF4-FFF2-40B4-BE49-F238E27FC236}">
                    <a16:creationId xmlns:a16="http://schemas.microsoft.com/office/drawing/2014/main" id="{2503FFFE-6EAC-496D-8EC8-A2A44BCC1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84" name="Rectangle 29">
                <a:extLst>
                  <a:ext uri="{FF2B5EF4-FFF2-40B4-BE49-F238E27FC236}">
                    <a16:creationId xmlns:a16="http://schemas.microsoft.com/office/drawing/2014/main" id="{1E1D07B4-CFAA-4D30-A003-6D6AF4AF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85" name="Rectangle 30">
                <a:extLst>
                  <a:ext uri="{FF2B5EF4-FFF2-40B4-BE49-F238E27FC236}">
                    <a16:creationId xmlns:a16="http://schemas.microsoft.com/office/drawing/2014/main" id="{7CE299F0-E427-4C35-A0C6-21AFA1ECD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86" name="Rectangle 31">
                <a:extLst>
                  <a:ext uri="{FF2B5EF4-FFF2-40B4-BE49-F238E27FC236}">
                    <a16:creationId xmlns:a16="http://schemas.microsoft.com/office/drawing/2014/main" id="{841F8396-B412-4FED-B891-1E17BAEE3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87" name="Line 32">
                <a:extLst>
                  <a:ext uri="{FF2B5EF4-FFF2-40B4-BE49-F238E27FC236}">
                    <a16:creationId xmlns:a16="http://schemas.microsoft.com/office/drawing/2014/main" id="{85397761-2D8D-443E-ABD4-6611585BF2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88" name="Line 33">
                <a:extLst>
                  <a:ext uri="{FF2B5EF4-FFF2-40B4-BE49-F238E27FC236}">
                    <a16:creationId xmlns:a16="http://schemas.microsoft.com/office/drawing/2014/main" id="{681E79D9-DF3D-4D38-9465-E7A9370E13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89" name="Line 34">
                <a:extLst>
                  <a:ext uri="{FF2B5EF4-FFF2-40B4-BE49-F238E27FC236}">
                    <a16:creationId xmlns:a16="http://schemas.microsoft.com/office/drawing/2014/main" id="{986BCD43-0767-4A68-8391-A2674C198C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90" name="Line 35">
                <a:extLst>
                  <a:ext uri="{FF2B5EF4-FFF2-40B4-BE49-F238E27FC236}">
                    <a16:creationId xmlns:a16="http://schemas.microsoft.com/office/drawing/2014/main" id="{65C295D0-92AA-4DA8-862A-14329629B8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91" name="Line 36">
                <a:extLst>
                  <a:ext uri="{FF2B5EF4-FFF2-40B4-BE49-F238E27FC236}">
                    <a16:creationId xmlns:a16="http://schemas.microsoft.com/office/drawing/2014/main" id="{D453F058-50BA-4DB5-B6B9-DBC145B259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92" name="Line 37">
                <a:extLst>
                  <a:ext uri="{FF2B5EF4-FFF2-40B4-BE49-F238E27FC236}">
                    <a16:creationId xmlns:a16="http://schemas.microsoft.com/office/drawing/2014/main" id="{B4A85BBD-C41F-433D-B454-FCF12222AF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93" name="Line 38">
                <a:extLst>
                  <a:ext uri="{FF2B5EF4-FFF2-40B4-BE49-F238E27FC236}">
                    <a16:creationId xmlns:a16="http://schemas.microsoft.com/office/drawing/2014/main" id="{3A16C86E-9EAC-4288-85AF-1956DCB11E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94" name="Line 39">
                <a:extLst>
                  <a:ext uri="{FF2B5EF4-FFF2-40B4-BE49-F238E27FC236}">
                    <a16:creationId xmlns:a16="http://schemas.microsoft.com/office/drawing/2014/main" id="{228B55AD-EF5C-4ED2-838B-54AA6D29E5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95" name="Line 40">
                <a:extLst>
                  <a:ext uri="{FF2B5EF4-FFF2-40B4-BE49-F238E27FC236}">
                    <a16:creationId xmlns:a16="http://schemas.microsoft.com/office/drawing/2014/main" id="{0EFEB7D8-88D0-4EAB-A8EA-DBE5BA6508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96" name="Text Box 41">
                <a:extLst>
                  <a:ext uri="{FF2B5EF4-FFF2-40B4-BE49-F238E27FC236}">
                    <a16:creationId xmlns:a16="http://schemas.microsoft.com/office/drawing/2014/main" id="{C49007D1-057F-4E34-893E-32517BCC9B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51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5097" name="Text Box 42">
                <a:extLst>
                  <a:ext uri="{FF2B5EF4-FFF2-40B4-BE49-F238E27FC236}">
                    <a16:creationId xmlns:a16="http://schemas.microsoft.com/office/drawing/2014/main" id="{2DA8DD20-321D-4594-8F92-513A0CA897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0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sp>
          <p:nvSpPr>
            <p:cNvPr id="85043" name="Text Box 43">
              <a:extLst>
                <a:ext uri="{FF2B5EF4-FFF2-40B4-BE49-F238E27FC236}">
                  <a16:creationId xmlns:a16="http://schemas.microsoft.com/office/drawing/2014/main" id="{DBECE149-3E59-461B-820A-52008DA3DA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34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85044" name="Text Box 44">
              <a:extLst>
                <a:ext uri="{FF2B5EF4-FFF2-40B4-BE49-F238E27FC236}">
                  <a16:creationId xmlns:a16="http://schemas.microsoft.com/office/drawing/2014/main" id="{8347DC39-0361-4129-BE10-8C40D2CF9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4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grpSp>
          <p:nvGrpSpPr>
            <p:cNvPr id="85045" name="Group 45">
              <a:extLst>
                <a:ext uri="{FF2B5EF4-FFF2-40B4-BE49-F238E27FC236}">
                  <a16:creationId xmlns:a16="http://schemas.microsoft.com/office/drawing/2014/main" id="{011D39AD-FE0C-4B22-9DCD-E458717DAA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88" y="1387"/>
              <a:ext cx="577" cy="1636"/>
              <a:chOff x="4271" y="1104"/>
              <a:chExt cx="577" cy="1636"/>
            </a:xfrm>
          </p:grpSpPr>
          <p:sp>
            <p:nvSpPr>
              <p:cNvPr id="85064" name="Rectangle 46">
                <a:extLst>
                  <a:ext uri="{FF2B5EF4-FFF2-40B4-BE49-F238E27FC236}">
                    <a16:creationId xmlns:a16="http://schemas.microsoft.com/office/drawing/2014/main" id="{7A227AEF-FCD0-4D49-BE04-5DD963003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65" name="Rectangle 47">
                <a:extLst>
                  <a:ext uri="{FF2B5EF4-FFF2-40B4-BE49-F238E27FC236}">
                    <a16:creationId xmlns:a16="http://schemas.microsoft.com/office/drawing/2014/main" id="{AF4B9402-686C-4EFD-8E46-E7C9E1D2D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66" name="Rectangle 48">
                <a:extLst>
                  <a:ext uri="{FF2B5EF4-FFF2-40B4-BE49-F238E27FC236}">
                    <a16:creationId xmlns:a16="http://schemas.microsoft.com/office/drawing/2014/main" id="{88894644-831B-4BEB-ADA7-9D5669B74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67" name="Rectangle 49">
                <a:extLst>
                  <a:ext uri="{FF2B5EF4-FFF2-40B4-BE49-F238E27FC236}">
                    <a16:creationId xmlns:a16="http://schemas.microsoft.com/office/drawing/2014/main" id="{017BE7FD-A620-4013-A945-47F03C3A9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68" name="Rectangle 50">
                <a:extLst>
                  <a:ext uri="{FF2B5EF4-FFF2-40B4-BE49-F238E27FC236}">
                    <a16:creationId xmlns:a16="http://schemas.microsoft.com/office/drawing/2014/main" id="{C1A04CBE-B732-4537-8D74-04FCD5725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69" name="Rectangle 51">
                <a:extLst>
                  <a:ext uri="{FF2B5EF4-FFF2-40B4-BE49-F238E27FC236}">
                    <a16:creationId xmlns:a16="http://schemas.microsoft.com/office/drawing/2014/main" id="{42D66D33-5D0C-421F-A429-44CCF725D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70" name="Line 52">
                <a:extLst>
                  <a:ext uri="{FF2B5EF4-FFF2-40B4-BE49-F238E27FC236}">
                    <a16:creationId xmlns:a16="http://schemas.microsoft.com/office/drawing/2014/main" id="{C2E90141-78ED-4E3C-9F06-A40F272529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71" name="Line 53">
                <a:extLst>
                  <a:ext uri="{FF2B5EF4-FFF2-40B4-BE49-F238E27FC236}">
                    <a16:creationId xmlns:a16="http://schemas.microsoft.com/office/drawing/2014/main" id="{1EADBF82-FEBB-48EF-9712-B0E52F36B3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72" name="Line 54">
                <a:extLst>
                  <a:ext uri="{FF2B5EF4-FFF2-40B4-BE49-F238E27FC236}">
                    <a16:creationId xmlns:a16="http://schemas.microsoft.com/office/drawing/2014/main" id="{57CE86CD-2D25-4211-93CD-D991635F5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" name="Line 55">
                <a:extLst>
                  <a:ext uri="{FF2B5EF4-FFF2-40B4-BE49-F238E27FC236}">
                    <a16:creationId xmlns:a16="http://schemas.microsoft.com/office/drawing/2014/main" id="{A4BEE184-1C24-4EF6-895D-4CAC8725AB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74" name="Line 56">
                <a:extLst>
                  <a:ext uri="{FF2B5EF4-FFF2-40B4-BE49-F238E27FC236}">
                    <a16:creationId xmlns:a16="http://schemas.microsoft.com/office/drawing/2014/main" id="{0F81A37D-6FC7-44C3-864A-813E6A30DE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75" name="Line 57">
                <a:extLst>
                  <a:ext uri="{FF2B5EF4-FFF2-40B4-BE49-F238E27FC236}">
                    <a16:creationId xmlns:a16="http://schemas.microsoft.com/office/drawing/2014/main" id="{6CB8D3E5-5C66-4000-ACB9-84554AA5FD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76" name="Line 58">
                <a:extLst>
                  <a:ext uri="{FF2B5EF4-FFF2-40B4-BE49-F238E27FC236}">
                    <a16:creationId xmlns:a16="http://schemas.microsoft.com/office/drawing/2014/main" id="{72DE5D42-8969-47D0-8243-41FFBF5431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77" name="Line 59">
                <a:extLst>
                  <a:ext uri="{FF2B5EF4-FFF2-40B4-BE49-F238E27FC236}">
                    <a16:creationId xmlns:a16="http://schemas.microsoft.com/office/drawing/2014/main" id="{15ABF8D2-87B8-468B-B65B-B453552B71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78" name="Line 60">
                <a:extLst>
                  <a:ext uri="{FF2B5EF4-FFF2-40B4-BE49-F238E27FC236}">
                    <a16:creationId xmlns:a16="http://schemas.microsoft.com/office/drawing/2014/main" id="{770A20B0-5745-454D-ACB4-FF8BD8F597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79" name="Text Box 61">
                <a:extLst>
                  <a:ext uri="{FF2B5EF4-FFF2-40B4-BE49-F238E27FC236}">
                    <a16:creationId xmlns:a16="http://schemas.microsoft.com/office/drawing/2014/main" id="{DB4D85FD-6905-4EE9-90F4-0993CA66B0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25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5080" name="Text Box 62">
                <a:extLst>
                  <a:ext uri="{FF2B5EF4-FFF2-40B4-BE49-F238E27FC236}">
                    <a16:creationId xmlns:a16="http://schemas.microsoft.com/office/drawing/2014/main" id="{0FB7B568-0785-4E5E-8AED-F4B5940B53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25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grpSp>
          <p:nvGrpSpPr>
            <p:cNvPr id="85046" name="Group 63">
              <a:extLst>
                <a:ext uri="{FF2B5EF4-FFF2-40B4-BE49-F238E27FC236}">
                  <a16:creationId xmlns:a16="http://schemas.microsoft.com/office/drawing/2014/main" id="{41D53A6B-6698-4150-8651-BE1ADAE76D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3" y="1387"/>
              <a:ext cx="542" cy="1636"/>
              <a:chOff x="3049" y="1104"/>
              <a:chExt cx="542" cy="1636"/>
            </a:xfrm>
          </p:grpSpPr>
          <p:sp>
            <p:nvSpPr>
              <p:cNvPr id="85047" name="Rectangle 64">
                <a:extLst>
                  <a:ext uri="{FF2B5EF4-FFF2-40B4-BE49-F238E27FC236}">
                    <a16:creationId xmlns:a16="http://schemas.microsoft.com/office/drawing/2014/main" id="{39642CE4-DFE5-470C-99EC-D6F0E075A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48" name="Rectangle 65">
                <a:extLst>
                  <a:ext uri="{FF2B5EF4-FFF2-40B4-BE49-F238E27FC236}">
                    <a16:creationId xmlns:a16="http://schemas.microsoft.com/office/drawing/2014/main" id="{EE73A11C-9A0C-475E-A78D-ECC2BC6AE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49" name="Rectangle 66">
                <a:extLst>
                  <a:ext uri="{FF2B5EF4-FFF2-40B4-BE49-F238E27FC236}">
                    <a16:creationId xmlns:a16="http://schemas.microsoft.com/office/drawing/2014/main" id="{CDD94EF9-E625-40A8-BBF9-15DBC531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50" name="Rectangle 67">
                <a:extLst>
                  <a:ext uri="{FF2B5EF4-FFF2-40B4-BE49-F238E27FC236}">
                    <a16:creationId xmlns:a16="http://schemas.microsoft.com/office/drawing/2014/main" id="{7DB018F6-256F-4BE7-BDC4-CB61F86A1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51" name="Rectangle 68">
                <a:extLst>
                  <a:ext uri="{FF2B5EF4-FFF2-40B4-BE49-F238E27FC236}">
                    <a16:creationId xmlns:a16="http://schemas.microsoft.com/office/drawing/2014/main" id="{20D2D061-48BD-42F1-9938-6FDFE894D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52" name="Rectangle 69">
                <a:extLst>
                  <a:ext uri="{FF2B5EF4-FFF2-40B4-BE49-F238E27FC236}">
                    <a16:creationId xmlns:a16="http://schemas.microsoft.com/office/drawing/2014/main" id="{5CAA3096-9848-42BD-ACEE-706474C99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53" name="Line 70">
                <a:extLst>
                  <a:ext uri="{FF2B5EF4-FFF2-40B4-BE49-F238E27FC236}">
                    <a16:creationId xmlns:a16="http://schemas.microsoft.com/office/drawing/2014/main" id="{22BE6785-B8F0-449F-8A90-87C94CAD2F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54" name="Line 71">
                <a:extLst>
                  <a:ext uri="{FF2B5EF4-FFF2-40B4-BE49-F238E27FC236}">
                    <a16:creationId xmlns:a16="http://schemas.microsoft.com/office/drawing/2014/main" id="{E9213F8A-8786-4C32-BFBE-A482159869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55" name="Line 72">
                <a:extLst>
                  <a:ext uri="{FF2B5EF4-FFF2-40B4-BE49-F238E27FC236}">
                    <a16:creationId xmlns:a16="http://schemas.microsoft.com/office/drawing/2014/main" id="{9B4F83EA-76F9-42A4-B008-2AC2B98811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56" name="Line 73">
                <a:extLst>
                  <a:ext uri="{FF2B5EF4-FFF2-40B4-BE49-F238E27FC236}">
                    <a16:creationId xmlns:a16="http://schemas.microsoft.com/office/drawing/2014/main" id="{2F6E872C-7E40-4012-BBCF-4439D0905D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57" name="Line 74">
                <a:extLst>
                  <a:ext uri="{FF2B5EF4-FFF2-40B4-BE49-F238E27FC236}">
                    <a16:creationId xmlns:a16="http://schemas.microsoft.com/office/drawing/2014/main" id="{577EA3EF-FBB5-47ED-8425-99F703ABA3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58" name="Line 75">
                <a:extLst>
                  <a:ext uri="{FF2B5EF4-FFF2-40B4-BE49-F238E27FC236}">
                    <a16:creationId xmlns:a16="http://schemas.microsoft.com/office/drawing/2014/main" id="{BA90C8AB-AAE4-467A-89BC-032A1D7738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59" name="Line 76">
                <a:extLst>
                  <a:ext uri="{FF2B5EF4-FFF2-40B4-BE49-F238E27FC236}">
                    <a16:creationId xmlns:a16="http://schemas.microsoft.com/office/drawing/2014/main" id="{DCEA3ED0-FB74-470B-BA75-5B0714239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60" name="Line 77">
                <a:extLst>
                  <a:ext uri="{FF2B5EF4-FFF2-40B4-BE49-F238E27FC236}">
                    <a16:creationId xmlns:a16="http://schemas.microsoft.com/office/drawing/2014/main" id="{EF938214-E627-4754-A406-E78F5F3AD9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61" name="Line 78">
                <a:extLst>
                  <a:ext uri="{FF2B5EF4-FFF2-40B4-BE49-F238E27FC236}">
                    <a16:creationId xmlns:a16="http://schemas.microsoft.com/office/drawing/2014/main" id="{8A7C22A4-C229-412D-BE7B-5EF186C981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62" name="Text Box 79">
                <a:extLst>
                  <a:ext uri="{FF2B5EF4-FFF2-40B4-BE49-F238E27FC236}">
                    <a16:creationId xmlns:a16="http://schemas.microsoft.com/office/drawing/2014/main" id="{E63C9D83-E9CE-4A42-8349-5A9825ECF8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54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5063" name="Text Box 80">
                <a:extLst>
                  <a:ext uri="{FF2B5EF4-FFF2-40B4-BE49-F238E27FC236}">
                    <a16:creationId xmlns:a16="http://schemas.microsoft.com/office/drawing/2014/main" id="{B706BA29-0FDD-4B0A-A87D-5117781D19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</p:grpSp>
      <p:grpSp>
        <p:nvGrpSpPr>
          <p:cNvPr id="7" name="Group 82">
            <a:extLst>
              <a:ext uri="{FF2B5EF4-FFF2-40B4-BE49-F238E27FC236}">
                <a16:creationId xmlns:a16="http://schemas.microsoft.com/office/drawing/2014/main" id="{48299051-694F-4175-AD75-12A231AC6CF8}"/>
              </a:ext>
            </a:extLst>
          </p:cNvPr>
          <p:cNvGrpSpPr>
            <a:grpSpLocks/>
          </p:cNvGrpSpPr>
          <p:nvPr/>
        </p:nvGrpSpPr>
        <p:grpSpPr bwMode="auto">
          <a:xfrm>
            <a:off x="3027363" y="6096000"/>
            <a:ext cx="3273425" cy="454025"/>
            <a:chOff x="1907" y="3840"/>
            <a:chExt cx="2062" cy="286"/>
          </a:xfrm>
        </p:grpSpPr>
        <p:grpSp>
          <p:nvGrpSpPr>
            <p:cNvPr id="85033" name="Group 83">
              <a:extLst>
                <a:ext uri="{FF2B5EF4-FFF2-40B4-BE49-F238E27FC236}">
                  <a16:creationId xmlns:a16="http://schemas.microsoft.com/office/drawing/2014/main" id="{A85F8327-332B-4421-A1DD-8762044C64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7" y="3840"/>
              <a:ext cx="2062" cy="286"/>
              <a:chOff x="1488" y="3840"/>
              <a:chExt cx="2062" cy="286"/>
            </a:xfrm>
          </p:grpSpPr>
          <p:sp>
            <p:nvSpPr>
              <p:cNvPr id="85035" name="Rectangle 84">
                <a:extLst>
                  <a:ext uri="{FF2B5EF4-FFF2-40B4-BE49-F238E27FC236}">
                    <a16:creationId xmlns:a16="http://schemas.microsoft.com/office/drawing/2014/main" id="{57E9CE53-F11E-476B-A1A2-7B3E1EC9E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36" name="Text Box 85">
                <a:extLst>
                  <a:ext uri="{FF2B5EF4-FFF2-40B4-BE49-F238E27FC236}">
                    <a16:creationId xmlns:a16="http://schemas.microsoft.com/office/drawing/2014/main" id="{CA3BBC80-156F-4136-922B-B2FA74671F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8" y="3851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体内地址</a:t>
                </a:r>
              </a:p>
            </p:txBody>
          </p:sp>
          <p:sp>
            <p:nvSpPr>
              <p:cNvPr id="85037" name="Rectangle 86">
                <a:extLst>
                  <a:ext uri="{FF2B5EF4-FFF2-40B4-BE49-F238E27FC236}">
                    <a16:creationId xmlns:a16="http://schemas.microsoft.com/office/drawing/2014/main" id="{FB909948-73F8-45BD-A668-D0E9B9F2C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38" name="Text Box 87">
                <a:extLst>
                  <a:ext uri="{FF2B5EF4-FFF2-40B4-BE49-F238E27FC236}">
                    <a16:creationId xmlns:a16="http://schemas.microsoft.com/office/drawing/2014/main" id="{7EBF2481-B69C-4281-9588-238736E2F3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70" y="3851"/>
                <a:ext cx="4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体号</a:t>
                </a:r>
              </a:p>
            </p:txBody>
          </p:sp>
        </p:grpSp>
        <p:sp>
          <p:nvSpPr>
            <p:cNvPr id="85034" name="Text Box 88">
              <a:extLst>
                <a:ext uri="{FF2B5EF4-FFF2-40B4-BE49-F238E27FC236}">
                  <a16:creationId xmlns:a16="http://schemas.microsoft.com/office/drawing/2014/main" id="{4FCE4B97-65F1-4354-849B-702DC1234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9" y="3851"/>
              <a:ext cx="4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体号</a:t>
              </a:r>
            </a:p>
          </p:txBody>
        </p:sp>
      </p:grpSp>
      <p:grpSp>
        <p:nvGrpSpPr>
          <p:cNvPr id="9" name="Group 89">
            <a:extLst>
              <a:ext uri="{FF2B5EF4-FFF2-40B4-BE49-F238E27FC236}">
                <a16:creationId xmlns:a16="http://schemas.microsoft.com/office/drawing/2014/main" id="{D038B589-9D75-48CF-8386-F3DD20392A9B}"/>
              </a:ext>
            </a:extLst>
          </p:cNvPr>
          <p:cNvGrpSpPr>
            <a:grpSpLocks/>
          </p:cNvGrpSpPr>
          <p:nvPr/>
        </p:nvGrpSpPr>
        <p:grpSpPr bwMode="auto">
          <a:xfrm>
            <a:off x="250825" y="1603375"/>
            <a:ext cx="1127125" cy="3265488"/>
            <a:chOff x="158" y="1010"/>
            <a:chExt cx="710" cy="2057"/>
          </a:xfrm>
        </p:grpSpPr>
        <p:sp>
          <p:nvSpPr>
            <p:cNvPr id="85028" name="Text Box 90">
              <a:extLst>
                <a:ext uri="{FF2B5EF4-FFF2-40B4-BE49-F238E27FC236}">
                  <a16:creationId xmlns:a16="http://schemas.microsoft.com/office/drawing/2014/main" id="{6F670749-E885-4A50-B02C-67F83892E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" y="1010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地址</a:t>
              </a:r>
            </a:p>
          </p:txBody>
        </p:sp>
        <p:grpSp>
          <p:nvGrpSpPr>
            <p:cNvPr id="85029" name="Group 91">
              <a:extLst>
                <a:ext uri="{FF2B5EF4-FFF2-40B4-BE49-F238E27FC236}">
                  <a16:creationId xmlns:a16="http://schemas.microsoft.com/office/drawing/2014/main" id="{2B0E1CC7-4F4F-419D-8D57-5EBDC5B691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" y="1339"/>
              <a:ext cx="710" cy="1728"/>
              <a:chOff x="158" y="1339"/>
              <a:chExt cx="710" cy="1728"/>
            </a:xfrm>
          </p:grpSpPr>
          <p:sp>
            <p:nvSpPr>
              <p:cNvPr id="85030" name="Text Box 92">
                <a:extLst>
                  <a:ext uri="{FF2B5EF4-FFF2-40B4-BE49-F238E27FC236}">
                    <a16:creationId xmlns:a16="http://schemas.microsoft.com/office/drawing/2014/main" id="{D3384949-39F2-4CFF-A025-65C007B38A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4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00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0000</a:t>
                </a:r>
              </a:p>
            </p:txBody>
          </p:sp>
          <p:sp>
            <p:nvSpPr>
              <p:cNvPr id="85031" name="Text Box 93">
                <a:extLst>
                  <a:ext uri="{FF2B5EF4-FFF2-40B4-BE49-F238E27FC236}">
                    <a16:creationId xmlns:a16="http://schemas.microsoft.com/office/drawing/2014/main" id="{62EB278F-154E-468C-9B47-0A7BAFDFE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4" y="1548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00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0001</a:t>
                </a:r>
              </a:p>
            </p:txBody>
          </p:sp>
          <p:sp>
            <p:nvSpPr>
              <p:cNvPr id="85032" name="Text Box 94">
                <a:extLst>
                  <a:ext uri="{FF2B5EF4-FFF2-40B4-BE49-F238E27FC236}">
                    <a16:creationId xmlns:a16="http://schemas.microsoft.com/office/drawing/2014/main" id="{7CF27441-587B-4F9B-863A-9023C2BE17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" y="2817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00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1111</a:t>
                </a:r>
              </a:p>
            </p:txBody>
          </p:sp>
        </p:grpSp>
      </p:grpSp>
      <p:grpSp>
        <p:nvGrpSpPr>
          <p:cNvPr id="11" name="Group 95">
            <a:extLst>
              <a:ext uri="{FF2B5EF4-FFF2-40B4-BE49-F238E27FC236}">
                <a16:creationId xmlns:a16="http://schemas.microsoft.com/office/drawing/2014/main" id="{9E500E82-2324-4C57-8705-8FE78E5D8DD7}"/>
              </a:ext>
            </a:extLst>
          </p:cNvPr>
          <p:cNvGrpSpPr>
            <a:grpSpLocks/>
          </p:cNvGrpSpPr>
          <p:nvPr/>
        </p:nvGrpSpPr>
        <p:grpSpPr bwMode="auto">
          <a:xfrm>
            <a:off x="2509838" y="2125663"/>
            <a:ext cx="1054100" cy="2743200"/>
            <a:chOff x="1581" y="1339"/>
            <a:chExt cx="664" cy="1728"/>
          </a:xfrm>
        </p:grpSpPr>
        <p:sp>
          <p:nvSpPr>
            <p:cNvPr id="85025" name="Text Box 96">
              <a:extLst>
                <a:ext uri="{FF2B5EF4-FFF2-40B4-BE49-F238E27FC236}">
                  <a16:creationId xmlns:a16="http://schemas.microsoft.com/office/drawing/2014/main" id="{45DA14C4-B39B-4BAC-9B4C-95CEF8C050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1" y="1339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0000</a:t>
              </a:r>
            </a:p>
          </p:txBody>
        </p:sp>
        <p:sp>
          <p:nvSpPr>
            <p:cNvPr id="85026" name="Text Box 97">
              <a:extLst>
                <a:ext uri="{FF2B5EF4-FFF2-40B4-BE49-F238E27FC236}">
                  <a16:creationId xmlns:a16="http://schemas.microsoft.com/office/drawing/2014/main" id="{363D68BD-8889-4149-8F15-61432A8FE9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1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0001</a:t>
              </a:r>
            </a:p>
          </p:txBody>
        </p:sp>
        <p:sp>
          <p:nvSpPr>
            <p:cNvPr id="85027" name="Text Box 98">
              <a:extLst>
                <a:ext uri="{FF2B5EF4-FFF2-40B4-BE49-F238E27FC236}">
                  <a16:creationId xmlns:a16="http://schemas.microsoft.com/office/drawing/2014/main" id="{1838F591-BBB3-449D-A3D7-FE0E8168C1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1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1111</a:t>
              </a:r>
            </a:p>
          </p:txBody>
        </p:sp>
      </p:grpSp>
      <p:grpSp>
        <p:nvGrpSpPr>
          <p:cNvPr id="12" name="Group 99">
            <a:extLst>
              <a:ext uri="{FF2B5EF4-FFF2-40B4-BE49-F238E27FC236}">
                <a16:creationId xmlns:a16="http://schemas.microsoft.com/office/drawing/2014/main" id="{335400B5-A6A7-466D-8BDA-C9816A4C06E3}"/>
              </a:ext>
            </a:extLst>
          </p:cNvPr>
          <p:cNvGrpSpPr>
            <a:grpSpLocks/>
          </p:cNvGrpSpPr>
          <p:nvPr/>
        </p:nvGrpSpPr>
        <p:grpSpPr bwMode="auto">
          <a:xfrm>
            <a:off x="4597400" y="2125663"/>
            <a:ext cx="1054100" cy="2743200"/>
            <a:chOff x="2896" y="1339"/>
            <a:chExt cx="664" cy="1728"/>
          </a:xfrm>
        </p:grpSpPr>
        <p:sp>
          <p:nvSpPr>
            <p:cNvPr id="85022" name="Text Box 100">
              <a:extLst>
                <a:ext uri="{FF2B5EF4-FFF2-40B4-BE49-F238E27FC236}">
                  <a16:creationId xmlns:a16="http://schemas.microsoft.com/office/drawing/2014/main" id="{9394D406-AE09-4303-99EB-D5E125FFE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6" y="1339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0000</a:t>
              </a:r>
            </a:p>
          </p:txBody>
        </p:sp>
        <p:sp>
          <p:nvSpPr>
            <p:cNvPr id="85023" name="Text Box 101">
              <a:extLst>
                <a:ext uri="{FF2B5EF4-FFF2-40B4-BE49-F238E27FC236}">
                  <a16:creationId xmlns:a16="http://schemas.microsoft.com/office/drawing/2014/main" id="{DD220E1D-4ABA-4DE9-B71D-D10D041A8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6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0001</a:t>
              </a:r>
            </a:p>
          </p:txBody>
        </p:sp>
        <p:sp>
          <p:nvSpPr>
            <p:cNvPr id="85024" name="Text Box 102">
              <a:extLst>
                <a:ext uri="{FF2B5EF4-FFF2-40B4-BE49-F238E27FC236}">
                  <a16:creationId xmlns:a16="http://schemas.microsoft.com/office/drawing/2014/main" id="{74657D31-D3A8-484F-A870-D5ED65D5A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6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1111</a:t>
              </a:r>
            </a:p>
          </p:txBody>
        </p:sp>
      </p:grpSp>
      <p:grpSp>
        <p:nvGrpSpPr>
          <p:cNvPr id="13" name="Group 103">
            <a:extLst>
              <a:ext uri="{FF2B5EF4-FFF2-40B4-BE49-F238E27FC236}">
                <a16:creationId xmlns:a16="http://schemas.microsoft.com/office/drawing/2014/main" id="{A205EFF5-46DB-49B7-BC30-EBB58097BC81}"/>
              </a:ext>
            </a:extLst>
          </p:cNvPr>
          <p:cNvGrpSpPr>
            <a:grpSpLocks/>
          </p:cNvGrpSpPr>
          <p:nvPr/>
        </p:nvGrpSpPr>
        <p:grpSpPr bwMode="auto">
          <a:xfrm>
            <a:off x="6659563" y="2125663"/>
            <a:ext cx="1054100" cy="2743200"/>
            <a:chOff x="4195" y="1339"/>
            <a:chExt cx="664" cy="1728"/>
          </a:xfrm>
        </p:grpSpPr>
        <p:sp>
          <p:nvSpPr>
            <p:cNvPr id="85019" name="Text Box 104">
              <a:extLst>
                <a:ext uri="{FF2B5EF4-FFF2-40B4-BE49-F238E27FC236}">
                  <a16:creationId xmlns:a16="http://schemas.microsoft.com/office/drawing/2014/main" id="{12D4BAFF-30DB-4EF4-9405-2A674CDB5A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1339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0000</a:t>
              </a:r>
            </a:p>
          </p:txBody>
        </p:sp>
        <p:sp>
          <p:nvSpPr>
            <p:cNvPr id="85020" name="Text Box 105">
              <a:extLst>
                <a:ext uri="{FF2B5EF4-FFF2-40B4-BE49-F238E27FC236}">
                  <a16:creationId xmlns:a16="http://schemas.microsoft.com/office/drawing/2014/main" id="{DF3028EB-5965-4C73-907A-276F868DE3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0001</a:t>
              </a:r>
            </a:p>
          </p:txBody>
        </p:sp>
        <p:sp>
          <p:nvSpPr>
            <p:cNvPr id="85021" name="Text Box 106">
              <a:extLst>
                <a:ext uri="{FF2B5EF4-FFF2-40B4-BE49-F238E27FC236}">
                  <a16:creationId xmlns:a16="http://schemas.microsoft.com/office/drawing/2014/main" id="{D326BB25-CDFF-4DE7-887C-51EA7539D6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1111</a:t>
              </a:r>
            </a:p>
          </p:txBody>
        </p:sp>
      </p:grpSp>
      <p:grpSp>
        <p:nvGrpSpPr>
          <p:cNvPr id="14" name="Group 107">
            <a:extLst>
              <a:ext uri="{FF2B5EF4-FFF2-40B4-BE49-F238E27FC236}">
                <a16:creationId xmlns:a16="http://schemas.microsoft.com/office/drawing/2014/main" id="{1ABD33DE-3C6C-4A59-9321-D3F75AE9537C}"/>
              </a:ext>
            </a:extLst>
          </p:cNvPr>
          <p:cNvGrpSpPr>
            <a:grpSpLocks/>
          </p:cNvGrpSpPr>
          <p:nvPr/>
        </p:nvGrpSpPr>
        <p:grpSpPr bwMode="auto">
          <a:xfrm>
            <a:off x="449263" y="4926013"/>
            <a:ext cx="6408737" cy="447675"/>
            <a:chOff x="283" y="3103"/>
            <a:chExt cx="4037" cy="282"/>
          </a:xfrm>
        </p:grpSpPr>
        <p:sp>
          <p:nvSpPr>
            <p:cNvPr id="85014" name="Line 108">
              <a:extLst>
                <a:ext uri="{FF2B5EF4-FFF2-40B4-BE49-F238E27FC236}">
                  <a16:creationId xmlns:a16="http://schemas.microsoft.com/office/drawing/2014/main" id="{9A29AC50-C97F-48A8-BEA3-9B3733B07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" y="3385"/>
              <a:ext cx="4037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15" name="Line 109">
              <a:extLst>
                <a:ext uri="{FF2B5EF4-FFF2-40B4-BE49-F238E27FC236}">
                  <a16:creationId xmlns:a16="http://schemas.microsoft.com/office/drawing/2014/main" id="{EE8C8C33-23C0-4F44-A796-9CD8EF612A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16" name="Line 110">
              <a:extLst>
                <a:ext uri="{FF2B5EF4-FFF2-40B4-BE49-F238E27FC236}">
                  <a16:creationId xmlns:a16="http://schemas.microsoft.com/office/drawing/2014/main" id="{A69C945C-F13E-424D-8486-0283CACC20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310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17" name="Line 111">
              <a:extLst>
                <a:ext uri="{FF2B5EF4-FFF2-40B4-BE49-F238E27FC236}">
                  <a16:creationId xmlns:a16="http://schemas.microsoft.com/office/drawing/2014/main" id="{BC58A185-B6A8-40D2-BAC0-B20B993B3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6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18" name="Line 112">
              <a:extLst>
                <a:ext uri="{FF2B5EF4-FFF2-40B4-BE49-F238E27FC236}">
                  <a16:creationId xmlns:a16="http://schemas.microsoft.com/office/drawing/2014/main" id="{42F90390-0E93-4CB3-BB67-84D4647969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8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5105" name="Line 113">
            <a:extLst>
              <a:ext uri="{FF2B5EF4-FFF2-40B4-BE49-F238E27FC236}">
                <a16:creationId xmlns:a16="http://schemas.microsoft.com/office/drawing/2014/main" id="{E450A258-CA27-4118-A3F8-74453FE807A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7300" y="5373688"/>
            <a:ext cx="0" cy="719137"/>
          </a:xfrm>
          <a:prstGeom prst="line">
            <a:avLst/>
          </a:prstGeom>
          <a:noFill/>
          <a:ln w="57150">
            <a:solidFill>
              <a:schemeClr val="folHlink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5" name="Group 114">
            <a:extLst>
              <a:ext uri="{FF2B5EF4-FFF2-40B4-BE49-F238E27FC236}">
                <a16:creationId xmlns:a16="http://schemas.microsoft.com/office/drawing/2014/main" id="{BFFBB905-8F0E-4A37-A696-F0C05C2772AE}"/>
              </a:ext>
            </a:extLst>
          </p:cNvPr>
          <p:cNvGrpSpPr>
            <a:grpSpLocks/>
          </p:cNvGrpSpPr>
          <p:nvPr/>
        </p:nvGrpSpPr>
        <p:grpSpPr bwMode="auto">
          <a:xfrm>
            <a:off x="876300" y="4941888"/>
            <a:ext cx="6424613" cy="719137"/>
            <a:chOff x="552" y="3113"/>
            <a:chExt cx="4047" cy="453"/>
          </a:xfrm>
        </p:grpSpPr>
        <p:sp>
          <p:nvSpPr>
            <p:cNvPr id="85009" name="Line 115">
              <a:extLst>
                <a:ext uri="{FF2B5EF4-FFF2-40B4-BE49-F238E27FC236}">
                  <a16:creationId xmlns:a16="http://schemas.microsoft.com/office/drawing/2014/main" id="{7E854564-F468-4064-87F9-C27DD509DD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" y="3566"/>
              <a:ext cx="4047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10" name="Line 116">
              <a:extLst>
                <a:ext uri="{FF2B5EF4-FFF2-40B4-BE49-F238E27FC236}">
                  <a16:creationId xmlns:a16="http://schemas.microsoft.com/office/drawing/2014/main" id="{0C68E87D-28B8-44DE-B613-24F6FECCC2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11" name="Line 117">
              <a:extLst>
                <a:ext uri="{FF2B5EF4-FFF2-40B4-BE49-F238E27FC236}">
                  <a16:creationId xmlns:a16="http://schemas.microsoft.com/office/drawing/2014/main" id="{C09A7AB3-7FFF-43EF-A64F-27C6DFD1BF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3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12" name="Line 118">
              <a:extLst>
                <a:ext uri="{FF2B5EF4-FFF2-40B4-BE49-F238E27FC236}">
                  <a16:creationId xmlns:a16="http://schemas.microsoft.com/office/drawing/2014/main" id="{B2107BAA-537E-49D1-9C11-5533A63B9B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13" name="Line 119">
              <a:extLst>
                <a:ext uri="{FF2B5EF4-FFF2-40B4-BE49-F238E27FC236}">
                  <a16:creationId xmlns:a16="http://schemas.microsoft.com/office/drawing/2014/main" id="{06FDA9FD-2DAF-40E8-85BB-240F576EB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2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5112" name="Line 120">
            <a:extLst>
              <a:ext uri="{FF2B5EF4-FFF2-40B4-BE49-F238E27FC236}">
                <a16:creationId xmlns:a16="http://schemas.microsoft.com/office/drawing/2014/main" id="{C32B24C4-4011-4F8F-B585-5CB68AF69A02}"/>
              </a:ext>
            </a:extLst>
          </p:cNvPr>
          <p:cNvSpPr>
            <a:spLocks noChangeShapeType="1"/>
          </p:cNvSpPr>
          <p:nvPr/>
        </p:nvSpPr>
        <p:spPr bwMode="auto">
          <a:xfrm>
            <a:off x="5435600" y="5661025"/>
            <a:ext cx="0" cy="4318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113" name="Text Box 121">
            <a:extLst>
              <a:ext uri="{FF2B5EF4-FFF2-40B4-BE49-F238E27FC236}">
                <a16:creationId xmlns:a16="http://schemas.microsoft.com/office/drawing/2014/main" id="{96AD9106-81E4-4617-9356-36A479BFB1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4300" y="836613"/>
            <a:ext cx="5402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顺序编址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4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5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7" dur="500"/>
                                        <p:tgtEl>
                                          <p:spTgt spid="85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6" dur="500"/>
                                        <p:tgtEl>
                                          <p:spTgt spid="85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8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6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995" grpId="0" autoUpdateAnimBg="0"/>
      <p:bldP spid="85113" grpId="0" autoUpdateAnimBg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Text Box 2">
            <a:extLst>
              <a:ext uri="{FF2B5EF4-FFF2-40B4-BE49-F238E27FC236}">
                <a16:creationId xmlns:a16="http://schemas.microsoft.com/office/drawing/2014/main" id="{9EEE19DF-09A6-413B-A709-1167AF829D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7238" y="260350"/>
            <a:ext cx="32908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各个体并行工作</a:t>
            </a: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744A25D0-233F-49E3-9F2E-3438183AAE74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1274763"/>
            <a:ext cx="7543800" cy="5178425"/>
            <a:chOff x="384" y="864"/>
            <a:chExt cx="4752" cy="3262"/>
          </a:xfrm>
        </p:grpSpPr>
        <p:sp>
          <p:nvSpPr>
            <p:cNvPr id="86031" name="Text Box 5">
              <a:extLst>
                <a:ext uri="{FF2B5EF4-FFF2-40B4-BE49-F238E27FC236}">
                  <a16:creationId xmlns:a16="http://schemas.microsoft.com/office/drawing/2014/main" id="{93D2D6C6-2121-4C5C-B406-2F87449D38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864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86032" name="Text Box 6">
              <a:extLst>
                <a:ext uri="{FF2B5EF4-FFF2-40B4-BE49-F238E27FC236}">
                  <a16:creationId xmlns:a16="http://schemas.microsoft.com/office/drawing/2014/main" id="{FBC86D28-88CC-4730-85F2-064A814AAD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" y="864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地址</a:t>
              </a:r>
            </a:p>
          </p:txBody>
        </p:sp>
        <p:sp>
          <p:nvSpPr>
            <p:cNvPr id="86033" name="Text Box 7">
              <a:extLst>
                <a:ext uri="{FF2B5EF4-FFF2-40B4-BE49-F238E27FC236}">
                  <a16:creationId xmlns:a16="http://schemas.microsoft.com/office/drawing/2014/main" id="{9D634A30-1768-4477-BE4A-D172A167C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" y="113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86034" name="Text Box 8">
              <a:extLst>
                <a:ext uri="{FF2B5EF4-FFF2-40B4-BE49-F238E27FC236}">
                  <a16:creationId xmlns:a16="http://schemas.microsoft.com/office/drawing/2014/main" id="{453AEE72-C547-433E-9B8D-D6BD428C39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" y="138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grpSp>
          <p:nvGrpSpPr>
            <p:cNvPr id="86035" name="Group 9">
              <a:extLst>
                <a:ext uri="{FF2B5EF4-FFF2-40B4-BE49-F238E27FC236}">
                  <a16:creationId xmlns:a16="http://schemas.microsoft.com/office/drawing/2014/main" id="{009DA8DF-1508-496A-949A-9F957B146E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" y="1152"/>
              <a:ext cx="567" cy="1636"/>
              <a:chOff x="624" y="1104"/>
              <a:chExt cx="567" cy="1636"/>
            </a:xfrm>
          </p:grpSpPr>
          <p:sp>
            <p:nvSpPr>
              <p:cNvPr id="86123" name="Rectangle 10">
                <a:extLst>
                  <a:ext uri="{FF2B5EF4-FFF2-40B4-BE49-F238E27FC236}">
                    <a16:creationId xmlns:a16="http://schemas.microsoft.com/office/drawing/2014/main" id="{80D9013F-42CD-4FF3-B773-D84BB032E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24" name="Rectangle 11">
                <a:extLst>
                  <a:ext uri="{FF2B5EF4-FFF2-40B4-BE49-F238E27FC236}">
                    <a16:creationId xmlns:a16="http://schemas.microsoft.com/office/drawing/2014/main" id="{E85B73D6-AD43-4D7E-B0DD-4A3D49F28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25" name="Rectangle 12">
                <a:extLst>
                  <a:ext uri="{FF2B5EF4-FFF2-40B4-BE49-F238E27FC236}">
                    <a16:creationId xmlns:a16="http://schemas.microsoft.com/office/drawing/2014/main" id="{69A03DE2-8296-4D94-A687-01373C525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26" name="Rectangle 13">
                <a:extLst>
                  <a:ext uri="{FF2B5EF4-FFF2-40B4-BE49-F238E27FC236}">
                    <a16:creationId xmlns:a16="http://schemas.microsoft.com/office/drawing/2014/main" id="{033BB8D2-700B-4546-AB75-89D972E27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27" name="Rectangle 14">
                <a:extLst>
                  <a:ext uri="{FF2B5EF4-FFF2-40B4-BE49-F238E27FC236}">
                    <a16:creationId xmlns:a16="http://schemas.microsoft.com/office/drawing/2014/main" id="{E039AE2C-00E6-4BDF-B4BA-D763D041F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28" name="Rectangle 15">
                <a:extLst>
                  <a:ext uri="{FF2B5EF4-FFF2-40B4-BE49-F238E27FC236}">
                    <a16:creationId xmlns:a16="http://schemas.microsoft.com/office/drawing/2014/main" id="{769C65F5-3BE3-4817-BD94-930AD3597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29" name="Line 16">
                <a:extLst>
                  <a:ext uri="{FF2B5EF4-FFF2-40B4-BE49-F238E27FC236}">
                    <a16:creationId xmlns:a16="http://schemas.microsoft.com/office/drawing/2014/main" id="{07D30A12-93DE-4E68-812A-2F7C33E65A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" name="Line 17">
                <a:extLst>
                  <a:ext uri="{FF2B5EF4-FFF2-40B4-BE49-F238E27FC236}">
                    <a16:creationId xmlns:a16="http://schemas.microsoft.com/office/drawing/2014/main" id="{B86CB5A2-9734-4A58-B1C1-03DEADF930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" name="Line 18">
                <a:extLst>
                  <a:ext uri="{FF2B5EF4-FFF2-40B4-BE49-F238E27FC236}">
                    <a16:creationId xmlns:a16="http://schemas.microsoft.com/office/drawing/2014/main" id="{B08F06C0-E8A6-4716-BE54-7945855DB5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32" name="Line 19">
                <a:extLst>
                  <a:ext uri="{FF2B5EF4-FFF2-40B4-BE49-F238E27FC236}">
                    <a16:creationId xmlns:a16="http://schemas.microsoft.com/office/drawing/2014/main" id="{F0B3596A-5887-4178-B05B-AD7FEDBEFA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33" name="Line 20">
                <a:extLst>
                  <a:ext uri="{FF2B5EF4-FFF2-40B4-BE49-F238E27FC236}">
                    <a16:creationId xmlns:a16="http://schemas.microsoft.com/office/drawing/2014/main" id="{5330C2CA-CED5-4F9A-895B-26A97F3C8C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34" name="Line 21">
                <a:extLst>
                  <a:ext uri="{FF2B5EF4-FFF2-40B4-BE49-F238E27FC236}">
                    <a16:creationId xmlns:a16="http://schemas.microsoft.com/office/drawing/2014/main" id="{EB75C250-CA56-46A1-8838-A7D68806F4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35" name="Line 22">
                <a:extLst>
                  <a:ext uri="{FF2B5EF4-FFF2-40B4-BE49-F238E27FC236}">
                    <a16:creationId xmlns:a16="http://schemas.microsoft.com/office/drawing/2014/main" id="{372F1ADF-EBCF-46B0-A655-372EDBB01F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36" name="Line 23">
                <a:extLst>
                  <a:ext uri="{FF2B5EF4-FFF2-40B4-BE49-F238E27FC236}">
                    <a16:creationId xmlns:a16="http://schemas.microsoft.com/office/drawing/2014/main" id="{26B568FC-081E-43CA-B645-5F94B10719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37" name="Line 24">
                <a:extLst>
                  <a:ext uri="{FF2B5EF4-FFF2-40B4-BE49-F238E27FC236}">
                    <a16:creationId xmlns:a16="http://schemas.microsoft.com/office/drawing/2014/main" id="{3DB5E965-5C1E-4C7F-9BAF-DD9EA6FDC9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38" name="Text Box 25">
                <a:extLst>
                  <a:ext uri="{FF2B5EF4-FFF2-40B4-BE49-F238E27FC236}">
                    <a16:creationId xmlns:a16="http://schemas.microsoft.com/office/drawing/2014/main" id="{B007FD6B-3A5C-41C3-8315-A826459304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6139" name="Text Box 26">
                <a:extLst>
                  <a:ext uri="{FF2B5EF4-FFF2-40B4-BE49-F238E27FC236}">
                    <a16:creationId xmlns:a16="http://schemas.microsoft.com/office/drawing/2014/main" id="{B063FBC5-E894-48A0-B340-77F1774E64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sp>
          <p:nvSpPr>
            <p:cNvPr id="86036" name="Text Box 27">
              <a:extLst>
                <a:ext uri="{FF2B5EF4-FFF2-40B4-BE49-F238E27FC236}">
                  <a16:creationId xmlns:a16="http://schemas.microsoft.com/office/drawing/2014/main" id="{695BBE75-07B0-44D7-AC8E-B231208AD2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" y="2544"/>
              <a:ext cx="4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－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6037" name="Text Box 28">
              <a:extLst>
                <a:ext uri="{FF2B5EF4-FFF2-40B4-BE49-F238E27FC236}">
                  <a16:creationId xmlns:a16="http://schemas.microsoft.com/office/drawing/2014/main" id="{93D64C24-F472-49C3-9998-34401AE441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9" y="864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6038" name="Text Box 29">
              <a:extLst>
                <a:ext uri="{FF2B5EF4-FFF2-40B4-BE49-F238E27FC236}">
                  <a16:creationId xmlns:a16="http://schemas.microsoft.com/office/drawing/2014/main" id="{FA45FDE1-162E-4F00-A2E4-FD555FF25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" y="1104"/>
              <a:ext cx="22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86039" name="Text Box 30">
              <a:extLst>
                <a:ext uri="{FF2B5EF4-FFF2-40B4-BE49-F238E27FC236}">
                  <a16:creationId xmlns:a16="http://schemas.microsoft.com/office/drawing/2014/main" id="{A734B369-A520-494F-AB80-B8B65713E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" y="1313"/>
              <a:ext cx="39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+1</a:t>
              </a:r>
            </a:p>
          </p:txBody>
        </p:sp>
        <p:grpSp>
          <p:nvGrpSpPr>
            <p:cNvPr id="86040" name="Group 31">
              <a:extLst>
                <a:ext uri="{FF2B5EF4-FFF2-40B4-BE49-F238E27FC236}">
                  <a16:creationId xmlns:a16="http://schemas.microsoft.com/office/drawing/2014/main" id="{E38A8CC8-BF31-4E72-B493-3EF677A81A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5" y="1152"/>
              <a:ext cx="567" cy="1636"/>
              <a:chOff x="1807" y="1104"/>
              <a:chExt cx="567" cy="1636"/>
            </a:xfrm>
          </p:grpSpPr>
          <p:sp>
            <p:nvSpPr>
              <p:cNvPr id="86106" name="Rectangle 32">
                <a:extLst>
                  <a:ext uri="{FF2B5EF4-FFF2-40B4-BE49-F238E27FC236}">
                    <a16:creationId xmlns:a16="http://schemas.microsoft.com/office/drawing/2014/main" id="{D24F76DC-D31C-4732-B7C0-B89F9A9D4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07" name="Rectangle 33">
                <a:extLst>
                  <a:ext uri="{FF2B5EF4-FFF2-40B4-BE49-F238E27FC236}">
                    <a16:creationId xmlns:a16="http://schemas.microsoft.com/office/drawing/2014/main" id="{E427EC1C-FBED-4B82-8EEC-BA6C7B6F9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08" name="Rectangle 34">
                <a:extLst>
                  <a:ext uri="{FF2B5EF4-FFF2-40B4-BE49-F238E27FC236}">
                    <a16:creationId xmlns:a16="http://schemas.microsoft.com/office/drawing/2014/main" id="{7DA10FC2-B210-4343-9174-E17821787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09" name="Rectangle 35">
                <a:extLst>
                  <a:ext uri="{FF2B5EF4-FFF2-40B4-BE49-F238E27FC236}">
                    <a16:creationId xmlns:a16="http://schemas.microsoft.com/office/drawing/2014/main" id="{3CC228FE-0B2F-46D1-8AE3-C3A6B5E2C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10" name="Rectangle 36">
                <a:extLst>
                  <a:ext uri="{FF2B5EF4-FFF2-40B4-BE49-F238E27FC236}">
                    <a16:creationId xmlns:a16="http://schemas.microsoft.com/office/drawing/2014/main" id="{23D87122-C42D-47D9-8D51-9AA66C622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11" name="Rectangle 37">
                <a:extLst>
                  <a:ext uri="{FF2B5EF4-FFF2-40B4-BE49-F238E27FC236}">
                    <a16:creationId xmlns:a16="http://schemas.microsoft.com/office/drawing/2014/main" id="{055CC52E-5C6D-40AD-86AA-CF7580C50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12" name="Line 38">
                <a:extLst>
                  <a:ext uri="{FF2B5EF4-FFF2-40B4-BE49-F238E27FC236}">
                    <a16:creationId xmlns:a16="http://schemas.microsoft.com/office/drawing/2014/main" id="{F568A1A2-BC98-4E77-8B41-8BDF0C5B40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13" name="Line 39">
                <a:extLst>
                  <a:ext uri="{FF2B5EF4-FFF2-40B4-BE49-F238E27FC236}">
                    <a16:creationId xmlns:a16="http://schemas.microsoft.com/office/drawing/2014/main" id="{708C0BE1-95BB-4176-8126-FD1583C34C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14" name="Line 40">
                <a:extLst>
                  <a:ext uri="{FF2B5EF4-FFF2-40B4-BE49-F238E27FC236}">
                    <a16:creationId xmlns:a16="http://schemas.microsoft.com/office/drawing/2014/main" id="{8EF19C40-D2DE-4BB7-A148-B5286E2C0A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15" name="Line 41">
                <a:extLst>
                  <a:ext uri="{FF2B5EF4-FFF2-40B4-BE49-F238E27FC236}">
                    <a16:creationId xmlns:a16="http://schemas.microsoft.com/office/drawing/2014/main" id="{5C10874B-BCB9-4B7C-A619-32F9F4250A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16" name="Line 42">
                <a:extLst>
                  <a:ext uri="{FF2B5EF4-FFF2-40B4-BE49-F238E27FC236}">
                    <a16:creationId xmlns:a16="http://schemas.microsoft.com/office/drawing/2014/main" id="{BEE692D9-496E-4387-B47A-2C571AF00E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17" name="Line 43">
                <a:extLst>
                  <a:ext uri="{FF2B5EF4-FFF2-40B4-BE49-F238E27FC236}">
                    <a16:creationId xmlns:a16="http://schemas.microsoft.com/office/drawing/2014/main" id="{E04C9B9B-D7D2-40FE-B099-156CDB04C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18" name="Line 44">
                <a:extLst>
                  <a:ext uri="{FF2B5EF4-FFF2-40B4-BE49-F238E27FC236}">
                    <a16:creationId xmlns:a16="http://schemas.microsoft.com/office/drawing/2014/main" id="{DC30989F-7DD3-490F-983A-C749C82974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19" name="Line 45">
                <a:extLst>
                  <a:ext uri="{FF2B5EF4-FFF2-40B4-BE49-F238E27FC236}">
                    <a16:creationId xmlns:a16="http://schemas.microsoft.com/office/drawing/2014/main" id="{99878051-2951-42A3-B877-053D51A4F1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20" name="Line 46">
                <a:extLst>
                  <a:ext uri="{FF2B5EF4-FFF2-40B4-BE49-F238E27FC236}">
                    <a16:creationId xmlns:a16="http://schemas.microsoft.com/office/drawing/2014/main" id="{F297EBF0-584A-4655-B8BE-1CCBE71CAD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21" name="Text Box 47">
                <a:extLst>
                  <a:ext uri="{FF2B5EF4-FFF2-40B4-BE49-F238E27FC236}">
                    <a16:creationId xmlns:a16="http://schemas.microsoft.com/office/drawing/2014/main" id="{564632C2-B391-4167-A94A-01B2BAEEFF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51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6122" name="Text Box 48">
                <a:extLst>
                  <a:ext uri="{FF2B5EF4-FFF2-40B4-BE49-F238E27FC236}">
                    <a16:creationId xmlns:a16="http://schemas.microsoft.com/office/drawing/2014/main" id="{9E3326FA-8994-4365-897D-0614AF8451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0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sp>
          <p:nvSpPr>
            <p:cNvPr id="86041" name="Text Box 49">
              <a:extLst>
                <a:ext uri="{FF2B5EF4-FFF2-40B4-BE49-F238E27FC236}">
                  <a16:creationId xmlns:a16="http://schemas.microsoft.com/office/drawing/2014/main" id="{813342EB-111B-4E5A-A508-60F24FA136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4" y="2544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－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6042" name="Text Box 50">
              <a:extLst>
                <a:ext uri="{FF2B5EF4-FFF2-40B4-BE49-F238E27FC236}">
                  <a16:creationId xmlns:a16="http://schemas.microsoft.com/office/drawing/2014/main" id="{DABBBA74-5E64-40AE-96F3-FC0BBF57B6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8" y="864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86043" name="Text Box 51">
              <a:extLst>
                <a:ext uri="{FF2B5EF4-FFF2-40B4-BE49-F238E27FC236}">
                  <a16:creationId xmlns:a16="http://schemas.microsoft.com/office/drawing/2014/main" id="{E43DFBE1-8233-4024-ABC8-1788C555C6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6" y="1104"/>
              <a:ext cx="30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86044" name="Text Box 52">
              <a:extLst>
                <a:ext uri="{FF2B5EF4-FFF2-40B4-BE49-F238E27FC236}">
                  <a16:creationId xmlns:a16="http://schemas.microsoft.com/office/drawing/2014/main" id="{82589958-24E2-4ED4-9BE7-ACD1275F4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6" y="1313"/>
              <a:ext cx="47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+1</a:t>
              </a:r>
            </a:p>
          </p:txBody>
        </p:sp>
        <p:sp>
          <p:nvSpPr>
            <p:cNvPr id="86045" name="Text Box 53">
              <a:extLst>
                <a:ext uri="{FF2B5EF4-FFF2-40B4-BE49-F238E27FC236}">
                  <a16:creationId xmlns:a16="http://schemas.microsoft.com/office/drawing/2014/main" id="{8EA8F30A-1FA9-4C5D-8817-16717F94B8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3" y="2544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－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6046" name="Text Box 54">
              <a:extLst>
                <a:ext uri="{FF2B5EF4-FFF2-40B4-BE49-F238E27FC236}">
                  <a16:creationId xmlns:a16="http://schemas.microsoft.com/office/drawing/2014/main" id="{57052E67-783F-4560-9028-BC27C2832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5" y="864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86047" name="Text Box 55">
              <a:extLst>
                <a:ext uri="{FF2B5EF4-FFF2-40B4-BE49-F238E27FC236}">
                  <a16:creationId xmlns:a16="http://schemas.microsoft.com/office/drawing/2014/main" id="{785E0390-2D2F-4EE7-8EFD-6176D617D8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1104"/>
              <a:ext cx="30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86048" name="Text Box 56">
              <a:extLst>
                <a:ext uri="{FF2B5EF4-FFF2-40B4-BE49-F238E27FC236}">
                  <a16:creationId xmlns:a16="http://schemas.microsoft.com/office/drawing/2014/main" id="{0610718E-7228-4845-AFF4-1D42CA3E50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1313"/>
              <a:ext cx="47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+1</a:t>
              </a:r>
            </a:p>
          </p:txBody>
        </p:sp>
        <p:sp>
          <p:nvSpPr>
            <p:cNvPr id="86049" name="Text Box 57">
              <a:extLst>
                <a:ext uri="{FF2B5EF4-FFF2-40B4-BE49-F238E27FC236}">
                  <a16:creationId xmlns:a16="http://schemas.microsoft.com/office/drawing/2014/main" id="{76E8E27F-BC70-4880-A63A-0829290D12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2" y="2544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－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grpSp>
          <p:nvGrpSpPr>
            <p:cNvPr id="86050" name="Group 58">
              <a:extLst>
                <a:ext uri="{FF2B5EF4-FFF2-40B4-BE49-F238E27FC236}">
                  <a16:creationId xmlns:a16="http://schemas.microsoft.com/office/drawing/2014/main" id="{5A8A190C-B4B4-493F-8379-5C74E3CF99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59" y="1152"/>
              <a:ext cx="577" cy="1636"/>
              <a:chOff x="4271" y="1104"/>
              <a:chExt cx="577" cy="1636"/>
            </a:xfrm>
          </p:grpSpPr>
          <p:sp>
            <p:nvSpPr>
              <p:cNvPr id="86089" name="Rectangle 59">
                <a:extLst>
                  <a:ext uri="{FF2B5EF4-FFF2-40B4-BE49-F238E27FC236}">
                    <a16:creationId xmlns:a16="http://schemas.microsoft.com/office/drawing/2014/main" id="{DFF0AAC2-4810-4960-905C-5A3284394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90" name="Rectangle 60">
                <a:extLst>
                  <a:ext uri="{FF2B5EF4-FFF2-40B4-BE49-F238E27FC236}">
                    <a16:creationId xmlns:a16="http://schemas.microsoft.com/office/drawing/2014/main" id="{5628369E-054A-4E4D-A5D5-AB950977C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91" name="Rectangle 61">
                <a:extLst>
                  <a:ext uri="{FF2B5EF4-FFF2-40B4-BE49-F238E27FC236}">
                    <a16:creationId xmlns:a16="http://schemas.microsoft.com/office/drawing/2014/main" id="{3388D7C7-A7C3-42A4-94EC-B76E2AD50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92" name="Rectangle 62">
                <a:extLst>
                  <a:ext uri="{FF2B5EF4-FFF2-40B4-BE49-F238E27FC236}">
                    <a16:creationId xmlns:a16="http://schemas.microsoft.com/office/drawing/2014/main" id="{0FC6031A-EE85-4848-9836-DFCD5208F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93" name="Rectangle 63">
                <a:extLst>
                  <a:ext uri="{FF2B5EF4-FFF2-40B4-BE49-F238E27FC236}">
                    <a16:creationId xmlns:a16="http://schemas.microsoft.com/office/drawing/2014/main" id="{A6BBD5FF-B422-45E3-8647-EAB16444E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94" name="Rectangle 64">
                <a:extLst>
                  <a:ext uri="{FF2B5EF4-FFF2-40B4-BE49-F238E27FC236}">
                    <a16:creationId xmlns:a16="http://schemas.microsoft.com/office/drawing/2014/main" id="{B8627036-59E1-43BC-A03B-BB337D560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95" name="Line 65">
                <a:extLst>
                  <a:ext uri="{FF2B5EF4-FFF2-40B4-BE49-F238E27FC236}">
                    <a16:creationId xmlns:a16="http://schemas.microsoft.com/office/drawing/2014/main" id="{D68FD763-EDB5-4506-A863-547AF5E8C5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96" name="Line 66">
                <a:extLst>
                  <a:ext uri="{FF2B5EF4-FFF2-40B4-BE49-F238E27FC236}">
                    <a16:creationId xmlns:a16="http://schemas.microsoft.com/office/drawing/2014/main" id="{F88CD9E3-248D-49DE-95F5-B41CC81223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97" name="Line 67">
                <a:extLst>
                  <a:ext uri="{FF2B5EF4-FFF2-40B4-BE49-F238E27FC236}">
                    <a16:creationId xmlns:a16="http://schemas.microsoft.com/office/drawing/2014/main" id="{11D633F7-E9DF-4D73-9F81-A510BDDE72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98" name="Line 68">
                <a:extLst>
                  <a:ext uri="{FF2B5EF4-FFF2-40B4-BE49-F238E27FC236}">
                    <a16:creationId xmlns:a16="http://schemas.microsoft.com/office/drawing/2014/main" id="{50B47488-D963-43CA-B5D2-4539FF416B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99" name="Line 69">
                <a:extLst>
                  <a:ext uri="{FF2B5EF4-FFF2-40B4-BE49-F238E27FC236}">
                    <a16:creationId xmlns:a16="http://schemas.microsoft.com/office/drawing/2014/main" id="{A0E4209E-D691-4388-ACF1-F7F20C53D1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00" name="Line 70">
                <a:extLst>
                  <a:ext uri="{FF2B5EF4-FFF2-40B4-BE49-F238E27FC236}">
                    <a16:creationId xmlns:a16="http://schemas.microsoft.com/office/drawing/2014/main" id="{CCAFF03C-ED3E-4EE4-9038-CEA8E3B0F9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01" name="Line 71">
                <a:extLst>
                  <a:ext uri="{FF2B5EF4-FFF2-40B4-BE49-F238E27FC236}">
                    <a16:creationId xmlns:a16="http://schemas.microsoft.com/office/drawing/2014/main" id="{5AB1B1C9-DAE0-4259-AD3B-841FAB0DA9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02" name="Line 72">
                <a:extLst>
                  <a:ext uri="{FF2B5EF4-FFF2-40B4-BE49-F238E27FC236}">
                    <a16:creationId xmlns:a16="http://schemas.microsoft.com/office/drawing/2014/main" id="{B6168F83-2546-4288-82AF-1272E1CE44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03" name="Line 73">
                <a:extLst>
                  <a:ext uri="{FF2B5EF4-FFF2-40B4-BE49-F238E27FC236}">
                    <a16:creationId xmlns:a16="http://schemas.microsoft.com/office/drawing/2014/main" id="{4BEB58F3-E9B9-4B43-B7E2-D047F4DD58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104" name="Text Box 74">
                <a:extLst>
                  <a:ext uri="{FF2B5EF4-FFF2-40B4-BE49-F238E27FC236}">
                    <a16:creationId xmlns:a16="http://schemas.microsoft.com/office/drawing/2014/main" id="{B12BDCAB-2B12-4EAC-B8F1-C551B3CEC8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25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6105" name="Text Box 75">
                <a:extLst>
                  <a:ext uri="{FF2B5EF4-FFF2-40B4-BE49-F238E27FC236}">
                    <a16:creationId xmlns:a16="http://schemas.microsoft.com/office/drawing/2014/main" id="{07135378-671D-4557-AAFC-0EA7BE733C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25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grpSp>
          <p:nvGrpSpPr>
            <p:cNvPr id="86051" name="Group 76">
              <a:extLst>
                <a:ext uri="{FF2B5EF4-FFF2-40B4-BE49-F238E27FC236}">
                  <a16:creationId xmlns:a16="http://schemas.microsoft.com/office/drawing/2014/main" id="{0A2D5DCA-EB37-4F44-AE75-8B327B29A7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37" y="1152"/>
              <a:ext cx="542" cy="1636"/>
              <a:chOff x="3049" y="1104"/>
              <a:chExt cx="542" cy="1636"/>
            </a:xfrm>
          </p:grpSpPr>
          <p:sp>
            <p:nvSpPr>
              <p:cNvPr id="86072" name="Rectangle 77">
                <a:extLst>
                  <a:ext uri="{FF2B5EF4-FFF2-40B4-BE49-F238E27FC236}">
                    <a16:creationId xmlns:a16="http://schemas.microsoft.com/office/drawing/2014/main" id="{43E466B3-549A-4B24-BF8C-D47937719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3" name="Rectangle 78">
                <a:extLst>
                  <a:ext uri="{FF2B5EF4-FFF2-40B4-BE49-F238E27FC236}">
                    <a16:creationId xmlns:a16="http://schemas.microsoft.com/office/drawing/2014/main" id="{6B8F4B63-B3FE-46D1-B691-65716E1AE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4" name="Rectangle 79">
                <a:extLst>
                  <a:ext uri="{FF2B5EF4-FFF2-40B4-BE49-F238E27FC236}">
                    <a16:creationId xmlns:a16="http://schemas.microsoft.com/office/drawing/2014/main" id="{A1F88F2B-47AB-4D76-B60C-83EF9B168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5" name="Rectangle 80">
                <a:extLst>
                  <a:ext uri="{FF2B5EF4-FFF2-40B4-BE49-F238E27FC236}">
                    <a16:creationId xmlns:a16="http://schemas.microsoft.com/office/drawing/2014/main" id="{541D5FCD-1C9F-4E0C-A8F7-5AFB400C4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6" name="Rectangle 81">
                <a:extLst>
                  <a:ext uri="{FF2B5EF4-FFF2-40B4-BE49-F238E27FC236}">
                    <a16:creationId xmlns:a16="http://schemas.microsoft.com/office/drawing/2014/main" id="{48B46C21-1FB4-4358-A587-F9D1EDBC5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7" name="Rectangle 82">
                <a:extLst>
                  <a:ext uri="{FF2B5EF4-FFF2-40B4-BE49-F238E27FC236}">
                    <a16:creationId xmlns:a16="http://schemas.microsoft.com/office/drawing/2014/main" id="{0C94C0BA-5477-44E6-B655-4E70C8B0B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8" name="Line 83">
                <a:extLst>
                  <a:ext uri="{FF2B5EF4-FFF2-40B4-BE49-F238E27FC236}">
                    <a16:creationId xmlns:a16="http://schemas.microsoft.com/office/drawing/2014/main" id="{DDE3EC23-1C44-45F4-8624-C7D3BD7579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9" name="Line 84">
                <a:extLst>
                  <a:ext uri="{FF2B5EF4-FFF2-40B4-BE49-F238E27FC236}">
                    <a16:creationId xmlns:a16="http://schemas.microsoft.com/office/drawing/2014/main" id="{F92DE0A8-754D-45CE-B4E8-6D7EF7005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80" name="Line 85">
                <a:extLst>
                  <a:ext uri="{FF2B5EF4-FFF2-40B4-BE49-F238E27FC236}">
                    <a16:creationId xmlns:a16="http://schemas.microsoft.com/office/drawing/2014/main" id="{E62D3AAA-6C06-4F07-BC11-C4D763CDF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81" name="Line 86">
                <a:extLst>
                  <a:ext uri="{FF2B5EF4-FFF2-40B4-BE49-F238E27FC236}">
                    <a16:creationId xmlns:a16="http://schemas.microsoft.com/office/drawing/2014/main" id="{1E0DAF51-E170-48B4-8DD9-2EF40E06B6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82" name="Line 87">
                <a:extLst>
                  <a:ext uri="{FF2B5EF4-FFF2-40B4-BE49-F238E27FC236}">
                    <a16:creationId xmlns:a16="http://schemas.microsoft.com/office/drawing/2014/main" id="{B76E7933-EF15-4BB1-933B-8F530E5E20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83" name="Line 88">
                <a:extLst>
                  <a:ext uri="{FF2B5EF4-FFF2-40B4-BE49-F238E27FC236}">
                    <a16:creationId xmlns:a16="http://schemas.microsoft.com/office/drawing/2014/main" id="{933E3E6D-75FC-436E-9E5B-DC7D282635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84" name="Line 89">
                <a:extLst>
                  <a:ext uri="{FF2B5EF4-FFF2-40B4-BE49-F238E27FC236}">
                    <a16:creationId xmlns:a16="http://schemas.microsoft.com/office/drawing/2014/main" id="{4776A4DC-7821-41D8-9A17-E92B23A86A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85" name="Line 90">
                <a:extLst>
                  <a:ext uri="{FF2B5EF4-FFF2-40B4-BE49-F238E27FC236}">
                    <a16:creationId xmlns:a16="http://schemas.microsoft.com/office/drawing/2014/main" id="{138A2BBB-4A66-4C84-82AB-6E411F32F3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86" name="Line 91">
                <a:extLst>
                  <a:ext uri="{FF2B5EF4-FFF2-40B4-BE49-F238E27FC236}">
                    <a16:creationId xmlns:a16="http://schemas.microsoft.com/office/drawing/2014/main" id="{E1EEEA32-DD9E-43F9-B7D5-ABB141B486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87" name="Text Box 92">
                <a:extLst>
                  <a:ext uri="{FF2B5EF4-FFF2-40B4-BE49-F238E27FC236}">
                    <a16:creationId xmlns:a16="http://schemas.microsoft.com/office/drawing/2014/main" id="{27C5B817-8692-43A6-82C8-155906CC1A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54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6088" name="Text Box 93">
                <a:extLst>
                  <a:ext uri="{FF2B5EF4-FFF2-40B4-BE49-F238E27FC236}">
                    <a16:creationId xmlns:a16="http://schemas.microsoft.com/office/drawing/2014/main" id="{D75E1695-360C-4B5E-B2B4-D55B2E30F5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sp>
          <p:nvSpPr>
            <p:cNvPr id="86052" name="Freeform 94">
              <a:extLst>
                <a:ext uri="{FF2B5EF4-FFF2-40B4-BE49-F238E27FC236}">
                  <a16:creationId xmlns:a16="http://schemas.microsoft.com/office/drawing/2014/main" id="{9429973D-EF14-4EBC-B242-C70ED49E1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064"/>
              <a:ext cx="4176" cy="960"/>
            </a:xfrm>
            <a:custGeom>
              <a:avLst/>
              <a:gdLst>
                <a:gd name="T0" fmla="*/ 528 w 4176"/>
                <a:gd name="T1" fmla="*/ 0 h 960"/>
                <a:gd name="T2" fmla="*/ 0 w 4176"/>
                <a:gd name="T3" fmla="*/ 0 h 960"/>
                <a:gd name="T4" fmla="*/ 0 w 4176"/>
                <a:gd name="T5" fmla="*/ 960 h 960"/>
                <a:gd name="T6" fmla="*/ 3648 w 4176"/>
                <a:gd name="T7" fmla="*/ 960 h 960"/>
                <a:gd name="T8" fmla="*/ 3648 w 4176"/>
                <a:gd name="T9" fmla="*/ 0 h 960"/>
                <a:gd name="T10" fmla="*/ 4176 w 4176"/>
                <a:gd name="T11" fmla="*/ 0 h 9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76"/>
                <a:gd name="T19" fmla="*/ 0 h 960"/>
                <a:gd name="T20" fmla="*/ 4176 w 4176"/>
                <a:gd name="T21" fmla="*/ 960 h 9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76" h="960">
                  <a:moveTo>
                    <a:pt x="528" y="0"/>
                  </a:moveTo>
                  <a:lnTo>
                    <a:pt x="0" y="0"/>
                  </a:lnTo>
                  <a:lnTo>
                    <a:pt x="0" y="960"/>
                  </a:lnTo>
                  <a:lnTo>
                    <a:pt x="3648" y="960"/>
                  </a:lnTo>
                  <a:lnTo>
                    <a:pt x="3648" y="0"/>
                  </a:lnTo>
                  <a:lnTo>
                    <a:pt x="417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dash"/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3" name="Freeform 95">
              <a:extLst>
                <a:ext uri="{FF2B5EF4-FFF2-40B4-BE49-F238E27FC236}">
                  <a16:creationId xmlns:a16="http://schemas.microsoft.com/office/drawing/2014/main" id="{E75A519A-59E8-4E1E-B2E9-2F5785FB9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064"/>
              <a:ext cx="528" cy="954"/>
            </a:xfrm>
            <a:custGeom>
              <a:avLst/>
              <a:gdLst>
                <a:gd name="T0" fmla="*/ 0 w 528"/>
                <a:gd name="T1" fmla="*/ 906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  <a:gd name="T9" fmla="*/ 0 w 528"/>
                <a:gd name="T10" fmla="*/ 0 h 960"/>
                <a:gd name="T11" fmla="*/ 528 w 528"/>
                <a:gd name="T12" fmla="*/ 960 h 9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4" name="Freeform 96">
              <a:extLst>
                <a:ext uri="{FF2B5EF4-FFF2-40B4-BE49-F238E27FC236}">
                  <a16:creationId xmlns:a16="http://schemas.microsoft.com/office/drawing/2014/main" id="{15410057-EAE6-4FB5-B777-89758A691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64"/>
              <a:ext cx="528" cy="954"/>
            </a:xfrm>
            <a:custGeom>
              <a:avLst/>
              <a:gdLst>
                <a:gd name="T0" fmla="*/ 0 w 528"/>
                <a:gd name="T1" fmla="*/ 906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  <a:gd name="T9" fmla="*/ 0 w 528"/>
                <a:gd name="T10" fmla="*/ 0 h 960"/>
                <a:gd name="T11" fmla="*/ 528 w 528"/>
                <a:gd name="T12" fmla="*/ 960 h 9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86055" name="Group 97">
              <a:extLst>
                <a:ext uri="{FF2B5EF4-FFF2-40B4-BE49-F238E27FC236}">
                  <a16:creationId xmlns:a16="http://schemas.microsoft.com/office/drawing/2014/main" id="{E5D1566A-E8B3-41BB-9E51-6B2444A85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9" y="3360"/>
              <a:ext cx="1031" cy="286"/>
              <a:chOff x="2519" y="3360"/>
              <a:chExt cx="1031" cy="286"/>
            </a:xfrm>
          </p:grpSpPr>
          <p:sp>
            <p:nvSpPr>
              <p:cNvPr id="86070" name="Rectangle 98">
                <a:extLst>
                  <a:ext uri="{FF2B5EF4-FFF2-40B4-BE49-F238E27FC236}">
                    <a16:creationId xmlns:a16="http://schemas.microsoft.com/office/drawing/2014/main" id="{DC73DEDC-658E-4579-85EB-1CA63341E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336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1" name="Text Box 99">
                <a:extLst>
                  <a:ext uri="{FF2B5EF4-FFF2-40B4-BE49-F238E27FC236}">
                    <a16:creationId xmlns:a16="http://schemas.microsoft.com/office/drawing/2014/main" id="{9F6F2F6A-EE4E-4787-8D89-B386FE60A1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8" y="3371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地址译码</a:t>
                </a:r>
              </a:p>
            </p:txBody>
          </p:sp>
        </p:grpSp>
        <p:grpSp>
          <p:nvGrpSpPr>
            <p:cNvPr id="86056" name="Group 100">
              <a:extLst>
                <a:ext uri="{FF2B5EF4-FFF2-40B4-BE49-F238E27FC236}">
                  <a16:creationId xmlns:a16="http://schemas.microsoft.com/office/drawing/2014/main" id="{16D805F8-D8DD-4316-BA02-EA5CB5FBC4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8" y="3840"/>
              <a:ext cx="2062" cy="286"/>
              <a:chOff x="1488" y="3840"/>
              <a:chExt cx="2062" cy="286"/>
            </a:xfrm>
          </p:grpSpPr>
          <p:sp>
            <p:nvSpPr>
              <p:cNvPr id="86066" name="Rectangle 101">
                <a:extLst>
                  <a:ext uri="{FF2B5EF4-FFF2-40B4-BE49-F238E27FC236}">
                    <a16:creationId xmlns:a16="http://schemas.microsoft.com/office/drawing/2014/main" id="{ADE06241-5A42-4548-9C06-04772FAC0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67" name="Text Box 102">
                <a:extLst>
                  <a:ext uri="{FF2B5EF4-FFF2-40B4-BE49-F238E27FC236}">
                    <a16:creationId xmlns:a16="http://schemas.microsoft.com/office/drawing/2014/main" id="{11779D25-CC96-429D-916D-864BC92244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8" y="3851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体内地址</a:t>
                </a:r>
              </a:p>
            </p:txBody>
          </p:sp>
          <p:sp>
            <p:nvSpPr>
              <p:cNvPr id="86068" name="Rectangle 103">
                <a:extLst>
                  <a:ext uri="{FF2B5EF4-FFF2-40B4-BE49-F238E27FC236}">
                    <a16:creationId xmlns:a16="http://schemas.microsoft.com/office/drawing/2014/main" id="{19D6F1D7-942A-4011-8B16-1954A2F88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69" name="Text Box 104">
                <a:extLst>
                  <a:ext uri="{FF2B5EF4-FFF2-40B4-BE49-F238E27FC236}">
                    <a16:creationId xmlns:a16="http://schemas.microsoft.com/office/drawing/2014/main" id="{831C173C-CD01-40B1-8613-D6CAE08017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70" y="3851"/>
                <a:ext cx="4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体号</a:t>
                </a:r>
              </a:p>
            </p:txBody>
          </p:sp>
        </p:grpSp>
        <p:sp>
          <p:nvSpPr>
            <p:cNvPr id="86057" name="Line 105">
              <a:extLst>
                <a:ext uri="{FF2B5EF4-FFF2-40B4-BE49-F238E27FC236}">
                  <a16:creationId xmlns:a16="http://schemas.microsoft.com/office/drawing/2014/main" id="{72EDBA83-5299-4569-830C-4C5D5F2406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5" y="3204"/>
              <a:ext cx="0" cy="63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8" name="Line 106">
              <a:extLst>
                <a:ext uri="{FF2B5EF4-FFF2-40B4-BE49-F238E27FC236}">
                  <a16:creationId xmlns:a16="http://schemas.microsoft.com/office/drawing/2014/main" id="{EB49F0B5-7B0A-4605-BE02-931AE05C76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4" y="3648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86059" name="Group 107">
              <a:extLst>
                <a:ext uri="{FF2B5EF4-FFF2-40B4-BE49-F238E27FC236}">
                  <a16:creationId xmlns:a16="http://schemas.microsoft.com/office/drawing/2014/main" id="{FE0AE5D0-7324-47FB-BDEA-2A2BCC0AA4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0" y="2784"/>
              <a:ext cx="3640" cy="442"/>
              <a:chOff x="1190" y="2784"/>
              <a:chExt cx="3640" cy="442"/>
            </a:xfrm>
          </p:grpSpPr>
          <p:sp>
            <p:nvSpPr>
              <p:cNvPr id="86061" name="Freeform 108">
                <a:extLst>
                  <a:ext uri="{FF2B5EF4-FFF2-40B4-BE49-F238E27FC236}">
                    <a16:creationId xmlns:a16="http://schemas.microsoft.com/office/drawing/2014/main" id="{47BC8385-7482-41DF-85B3-13DFAF675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784"/>
                <a:ext cx="1" cy="442"/>
              </a:xfrm>
              <a:custGeom>
                <a:avLst/>
                <a:gdLst>
                  <a:gd name="T0" fmla="*/ 0 w 1"/>
                  <a:gd name="T1" fmla="*/ 442 h 442"/>
                  <a:gd name="T2" fmla="*/ 0 w 1"/>
                  <a:gd name="T3" fmla="*/ 0 h 442"/>
                  <a:gd name="T4" fmla="*/ 0 60000 65536"/>
                  <a:gd name="T5" fmla="*/ 0 60000 65536"/>
                  <a:gd name="T6" fmla="*/ 0 w 1"/>
                  <a:gd name="T7" fmla="*/ 0 h 442"/>
                  <a:gd name="T8" fmla="*/ 1 w 1"/>
                  <a:gd name="T9" fmla="*/ 442 h 4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62" name="Line 109">
                <a:extLst>
                  <a:ext uri="{FF2B5EF4-FFF2-40B4-BE49-F238E27FC236}">
                    <a16:creationId xmlns:a16="http://schemas.microsoft.com/office/drawing/2014/main" id="{3EBA1DF1-A3AE-40C9-B7A7-0FCD82A489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90" y="3213"/>
                <a:ext cx="362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63" name="Freeform 110">
                <a:extLst>
                  <a:ext uri="{FF2B5EF4-FFF2-40B4-BE49-F238E27FC236}">
                    <a16:creationId xmlns:a16="http://schemas.microsoft.com/office/drawing/2014/main" id="{177799FE-6843-49F4-922D-F5C0E98A3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784"/>
                <a:ext cx="1" cy="442"/>
              </a:xfrm>
              <a:custGeom>
                <a:avLst/>
                <a:gdLst>
                  <a:gd name="T0" fmla="*/ 0 w 1"/>
                  <a:gd name="T1" fmla="*/ 442 h 442"/>
                  <a:gd name="T2" fmla="*/ 0 w 1"/>
                  <a:gd name="T3" fmla="*/ 0 h 442"/>
                  <a:gd name="T4" fmla="*/ 0 60000 65536"/>
                  <a:gd name="T5" fmla="*/ 0 60000 65536"/>
                  <a:gd name="T6" fmla="*/ 0 w 1"/>
                  <a:gd name="T7" fmla="*/ 0 h 442"/>
                  <a:gd name="T8" fmla="*/ 1 w 1"/>
                  <a:gd name="T9" fmla="*/ 442 h 4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64" name="Freeform 111">
                <a:extLst>
                  <a:ext uri="{FF2B5EF4-FFF2-40B4-BE49-F238E27FC236}">
                    <a16:creationId xmlns:a16="http://schemas.microsoft.com/office/drawing/2014/main" id="{028E42A0-6111-485B-A2F8-AFAF52B7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784"/>
                <a:ext cx="1" cy="438"/>
              </a:xfrm>
              <a:custGeom>
                <a:avLst/>
                <a:gdLst>
                  <a:gd name="T0" fmla="*/ 0 w 1"/>
                  <a:gd name="T1" fmla="*/ 406 h 442"/>
                  <a:gd name="T2" fmla="*/ 0 w 1"/>
                  <a:gd name="T3" fmla="*/ 0 h 442"/>
                  <a:gd name="T4" fmla="*/ 0 60000 65536"/>
                  <a:gd name="T5" fmla="*/ 0 60000 65536"/>
                  <a:gd name="T6" fmla="*/ 0 w 1"/>
                  <a:gd name="T7" fmla="*/ 0 h 442"/>
                  <a:gd name="T8" fmla="*/ 1 w 1"/>
                  <a:gd name="T9" fmla="*/ 442 h 4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65" name="Freeform 112">
                <a:extLst>
                  <a:ext uri="{FF2B5EF4-FFF2-40B4-BE49-F238E27FC236}">
                    <a16:creationId xmlns:a16="http://schemas.microsoft.com/office/drawing/2014/main" id="{0C3F3DA3-8F73-48FF-A882-3370B8B5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784"/>
                <a:ext cx="1" cy="438"/>
              </a:xfrm>
              <a:custGeom>
                <a:avLst/>
                <a:gdLst>
                  <a:gd name="T0" fmla="*/ 0 w 1"/>
                  <a:gd name="T1" fmla="*/ 406 h 442"/>
                  <a:gd name="T2" fmla="*/ 0 w 1"/>
                  <a:gd name="T3" fmla="*/ 0 h 442"/>
                  <a:gd name="T4" fmla="*/ 0 60000 65536"/>
                  <a:gd name="T5" fmla="*/ 0 60000 65536"/>
                  <a:gd name="T6" fmla="*/ 0 w 1"/>
                  <a:gd name="T7" fmla="*/ 0 h 442"/>
                  <a:gd name="T8" fmla="*/ 1 w 1"/>
                  <a:gd name="T9" fmla="*/ 442 h 4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86060" name="Freeform 113">
              <a:extLst>
                <a:ext uri="{FF2B5EF4-FFF2-40B4-BE49-F238E27FC236}">
                  <a16:creationId xmlns:a16="http://schemas.microsoft.com/office/drawing/2014/main" id="{B73E3A17-9875-41DD-BA00-D47D40ABC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022"/>
              <a:ext cx="1" cy="329"/>
            </a:xfrm>
            <a:custGeom>
              <a:avLst/>
              <a:gdLst>
                <a:gd name="T0" fmla="*/ 0 w 1"/>
                <a:gd name="T1" fmla="*/ 31 h 442"/>
                <a:gd name="T2" fmla="*/ 0 w 1"/>
                <a:gd name="T3" fmla="*/ 0 h 442"/>
                <a:gd name="T4" fmla="*/ 0 60000 65536"/>
                <a:gd name="T5" fmla="*/ 0 60000 65536"/>
                <a:gd name="T6" fmla="*/ 0 w 1"/>
                <a:gd name="T7" fmla="*/ 0 h 442"/>
                <a:gd name="T8" fmla="*/ 1 w 1"/>
                <a:gd name="T9" fmla="*/ 442 h 4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dash"/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6130" name="Text Box 114">
            <a:extLst>
              <a:ext uri="{FF2B5EF4-FFF2-40B4-BE49-F238E27FC236}">
                <a16:creationId xmlns:a16="http://schemas.microsoft.com/office/drawing/2014/main" id="{C568A7A5-6EC5-4FBD-A96D-A3405CA41B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9875" y="6016625"/>
            <a:ext cx="692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体号</a:t>
            </a:r>
          </a:p>
        </p:txBody>
      </p:sp>
      <p:sp>
        <p:nvSpPr>
          <p:cNvPr id="86131" name="Line 115">
            <a:extLst>
              <a:ext uri="{FF2B5EF4-FFF2-40B4-BE49-F238E27FC236}">
                <a16:creationId xmlns:a16="http://schemas.microsoft.com/office/drawing/2014/main" id="{662BA2C3-FCBC-487A-B851-CCC6B7BBC8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5313" y="4989513"/>
            <a:ext cx="0" cy="1008062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0" name="Group 116">
            <a:extLst>
              <a:ext uri="{FF2B5EF4-FFF2-40B4-BE49-F238E27FC236}">
                <a16:creationId xmlns:a16="http://schemas.microsoft.com/office/drawing/2014/main" id="{2C54E525-75C0-45B1-B8D8-EAB413EC5AF9}"/>
              </a:ext>
            </a:extLst>
          </p:cNvPr>
          <p:cNvGrpSpPr>
            <a:grpSpLocks/>
          </p:cNvGrpSpPr>
          <p:nvPr/>
        </p:nvGrpSpPr>
        <p:grpSpPr bwMode="auto">
          <a:xfrm>
            <a:off x="1889125" y="4322763"/>
            <a:ext cx="5778500" cy="701675"/>
            <a:chOff x="1190" y="2784"/>
            <a:chExt cx="3640" cy="442"/>
          </a:xfrm>
        </p:grpSpPr>
        <p:sp>
          <p:nvSpPr>
            <p:cNvPr id="86026" name="Freeform 117">
              <a:extLst>
                <a:ext uri="{FF2B5EF4-FFF2-40B4-BE49-F238E27FC236}">
                  <a16:creationId xmlns:a16="http://schemas.microsoft.com/office/drawing/2014/main" id="{76986363-2891-4A7C-872D-CCFBD440C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784"/>
              <a:ext cx="1" cy="442"/>
            </a:xfrm>
            <a:custGeom>
              <a:avLst/>
              <a:gdLst>
                <a:gd name="T0" fmla="*/ 0 w 1"/>
                <a:gd name="T1" fmla="*/ 442 h 442"/>
                <a:gd name="T2" fmla="*/ 0 w 1"/>
                <a:gd name="T3" fmla="*/ 0 h 442"/>
                <a:gd name="T4" fmla="*/ 0 60000 65536"/>
                <a:gd name="T5" fmla="*/ 0 60000 65536"/>
                <a:gd name="T6" fmla="*/ 0 w 1"/>
                <a:gd name="T7" fmla="*/ 0 h 442"/>
                <a:gd name="T8" fmla="*/ 1 w 1"/>
                <a:gd name="T9" fmla="*/ 442 h 4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27" name="Line 118">
              <a:extLst>
                <a:ext uri="{FF2B5EF4-FFF2-40B4-BE49-F238E27FC236}">
                  <a16:creationId xmlns:a16="http://schemas.microsoft.com/office/drawing/2014/main" id="{0542A8EC-6456-4D2D-9DEB-7031B159C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0" y="3213"/>
              <a:ext cx="3627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28" name="Freeform 119">
              <a:extLst>
                <a:ext uri="{FF2B5EF4-FFF2-40B4-BE49-F238E27FC236}">
                  <a16:creationId xmlns:a16="http://schemas.microsoft.com/office/drawing/2014/main" id="{17307E2B-3D4E-4111-9C29-7037F3671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784"/>
              <a:ext cx="1" cy="442"/>
            </a:xfrm>
            <a:custGeom>
              <a:avLst/>
              <a:gdLst>
                <a:gd name="T0" fmla="*/ 0 w 1"/>
                <a:gd name="T1" fmla="*/ 442 h 442"/>
                <a:gd name="T2" fmla="*/ 0 w 1"/>
                <a:gd name="T3" fmla="*/ 0 h 442"/>
                <a:gd name="T4" fmla="*/ 0 60000 65536"/>
                <a:gd name="T5" fmla="*/ 0 60000 65536"/>
                <a:gd name="T6" fmla="*/ 0 w 1"/>
                <a:gd name="T7" fmla="*/ 0 h 442"/>
                <a:gd name="T8" fmla="*/ 1 w 1"/>
                <a:gd name="T9" fmla="*/ 442 h 4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29" name="Freeform 120">
              <a:extLst>
                <a:ext uri="{FF2B5EF4-FFF2-40B4-BE49-F238E27FC236}">
                  <a16:creationId xmlns:a16="http://schemas.microsoft.com/office/drawing/2014/main" id="{9863EFC5-854D-4291-8F90-9558CF5B1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784"/>
              <a:ext cx="1" cy="438"/>
            </a:xfrm>
            <a:custGeom>
              <a:avLst/>
              <a:gdLst>
                <a:gd name="T0" fmla="*/ 0 w 1"/>
                <a:gd name="T1" fmla="*/ 406 h 442"/>
                <a:gd name="T2" fmla="*/ 0 w 1"/>
                <a:gd name="T3" fmla="*/ 0 h 442"/>
                <a:gd name="T4" fmla="*/ 0 60000 65536"/>
                <a:gd name="T5" fmla="*/ 0 60000 65536"/>
                <a:gd name="T6" fmla="*/ 0 w 1"/>
                <a:gd name="T7" fmla="*/ 0 h 442"/>
                <a:gd name="T8" fmla="*/ 1 w 1"/>
                <a:gd name="T9" fmla="*/ 442 h 4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30" name="Freeform 121">
              <a:extLst>
                <a:ext uri="{FF2B5EF4-FFF2-40B4-BE49-F238E27FC236}">
                  <a16:creationId xmlns:a16="http://schemas.microsoft.com/office/drawing/2014/main" id="{BFC9B2DC-070B-4463-92FF-528C22EE4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784"/>
              <a:ext cx="1" cy="438"/>
            </a:xfrm>
            <a:custGeom>
              <a:avLst/>
              <a:gdLst>
                <a:gd name="T0" fmla="*/ 0 w 1"/>
                <a:gd name="T1" fmla="*/ 406 h 442"/>
                <a:gd name="T2" fmla="*/ 0 w 1"/>
                <a:gd name="T3" fmla="*/ 0 h 442"/>
                <a:gd name="T4" fmla="*/ 0 60000 65536"/>
                <a:gd name="T5" fmla="*/ 0 60000 65536"/>
                <a:gd name="T6" fmla="*/ 0 w 1"/>
                <a:gd name="T7" fmla="*/ 0 h 442"/>
                <a:gd name="T8" fmla="*/ 1 w 1"/>
                <a:gd name="T9" fmla="*/ 442 h 4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6024" name="Text Box 122">
            <a:extLst>
              <a:ext uri="{FF2B5EF4-FFF2-40B4-BE49-F238E27FC236}">
                <a16:creationId xmlns:a16="http://schemas.microsoft.com/office/drawing/2014/main" id="{3A8836EE-465C-4F15-AEEB-9137C8CEFC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925" y="260350"/>
            <a:ext cx="43211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高位交叉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6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86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86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130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A85ED085-9E0A-4E63-A2F5-65D152564CB1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268413"/>
            <a:ext cx="7227888" cy="3195637"/>
            <a:chOff x="912" y="1010"/>
            <a:chExt cx="4553" cy="2013"/>
          </a:xfrm>
        </p:grpSpPr>
        <p:sp>
          <p:nvSpPr>
            <p:cNvPr id="87085" name="Text Box 3">
              <a:extLst>
                <a:ext uri="{FF2B5EF4-FFF2-40B4-BE49-F238E27FC236}">
                  <a16:creationId xmlns:a16="http://schemas.microsoft.com/office/drawing/2014/main" id="{A6F418CE-2829-41E7-81EB-FC997143B4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grpSp>
          <p:nvGrpSpPr>
            <p:cNvPr id="87086" name="Group 4">
              <a:extLst>
                <a:ext uri="{FF2B5EF4-FFF2-40B4-BE49-F238E27FC236}">
                  <a16:creationId xmlns:a16="http://schemas.microsoft.com/office/drawing/2014/main" id="{8C826565-C1F8-4EC3-A941-31B610FE6A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" y="1387"/>
              <a:ext cx="567" cy="1636"/>
              <a:chOff x="624" y="1104"/>
              <a:chExt cx="567" cy="1636"/>
            </a:xfrm>
          </p:grpSpPr>
          <p:sp>
            <p:nvSpPr>
              <p:cNvPr id="87144" name="Rectangle 5">
                <a:extLst>
                  <a:ext uri="{FF2B5EF4-FFF2-40B4-BE49-F238E27FC236}">
                    <a16:creationId xmlns:a16="http://schemas.microsoft.com/office/drawing/2014/main" id="{C6B561D0-8BF4-4641-A881-6AE9A0CC0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45" name="Rectangle 6">
                <a:extLst>
                  <a:ext uri="{FF2B5EF4-FFF2-40B4-BE49-F238E27FC236}">
                    <a16:creationId xmlns:a16="http://schemas.microsoft.com/office/drawing/2014/main" id="{4F5568E9-9EDB-43CB-9BF3-F3FD62EC5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46" name="Rectangle 7">
                <a:extLst>
                  <a:ext uri="{FF2B5EF4-FFF2-40B4-BE49-F238E27FC236}">
                    <a16:creationId xmlns:a16="http://schemas.microsoft.com/office/drawing/2014/main" id="{3732E3EF-E328-405F-818E-E4A284CA9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47" name="Rectangle 8">
                <a:extLst>
                  <a:ext uri="{FF2B5EF4-FFF2-40B4-BE49-F238E27FC236}">
                    <a16:creationId xmlns:a16="http://schemas.microsoft.com/office/drawing/2014/main" id="{B7D118E4-F0CD-4D8E-BB50-352589AEE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48" name="Rectangle 9">
                <a:extLst>
                  <a:ext uri="{FF2B5EF4-FFF2-40B4-BE49-F238E27FC236}">
                    <a16:creationId xmlns:a16="http://schemas.microsoft.com/office/drawing/2014/main" id="{97B91A81-B943-4177-9367-7BABE6C88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49" name="Rectangle 10">
                <a:extLst>
                  <a:ext uri="{FF2B5EF4-FFF2-40B4-BE49-F238E27FC236}">
                    <a16:creationId xmlns:a16="http://schemas.microsoft.com/office/drawing/2014/main" id="{197D5313-3353-487D-86EA-123A03E2D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" name="Line 11">
                <a:extLst>
                  <a:ext uri="{FF2B5EF4-FFF2-40B4-BE49-F238E27FC236}">
                    <a16:creationId xmlns:a16="http://schemas.microsoft.com/office/drawing/2014/main" id="{6F5CBA0E-7FAB-4865-AA53-BDB9584734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51" name="Line 12">
                <a:extLst>
                  <a:ext uri="{FF2B5EF4-FFF2-40B4-BE49-F238E27FC236}">
                    <a16:creationId xmlns:a16="http://schemas.microsoft.com/office/drawing/2014/main" id="{8FC6977B-F824-45A4-BA7C-C90E21444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52" name="Line 13">
                <a:extLst>
                  <a:ext uri="{FF2B5EF4-FFF2-40B4-BE49-F238E27FC236}">
                    <a16:creationId xmlns:a16="http://schemas.microsoft.com/office/drawing/2014/main" id="{536864DE-0856-4BDF-B00C-195573A3B0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53" name="Line 14">
                <a:extLst>
                  <a:ext uri="{FF2B5EF4-FFF2-40B4-BE49-F238E27FC236}">
                    <a16:creationId xmlns:a16="http://schemas.microsoft.com/office/drawing/2014/main" id="{4ED4B1A0-6A3A-4F85-89C3-DE86939F03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54" name="Line 15">
                <a:extLst>
                  <a:ext uri="{FF2B5EF4-FFF2-40B4-BE49-F238E27FC236}">
                    <a16:creationId xmlns:a16="http://schemas.microsoft.com/office/drawing/2014/main" id="{CD6983D6-104D-411F-8911-6DB238CDA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55" name="Line 16">
                <a:extLst>
                  <a:ext uri="{FF2B5EF4-FFF2-40B4-BE49-F238E27FC236}">
                    <a16:creationId xmlns:a16="http://schemas.microsoft.com/office/drawing/2014/main" id="{DD715EFD-A18A-4FB5-ABE2-88462B139E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56" name="Line 17">
                <a:extLst>
                  <a:ext uri="{FF2B5EF4-FFF2-40B4-BE49-F238E27FC236}">
                    <a16:creationId xmlns:a16="http://schemas.microsoft.com/office/drawing/2014/main" id="{E3088B0C-6EFD-4317-AAE1-443D79B68E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" name="Line 18">
                <a:extLst>
                  <a:ext uri="{FF2B5EF4-FFF2-40B4-BE49-F238E27FC236}">
                    <a16:creationId xmlns:a16="http://schemas.microsoft.com/office/drawing/2014/main" id="{71436C50-7E6B-4D52-A384-2C5ABEE0F2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58" name="Line 19">
                <a:extLst>
                  <a:ext uri="{FF2B5EF4-FFF2-40B4-BE49-F238E27FC236}">
                    <a16:creationId xmlns:a16="http://schemas.microsoft.com/office/drawing/2014/main" id="{A902B141-5FE3-4215-8225-0E6181207F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" name="Text Box 20">
                <a:extLst>
                  <a:ext uri="{FF2B5EF4-FFF2-40B4-BE49-F238E27FC236}">
                    <a16:creationId xmlns:a16="http://schemas.microsoft.com/office/drawing/2014/main" id="{A4AB8C46-A1D3-4BB2-BB94-6ADF89FF70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7160" name="Text Box 21">
                <a:extLst>
                  <a:ext uri="{FF2B5EF4-FFF2-40B4-BE49-F238E27FC236}">
                    <a16:creationId xmlns:a16="http://schemas.microsoft.com/office/drawing/2014/main" id="{E2BBE775-9AFB-4C6C-AF1A-5594BB12F4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sp>
          <p:nvSpPr>
            <p:cNvPr id="87087" name="Text Box 22">
              <a:extLst>
                <a:ext uri="{FF2B5EF4-FFF2-40B4-BE49-F238E27FC236}">
                  <a16:creationId xmlns:a16="http://schemas.microsoft.com/office/drawing/2014/main" id="{D83C6CDE-C373-4DCB-B568-C9B5B09C23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6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grpSp>
          <p:nvGrpSpPr>
            <p:cNvPr id="87088" name="Group 23">
              <a:extLst>
                <a:ext uri="{FF2B5EF4-FFF2-40B4-BE49-F238E27FC236}">
                  <a16:creationId xmlns:a16="http://schemas.microsoft.com/office/drawing/2014/main" id="{F1279001-4464-48F1-961C-E89AF43384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22" y="1387"/>
              <a:ext cx="567" cy="1636"/>
              <a:chOff x="1807" y="1104"/>
              <a:chExt cx="567" cy="1636"/>
            </a:xfrm>
          </p:grpSpPr>
          <p:sp>
            <p:nvSpPr>
              <p:cNvPr id="87127" name="Rectangle 24">
                <a:extLst>
                  <a:ext uri="{FF2B5EF4-FFF2-40B4-BE49-F238E27FC236}">
                    <a16:creationId xmlns:a16="http://schemas.microsoft.com/office/drawing/2014/main" id="{5F534852-0527-4251-8546-9C7FA81E8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28" name="Rectangle 25">
                <a:extLst>
                  <a:ext uri="{FF2B5EF4-FFF2-40B4-BE49-F238E27FC236}">
                    <a16:creationId xmlns:a16="http://schemas.microsoft.com/office/drawing/2014/main" id="{9227DA96-ED63-4824-A631-DDBDE9C79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29" name="Rectangle 26">
                <a:extLst>
                  <a:ext uri="{FF2B5EF4-FFF2-40B4-BE49-F238E27FC236}">
                    <a16:creationId xmlns:a16="http://schemas.microsoft.com/office/drawing/2014/main" id="{13D002FF-A58C-44C9-AAD4-1DB521294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30" name="Rectangle 27">
                <a:extLst>
                  <a:ext uri="{FF2B5EF4-FFF2-40B4-BE49-F238E27FC236}">
                    <a16:creationId xmlns:a16="http://schemas.microsoft.com/office/drawing/2014/main" id="{F9A41D15-5644-45D9-BB21-A32C5363C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31" name="Rectangle 28">
                <a:extLst>
                  <a:ext uri="{FF2B5EF4-FFF2-40B4-BE49-F238E27FC236}">
                    <a16:creationId xmlns:a16="http://schemas.microsoft.com/office/drawing/2014/main" id="{B3A1001B-F04E-4E64-92D5-E36783EAE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32" name="Rectangle 29">
                <a:extLst>
                  <a:ext uri="{FF2B5EF4-FFF2-40B4-BE49-F238E27FC236}">
                    <a16:creationId xmlns:a16="http://schemas.microsoft.com/office/drawing/2014/main" id="{E0FF87F8-A48F-4021-930A-3F7E1203D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33" name="Line 30">
                <a:extLst>
                  <a:ext uri="{FF2B5EF4-FFF2-40B4-BE49-F238E27FC236}">
                    <a16:creationId xmlns:a16="http://schemas.microsoft.com/office/drawing/2014/main" id="{11DD07A3-7436-41B2-8910-D49A13B73A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34" name="Line 31">
                <a:extLst>
                  <a:ext uri="{FF2B5EF4-FFF2-40B4-BE49-F238E27FC236}">
                    <a16:creationId xmlns:a16="http://schemas.microsoft.com/office/drawing/2014/main" id="{A167D545-5819-4E88-8644-B3F1453A6A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35" name="Line 32">
                <a:extLst>
                  <a:ext uri="{FF2B5EF4-FFF2-40B4-BE49-F238E27FC236}">
                    <a16:creationId xmlns:a16="http://schemas.microsoft.com/office/drawing/2014/main" id="{77620B03-4D19-403D-9660-A53D3649C8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36" name="Line 33">
                <a:extLst>
                  <a:ext uri="{FF2B5EF4-FFF2-40B4-BE49-F238E27FC236}">
                    <a16:creationId xmlns:a16="http://schemas.microsoft.com/office/drawing/2014/main" id="{06FD4253-1997-4DAE-BE38-E1618D94C5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37" name="Line 34">
                <a:extLst>
                  <a:ext uri="{FF2B5EF4-FFF2-40B4-BE49-F238E27FC236}">
                    <a16:creationId xmlns:a16="http://schemas.microsoft.com/office/drawing/2014/main" id="{286E5E59-8C83-40E7-8140-F17479E5E8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38" name="Line 35">
                <a:extLst>
                  <a:ext uri="{FF2B5EF4-FFF2-40B4-BE49-F238E27FC236}">
                    <a16:creationId xmlns:a16="http://schemas.microsoft.com/office/drawing/2014/main" id="{2386571D-7FA6-43FD-B9F6-9F6AACF290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39" name="Line 36">
                <a:extLst>
                  <a:ext uri="{FF2B5EF4-FFF2-40B4-BE49-F238E27FC236}">
                    <a16:creationId xmlns:a16="http://schemas.microsoft.com/office/drawing/2014/main" id="{A8F477A7-6A14-49F9-8350-8CD96759D5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40" name="Line 37">
                <a:extLst>
                  <a:ext uri="{FF2B5EF4-FFF2-40B4-BE49-F238E27FC236}">
                    <a16:creationId xmlns:a16="http://schemas.microsoft.com/office/drawing/2014/main" id="{47995814-1100-499A-802D-50DC435B05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41" name="Line 38">
                <a:extLst>
                  <a:ext uri="{FF2B5EF4-FFF2-40B4-BE49-F238E27FC236}">
                    <a16:creationId xmlns:a16="http://schemas.microsoft.com/office/drawing/2014/main" id="{21C7934E-3AD2-40FA-8E9F-545BDEE24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42" name="Text Box 39">
                <a:extLst>
                  <a:ext uri="{FF2B5EF4-FFF2-40B4-BE49-F238E27FC236}">
                    <a16:creationId xmlns:a16="http://schemas.microsoft.com/office/drawing/2014/main" id="{2DDC0C0F-AF90-4429-91A9-7E2126590F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51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7143" name="Text Box 40">
                <a:extLst>
                  <a:ext uri="{FF2B5EF4-FFF2-40B4-BE49-F238E27FC236}">
                    <a16:creationId xmlns:a16="http://schemas.microsoft.com/office/drawing/2014/main" id="{8060A054-1E68-4A91-8D82-DE48999581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0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sp>
          <p:nvSpPr>
            <p:cNvPr id="87089" name="Text Box 41">
              <a:extLst>
                <a:ext uri="{FF2B5EF4-FFF2-40B4-BE49-F238E27FC236}">
                  <a16:creationId xmlns:a16="http://schemas.microsoft.com/office/drawing/2014/main" id="{A386BB21-D0C5-46F5-9BDC-3BD1E02F10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34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87090" name="Text Box 42">
              <a:extLst>
                <a:ext uri="{FF2B5EF4-FFF2-40B4-BE49-F238E27FC236}">
                  <a16:creationId xmlns:a16="http://schemas.microsoft.com/office/drawing/2014/main" id="{FFC6708F-90DC-4275-84A2-DD8639F6BF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4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grpSp>
          <p:nvGrpSpPr>
            <p:cNvPr id="87091" name="Group 43">
              <a:extLst>
                <a:ext uri="{FF2B5EF4-FFF2-40B4-BE49-F238E27FC236}">
                  <a16:creationId xmlns:a16="http://schemas.microsoft.com/office/drawing/2014/main" id="{000BEFAD-5AD9-441D-BC1A-0FE801E35A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88" y="1387"/>
              <a:ext cx="577" cy="1636"/>
              <a:chOff x="4271" y="1104"/>
              <a:chExt cx="577" cy="1636"/>
            </a:xfrm>
          </p:grpSpPr>
          <p:sp>
            <p:nvSpPr>
              <p:cNvPr id="87110" name="Rectangle 44">
                <a:extLst>
                  <a:ext uri="{FF2B5EF4-FFF2-40B4-BE49-F238E27FC236}">
                    <a16:creationId xmlns:a16="http://schemas.microsoft.com/office/drawing/2014/main" id="{F3E236A8-DF6D-4234-A96F-CCD17A70D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11" name="Rectangle 45">
                <a:extLst>
                  <a:ext uri="{FF2B5EF4-FFF2-40B4-BE49-F238E27FC236}">
                    <a16:creationId xmlns:a16="http://schemas.microsoft.com/office/drawing/2014/main" id="{49CDF707-BA6F-40B4-8D47-CDF3FD765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12" name="Rectangle 46">
                <a:extLst>
                  <a:ext uri="{FF2B5EF4-FFF2-40B4-BE49-F238E27FC236}">
                    <a16:creationId xmlns:a16="http://schemas.microsoft.com/office/drawing/2014/main" id="{07D23A20-B9EC-4645-8FAC-B044750D1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13" name="Rectangle 47">
                <a:extLst>
                  <a:ext uri="{FF2B5EF4-FFF2-40B4-BE49-F238E27FC236}">
                    <a16:creationId xmlns:a16="http://schemas.microsoft.com/office/drawing/2014/main" id="{942A3495-B92D-421C-85E2-882BCCF57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14" name="Rectangle 48">
                <a:extLst>
                  <a:ext uri="{FF2B5EF4-FFF2-40B4-BE49-F238E27FC236}">
                    <a16:creationId xmlns:a16="http://schemas.microsoft.com/office/drawing/2014/main" id="{85B3DE02-163C-44BF-AEF5-ACF5536D7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15" name="Rectangle 49">
                <a:extLst>
                  <a:ext uri="{FF2B5EF4-FFF2-40B4-BE49-F238E27FC236}">
                    <a16:creationId xmlns:a16="http://schemas.microsoft.com/office/drawing/2014/main" id="{6F468F2F-6254-4E9E-86BD-7213BFCDF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16" name="Line 50">
                <a:extLst>
                  <a:ext uri="{FF2B5EF4-FFF2-40B4-BE49-F238E27FC236}">
                    <a16:creationId xmlns:a16="http://schemas.microsoft.com/office/drawing/2014/main" id="{95C75BF7-8835-4D35-926B-05FCF19441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17" name="Line 51">
                <a:extLst>
                  <a:ext uri="{FF2B5EF4-FFF2-40B4-BE49-F238E27FC236}">
                    <a16:creationId xmlns:a16="http://schemas.microsoft.com/office/drawing/2014/main" id="{7F5B4307-B866-4401-AE4D-DC112798DF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18" name="Line 52">
                <a:extLst>
                  <a:ext uri="{FF2B5EF4-FFF2-40B4-BE49-F238E27FC236}">
                    <a16:creationId xmlns:a16="http://schemas.microsoft.com/office/drawing/2014/main" id="{5CA4A043-2B98-4A9B-8B7F-7BEBEBB2E3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" name="Line 53">
                <a:extLst>
                  <a:ext uri="{FF2B5EF4-FFF2-40B4-BE49-F238E27FC236}">
                    <a16:creationId xmlns:a16="http://schemas.microsoft.com/office/drawing/2014/main" id="{EE6EF37B-1889-4AA0-AF6C-960FF8DBB5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20" name="Line 54">
                <a:extLst>
                  <a:ext uri="{FF2B5EF4-FFF2-40B4-BE49-F238E27FC236}">
                    <a16:creationId xmlns:a16="http://schemas.microsoft.com/office/drawing/2014/main" id="{F5BE53CF-DE9B-4BD2-B2A2-4F613C89E2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21" name="Line 55">
                <a:extLst>
                  <a:ext uri="{FF2B5EF4-FFF2-40B4-BE49-F238E27FC236}">
                    <a16:creationId xmlns:a16="http://schemas.microsoft.com/office/drawing/2014/main" id="{55323867-779E-428A-BEA0-0D94A9411B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22" name="Line 56">
                <a:extLst>
                  <a:ext uri="{FF2B5EF4-FFF2-40B4-BE49-F238E27FC236}">
                    <a16:creationId xmlns:a16="http://schemas.microsoft.com/office/drawing/2014/main" id="{A32C63E8-244D-4EEC-BB60-4B08FDA7B6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23" name="Line 57">
                <a:extLst>
                  <a:ext uri="{FF2B5EF4-FFF2-40B4-BE49-F238E27FC236}">
                    <a16:creationId xmlns:a16="http://schemas.microsoft.com/office/drawing/2014/main" id="{CCF8F203-F0A5-4A19-A9CF-CCC1415218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24" name="Line 58">
                <a:extLst>
                  <a:ext uri="{FF2B5EF4-FFF2-40B4-BE49-F238E27FC236}">
                    <a16:creationId xmlns:a16="http://schemas.microsoft.com/office/drawing/2014/main" id="{59F2BF88-65D4-408D-B046-AE061B3612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25" name="Text Box 59">
                <a:extLst>
                  <a:ext uri="{FF2B5EF4-FFF2-40B4-BE49-F238E27FC236}">
                    <a16:creationId xmlns:a16="http://schemas.microsoft.com/office/drawing/2014/main" id="{CFDD995F-45D3-4CA2-841E-F246D69EB6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25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7126" name="Text Box 60">
                <a:extLst>
                  <a:ext uri="{FF2B5EF4-FFF2-40B4-BE49-F238E27FC236}">
                    <a16:creationId xmlns:a16="http://schemas.microsoft.com/office/drawing/2014/main" id="{76F7AF3A-7BB9-4F2B-A503-B8DBB9711B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25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grpSp>
          <p:nvGrpSpPr>
            <p:cNvPr id="87092" name="Group 61">
              <a:extLst>
                <a:ext uri="{FF2B5EF4-FFF2-40B4-BE49-F238E27FC236}">
                  <a16:creationId xmlns:a16="http://schemas.microsoft.com/office/drawing/2014/main" id="{55FDE498-51C7-42A4-83F8-D869F1E08B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3" y="1387"/>
              <a:ext cx="542" cy="1636"/>
              <a:chOff x="3049" y="1104"/>
              <a:chExt cx="542" cy="1636"/>
            </a:xfrm>
          </p:grpSpPr>
          <p:sp>
            <p:nvSpPr>
              <p:cNvPr id="87093" name="Rectangle 62">
                <a:extLst>
                  <a:ext uri="{FF2B5EF4-FFF2-40B4-BE49-F238E27FC236}">
                    <a16:creationId xmlns:a16="http://schemas.microsoft.com/office/drawing/2014/main" id="{E6043C01-F9F8-4335-8C02-FF4F03C06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094" name="Rectangle 63">
                <a:extLst>
                  <a:ext uri="{FF2B5EF4-FFF2-40B4-BE49-F238E27FC236}">
                    <a16:creationId xmlns:a16="http://schemas.microsoft.com/office/drawing/2014/main" id="{5C0F003A-B7F7-46A4-B0FB-EB2523DB3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095" name="Rectangle 64">
                <a:extLst>
                  <a:ext uri="{FF2B5EF4-FFF2-40B4-BE49-F238E27FC236}">
                    <a16:creationId xmlns:a16="http://schemas.microsoft.com/office/drawing/2014/main" id="{0ADD1B08-A7BC-453F-8FDB-D25E9097B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096" name="Rectangle 65">
                <a:extLst>
                  <a:ext uri="{FF2B5EF4-FFF2-40B4-BE49-F238E27FC236}">
                    <a16:creationId xmlns:a16="http://schemas.microsoft.com/office/drawing/2014/main" id="{8FAD1B9E-677C-4FF1-8FF3-164AB58AA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097" name="Rectangle 66">
                <a:extLst>
                  <a:ext uri="{FF2B5EF4-FFF2-40B4-BE49-F238E27FC236}">
                    <a16:creationId xmlns:a16="http://schemas.microsoft.com/office/drawing/2014/main" id="{5342A41A-6483-4F5C-9F8C-B0D3633FF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098" name="Rectangle 67">
                <a:extLst>
                  <a:ext uri="{FF2B5EF4-FFF2-40B4-BE49-F238E27FC236}">
                    <a16:creationId xmlns:a16="http://schemas.microsoft.com/office/drawing/2014/main" id="{BB254DD3-5CB0-493D-8B37-A05B774E9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099" name="Line 68">
                <a:extLst>
                  <a:ext uri="{FF2B5EF4-FFF2-40B4-BE49-F238E27FC236}">
                    <a16:creationId xmlns:a16="http://schemas.microsoft.com/office/drawing/2014/main" id="{D2361ED3-FDA1-40C4-AC50-7315F8C06E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00" name="Line 69">
                <a:extLst>
                  <a:ext uri="{FF2B5EF4-FFF2-40B4-BE49-F238E27FC236}">
                    <a16:creationId xmlns:a16="http://schemas.microsoft.com/office/drawing/2014/main" id="{40AA8006-7199-432D-9885-4AA2AA8DEB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01" name="Line 70">
                <a:extLst>
                  <a:ext uri="{FF2B5EF4-FFF2-40B4-BE49-F238E27FC236}">
                    <a16:creationId xmlns:a16="http://schemas.microsoft.com/office/drawing/2014/main" id="{0F9CC7E1-0863-4A1A-84B1-EC7C926D8E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02" name="Line 71">
                <a:extLst>
                  <a:ext uri="{FF2B5EF4-FFF2-40B4-BE49-F238E27FC236}">
                    <a16:creationId xmlns:a16="http://schemas.microsoft.com/office/drawing/2014/main" id="{F7E51669-E5AB-4F0D-B8C6-4DA99E7A32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03" name="Line 72">
                <a:extLst>
                  <a:ext uri="{FF2B5EF4-FFF2-40B4-BE49-F238E27FC236}">
                    <a16:creationId xmlns:a16="http://schemas.microsoft.com/office/drawing/2014/main" id="{CB1CD539-E4A6-410F-98BE-B74BB79EE2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04" name="Line 73">
                <a:extLst>
                  <a:ext uri="{FF2B5EF4-FFF2-40B4-BE49-F238E27FC236}">
                    <a16:creationId xmlns:a16="http://schemas.microsoft.com/office/drawing/2014/main" id="{58E693C7-93C5-4AC0-9A53-76EF8246F2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05" name="Line 74">
                <a:extLst>
                  <a:ext uri="{FF2B5EF4-FFF2-40B4-BE49-F238E27FC236}">
                    <a16:creationId xmlns:a16="http://schemas.microsoft.com/office/drawing/2014/main" id="{1C8721DB-8D5B-4FC9-AF11-78C0650E1D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06" name="Line 75">
                <a:extLst>
                  <a:ext uri="{FF2B5EF4-FFF2-40B4-BE49-F238E27FC236}">
                    <a16:creationId xmlns:a16="http://schemas.microsoft.com/office/drawing/2014/main" id="{1045FF1E-4E4C-49A7-8247-5C7E5F363B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07" name="Line 76">
                <a:extLst>
                  <a:ext uri="{FF2B5EF4-FFF2-40B4-BE49-F238E27FC236}">
                    <a16:creationId xmlns:a16="http://schemas.microsoft.com/office/drawing/2014/main" id="{3CDEF5BC-655C-49CF-8121-BD8F86339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108" name="Text Box 77">
                <a:extLst>
                  <a:ext uri="{FF2B5EF4-FFF2-40B4-BE49-F238E27FC236}">
                    <a16:creationId xmlns:a16="http://schemas.microsoft.com/office/drawing/2014/main" id="{E1F58380-3756-40BB-8C2B-3A8109E7C3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54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7109" name="Text Box 78">
                <a:extLst>
                  <a:ext uri="{FF2B5EF4-FFF2-40B4-BE49-F238E27FC236}">
                    <a16:creationId xmlns:a16="http://schemas.microsoft.com/office/drawing/2014/main" id="{10AA24FE-5527-4598-99A5-C3106E7F65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</p:grpSp>
      <p:grpSp>
        <p:nvGrpSpPr>
          <p:cNvPr id="7" name="Group 80">
            <a:extLst>
              <a:ext uri="{FF2B5EF4-FFF2-40B4-BE49-F238E27FC236}">
                <a16:creationId xmlns:a16="http://schemas.microsoft.com/office/drawing/2014/main" id="{A5AF0053-D8E8-4C10-82F5-D35731F36D8B}"/>
              </a:ext>
            </a:extLst>
          </p:cNvPr>
          <p:cNvGrpSpPr>
            <a:grpSpLocks/>
          </p:cNvGrpSpPr>
          <p:nvPr/>
        </p:nvGrpSpPr>
        <p:grpSpPr bwMode="auto">
          <a:xfrm>
            <a:off x="3027363" y="5761038"/>
            <a:ext cx="3273425" cy="454025"/>
            <a:chOff x="1907" y="3840"/>
            <a:chExt cx="2062" cy="286"/>
          </a:xfrm>
        </p:grpSpPr>
        <p:grpSp>
          <p:nvGrpSpPr>
            <p:cNvPr id="87079" name="Group 81">
              <a:extLst>
                <a:ext uri="{FF2B5EF4-FFF2-40B4-BE49-F238E27FC236}">
                  <a16:creationId xmlns:a16="http://schemas.microsoft.com/office/drawing/2014/main" id="{DCF66EC4-E256-4EE8-A99E-82A174723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7" y="3840"/>
              <a:ext cx="2062" cy="286"/>
              <a:chOff x="1488" y="3840"/>
              <a:chExt cx="2062" cy="286"/>
            </a:xfrm>
          </p:grpSpPr>
          <p:sp>
            <p:nvSpPr>
              <p:cNvPr id="87081" name="Rectangle 82">
                <a:extLst>
                  <a:ext uri="{FF2B5EF4-FFF2-40B4-BE49-F238E27FC236}">
                    <a16:creationId xmlns:a16="http://schemas.microsoft.com/office/drawing/2014/main" id="{26EBD7F1-00EC-4FF7-B062-8C72433CA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082" name="Text Box 83">
                <a:extLst>
                  <a:ext uri="{FF2B5EF4-FFF2-40B4-BE49-F238E27FC236}">
                    <a16:creationId xmlns:a16="http://schemas.microsoft.com/office/drawing/2014/main" id="{91239FCE-EA85-4857-8AB5-A5620C714B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8" y="3851"/>
                <a:ext cx="5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　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体号</a:t>
                </a:r>
              </a:p>
            </p:txBody>
          </p:sp>
          <p:sp>
            <p:nvSpPr>
              <p:cNvPr id="87083" name="Rectangle 84">
                <a:extLst>
                  <a:ext uri="{FF2B5EF4-FFF2-40B4-BE49-F238E27FC236}">
                    <a16:creationId xmlns:a16="http://schemas.microsoft.com/office/drawing/2014/main" id="{4EC8E89B-0EA7-4645-B96B-7B18B10FB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084" name="Text Box 85">
                <a:extLst>
                  <a:ext uri="{FF2B5EF4-FFF2-40B4-BE49-F238E27FC236}">
                    <a16:creationId xmlns:a16="http://schemas.microsoft.com/office/drawing/2014/main" id="{68D92665-6D78-4DC8-8DC9-2014B900D1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70" y="3851"/>
                <a:ext cx="11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87080" name="Text Box 86">
              <a:extLst>
                <a:ext uri="{FF2B5EF4-FFF2-40B4-BE49-F238E27FC236}">
                  <a16:creationId xmlns:a16="http://schemas.microsoft.com/office/drawing/2014/main" id="{6205253A-4132-4F7F-80F2-AF5AA5753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3" y="3851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体内地址</a:t>
              </a:r>
            </a:p>
          </p:txBody>
        </p:sp>
      </p:grpSp>
      <p:grpSp>
        <p:nvGrpSpPr>
          <p:cNvPr id="9" name="Group 87">
            <a:extLst>
              <a:ext uri="{FF2B5EF4-FFF2-40B4-BE49-F238E27FC236}">
                <a16:creationId xmlns:a16="http://schemas.microsoft.com/office/drawing/2014/main" id="{4AF94ECF-8DD6-417F-8690-8F6928E3006B}"/>
              </a:ext>
            </a:extLst>
          </p:cNvPr>
          <p:cNvGrpSpPr>
            <a:grpSpLocks/>
          </p:cNvGrpSpPr>
          <p:nvPr/>
        </p:nvGrpSpPr>
        <p:grpSpPr bwMode="auto">
          <a:xfrm>
            <a:off x="323850" y="1268413"/>
            <a:ext cx="7389813" cy="919162"/>
            <a:chOff x="204" y="1010"/>
            <a:chExt cx="4655" cy="579"/>
          </a:xfrm>
        </p:grpSpPr>
        <p:sp>
          <p:nvSpPr>
            <p:cNvPr id="87073" name="Text Box 88">
              <a:extLst>
                <a:ext uri="{FF2B5EF4-FFF2-40B4-BE49-F238E27FC236}">
                  <a16:creationId xmlns:a16="http://schemas.microsoft.com/office/drawing/2014/main" id="{22DA027A-9445-427C-BC0C-AA32BA5524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" y="1010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地址</a:t>
              </a:r>
            </a:p>
          </p:txBody>
        </p:sp>
        <p:grpSp>
          <p:nvGrpSpPr>
            <p:cNvPr id="87074" name="Group 89">
              <a:extLst>
                <a:ext uri="{FF2B5EF4-FFF2-40B4-BE49-F238E27FC236}">
                  <a16:creationId xmlns:a16="http://schemas.microsoft.com/office/drawing/2014/main" id="{D786D8E7-E0A1-4860-ADAD-C3DDD9D60D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" y="1339"/>
              <a:ext cx="4655" cy="250"/>
              <a:chOff x="204" y="1339"/>
              <a:chExt cx="4655" cy="250"/>
            </a:xfrm>
          </p:grpSpPr>
          <p:sp>
            <p:nvSpPr>
              <p:cNvPr id="87075" name="Text Box 90">
                <a:extLst>
                  <a:ext uri="{FF2B5EF4-FFF2-40B4-BE49-F238E27FC236}">
                    <a16:creationId xmlns:a16="http://schemas.microsoft.com/office/drawing/2014/main" id="{1801DD2F-B19A-4411-AC6E-F3EC568815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4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0000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00</a:t>
                </a:r>
              </a:p>
            </p:txBody>
          </p:sp>
          <p:sp>
            <p:nvSpPr>
              <p:cNvPr id="87076" name="Text Box 91">
                <a:extLst>
                  <a:ext uri="{FF2B5EF4-FFF2-40B4-BE49-F238E27FC236}">
                    <a16:creationId xmlns:a16="http://schemas.microsoft.com/office/drawing/2014/main" id="{85B7C365-11B2-4A48-9919-51A0CEF026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1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0000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01</a:t>
                </a:r>
              </a:p>
            </p:txBody>
          </p:sp>
          <p:sp>
            <p:nvSpPr>
              <p:cNvPr id="87077" name="Text Box 92">
                <a:extLst>
                  <a:ext uri="{FF2B5EF4-FFF2-40B4-BE49-F238E27FC236}">
                    <a16:creationId xmlns:a16="http://schemas.microsoft.com/office/drawing/2014/main" id="{1B454DE1-A7A8-4DA8-BCD5-AE74C005A7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6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0000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10</a:t>
                </a:r>
              </a:p>
            </p:txBody>
          </p:sp>
          <p:sp>
            <p:nvSpPr>
              <p:cNvPr id="87078" name="Text Box 93">
                <a:extLst>
                  <a:ext uri="{FF2B5EF4-FFF2-40B4-BE49-F238E27FC236}">
                    <a16:creationId xmlns:a16="http://schemas.microsoft.com/office/drawing/2014/main" id="{FD3BF7F1-B844-4EE5-A961-2BEE1C21E9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95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0000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11</a:t>
                </a:r>
              </a:p>
            </p:txBody>
          </p:sp>
        </p:grpSp>
      </p:grpSp>
      <p:grpSp>
        <p:nvGrpSpPr>
          <p:cNvPr id="11" name="Group 94">
            <a:extLst>
              <a:ext uri="{FF2B5EF4-FFF2-40B4-BE49-F238E27FC236}">
                <a16:creationId xmlns:a16="http://schemas.microsoft.com/office/drawing/2014/main" id="{44BED177-D146-475B-898A-D124312ABB1D}"/>
              </a:ext>
            </a:extLst>
          </p:cNvPr>
          <p:cNvGrpSpPr>
            <a:grpSpLocks/>
          </p:cNvGrpSpPr>
          <p:nvPr/>
        </p:nvGrpSpPr>
        <p:grpSpPr bwMode="auto">
          <a:xfrm>
            <a:off x="323850" y="2122488"/>
            <a:ext cx="7389813" cy="396875"/>
            <a:chOff x="204" y="1548"/>
            <a:chExt cx="4655" cy="250"/>
          </a:xfrm>
        </p:grpSpPr>
        <p:sp>
          <p:nvSpPr>
            <p:cNvPr id="87069" name="Text Box 95">
              <a:extLst>
                <a:ext uri="{FF2B5EF4-FFF2-40B4-BE49-F238E27FC236}">
                  <a16:creationId xmlns:a16="http://schemas.microsoft.com/office/drawing/2014/main" id="{8113F303-AC33-4C3F-9C26-AB854F678F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0001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87070" name="Text Box 96">
              <a:extLst>
                <a:ext uri="{FF2B5EF4-FFF2-40B4-BE49-F238E27FC236}">
                  <a16:creationId xmlns:a16="http://schemas.microsoft.com/office/drawing/2014/main" id="{4A27E046-E9FE-4B09-87DF-CB1149C12A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1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0001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87071" name="Text Box 97">
              <a:extLst>
                <a:ext uri="{FF2B5EF4-FFF2-40B4-BE49-F238E27FC236}">
                  <a16:creationId xmlns:a16="http://schemas.microsoft.com/office/drawing/2014/main" id="{C4A9187F-0335-48B4-885C-FF29630871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6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0001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87072" name="Text Box 98">
              <a:extLst>
                <a:ext uri="{FF2B5EF4-FFF2-40B4-BE49-F238E27FC236}">
                  <a16:creationId xmlns:a16="http://schemas.microsoft.com/office/drawing/2014/main" id="{6D5BA653-C401-40B2-A0E6-CDBA217B0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0001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</p:grpSp>
      <p:grpSp>
        <p:nvGrpSpPr>
          <p:cNvPr id="12" name="Group 99">
            <a:extLst>
              <a:ext uri="{FF2B5EF4-FFF2-40B4-BE49-F238E27FC236}">
                <a16:creationId xmlns:a16="http://schemas.microsoft.com/office/drawing/2014/main" id="{5308D2DC-CB88-4F1A-B214-C7A2EE8ACAFE}"/>
              </a:ext>
            </a:extLst>
          </p:cNvPr>
          <p:cNvGrpSpPr>
            <a:grpSpLocks/>
          </p:cNvGrpSpPr>
          <p:nvPr/>
        </p:nvGrpSpPr>
        <p:grpSpPr bwMode="auto">
          <a:xfrm>
            <a:off x="250825" y="4137025"/>
            <a:ext cx="7462838" cy="396875"/>
            <a:chOff x="158" y="2817"/>
            <a:chExt cx="4701" cy="250"/>
          </a:xfrm>
        </p:grpSpPr>
        <p:sp>
          <p:nvSpPr>
            <p:cNvPr id="87065" name="Text Box 100">
              <a:extLst>
                <a:ext uri="{FF2B5EF4-FFF2-40B4-BE49-F238E27FC236}">
                  <a16:creationId xmlns:a16="http://schemas.microsoft.com/office/drawing/2014/main" id="{9036EC7A-E5F9-4675-AD41-E4F05A555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1111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87066" name="Text Box 101">
              <a:extLst>
                <a:ext uri="{FF2B5EF4-FFF2-40B4-BE49-F238E27FC236}">
                  <a16:creationId xmlns:a16="http://schemas.microsoft.com/office/drawing/2014/main" id="{9E9AE012-73F8-4472-95E8-59D4C8E807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1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1111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87067" name="Text Box 102">
              <a:extLst>
                <a:ext uri="{FF2B5EF4-FFF2-40B4-BE49-F238E27FC236}">
                  <a16:creationId xmlns:a16="http://schemas.microsoft.com/office/drawing/2014/main" id="{91F19543-6FF3-44B6-9E15-7DA449A151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6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1111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87068" name="Text Box 103">
              <a:extLst>
                <a:ext uri="{FF2B5EF4-FFF2-40B4-BE49-F238E27FC236}">
                  <a16:creationId xmlns:a16="http://schemas.microsoft.com/office/drawing/2014/main" id="{58D56E71-9EA2-4B2B-9FE0-59CC81BFD8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1111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</p:grpSp>
      <p:grpSp>
        <p:nvGrpSpPr>
          <p:cNvPr id="13" name="Group 104">
            <a:extLst>
              <a:ext uri="{FF2B5EF4-FFF2-40B4-BE49-F238E27FC236}">
                <a16:creationId xmlns:a16="http://schemas.microsoft.com/office/drawing/2014/main" id="{F63ED6C0-6FAC-4BB9-8CFD-59B802CE4970}"/>
              </a:ext>
            </a:extLst>
          </p:cNvPr>
          <p:cNvGrpSpPr>
            <a:grpSpLocks/>
          </p:cNvGrpSpPr>
          <p:nvPr/>
        </p:nvGrpSpPr>
        <p:grpSpPr bwMode="auto">
          <a:xfrm>
            <a:off x="1042988" y="4591050"/>
            <a:ext cx="6408737" cy="447675"/>
            <a:chOff x="283" y="3103"/>
            <a:chExt cx="4037" cy="282"/>
          </a:xfrm>
        </p:grpSpPr>
        <p:sp>
          <p:nvSpPr>
            <p:cNvPr id="87060" name="Line 105">
              <a:extLst>
                <a:ext uri="{FF2B5EF4-FFF2-40B4-BE49-F238E27FC236}">
                  <a16:creationId xmlns:a16="http://schemas.microsoft.com/office/drawing/2014/main" id="{27CD498E-9BE2-4D5D-946C-AB72373132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" y="3385"/>
              <a:ext cx="4037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061" name="Line 106">
              <a:extLst>
                <a:ext uri="{FF2B5EF4-FFF2-40B4-BE49-F238E27FC236}">
                  <a16:creationId xmlns:a16="http://schemas.microsoft.com/office/drawing/2014/main" id="{75B546F2-8145-4EF5-A9DA-8BD8CA33FB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062" name="Line 107">
              <a:extLst>
                <a:ext uri="{FF2B5EF4-FFF2-40B4-BE49-F238E27FC236}">
                  <a16:creationId xmlns:a16="http://schemas.microsoft.com/office/drawing/2014/main" id="{25ADF186-3FCC-41DC-8046-E79B71ED3B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310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063" name="Line 108">
              <a:extLst>
                <a:ext uri="{FF2B5EF4-FFF2-40B4-BE49-F238E27FC236}">
                  <a16:creationId xmlns:a16="http://schemas.microsoft.com/office/drawing/2014/main" id="{7F31D1A1-2D82-47C9-8AB9-2ABED3018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6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064" name="Line 109">
              <a:extLst>
                <a:ext uri="{FF2B5EF4-FFF2-40B4-BE49-F238E27FC236}">
                  <a16:creationId xmlns:a16="http://schemas.microsoft.com/office/drawing/2014/main" id="{87E0623D-2D43-4B23-85D2-2237AFFC0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8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7150" name="Line 110">
            <a:extLst>
              <a:ext uri="{FF2B5EF4-FFF2-40B4-BE49-F238E27FC236}">
                <a16:creationId xmlns:a16="http://schemas.microsoft.com/office/drawing/2014/main" id="{4218ECD9-E130-49A8-8C6B-50B37D3D7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9413" y="5038725"/>
            <a:ext cx="0" cy="719138"/>
          </a:xfrm>
          <a:prstGeom prst="line">
            <a:avLst/>
          </a:prstGeom>
          <a:noFill/>
          <a:ln w="57150">
            <a:solidFill>
              <a:schemeClr val="folHlink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4" name="Group 111">
            <a:extLst>
              <a:ext uri="{FF2B5EF4-FFF2-40B4-BE49-F238E27FC236}">
                <a16:creationId xmlns:a16="http://schemas.microsoft.com/office/drawing/2014/main" id="{F30C63D3-3DFE-4651-A8A1-20C974BA0F88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4606925"/>
            <a:ext cx="6424612" cy="719138"/>
            <a:chOff x="552" y="3113"/>
            <a:chExt cx="4047" cy="453"/>
          </a:xfrm>
        </p:grpSpPr>
        <p:sp>
          <p:nvSpPr>
            <p:cNvPr id="87055" name="Line 112">
              <a:extLst>
                <a:ext uri="{FF2B5EF4-FFF2-40B4-BE49-F238E27FC236}">
                  <a16:creationId xmlns:a16="http://schemas.microsoft.com/office/drawing/2014/main" id="{A54DBE4B-9A70-4A98-A20F-5FC3842355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" y="3566"/>
              <a:ext cx="4047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056" name="Line 113">
              <a:extLst>
                <a:ext uri="{FF2B5EF4-FFF2-40B4-BE49-F238E27FC236}">
                  <a16:creationId xmlns:a16="http://schemas.microsoft.com/office/drawing/2014/main" id="{30F7517E-FB65-41C5-97C0-776776FDA8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057" name="Line 114">
              <a:extLst>
                <a:ext uri="{FF2B5EF4-FFF2-40B4-BE49-F238E27FC236}">
                  <a16:creationId xmlns:a16="http://schemas.microsoft.com/office/drawing/2014/main" id="{67A34BAC-47A2-4E74-8861-1CE4DDE2D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3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058" name="Line 115">
              <a:extLst>
                <a:ext uri="{FF2B5EF4-FFF2-40B4-BE49-F238E27FC236}">
                  <a16:creationId xmlns:a16="http://schemas.microsoft.com/office/drawing/2014/main" id="{FED4E5D9-B47E-4CB8-A2DA-8690A6B342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059" name="Line 116">
              <a:extLst>
                <a:ext uri="{FF2B5EF4-FFF2-40B4-BE49-F238E27FC236}">
                  <a16:creationId xmlns:a16="http://schemas.microsoft.com/office/drawing/2014/main" id="{E69F4A9E-AB67-4980-9A4F-3ABA0FE512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2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7157" name="Line 117">
            <a:extLst>
              <a:ext uri="{FF2B5EF4-FFF2-40B4-BE49-F238E27FC236}">
                <a16:creationId xmlns:a16="http://schemas.microsoft.com/office/drawing/2014/main" id="{18282E75-809E-4213-B09F-D1FC9EDBF7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1275" y="5326063"/>
            <a:ext cx="0" cy="4318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052" name="Text Box 118">
            <a:extLst>
              <a:ext uri="{FF2B5EF4-FFF2-40B4-BE49-F238E27FC236}">
                <a16:creationId xmlns:a16="http://schemas.microsoft.com/office/drawing/2014/main" id="{EEE30509-7ED1-4DDD-B1D3-E15E6BE728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700" y="260350"/>
            <a:ext cx="5905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低位交叉</a:t>
            </a:r>
          </a:p>
        </p:txBody>
      </p:sp>
      <p:sp>
        <p:nvSpPr>
          <p:cNvPr id="87159" name="Text Box 119">
            <a:extLst>
              <a:ext uri="{FF2B5EF4-FFF2-40B4-BE49-F238E27FC236}">
                <a16:creationId xmlns:a16="http://schemas.microsoft.com/office/drawing/2014/main" id="{470C69EF-93EF-48F7-B803-868C05F8C5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6450" y="307975"/>
            <a:ext cx="3817836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各个体轮流编址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7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7" dur="500"/>
                                        <p:tgtEl>
                                          <p:spTgt spid="87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6" dur="500"/>
                                        <p:tgtEl>
                                          <p:spTgt spid="87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8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159" grpId="0" autoUpdateAnimBg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">
            <a:extLst>
              <a:ext uri="{FF2B5EF4-FFF2-40B4-BE49-F238E27FC236}">
                <a16:creationId xmlns:a16="http://schemas.microsoft.com/office/drawing/2014/main" id="{977CC287-B53C-4BC7-8F72-3FC9615215E0}"/>
              </a:ext>
            </a:extLst>
          </p:cNvPr>
          <p:cNvGrpSpPr>
            <a:grpSpLocks/>
          </p:cNvGrpSpPr>
          <p:nvPr/>
        </p:nvGrpSpPr>
        <p:grpSpPr bwMode="auto">
          <a:xfrm>
            <a:off x="533400" y="1411288"/>
            <a:ext cx="7543800" cy="5330825"/>
            <a:chOff x="336" y="816"/>
            <a:chExt cx="4752" cy="3358"/>
          </a:xfrm>
        </p:grpSpPr>
        <p:sp>
          <p:nvSpPr>
            <p:cNvPr id="88078" name="Text Box 4">
              <a:extLst>
                <a:ext uri="{FF2B5EF4-FFF2-40B4-BE49-F238E27FC236}">
                  <a16:creationId xmlns:a16="http://schemas.microsoft.com/office/drawing/2014/main" id="{C701A3B1-6299-48F4-966B-2316644F22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0" y="816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88079" name="Text Box 5">
              <a:extLst>
                <a:ext uri="{FF2B5EF4-FFF2-40B4-BE49-F238E27FC236}">
                  <a16:creationId xmlns:a16="http://schemas.microsoft.com/office/drawing/2014/main" id="{189FFC6B-BD5F-4B95-9E45-DDEC8B2EDD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816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地址</a:t>
              </a:r>
            </a:p>
          </p:txBody>
        </p:sp>
        <p:sp>
          <p:nvSpPr>
            <p:cNvPr id="88080" name="Text Box 6">
              <a:extLst>
                <a:ext uri="{FF2B5EF4-FFF2-40B4-BE49-F238E27FC236}">
                  <a16:creationId xmlns:a16="http://schemas.microsoft.com/office/drawing/2014/main" id="{39826D1E-E844-46E1-98BD-5E888680EB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08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88081" name="Text Box 7">
              <a:extLst>
                <a:ext uri="{FF2B5EF4-FFF2-40B4-BE49-F238E27FC236}">
                  <a16:creationId xmlns:a16="http://schemas.microsoft.com/office/drawing/2014/main" id="{DAD5ADF3-FB80-4C6D-AF73-91EF59DEE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3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grpSp>
          <p:nvGrpSpPr>
            <p:cNvPr id="88082" name="Group 8">
              <a:extLst>
                <a:ext uri="{FF2B5EF4-FFF2-40B4-BE49-F238E27FC236}">
                  <a16:creationId xmlns:a16="http://schemas.microsoft.com/office/drawing/2014/main" id="{0B90B708-C8B6-44F5-9F86-A9538CE85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4" y="1104"/>
              <a:ext cx="567" cy="1636"/>
              <a:chOff x="624" y="1104"/>
              <a:chExt cx="567" cy="1636"/>
            </a:xfrm>
          </p:grpSpPr>
          <p:sp>
            <p:nvSpPr>
              <p:cNvPr id="88169" name="Rectangle 9">
                <a:extLst>
                  <a:ext uri="{FF2B5EF4-FFF2-40B4-BE49-F238E27FC236}">
                    <a16:creationId xmlns:a16="http://schemas.microsoft.com/office/drawing/2014/main" id="{64454380-9592-4353-A6A1-0437E10B3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70" name="Rectangle 10">
                <a:extLst>
                  <a:ext uri="{FF2B5EF4-FFF2-40B4-BE49-F238E27FC236}">
                    <a16:creationId xmlns:a16="http://schemas.microsoft.com/office/drawing/2014/main" id="{66EF1894-5322-4554-BB88-94807C50B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71" name="Rectangle 11">
                <a:extLst>
                  <a:ext uri="{FF2B5EF4-FFF2-40B4-BE49-F238E27FC236}">
                    <a16:creationId xmlns:a16="http://schemas.microsoft.com/office/drawing/2014/main" id="{C75255FD-E7C6-44BC-A517-FE4E96CE0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72" name="Rectangle 12">
                <a:extLst>
                  <a:ext uri="{FF2B5EF4-FFF2-40B4-BE49-F238E27FC236}">
                    <a16:creationId xmlns:a16="http://schemas.microsoft.com/office/drawing/2014/main" id="{31C6D07D-563D-420C-811C-6A0D3A82A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73" name="Rectangle 13">
                <a:extLst>
                  <a:ext uri="{FF2B5EF4-FFF2-40B4-BE49-F238E27FC236}">
                    <a16:creationId xmlns:a16="http://schemas.microsoft.com/office/drawing/2014/main" id="{DE804317-8F41-45D1-B5C6-B7C0AC1A7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74" name="Rectangle 14">
                <a:extLst>
                  <a:ext uri="{FF2B5EF4-FFF2-40B4-BE49-F238E27FC236}">
                    <a16:creationId xmlns:a16="http://schemas.microsoft.com/office/drawing/2014/main" id="{F077A9F1-14F5-4199-AD8E-F71D2CB34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75" name="Line 15">
                <a:extLst>
                  <a:ext uri="{FF2B5EF4-FFF2-40B4-BE49-F238E27FC236}">
                    <a16:creationId xmlns:a16="http://schemas.microsoft.com/office/drawing/2014/main" id="{5101EC76-8D80-4219-A3E8-F0965A5607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" name="Line 16">
                <a:extLst>
                  <a:ext uri="{FF2B5EF4-FFF2-40B4-BE49-F238E27FC236}">
                    <a16:creationId xmlns:a16="http://schemas.microsoft.com/office/drawing/2014/main" id="{8B1EB845-A542-4DE7-9799-FAEB2BADBC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77" name="Line 17">
                <a:extLst>
                  <a:ext uri="{FF2B5EF4-FFF2-40B4-BE49-F238E27FC236}">
                    <a16:creationId xmlns:a16="http://schemas.microsoft.com/office/drawing/2014/main" id="{3AC4FD04-8EDC-48F8-9758-EA967AABF9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78" name="Line 18">
                <a:extLst>
                  <a:ext uri="{FF2B5EF4-FFF2-40B4-BE49-F238E27FC236}">
                    <a16:creationId xmlns:a16="http://schemas.microsoft.com/office/drawing/2014/main" id="{9F5C39DF-1A7C-4DEA-A232-E8F4BB8C8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79" name="Line 19">
                <a:extLst>
                  <a:ext uri="{FF2B5EF4-FFF2-40B4-BE49-F238E27FC236}">
                    <a16:creationId xmlns:a16="http://schemas.microsoft.com/office/drawing/2014/main" id="{0F3E335B-9382-4FF2-8E2A-B38C4750D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80" name="Line 20">
                <a:extLst>
                  <a:ext uri="{FF2B5EF4-FFF2-40B4-BE49-F238E27FC236}">
                    <a16:creationId xmlns:a16="http://schemas.microsoft.com/office/drawing/2014/main" id="{2B27FF69-17BB-4049-85E7-98B380ACCE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81" name="Line 21">
                <a:extLst>
                  <a:ext uri="{FF2B5EF4-FFF2-40B4-BE49-F238E27FC236}">
                    <a16:creationId xmlns:a16="http://schemas.microsoft.com/office/drawing/2014/main" id="{7EC8F77F-D068-49EB-96FB-3BD4A728CD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" name="Line 22">
                <a:extLst>
                  <a:ext uri="{FF2B5EF4-FFF2-40B4-BE49-F238E27FC236}">
                    <a16:creationId xmlns:a16="http://schemas.microsoft.com/office/drawing/2014/main" id="{B6A242C6-97DD-4D49-A2D4-242592BAB2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" name="Line 23">
                <a:extLst>
                  <a:ext uri="{FF2B5EF4-FFF2-40B4-BE49-F238E27FC236}">
                    <a16:creationId xmlns:a16="http://schemas.microsoft.com/office/drawing/2014/main" id="{22E04404-7E57-46B7-980C-68D85C2D6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84" name="Text Box 24">
                <a:extLst>
                  <a:ext uri="{FF2B5EF4-FFF2-40B4-BE49-F238E27FC236}">
                    <a16:creationId xmlns:a16="http://schemas.microsoft.com/office/drawing/2014/main" id="{D8B19E88-463A-4E9B-9045-35334FB06C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8185" name="Text Box 25">
                <a:extLst>
                  <a:ext uri="{FF2B5EF4-FFF2-40B4-BE49-F238E27FC236}">
                    <a16:creationId xmlns:a16="http://schemas.microsoft.com/office/drawing/2014/main" id="{E41EEB18-3C84-4B2D-9B1A-87539B043A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sp>
          <p:nvSpPr>
            <p:cNvPr id="88083" name="Text Box 26">
              <a:extLst>
                <a:ext uri="{FF2B5EF4-FFF2-40B4-BE49-F238E27FC236}">
                  <a16:creationId xmlns:a16="http://schemas.microsoft.com/office/drawing/2014/main" id="{99DB16F8-2457-4296-B8EF-F3A429D96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" y="2496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－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88084" name="Text Box 27">
              <a:extLst>
                <a:ext uri="{FF2B5EF4-FFF2-40B4-BE49-F238E27FC236}">
                  <a16:creationId xmlns:a16="http://schemas.microsoft.com/office/drawing/2014/main" id="{A197AD34-6DD7-403B-A1CC-619137668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1" y="816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8085" name="Text Box 28">
              <a:extLst>
                <a:ext uri="{FF2B5EF4-FFF2-40B4-BE49-F238E27FC236}">
                  <a16:creationId xmlns:a16="http://schemas.microsoft.com/office/drawing/2014/main" id="{6768B8C1-062F-419C-846B-9AD0F1BE1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" y="108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8086" name="Text Box 29">
              <a:extLst>
                <a:ext uri="{FF2B5EF4-FFF2-40B4-BE49-F238E27FC236}">
                  <a16:creationId xmlns:a16="http://schemas.microsoft.com/office/drawing/2014/main" id="{74A0323E-A0AF-4300-97CC-3F5CA83E83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" y="12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</a:p>
          </p:txBody>
        </p:sp>
        <p:grpSp>
          <p:nvGrpSpPr>
            <p:cNvPr id="88087" name="Group 30">
              <a:extLst>
                <a:ext uri="{FF2B5EF4-FFF2-40B4-BE49-F238E27FC236}">
                  <a16:creationId xmlns:a16="http://schemas.microsoft.com/office/drawing/2014/main" id="{68C280A8-0135-475C-A4C9-304C48A98F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7" y="1104"/>
              <a:ext cx="567" cy="1636"/>
              <a:chOff x="1807" y="1104"/>
              <a:chExt cx="567" cy="1636"/>
            </a:xfrm>
          </p:grpSpPr>
          <p:sp>
            <p:nvSpPr>
              <p:cNvPr id="88152" name="Rectangle 31">
                <a:extLst>
                  <a:ext uri="{FF2B5EF4-FFF2-40B4-BE49-F238E27FC236}">
                    <a16:creationId xmlns:a16="http://schemas.microsoft.com/office/drawing/2014/main" id="{48600FA3-E052-46EA-86C1-813C5261F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53" name="Rectangle 32">
                <a:extLst>
                  <a:ext uri="{FF2B5EF4-FFF2-40B4-BE49-F238E27FC236}">
                    <a16:creationId xmlns:a16="http://schemas.microsoft.com/office/drawing/2014/main" id="{A4DF2775-A1FF-4084-8EFA-056908BBF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54" name="Rectangle 33">
                <a:extLst>
                  <a:ext uri="{FF2B5EF4-FFF2-40B4-BE49-F238E27FC236}">
                    <a16:creationId xmlns:a16="http://schemas.microsoft.com/office/drawing/2014/main" id="{1792DBC8-CCC5-444E-B42C-F18201897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55" name="Rectangle 34">
                <a:extLst>
                  <a:ext uri="{FF2B5EF4-FFF2-40B4-BE49-F238E27FC236}">
                    <a16:creationId xmlns:a16="http://schemas.microsoft.com/office/drawing/2014/main" id="{64C9528B-CD25-4E62-9C07-98AA3161C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56" name="Rectangle 35">
                <a:extLst>
                  <a:ext uri="{FF2B5EF4-FFF2-40B4-BE49-F238E27FC236}">
                    <a16:creationId xmlns:a16="http://schemas.microsoft.com/office/drawing/2014/main" id="{31101FC9-64C1-4842-B40C-FD876894C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57" name="Rectangle 36">
                <a:extLst>
                  <a:ext uri="{FF2B5EF4-FFF2-40B4-BE49-F238E27FC236}">
                    <a16:creationId xmlns:a16="http://schemas.microsoft.com/office/drawing/2014/main" id="{46E9D9F6-2CB1-402B-AF16-263B9E4C4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58" name="Line 37">
                <a:extLst>
                  <a:ext uri="{FF2B5EF4-FFF2-40B4-BE49-F238E27FC236}">
                    <a16:creationId xmlns:a16="http://schemas.microsoft.com/office/drawing/2014/main" id="{901DA2F3-E7E9-4020-979B-F4CA3A4C0A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59" name="Line 38">
                <a:extLst>
                  <a:ext uri="{FF2B5EF4-FFF2-40B4-BE49-F238E27FC236}">
                    <a16:creationId xmlns:a16="http://schemas.microsoft.com/office/drawing/2014/main" id="{739FCF1E-2B59-4C29-BCFB-4A46839B01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60" name="Line 39">
                <a:extLst>
                  <a:ext uri="{FF2B5EF4-FFF2-40B4-BE49-F238E27FC236}">
                    <a16:creationId xmlns:a16="http://schemas.microsoft.com/office/drawing/2014/main" id="{B89D7DA9-760B-47DD-BF2F-5ED265B47E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61" name="Line 40">
                <a:extLst>
                  <a:ext uri="{FF2B5EF4-FFF2-40B4-BE49-F238E27FC236}">
                    <a16:creationId xmlns:a16="http://schemas.microsoft.com/office/drawing/2014/main" id="{E9042892-F747-4AE9-B265-BF36D7ACB4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62" name="Line 41">
                <a:extLst>
                  <a:ext uri="{FF2B5EF4-FFF2-40B4-BE49-F238E27FC236}">
                    <a16:creationId xmlns:a16="http://schemas.microsoft.com/office/drawing/2014/main" id="{357968EA-7C15-441B-8A1C-610DF68782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63" name="Line 42">
                <a:extLst>
                  <a:ext uri="{FF2B5EF4-FFF2-40B4-BE49-F238E27FC236}">
                    <a16:creationId xmlns:a16="http://schemas.microsoft.com/office/drawing/2014/main" id="{71BCCDAD-BB94-4A6F-B5AD-893CD3F0D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64" name="Line 43">
                <a:extLst>
                  <a:ext uri="{FF2B5EF4-FFF2-40B4-BE49-F238E27FC236}">
                    <a16:creationId xmlns:a16="http://schemas.microsoft.com/office/drawing/2014/main" id="{2C4A1113-66D9-4BA7-BE42-571EACAF11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65" name="Line 44">
                <a:extLst>
                  <a:ext uri="{FF2B5EF4-FFF2-40B4-BE49-F238E27FC236}">
                    <a16:creationId xmlns:a16="http://schemas.microsoft.com/office/drawing/2014/main" id="{61CD59E5-BA82-464D-90C3-2450FF0E87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66" name="Line 45">
                <a:extLst>
                  <a:ext uri="{FF2B5EF4-FFF2-40B4-BE49-F238E27FC236}">
                    <a16:creationId xmlns:a16="http://schemas.microsoft.com/office/drawing/2014/main" id="{B819D4AB-F437-40FE-AE40-93774F6307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67" name="Text Box 46">
                <a:extLst>
                  <a:ext uri="{FF2B5EF4-FFF2-40B4-BE49-F238E27FC236}">
                    <a16:creationId xmlns:a16="http://schemas.microsoft.com/office/drawing/2014/main" id="{2F61E10E-1FCC-4177-9581-5C889E56CF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51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8168" name="Text Box 47">
                <a:extLst>
                  <a:ext uri="{FF2B5EF4-FFF2-40B4-BE49-F238E27FC236}">
                    <a16:creationId xmlns:a16="http://schemas.microsoft.com/office/drawing/2014/main" id="{87AB97FC-66F9-4C2D-A552-BA797DFD6A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0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sp>
          <p:nvSpPr>
            <p:cNvPr id="88088" name="Text Box 48">
              <a:extLst>
                <a:ext uri="{FF2B5EF4-FFF2-40B4-BE49-F238E27FC236}">
                  <a16:creationId xmlns:a16="http://schemas.microsoft.com/office/drawing/2014/main" id="{06F4F5A6-04FD-4C57-8DFB-A3521748B1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6" y="2496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－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88089" name="Text Box 49">
              <a:extLst>
                <a:ext uri="{FF2B5EF4-FFF2-40B4-BE49-F238E27FC236}">
                  <a16:creationId xmlns:a16="http://schemas.microsoft.com/office/drawing/2014/main" id="{D830DFF7-69E6-45D9-908E-E7F91C1DD0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0" y="816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88090" name="Text Box 50">
              <a:extLst>
                <a:ext uri="{FF2B5EF4-FFF2-40B4-BE49-F238E27FC236}">
                  <a16:creationId xmlns:a16="http://schemas.microsoft.com/office/drawing/2014/main" id="{D290A58F-95E8-4594-AB81-6A7B9419D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0" y="108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endPara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091" name="Text Box 51">
              <a:extLst>
                <a:ext uri="{FF2B5EF4-FFF2-40B4-BE49-F238E27FC236}">
                  <a16:creationId xmlns:a16="http://schemas.microsoft.com/office/drawing/2014/main" id="{C12C3FFD-ADAC-4657-BD46-2771413591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0" y="12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</a:p>
          </p:txBody>
        </p:sp>
        <p:sp>
          <p:nvSpPr>
            <p:cNvPr id="88092" name="Text Box 52">
              <a:extLst>
                <a:ext uri="{FF2B5EF4-FFF2-40B4-BE49-F238E27FC236}">
                  <a16:creationId xmlns:a16="http://schemas.microsoft.com/office/drawing/2014/main" id="{F8D27B51-25E4-48F3-867D-D2F93D1AA7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5" y="2496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－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88093" name="Text Box 53">
              <a:extLst>
                <a:ext uri="{FF2B5EF4-FFF2-40B4-BE49-F238E27FC236}">
                  <a16:creationId xmlns:a16="http://schemas.microsoft.com/office/drawing/2014/main" id="{C902D105-B0A6-43E4-937C-5393371F5D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7" y="816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88094" name="Text Box 54">
              <a:extLst>
                <a:ext uri="{FF2B5EF4-FFF2-40B4-BE49-F238E27FC236}">
                  <a16:creationId xmlns:a16="http://schemas.microsoft.com/office/drawing/2014/main" id="{4DFB36F5-24E4-47A4-B6FE-742B620563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8" y="108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endPara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095" name="Text Box 55">
              <a:extLst>
                <a:ext uri="{FF2B5EF4-FFF2-40B4-BE49-F238E27FC236}">
                  <a16:creationId xmlns:a16="http://schemas.microsoft.com/office/drawing/2014/main" id="{C7BCB676-5E48-4097-A3C1-282E0AA1E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8" y="12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88096" name="Text Box 56">
              <a:extLst>
                <a:ext uri="{FF2B5EF4-FFF2-40B4-BE49-F238E27FC236}">
                  <a16:creationId xmlns:a16="http://schemas.microsoft.com/office/drawing/2014/main" id="{540A7A83-81E8-431E-9B8C-244F7076C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4" y="2496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－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grpSp>
          <p:nvGrpSpPr>
            <p:cNvPr id="88097" name="Group 57">
              <a:extLst>
                <a:ext uri="{FF2B5EF4-FFF2-40B4-BE49-F238E27FC236}">
                  <a16:creationId xmlns:a16="http://schemas.microsoft.com/office/drawing/2014/main" id="{3293F080-9B05-4C0E-9C14-BEAF641EF8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1104"/>
              <a:ext cx="577" cy="1636"/>
              <a:chOff x="4271" y="1104"/>
              <a:chExt cx="577" cy="1636"/>
            </a:xfrm>
          </p:grpSpPr>
          <p:sp>
            <p:nvSpPr>
              <p:cNvPr id="88135" name="Rectangle 58">
                <a:extLst>
                  <a:ext uri="{FF2B5EF4-FFF2-40B4-BE49-F238E27FC236}">
                    <a16:creationId xmlns:a16="http://schemas.microsoft.com/office/drawing/2014/main" id="{BB10D1FE-B301-4FF2-88EE-87D19E2F1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36" name="Rectangle 59">
                <a:extLst>
                  <a:ext uri="{FF2B5EF4-FFF2-40B4-BE49-F238E27FC236}">
                    <a16:creationId xmlns:a16="http://schemas.microsoft.com/office/drawing/2014/main" id="{9FB978FE-7147-4B2C-96A7-5CF4A9546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37" name="Rectangle 60">
                <a:extLst>
                  <a:ext uri="{FF2B5EF4-FFF2-40B4-BE49-F238E27FC236}">
                    <a16:creationId xmlns:a16="http://schemas.microsoft.com/office/drawing/2014/main" id="{85AB437E-B543-4F4A-9D7E-C151E3384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38" name="Rectangle 61">
                <a:extLst>
                  <a:ext uri="{FF2B5EF4-FFF2-40B4-BE49-F238E27FC236}">
                    <a16:creationId xmlns:a16="http://schemas.microsoft.com/office/drawing/2014/main" id="{69E631AF-E864-40D6-9301-8B88FF6C0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39" name="Rectangle 62">
                <a:extLst>
                  <a:ext uri="{FF2B5EF4-FFF2-40B4-BE49-F238E27FC236}">
                    <a16:creationId xmlns:a16="http://schemas.microsoft.com/office/drawing/2014/main" id="{25FE2603-B95E-43C8-9409-18A9A39E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40" name="Rectangle 63">
                <a:extLst>
                  <a:ext uri="{FF2B5EF4-FFF2-40B4-BE49-F238E27FC236}">
                    <a16:creationId xmlns:a16="http://schemas.microsoft.com/office/drawing/2014/main" id="{E93F2AE5-D4BE-46B0-AE08-3F7554F6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41" name="Line 64">
                <a:extLst>
                  <a:ext uri="{FF2B5EF4-FFF2-40B4-BE49-F238E27FC236}">
                    <a16:creationId xmlns:a16="http://schemas.microsoft.com/office/drawing/2014/main" id="{0874C6C2-DFC6-467E-B2A6-2D32E667DC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42" name="Line 65">
                <a:extLst>
                  <a:ext uri="{FF2B5EF4-FFF2-40B4-BE49-F238E27FC236}">
                    <a16:creationId xmlns:a16="http://schemas.microsoft.com/office/drawing/2014/main" id="{9BFA976D-29FB-4AC0-B532-F6E0F616A7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43" name="Line 66">
                <a:extLst>
                  <a:ext uri="{FF2B5EF4-FFF2-40B4-BE49-F238E27FC236}">
                    <a16:creationId xmlns:a16="http://schemas.microsoft.com/office/drawing/2014/main" id="{420295A6-0E43-4C3D-903F-761D2CB418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44" name="Line 67">
                <a:extLst>
                  <a:ext uri="{FF2B5EF4-FFF2-40B4-BE49-F238E27FC236}">
                    <a16:creationId xmlns:a16="http://schemas.microsoft.com/office/drawing/2014/main" id="{B4E89445-09C0-4D63-870C-7BC03E154D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45" name="Line 68">
                <a:extLst>
                  <a:ext uri="{FF2B5EF4-FFF2-40B4-BE49-F238E27FC236}">
                    <a16:creationId xmlns:a16="http://schemas.microsoft.com/office/drawing/2014/main" id="{AEC97F8D-2049-413E-928F-C85D3E990C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46" name="Line 69">
                <a:extLst>
                  <a:ext uri="{FF2B5EF4-FFF2-40B4-BE49-F238E27FC236}">
                    <a16:creationId xmlns:a16="http://schemas.microsoft.com/office/drawing/2014/main" id="{2C9F252D-EC2A-44B6-B797-A294D2CBCA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47" name="Line 70">
                <a:extLst>
                  <a:ext uri="{FF2B5EF4-FFF2-40B4-BE49-F238E27FC236}">
                    <a16:creationId xmlns:a16="http://schemas.microsoft.com/office/drawing/2014/main" id="{F5F38F0D-4399-4D66-A0CD-A4B6794875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48" name="Line 71">
                <a:extLst>
                  <a:ext uri="{FF2B5EF4-FFF2-40B4-BE49-F238E27FC236}">
                    <a16:creationId xmlns:a16="http://schemas.microsoft.com/office/drawing/2014/main" id="{7E069964-96C7-4F83-96B6-DDD27744B1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49" name="Line 72">
                <a:extLst>
                  <a:ext uri="{FF2B5EF4-FFF2-40B4-BE49-F238E27FC236}">
                    <a16:creationId xmlns:a16="http://schemas.microsoft.com/office/drawing/2014/main" id="{6E2DEF4B-1FCF-4760-B1CC-7463687CCC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50" name="Text Box 73">
                <a:extLst>
                  <a:ext uri="{FF2B5EF4-FFF2-40B4-BE49-F238E27FC236}">
                    <a16:creationId xmlns:a16="http://schemas.microsoft.com/office/drawing/2014/main" id="{AA662B83-D109-42EE-8BBA-1907E075B0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25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8151" name="Text Box 74">
                <a:extLst>
                  <a:ext uri="{FF2B5EF4-FFF2-40B4-BE49-F238E27FC236}">
                    <a16:creationId xmlns:a16="http://schemas.microsoft.com/office/drawing/2014/main" id="{3165A8CA-644B-478C-A453-C9CBA94310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25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grpSp>
          <p:nvGrpSpPr>
            <p:cNvPr id="88098" name="Group 75">
              <a:extLst>
                <a:ext uri="{FF2B5EF4-FFF2-40B4-BE49-F238E27FC236}">
                  <a16:creationId xmlns:a16="http://schemas.microsoft.com/office/drawing/2014/main" id="{016D635E-6730-4C5F-AE60-C97A1FC00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9" y="1104"/>
              <a:ext cx="542" cy="1636"/>
              <a:chOff x="3049" y="1104"/>
              <a:chExt cx="542" cy="1636"/>
            </a:xfrm>
          </p:grpSpPr>
          <p:sp>
            <p:nvSpPr>
              <p:cNvPr id="88118" name="Rectangle 76">
                <a:extLst>
                  <a:ext uri="{FF2B5EF4-FFF2-40B4-BE49-F238E27FC236}">
                    <a16:creationId xmlns:a16="http://schemas.microsoft.com/office/drawing/2014/main" id="{82CB5F72-153C-4FED-8B34-D08A2229C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19" name="Rectangle 77">
                <a:extLst>
                  <a:ext uri="{FF2B5EF4-FFF2-40B4-BE49-F238E27FC236}">
                    <a16:creationId xmlns:a16="http://schemas.microsoft.com/office/drawing/2014/main" id="{A6588367-1D69-439E-87C7-4116D578F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0" name="Rectangle 78">
                <a:extLst>
                  <a:ext uri="{FF2B5EF4-FFF2-40B4-BE49-F238E27FC236}">
                    <a16:creationId xmlns:a16="http://schemas.microsoft.com/office/drawing/2014/main" id="{4F0D2D89-2F9E-47D6-94ED-A85D4F4E1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1" name="Rectangle 79">
                <a:extLst>
                  <a:ext uri="{FF2B5EF4-FFF2-40B4-BE49-F238E27FC236}">
                    <a16:creationId xmlns:a16="http://schemas.microsoft.com/office/drawing/2014/main" id="{BB9687AC-D2D2-43A5-855E-BD9609D00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2" name="Rectangle 80">
                <a:extLst>
                  <a:ext uri="{FF2B5EF4-FFF2-40B4-BE49-F238E27FC236}">
                    <a16:creationId xmlns:a16="http://schemas.microsoft.com/office/drawing/2014/main" id="{2DE760B5-2FD0-4953-BB3D-E9C05867B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3" name="Rectangle 81">
                <a:extLst>
                  <a:ext uri="{FF2B5EF4-FFF2-40B4-BE49-F238E27FC236}">
                    <a16:creationId xmlns:a16="http://schemas.microsoft.com/office/drawing/2014/main" id="{0D09A6DC-A6BC-4948-AB96-E8B30B75A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4" name="Line 82">
                <a:extLst>
                  <a:ext uri="{FF2B5EF4-FFF2-40B4-BE49-F238E27FC236}">
                    <a16:creationId xmlns:a16="http://schemas.microsoft.com/office/drawing/2014/main" id="{03A0B731-5555-419D-A7E7-30E9D2BA77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5" name="Line 83">
                <a:extLst>
                  <a:ext uri="{FF2B5EF4-FFF2-40B4-BE49-F238E27FC236}">
                    <a16:creationId xmlns:a16="http://schemas.microsoft.com/office/drawing/2014/main" id="{E423B9E4-AD68-4B07-A335-BFD2B79AB7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6" name="Line 84">
                <a:extLst>
                  <a:ext uri="{FF2B5EF4-FFF2-40B4-BE49-F238E27FC236}">
                    <a16:creationId xmlns:a16="http://schemas.microsoft.com/office/drawing/2014/main" id="{CD37E027-E212-430D-A42B-172B3E22D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7" name="Line 85">
                <a:extLst>
                  <a:ext uri="{FF2B5EF4-FFF2-40B4-BE49-F238E27FC236}">
                    <a16:creationId xmlns:a16="http://schemas.microsoft.com/office/drawing/2014/main" id="{68088F50-9652-4202-BE9F-0D906BCCE5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8" name="Line 86">
                <a:extLst>
                  <a:ext uri="{FF2B5EF4-FFF2-40B4-BE49-F238E27FC236}">
                    <a16:creationId xmlns:a16="http://schemas.microsoft.com/office/drawing/2014/main" id="{06F6AFF0-B21E-434E-A0BD-FF4DE6636D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9" name="Line 87">
                <a:extLst>
                  <a:ext uri="{FF2B5EF4-FFF2-40B4-BE49-F238E27FC236}">
                    <a16:creationId xmlns:a16="http://schemas.microsoft.com/office/drawing/2014/main" id="{2057F178-E0F6-442B-8CD0-C014F70C40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30" name="Line 88">
                <a:extLst>
                  <a:ext uri="{FF2B5EF4-FFF2-40B4-BE49-F238E27FC236}">
                    <a16:creationId xmlns:a16="http://schemas.microsoft.com/office/drawing/2014/main" id="{53ADB439-E44B-4D19-B5F8-1987DDD168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31" name="Line 89">
                <a:extLst>
                  <a:ext uri="{FF2B5EF4-FFF2-40B4-BE49-F238E27FC236}">
                    <a16:creationId xmlns:a16="http://schemas.microsoft.com/office/drawing/2014/main" id="{7C874832-41DA-4C72-8B4B-9E568F245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32" name="Line 90">
                <a:extLst>
                  <a:ext uri="{FF2B5EF4-FFF2-40B4-BE49-F238E27FC236}">
                    <a16:creationId xmlns:a16="http://schemas.microsoft.com/office/drawing/2014/main" id="{4C08743C-64CB-437F-AE62-2C2431C1E1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33" name="Text Box 91">
                <a:extLst>
                  <a:ext uri="{FF2B5EF4-FFF2-40B4-BE49-F238E27FC236}">
                    <a16:creationId xmlns:a16="http://schemas.microsoft.com/office/drawing/2014/main" id="{D5C7E3E2-6C28-47EA-AFD0-3EF7DFADC8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54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88134" name="Text Box 92">
                <a:extLst>
                  <a:ext uri="{FF2B5EF4-FFF2-40B4-BE49-F238E27FC236}">
                    <a16:creationId xmlns:a16="http://schemas.microsoft.com/office/drawing/2014/main" id="{F6006F2D-5D26-4638-AADD-616B57D998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</p:grpSp>
        <p:sp>
          <p:nvSpPr>
            <p:cNvPr id="88099" name="Freeform 93">
              <a:extLst>
                <a:ext uri="{FF2B5EF4-FFF2-40B4-BE49-F238E27FC236}">
                  <a16:creationId xmlns:a16="http://schemas.microsoft.com/office/drawing/2014/main" id="{F470B055-39C9-4317-AF5B-8AA4B9248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016"/>
              <a:ext cx="4176" cy="960"/>
            </a:xfrm>
            <a:custGeom>
              <a:avLst/>
              <a:gdLst>
                <a:gd name="T0" fmla="*/ 528 w 4176"/>
                <a:gd name="T1" fmla="*/ 0 h 960"/>
                <a:gd name="T2" fmla="*/ 0 w 4176"/>
                <a:gd name="T3" fmla="*/ 0 h 960"/>
                <a:gd name="T4" fmla="*/ 0 w 4176"/>
                <a:gd name="T5" fmla="*/ 960 h 960"/>
                <a:gd name="T6" fmla="*/ 3648 w 4176"/>
                <a:gd name="T7" fmla="*/ 960 h 960"/>
                <a:gd name="T8" fmla="*/ 3648 w 4176"/>
                <a:gd name="T9" fmla="*/ 0 h 960"/>
                <a:gd name="T10" fmla="*/ 4176 w 4176"/>
                <a:gd name="T11" fmla="*/ 0 h 9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76"/>
                <a:gd name="T19" fmla="*/ 0 h 960"/>
                <a:gd name="T20" fmla="*/ 4176 w 4176"/>
                <a:gd name="T21" fmla="*/ 960 h 9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76" h="960">
                  <a:moveTo>
                    <a:pt x="528" y="0"/>
                  </a:moveTo>
                  <a:lnTo>
                    <a:pt x="0" y="0"/>
                  </a:lnTo>
                  <a:lnTo>
                    <a:pt x="0" y="960"/>
                  </a:lnTo>
                  <a:lnTo>
                    <a:pt x="3648" y="960"/>
                  </a:lnTo>
                  <a:lnTo>
                    <a:pt x="3648" y="0"/>
                  </a:lnTo>
                  <a:lnTo>
                    <a:pt x="417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dash"/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100" name="Freeform 94">
              <a:extLst>
                <a:ext uri="{FF2B5EF4-FFF2-40B4-BE49-F238E27FC236}">
                  <a16:creationId xmlns:a16="http://schemas.microsoft.com/office/drawing/2014/main" id="{FD06784C-A0B0-4D45-B300-BA0BC373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016"/>
              <a:ext cx="528" cy="960"/>
            </a:xfrm>
            <a:custGeom>
              <a:avLst/>
              <a:gdLst>
                <a:gd name="T0" fmla="*/ 0 w 528"/>
                <a:gd name="T1" fmla="*/ 960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  <a:gd name="T9" fmla="*/ 0 w 528"/>
                <a:gd name="T10" fmla="*/ 0 h 960"/>
                <a:gd name="T11" fmla="*/ 528 w 528"/>
                <a:gd name="T12" fmla="*/ 960 h 9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101" name="Freeform 95">
              <a:extLst>
                <a:ext uri="{FF2B5EF4-FFF2-40B4-BE49-F238E27FC236}">
                  <a16:creationId xmlns:a16="http://schemas.microsoft.com/office/drawing/2014/main" id="{ECD95522-C21C-4FB6-A89D-BD1A2BEF0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016"/>
              <a:ext cx="528" cy="960"/>
            </a:xfrm>
            <a:custGeom>
              <a:avLst/>
              <a:gdLst>
                <a:gd name="T0" fmla="*/ 0 w 528"/>
                <a:gd name="T1" fmla="*/ 960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  <a:gd name="T9" fmla="*/ 0 w 528"/>
                <a:gd name="T10" fmla="*/ 0 h 960"/>
                <a:gd name="T11" fmla="*/ 528 w 528"/>
                <a:gd name="T12" fmla="*/ 960 h 9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88102" name="Group 96">
              <a:extLst>
                <a:ext uri="{FF2B5EF4-FFF2-40B4-BE49-F238E27FC236}">
                  <a16:creationId xmlns:a16="http://schemas.microsoft.com/office/drawing/2014/main" id="{D191ED57-AFBE-4224-9D0E-4EF449A475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71" y="3312"/>
              <a:ext cx="1031" cy="286"/>
              <a:chOff x="2471" y="3312"/>
              <a:chExt cx="1031" cy="286"/>
            </a:xfrm>
          </p:grpSpPr>
          <p:sp>
            <p:nvSpPr>
              <p:cNvPr id="88116" name="Rectangle 97">
                <a:extLst>
                  <a:ext uri="{FF2B5EF4-FFF2-40B4-BE49-F238E27FC236}">
                    <a16:creationId xmlns:a16="http://schemas.microsoft.com/office/drawing/2014/main" id="{C6E1F112-B42A-4240-A861-059B61940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3312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17" name="Text Box 98">
                <a:extLst>
                  <a:ext uri="{FF2B5EF4-FFF2-40B4-BE49-F238E27FC236}">
                    <a16:creationId xmlns:a16="http://schemas.microsoft.com/office/drawing/2014/main" id="{1F7A79CF-FC1E-412D-8466-43CC079E47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" y="3321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地址译码</a:t>
                </a:r>
              </a:p>
            </p:txBody>
          </p:sp>
        </p:grpSp>
        <p:sp>
          <p:nvSpPr>
            <p:cNvPr id="88103" name="Rectangle 99">
              <a:extLst>
                <a:ext uri="{FF2B5EF4-FFF2-40B4-BE49-F238E27FC236}">
                  <a16:creationId xmlns:a16="http://schemas.microsoft.com/office/drawing/2014/main" id="{083C2768-52AA-4823-9B78-0C777075A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3888"/>
              <a:ext cx="1031" cy="28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104" name="Text Box 100">
              <a:extLst>
                <a:ext uri="{FF2B5EF4-FFF2-40B4-BE49-F238E27FC236}">
                  <a16:creationId xmlns:a16="http://schemas.microsoft.com/office/drawing/2014/main" id="{0561B223-1BE3-4B1B-A327-491C4EB6C7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3883"/>
              <a:ext cx="88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体号</a:t>
              </a:r>
            </a:p>
          </p:txBody>
        </p:sp>
        <p:sp>
          <p:nvSpPr>
            <p:cNvPr id="88105" name="Rectangle 101">
              <a:extLst>
                <a:ext uri="{FF2B5EF4-FFF2-40B4-BE49-F238E27FC236}">
                  <a16:creationId xmlns:a16="http://schemas.microsoft.com/office/drawing/2014/main" id="{2E02FCBD-0A95-493C-8B6A-4EE6C21A0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3888"/>
              <a:ext cx="1031" cy="28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106" name="Text Box 102">
              <a:extLst>
                <a:ext uri="{FF2B5EF4-FFF2-40B4-BE49-F238E27FC236}">
                  <a16:creationId xmlns:a16="http://schemas.microsoft.com/office/drawing/2014/main" id="{51DAB896-632A-4069-882B-E7F05134C6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6" y="3899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体内地址</a:t>
              </a:r>
            </a:p>
          </p:txBody>
        </p:sp>
        <p:sp>
          <p:nvSpPr>
            <p:cNvPr id="88107" name="Line 103">
              <a:extLst>
                <a:ext uri="{FF2B5EF4-FFF2-40B4-BE49-F238E27FC236}">
                  <a16:creationId xmlns:a16="http://schemas.microsoft.com/office/drawing/2014/main" id="{E63CDB0F-B179-428F-BEB3-AD42DB953B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46" y="3175"/>
              <a:ext cx="0" cy="7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108" name="Line 104">
              <a:extLst>
                <a:ext uri="{FF2B5EF4-FFF2-40B4-BE49-F238E27FC236}">
                  <a16:creationId xmlns:a16="http://schemas.microsoft.com/office/drawing/2014/main" id="{9525D90C-4747-40ED-9151-EA857D17D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76" y="3600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109" name="Line 105">
              <a:extLst>
                <a:ext uri="{FF2B5EF4-FFF2-40B4-BE49-F238E27FC236}">
                  <a16:creationId xmlns:a16="http://schemas.microsoft.com/office/drawing/2014/main" id="{82616E88-2055-451B-A9DD-3BF8B91DFD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1" y="3179"/>
              <a:ext cx="36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88110" name="Group 106">
              <a:extLst>
                <a:ext uri="{FF2B5EF4-FFF2-40B4-BE49-F238E27FC236}">
                  <a16:creationId xmlns:a16="http://schemas.microsoft.com/office/drawing/2014/main" id="{EC669C37-801C-4C7B-B6EA-C1B75CCBCF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3" y="2750"/>
              <a:ext cx="3662" cy="424"/>
              <a:chOff x="1123" y="2750"/>
              <a:chExt cx="3662" cy="424"/>
            </a:xfrm>
          </p:grpSpPr>
          <p:sp>
            <p:nvSpPr>
              <p:cNvPr id="88112" name="Line 107">
                <a:extLst>
                  <a:ext uri="{FF2B5EF4-FFF2-40B4-BE49-F238E27FC236}">
                    <a16:creationId xmlns:a16="http://schemas.microsoft.com/office/drawing/2014/main" id="{F56A79A1-F7B8-44D7-86D3-C2FFF18FAF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23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13" name="Line 108">
                <a:extLst>
                  <a:ext uri="{FF2B5EF4-FFF2-40B4-BE49-F238E27FC236}">
                    <a16:creationId xmlns:a16="http://schemas.microsoft.com/office/drawing/2014/main" id="{6E57AC7B-D226-4439-AC2C-40B58A27C0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14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14" name="Line 109">
                <a:extLst>
                  <a:ext uri="{FF2B5EF4-FFF2-40B4-BE49-F238E27FC236}">
                    <a16:creationId xmlns:a16="http://schemas.microsoft.com/office/drawing/2014/main" id="{0D1868AF-FEA0-4073-96FF-25AA294816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60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15" name="Line 110">
                <a:extLst>
                  <a:ext uri="{FF2B5EF4-FFF2-40B4-BE49-F238E27FC236}">
                    <a16:creationId xmlns:a16="http://schemas.microsoft.com/office/drawing/2014/main" id="{4C45B39B-0ABF-4761-9FF0-3E50723DDB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85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88111" name="Line 111">
              <a:extLst>
                <a:ext uri="{FF2B5EF4-FFF2-40B4-BE49-F238E27FC236}">
                  <a16:creationId xmlns:a16="http://schemas.microsoft.com/office/drawing/2014/main" id="{F9181DDE-3B78-4D52-8285-1C946E7D44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76" y="2985"/>
              <a:ext cx="0" cy="3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8176" name="Line 112">
            <a:extLst>
              <a:ext uri="{FF2B5EF4-FFF2-40B4-BE49-F238E27FC236}">
                <a16:creationId xmlns:a16="http://schemas.microsoft.com/office/drawing/2014/main" id="{568B4EFC-8A6F-434C-9D30-5F1FFC32D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23025" y="5156200"/>
            <a:ext cx="0" cy="1144588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9" name="Group 113">
            <a:extLst>
              <a:ext uri="{FF2B5EF4-FFF2-40B4-BE49-F238E27FC236}">
                <a16:creationId xmlns:a16="http://schemas.microsoft.com/office/drawing/2014/main" id="{B422C496-9D72-41E1-8455-F7CE8BA0C7F9}"/>
              </a:ext>
            </a:extLst>
          </p:cNvPr>
          <p:cNvGrpSpPr>
            <a:grpSpLocks/>
          </p:cNvGrpSpPr>
          <p:nvPr/>
        </p:nvGrpSpPr>
        <p:grpSpPr bwMode="auto">
          <a:xfrm>
            <a:off x="1782763" y="4481513"/>
            <a:ext cx="5813425" cy="673100"/>
            <a:chOff x="1123" y="2750"/>
            <a:chExt cx="3662" cy="424"/>
          </a:xfrm>
        </p:grpSpPr>
        <p:sp>
          <p:nvSpPr>
            <p:cNvPr id="88074" name="Line 114">
              <a:extLst>
                <a:ext uri="{FF2B5EF4-FFF2-40B4-BE49-F238E27FC236}">
                  <a16:creationId xmlns:a16="http://schemas.microsoft.com/office/drawing/2014/main" id="{8191379A-BC1A-4B26-B235-7DBF74E97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3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075" name="Line 115">
              <a:extLst>
                <a:ext uri="{FF2B5EF4-FFF2-40B4-BE49-F238E27FC236}">
                  <a16:creationId xmlns:a16="http://schemas.microsoft.com/office/drawing/2014/main" id="{46D04B17-9CB2-4A9F-B161-1701F25C02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4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076" name="Line 116">
              <a:extLst>
                <a:ext uri="{FF2B5EF4-FFF2-40B4-BE49-F238E27FC236}">
                  <a16:creationId xmlns:a16="http://schemas.microsoft.com/office/drawing/2014/main" id="{346992B7-6EC7-42B4-AAF2-255F6CCF97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0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077" name="Line 117">
              <a:extLst>
                <a:ext uri="{FF2B5EF4-FFF2-40B4-BE49-F238E27FC236}">
                  <a16:creationId xmlns:a16="http://schemas.microsoft.com/office/drawing/2014/main" id="{C12669AF-8A3E-4388-8EB6-04B0207807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5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8182" name="Line 118">
            <a:extLst>
              <a:ext uri="{FF2B5EF4-FFF2-40B4-BE49-F238E27FC236}">
                <a16:creationId xmlns:a16="http://schemas.microsoft.com/office/drawing/2014/main" id="{A5AC0BA7-4276-4B57-98EC-B81C2A03DC2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3713" y="5162550"/>
            <a:ext cx="5854700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183" name="Text Box 119">
            <a:extLst>
              <a:ext uri="{FF2B5EF4-FFF2-40B4-BE49-F238E27FC236}">
                <a16:creationId xmlns:a16="http://schemas.microsoft.com/office/drawing/2014/main" id="{9C921DB4-9079-47C8-8A0B-DC4F5161ED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6280150"/>
            <a:ext cx="14081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</a:t>
            </a: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体号</a:t>
            </a:r>
          </a:p>
        </p:txBody>
      </p:sp>
      <p:sp>
        <p:nvSpPr>
          <p:cNvPr id="88072" name="Text Box 120">
            <a:extLst>
              <a:ext uri="{FF2B5EF4-FFF2-40B4-BE49-F238E27FC236}">
                <a16:creationId xmlns:a16="http://schemas.microsoft.com/office/drawing/2014/main" id="{B2B77BF2-051C-450E-BF71-80595C9CF8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8" y="260350"/>
            <a:ext cx="5905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低位交叉   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各个体轮流编址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8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88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88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183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F7E17B6F-B6BA-460C-A3CE-394EF6E76911}"/>
              </a:ext>
            </a:extLst>
          </p:cNvPr>
          <p:cNvGrpSpPr>
            <a:grpSpLocks/>
          </p:cNvGrpSpPr>
          <p:nvPr/>
        </p:nvGrpSpPr>
        <p:grpSpPr bwMode="auto">
          <a:xfrm>
            <a:off x="3390900" y="2895600"/>
            <a:ext cx="2590800" cy="3505200"/>
            <a:chOff x="2136" y="1824"/>
            <a:chExt cx="1632" cy="2208"/>
          </a:xfrm>
        </p:grpSpPr>
        <p:sp>
          <p:nvSpPr>
            <p:cNvPr id="9" name="Line 3">
              <a:extLst>
                <a:ext uri="{FF2B5EF4-FFF2-40B4-BE49-F238E27FC236}">
                  <a16:creationId xmlns:a16="http://schemas.microsoft.com/office/drawing/2014/main" id="{7F24410B-4934-4D63-A99E-17B853757D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29" name="Line 4">
              <a:extLst>
                <a:ext uri="{FF2B5EF4-FFF2-40B4-BE49-F238E27FC236}">
                  <a16:creationId xmlns:a16="http://schemas.microsoft.com/office/drawing/2014/main" id="{B1A743B6-60BF-43E1-BDD8-056EEFAD3C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8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" name="Group 5">
            <a:extLst>
              <a:ext uri="{FF2B5EF4-FFF2-40B4-BE49-F238E27FC236}">
                <a16:creationId xmlns:a16="http://schemas.microsoft.com/office/drawing/2014/main" id="{3BEB8F52-C8B3-40AC-B796-44C6D8EDE1DF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2895600"/>
            <a:ext cx="2590800" cy="3505200"/>
            <a:chOff x="2544" y="1824"/>
            <a:chExt cx="1632" cy="2208"/>
          </a:xfrm>
        </p:grpSpPr>
        <p:sp>
          <p:nvSpPr>
            <p:cNvPr id="10" name="Line 6">
              <a:extLst>
                <a:ext uri="{FF2B5EF4-FFF2-40B4-BE49-F238E27FC236}">
                  <a16:creationId xmlns:a16="http://schemas.microsoft.com/office/drawing/2014/main" id="{B838E73A-ED6A-4B17-ADBE-F496D92193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" name="Line 7">
              <a:extLst>
                <a:ext uri="{FF2B5EF4-FFF2-40B4-BE49-F238E27FC236}">
                  <a16:creationId xmlns:a16="http://schemas.microsoft.com/office/drawing/2014/main" id="{E54BBF6F-A684-4E84-ABCF-2D8D9532E3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" name="Group 8">
            <a:extLst>
              <a:ext uri="{FF2B5EF4-FFF2-40B4-BE49-F238E27FC236}">
                <a16:creationId xmlns:a16="http://schemas.microsoft.com/office/drawing/2014/main" id="{610E0E5D-B972-40BA-8792-9FB3A56F7665}"/>
              </a:ext>
            </a:extLst>
          </p:cNvPr>
          <p:cNvGrpSpPr>
            <a:grpSpLocks/>
          </p:cNvGrpSpPr>
          <p:nvPr/>
        </p:nvGrpSpPr>
        <p:grpSpPr bwMode="auto">
          <a:xfrm>
            <a:off x="4686300" y="2895600"/>
            <a:ext cx="2590800" cy="3505200"/>
            <a:chOff x="2952" y="1824"/>
            <a:chExt cx="1632" cy="2208"/>
          </a:xfrm>
        </p:grpSpPr>
        <p:sp>
          <p:nvSpPr>
            <p:cNvPr id="12" name="Line 9">
              <a:extLst>
                <a:ext uri="{FF2B5EF4-FFF2-40B4-BE49-F238E27FC236}">
                  <a16:creationId xmlns:a16="http://schemas.microsoft.com/office/drawing/2014/main" id="{12968045-C00F-429D-911D-30270AE3A9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2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" name="Line 10">
              <a:extLst>
                <a:ext uri="{FF2B5EF4-FFF2-40B4-BE49-F238E27FC236}">
                  <a16:creationId xmlns:a16="http://schemas.microsoft.com/office/drawing/2014/main" id="{511607C7-9560-4E5E-8B43-496606342F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" name="Group 11">
            <a:extLst>
              <a:ext uri="{FF2B5EF4-FFF2-40B4-BE49-F238E27FC236}">
                <a16:creationId xmlns:a16="http://schemas.microsoft.com/office/drawing/2014/main" id="{AE8DE1A6-63E1-437C-A61D-D496A5C3B9B8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3124200"/>
            <a:ext cx="5181600" cy="3271838"/>
            <a:chOff x="1728" y="1971"/>
            <a:chExt cx="3264" cy="2301"/>
          </a:xfrm>
        </p:grpSpPr>
        <p:sp>
          <p:nvSpPr>
            <p:cNvPr id="89121" name="Line 12">
              <a:extLst>
                <a:ext uri="{FF2B5EF4-FFF2-40B4-BE49-F238E27FC236}">
                  <a16:creationId xmlns:a16="http://schemas.microsoft.com/office/drawing/2014/main" id="{304A22AD-DF9A-4058-908C-99F36A5F9A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1971"/>
              <a:ext cx="0" cy="230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22" name="Line 13">
              <a:extLst>
                <a:ext uri="{FF2B5EF4-FFF2-40B4-BE49-F238E27FC236}">
                  <a16:creationId xmlns:a16="http://schemas.microsoft.com/office/drawing/2014/main" id="{0B85BCAA-E876-46D0-9B1C-A51E3FC292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1971"/>
              <a:ext cx="0" cy="230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23" name="Line 14">
              <a:extLst>
                <a:ext uri="{FF2B5EF4-FFF2-40B4-BE49-F238E27FC236}">
                  <a16:creationId xmlns:a16="http://schemas.microsoft.com/office/drawing/2014/main" id="{4329CBBC-5723-4B9B-B744-B102A3CE7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2" y="1971"/>
              <a:ext cx="0" cy="230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9094" name="Text Box 15">
            <a:extLst>
              <a:ext uri="{FF2B5EF4-FFF2-40B4-BE49-F238E27FC236}">
                <a16:creationId xmlns:a16="http://schemas.microsoft.com/office/drawing/2014/main" id="{A4B34A4F-6768-4A48-A4B3-02D099F938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320675"/>
            <a:ext cx="339566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低位交叉的特点</a:t>
            </a:r>
          </a:p>
        </p:txBody>
      </p:sp>
      <p:sp>
        <p:nvSpPr>
          <p:cNvPr id="89104" name="Text Box 16">
            <a:extLst>
              <a:ext uri="{FF2B5EF4-FFF2-40B4-BE49-F238E27FC236}">
                <a16:creationId xmlns:a16="http://schemas.microsoft.com/office/drawing/2014/main" id="{BF624A9E-A94C-4426-B028-56131D9F7A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113" y="1173163"/>
            <a:ext cx="87518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在不改变存取周期的前提下，增加存储器的带宽</a:t>
            </a:r>
          </a:p>
        </p:txBody>
      </p:sp>
      <p:grpSp>
        <p:nvGrpSpPr>
          <p:cNvPr id="6" name="Group 17">
            <a:extLst>
              <a:ext uri="{FF2B5EF4-FFF2-40B4-BE49-F238E27FC236}">
                <a16:creationId xmlns:a16="http://schemas.microsoft.com/office/drawing/2014/main" id="{91D4AA70-458B-48F7-B76D-FAFA2889DC76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763838"/>
            <a:ext cx="7772400" cy="457200"/>
            <a:chOff x="480" y="1741"/>
            <a:chExt cx="4896" cy="288"/>
          </a:xfrm>
        </p:grpSpPr>
        <p:sp>
          <p:nvSpPr>
            <p:cNvPr id="89119" name="Text Box 18">
              <a:extLst>
                <a:ext uri="{FF2B5EF4-FFF2-40B4-BE49-F238E27FC236}">
                  <a16:creationId xmlns:a16="http://schemas.microsoft.com/office/drawing/2014/main" id="{B949205F-F6E5-42DE-9C71-200E945962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1741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时间</a:t>
              </a:r>
            </a:p>
          </p:txBody>
        </p:sp>
        <p:sp>
          <p:nvSpPr>
            <p:cNvPr id="89120" name="Line 19">
              <a:extLst>
                <a:ext uri="{FF2B5EF4-FFF2-40B4-BE49-F238E27FC236}">
                  <a16:creationId xmlns:a16="http://schemas.microsoft.com/office/drawing/2014/main" id="{0FAF0807-EC70-42FF-AC5A-DC9C5374C3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6" y="1968"/>
              <a:ext cx="38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9108" name="Freeform 20">
            <a:extLst>
              <a:ext uri="{FF2B5EF4-FFF2-40B4-BE49-F238E27FC236}">
                <a16:creationId xmlns:a16="http://schemas.microsoft.com/office/drawing/2014/main" id="{9AE028A4-F8F5-495E-A0A0-A92CBCC9CF69}"/>
              </a:ext>
            </a:extLst>
          </p:cNvPr>
          <p:cNvSpPr>
            <a:spLocks/>
          </p:cNvSpPr>
          <p:nvPr/>
        </p:nvSpPr>
        <p:spPr bwMode="auto">
          <a:xfrm>
            <a:off x="2438400" y="4275138"/>
            <a:ext cx="6091238" cy="492125"/>
          </a:xfrm>
          <a:custGeom>
            <a:avLst/>
            <a:gdLst>
              <a:gd name="T0" fmla="*/ 0 w 3837"/>
              <a:gd name="T1" fmla="*/ 2147483646 h 310"/>
              <a:gd name="T2" fmla="*/ 2147483646 w 3837"/>
              <a:gd name="T3" fmla="*/ 2147483646 h 310"/>
              <a:gd name="T4" fmla="*/ 2147483646 w 3837"/>
              <a:gd name="T5" fmla="*/ 2147483646 h 310"/>
              <a:gd name="T6" fmla="*/ 2147483646 w 3837"/>
              <a:gd name="T7" fmla="*/ 2147483646 h 310"/>
              <a:gd name="T8" fmla="*/ 2147483646 w 3837"/>
              <a:gd name="T9" fmla="*/ 2147483646 h 310"/>
              <a:gd name="T10" fmla="*/ 2147483646 w 3837"/>
              <a:gd name="T11" fmla="*/ 2147483646 h 310"/>
              <a:gd name="T12" fmla="*/ 2147483646 w 3837"/>
              <a:gd name="T13" fmla="*/ 2147483646 h 310"/>
              <a:gd name="T14" fmla="*/ 2147483646 w 3837"/>
              <a:gd name="T15" fmla="*/ 2147483646 h 310"/>
              <a:gd name="T16" fmla="*/ 2147483646 w 3837"/>
              <a:gd name="T17" fmla="*/ 2147483646 h 310"/>
              <a:gd name="T18" fmla="*/ 2147483646 w 3837"/>
              <a:gd name="T19" fmla="*/ 0 h 310"/>
              <a:gd name="T20" fmla="*/ 2147483646 w 3837"/>
              <a:gd name="T21" fmla="*/ 2147483646 h 31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837"/>
              <a:gd name="T34" fmla="*/ 0 h 310"/>
              <a:gd name="T35" fmla="*/ 3837 w 3837"/>
              <a:gd name="T36" fmla="*/ 310 h 310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837" h="310">
                <a:moveTo>
                  <a:pt x="0" y="1"/>
                </a:moveTo>
                <a:lnTo>
                  <a:pt x="599" y="1"/>
                </a:lnTo>
                <a:lnTo>
                  <a:pt x="600" y="310"/>
                </a:lnTo>
                <a:lnTo>
                  <a:pt x="750" y="310"/>
                </a:lnTo>
                <a:lnTo>
                  <a:pt x="750" y="6"/>
                </a:lnTo>
                <a:lnTo>
                  <a:pt x="2231" y="4"/>
                </a:lnTo>
                <a:lnTo>
                  <a:pt x="2231" y="310"/>
                </a:lnTo>
                <a:lnTo>
                  <a:pt x="2385" y="310"/>
                </a:lnTo>
                <a:lnTo>
                  <a:pt x="2385" y="21"/>
                </a:lnTo>
                <a:lnTo>
                  <a:pt x="2385" y="0"/>
                </a:lnTo>
                <a:lnTo>
                  <a:pt x="3837" y="1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109" name="Freeform 21">
            <a:extLst>
              <a:ext uri="{FF2B5EF4-FFF2-40B4-BE49-F238E27FC236}">
                <a16:creationId xmlns:a16="http://schemas.microsoft.com/office/drawing/2014/main" id="{75C8F4E0-1647-4F13-A797-1A518E3E52E3}"/>
              </a:ext>
            </a:extLst>
          </p:cNvPr>
          <p:cNvSpPr>
            <a:spLocks/>
          </p:cNvSpPr>
          <p:nvPr/>
        </p:nvSpPr>
        <p:spPr bwMode="auto">
          <a:xfrm>
            <a:off x="2438400" y="4978400"/>
            <a:ext cx="6086475" cy="485775"/>
          </a:xfrm>
          <a:custGeom>
            <a:avLst/>
            <a:gdLst>
              <a:gd name="T0" fmla="*/ 0 w 3834"/>
              <a:gd name="T1" fmla="*/ 2147483646 h 306"/>
              <a:gd name="T2" fmla="*/ 2147483646 w 3834"/>
              <a:gd name="T3" fmla="*/ 2147483646 h 306"/>
              <a:gd name="T4" fmla="*/ 2147483646 w 3834"/>
              <a:gd name="T5" fmla="*/ 2147483646 h 306"/>
              <a:gd name="T6" fmla="*/ 2147483646 w 3834"/>
              <a:gd name="T7" fmla="*/ 2147483646 h 306"/>
              <a:gd name="T8" fmla="*/ 2147483646 w 3834"/>
              <a:gd name="T9" fmla="*/ 2147483646 h 306"/>
              <a:gd name="T10" fmla="*/ 2147483646 w 3834"/>
              <a:gd name="T11" fmla="*/ 2147483646 h 306"/>
              <a:gd name="T12" fmla="*/ 2147483646 w 3834"/>
              <a:gd name="T13" fmla="*/ 2147483646 h 306"/>
              <a:gd name="T14" fmla="*/ 2147483646 w 3834"/>
              <a:gd name="T15" fmla="*/ 2147483646 h 306"/>
              <a:gd name="T16" fmla="*/ 2147483646 w 3834"/>
              <a:gd name="T17" fmla="*/ 2147483646 h 306"/>
              <a:gd name="T18" fmla="*/ 2147483646 w 3834"/>
              <a:gd name="T19" fmla="*/ 0 h 306"/>
              <a:gd name="T20" fmla="*/ 2147483646 w 3834"/>
              <a:gd name="T21" fmla="*/ 2147483646 h 30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834"/>
              <a:gd name="T34" fmla="*/ 0 h 306"/>
              <a:gd name="T35" fmla="*/ 3834 w 3834"/>
              <a:gd name="T36" fmla="*/ 306 h 30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834" h="306">
                <a:moveTo>
                  <a:pt x="0" y="5"/>
                </a:moveTo>
                <a:lnTo>
                  <a:pt x="1008" y="5"/>
                </a:lnTo>
                <a:lnTo>
                  <a:pt x="1008" y="305"/>
                </a:lnTo>
                <a:lnTo>
                  <a:pt x="1158" y="306"/>
                </a:lnTo>
                <a:lnTo>
                  <a:pt x="1158" y="6"/>
                </a:lnTo>
                <a:lnTo>
                  <a:pt x="2637" y="5"/>
                </a:lnTo>
                <a:lnTo>
                  <a:pt x="2640" y="305"/>
                </a:lnTo>
                <a:lnTo>
                  <a:pt x="2790" y="306"/>
                </a:lnTo>
                <a:lnTo>
                  <a:pt x="2790" y="23"/>
                </a:lnTo>
                <a:lnTo>
                  <a:pt x="2793" y="0"/>
                </a:lnTo>
                <a:lnTo>
                  <a:pt x="3834" y="5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110" name="Freeform 22">
            <a:extLst>
              <a:ext uri="{FF2B5EF4-FFF2-40B4-BE49-F238E27FC236}">
                <a16:creationId xmlns:a16="http://schemas.microsoft.com/office/drawing/2014/main" id="{D76DE3E5-2AA7-43FE-918D-FE3D9680CB78}"/>
              </a:ext>
            </a:extLst>
          </p:cNvPr>
          <p:cNvSpPr>
            <a:spLocks/>
          </p:cNvSpPr>
          <p:nvPr/>
        </p:nvSpPr>
        <p:spPr bwMode="auto">
          <a:xfrm>
            <a:off x="2428875" y="5676900"/>
            <a:ext cx="6105525" cy="500063"/>
          </a:xfrm>
          <a:custGeom>
            <a:avLst/>
            <a:gdLst>
              <a:gd name="T0" fmla="*/ 0 w 3846"/>
              <a:gd name="T1" fmla="*/ 2147483646 h 315"/>
              <a:gd name="T2" fmla="*/ 2147483646 w 3846"/>
              <a:gd name="T3" fmla="*/ 2147483646 h 315"/>
              <a:gd name="T4" fmla="*/ 2147483646 w 3846"/>
              <a:gd name="T5" fmla="*/ 2147483646 h 315"/>
              <a:gd name="T6" fmla="*/ 2147483646 w 3846"/>
              <a:gd name="T7" fmla="*/ 2147483646 h 315"/>
              <a:gd name="T8" fmla="*/ 2147483646 w 3846"/>
              <a:gd name="T9" fmla="*/ 2147483646 h 315"/>
              <a:gd name="T10" fmla="*/ 2147483646 w 3846"/>
              <a:gd name="T11" fmla="*/ 2147483646 h 315"/>
              <a:gd name="T12" fmla="*/ 2147483646 w 3846"/>
              <a:gd name="T13" fmla="*/ 2147483646 h 315"/>
              <a:gd name="T14" fmla="*/ 2147483646 w 3846"/>
              <a:gd name="T15" fmla="*/ 2147483646 h 315"/>
              <a:gd name="T16" fmla="*/ 2147483646 w 3846"/>
              <a:gd name="T17" fmla="*/ 0 h 315"/>
              <a:gd name="T18" fmla="*/ 2147483646 w 3846"/>
              <a:gd name="T19" fmla="*/ 2147483646 h 315"/>
              <a:gd name="T20" fmla="*/ 2147483646 w 3846"/>
              <a:gd name="T21" fmla="*/ 2147483646 h 31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846"/>
              <a:gd name="T34" fmla="*/ 0 h 315"/>
              <a:gd name="T35" fmla="*/ 3846 w 3846"/>
              <a:gd name="T36" fmla="*/ 315 h 315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846" h="315">
                <a:moveTo>
                  <a:pt x="0" y="3"/>
                </a:moveTo>
                <a:lnTo>
                  <a:pt x="1422" y="3"/>
                </a:lnTo>
                <a:lnTo>
                  <a:pt x="1422" y="315"/>
                </a:lnTo>
                <a:lnTo>
                  <a:pt x="1563" y="315"/>
                </a:lnTo>
                <a:lnTo>
                  <a:pt x="1563" y="6"/>
                </a:lnTo>
                <a:lnTo>
                  <a:pt x="3054" y="3"/>
                </a:lnTo>
                <a:lnTo>
                  <a:pt x="3054" y="306"/>
                </a:lnTo>
                <a:lnTo>
                  <a:pt x="3198" y="308"/>
                </a:lnTo>
                <a:lnTo>
                  <a:pt x="3198" y="0"/>
                </a:lnTo>
                <a:lnTo>
                  <a:pt x="3195" y="3"/>
                </a:lnTo>
                <a:lnTo>
                  <a:pt x="3846" y="3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7" name="Group 23">
            <a:extLst>
              <a:ext uri="{FF2B5EF4-FFF2-40B4-BE49-F238E27FC236}">
                <a16:creationId xmlns:a16="http://schemas.microsoft.com/office/drawing/2014/main" id="{85F596C6-F0D1-49CD-8C90-0C86B150AEB1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3562350"/>
            <a:ext cx="6096000" cy="500063"/>
            <a:chOff x="1536" y="2244"/>
            <a:chExt cx="3840" cy="315"/>
          </a:xfrm>
        </p:grpSpPr>
        <p:sp>
          <p:nvSpPr>
            <p:cNvPr id="89117" name="Freeform 24">
              <a:extLst>
                <a:ext uri="{FF2B5EF4-FFF2-40B4-BE49-F238E27FC236}">
                  <a16:creationId xmlns:a16="http://schemas.microsoft.com/office/drawing/2014/main" id="{F02DD6EA-E9C5-42F2-9E70-F25934EE7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47"/>
              <a:ext cx="3456" cy="312"/>
            </a:xfrm>
            <a:custGeom>
              <a:avLst/>
              <a:gdLst>
                <a:gd name="T0" fmla="*/ 0 w 3456"/>
                <a:gd name="T1" fmla="*/ 6 h 312"/>
                <a:gd name="T2" fmla="*/ 192 w 3456"/>
                <a:gd name="T3" fmla="*/ 6 h 312"/>
                <a:gd name="T4" fmla="*/ 192 w 3456"/>
                <a:gd name="T5" fmla="*/ 306 h 312"/>
                <a:gd name="T6" fmla="*/ 336 w 3456"/>
                <a:gd name="T7" fmla="*/ 309 h 312"/>
                <a:gd name="T8" fmla="*/ 336 w 3456"/>
                <a:gd name="T9" fmla="*/ 9 h 312"/>
                <a:gd name="T10" fmla="*/ 1824 w 3456"/>
                <a:gd name="T11" fmla="*/ 9 h 312"/>
                <a:gd name="T12" fmla="*/ 1824 w 3456"/>
                <a:gd name="T13" fmla="*/ 312 h 312"/>
                <a:gd name="T14" fmla="*/ 1968 w 3456"/>
                <a:gd name="T15" fmla="*/ 309 h 312"/>
                <a:gd name="T16" fmla="*/ 1971 w 3456"/>
                <a:gd name="T17" fmla="*/ 24 h 312"/>
                <a:gd name="T18" fmla="*/ 1971 w 3456"/>
                <a:gd name="T19" fmla="*/ 3 h 312"/>
                <a:gd name="T20" fmla="*/ 3456 w 3456"/>
                <a:gd name="T21" fmla="*/ 0 h 3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56"/>
                <a:gd name="T34" fmla="*/ 0 h 312"/>
                <a:gd name="T35" fmla="*/ 3456 w 3456"/>
                <a:gd name="T36" fmla="*/ 312 h 31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56" h="312">
                  <a:moveTo>
                    <a:pt x="0" y="6"/>
                  </a:moveTo>
                  <a:lnTo>
                    <a:pt x="192" y="6"/>
                  </a:lnTo>
                  <a:lnTo>
                    <a:pt x="192" y="306"/>
                  </a:lnTo>
                  <a:lnTo>
                    <a:pt x="336" y="309"/>
                  </a:lnTo>
                  <a:lnTo>
                    <a:pt x="336" y="9"/>
                  </a:lnTo>
                  <a:lnTo>
                    <a:pt x="1824" y="9"/>
                  </a:lnTo>
                  <a:lnTo>
                    <a:pt x="1824" y="312"/>
                  </a:lnTo>
                  <a:lnTo>
                    <a:pt x="1968" y="309"/>
                  </a:lnTo>
                  <a:lnTo>
                    <a:pt x="1971" y="24"/>
                  </a:lnTo>
                  <a:lnTo>
                    <a:pt x="1971" y="3"/>
                  </a:lnTo>
                  <a:lnTo>
                    <a:pt x="345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18" name="Freeform 25">
              <a:extLst>
                <a:ext uri="{FF2B5EF4-FFF2-40B4-BE49-F238E27FC236}">
                  <a16:creationId xmlns:a16="http://schemas.microsoft.com/office/drawing/2014/main" id="{76B71F36-95ED-41FF-806A-DED15ED94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244"/>
              <a:ext cx="384" cy="306"/>
            </a:xfrm>
            <a:custGeom>
              <a:avLst/>
              <a:gdLst>
                <a:gd name="T0" fmla="*/ 0 w 384"/>
                <a:gd name="T1" fmla="*/ 0 h 306"/>
                <a:gd name="T2" fmla="*/ 0 w 384"/>
                <a:gd name="T3" fmla="*/ 306 h 306"/>
                <a:gd name="T4" fmla="*/ 144 w 384"/>
                <a:gd name="T5" fmla="*/ 306 h 306"/>
                <a:gd name="T6" fmla="*/ 144 w 384"/>
                <a:gd name="T7" fmla="*/ 6 h 306"/>
                <a:gd name="T8" fmla="*/ 384 w 384"/>
                <a:gd name="T9" fmla="*/ 6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4"/>
                <a:gd name="T16" fmla="*/ 0 h 306"/>
                <a:gd name="T17" fmla="*/ 384 w 384"/>
                <a:gd name="T18" fmla="*/ 306 h 3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4" h="306">
                  <a:moveTo>
                    <a:pt x="0" y="0"/>
                  </a:moveTo>
                  <a:lnTo>
                    <a:pt x="0" y="306"/>
                  </a:lnTo>
                  <a:lnTo>
                    <a:pt x="144" y="306"/>
                  </a:lnTo>
                  <a:lnTo>
                    <a:pt x="144" y="6"/>
                  </a:lnTo>
                  <a:lnTo>
                    <a:pt x="384" y="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8" name="Group 26">
            <a:extLst>
              <a:ext uri="{FF2B5EF4-FFF2-40B4-BE49-F238E27FC236}">
                <a16:creationId xmlns:a16="http://schemas.microsoft.com/office/drawing/2014/main" id="{D64054B7-5351-4509-B9E3-FE64DDF617EB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981200"/>
            <a:ext cx="5181600" cy="1219200"/>
            <a:chOff x="1728" y="1248"/>
            <a:chExt cx="3264" cy="768"/>
          </a:xfrm>
        </p:grpSpPr>
        <p:sp>
          <p:nvSpPr>
            <p:cNvPr id="14" name="Text Box 27">
              <a:extLst>
                <a:ext uri="{FF2B5EF4-FFF2-40B4-BE49-F238E27FC236}">
                  <a16:creationId xmlns:a16="http://schemas.microsoft.com/office/drawing/2014/main" id="{A63A293C-3272-4206-AF5F-E7D4BAE1A8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2" y="1248"/>
              <a:ext cx="892" cy="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单体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访存周期</a:t>
              </a:r>
            </a:p>
          </p:txBody>
        </p:sp>
        <p:sp>
          <p:nvSpPr>
            <p:cNvPr id="15" name="Text Box 28">
              <a:extLst>
                <a:ext uri="{FF2B5EF4-FFF2-40B4-BE49-F238E27FC236}">
                  <a16:creationId xmlns:a16="http://schemas.microsoft.com/office/drawing/2014/main" id="{97CB1592-2A43-41BE-AC99-3FD13B3EE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4" y="1248"/>
              <a:ext cx="892" cy="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单体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访存周期</a:t>
              </a:r>
            </a:p>
          </p:txBody>
        </p:sp>
        <p:sp>
          <p:nvSpPr>
            <p:cNvPr id="16" name="Line 29">
              <a:extLst>
                <a:ext uri="{FF2B5EF4-FFF2-40B4-BE49-F238E27FC236}">
                  <a16:creationId xmlns:a16="http://schemas.microsoft.com/office/drawing/2014/main" id="{B8BD82FD-380E-45DE-9408-F61A36DB23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6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11" name="Line 30">
              <a:extLst>
                <a:ext uri="{FF2B5EF4-FFF2-40B4-BE49-F238E27FC236}">
                  <a16:creationId xmlns:a16="http://schemas.microsoft.com/office/drawing/2014/main" id="{19FF4070-0E79-47A9-9A3C-D71DFAE6A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3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12" name="Line 31">
              <a:extLst>
                <a:ext uri="{FF2B5EF4-FFF2-40B4-BE49-F238E27FC236}">
                  <a16:creationId xmlns:a16="http://schemas.microsoft.com/office/drawing/2014/main" id="{6701D022-B29D-44C1-A2D8-FCBA527601C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3360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13" name="Line 32">
              <a:extLst>
                <a:ext uri="{FF2B5EF4-FFF2-40B4-BE49-F238E27FC236}">
                  <a16:creationId xmlns:a16="http://schemas.microsoft.com/office/drawing/2014/main" id="{85507055-CEF3-48F4-A249-B56C1501EB9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1733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14" name="Line 33">
              <a:extLst>
                <a:ext uri="{FF2B5EF4-FFF2-40B4-BE49-F238E27FC236}">
                  <a16:creationId xmlns:a16="http://schemas.microsoft.com/office/drawing/2014/main" id="{3535C783-1E2D-4BF6-9677-D20D8720CA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1392"/>
              <a:ext cx="0" cy="6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15" name="Line 34">
              <a:extLst>
                <a:ext uri="{FF2B5EF4-FFF2-40B4-BE49-F238E27FC236}">
                  <a16:creationId xmlns:a16="http://schemas.microsoft.com/office/drawing/2014/main" id="{2DF1BD28-2915-422E-9D76-5BAFA00BC2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1392"/>
              <a:ext cx="0" cy="6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16" name="Line 35">
              <a:extLst>
                <a:ext uri="{FF2B5EF4-FFF2-40B4-BE49-F238E27FC236}">
                  <a16:creationId xmlns:a16="http://schemas.microsoft.com/office/drawing/2014/main" id="{6657DFAA-49A1-4F21-B751-4936334384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2" y="1392"/>
              <a:ext cx="0" cy="6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9125" name="Text Box 37">
            <a:extLst>
              <a:ext uri="{FF2B5EF4-FFF2-40B4-BE49-F238E27FC236}">
                <a16:creationId xmlns:a16="http://schemas.microsoft.com/office/drawing/2014/main" id="{02538C61-9A57-4871-AF4C-EF9A86DF4A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113" y="3505200"/>
            <a:ext cx="1952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启动存储体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89126" name="Text Box 38">
            <a:extLst>
              <a:ext uri="{FF2B5EF4-FFF2-40B4-BE49-F238E27FC236}">
                <a16:creationId xmlns:a16="http://schemas.microsoft.com/office/drawing/2014/main" id="{C9BDF15D-DA05-42BF-A98F-7B5F07D6C6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113" y="4241800"/>
            <a:ext cx="1952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启动存储体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89127" name="Text Box 39">
            <a:extLst>
              <a:ext uri="{FF2B5EF4-FFF2-40B4-BE49-F238E27FC236}">
                <a16:creationId xmlns:a16="http://schemas.microsoft.com/office/drawing/2014/main" id="{80A49B00-68F4-4EA0-8196-BD81C8BCF7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113" y="4978400"/>
            <a:ext cx="1952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启动存储体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</a:p>
        </p:txBody>
      </p:sp>
      <p:sp>
        <p:nvSpPr>
          <p:cNvPr id="89128" name="Text Box 40">
            <a:extLst>
              <a:ext uri="{FF2B5EF4-FFF2-40B4-BE49-F238E27FC236}">
                <a16:creationId xmlns:a16="http://schemas.microsoft.com/office/drawing/2014/main" id="{6D2C74C4-20F1-446A-882A-7A0B1B5799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113" y="5715000"/>
            <a:ext cx="1952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启动存储体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9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9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89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500"/>
                                        <p:tgtEl>
                                          <p:spTgt spid="89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89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89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89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2" dur="500"/>
                                        <p:tgtEl>
                                          <p:spTgt spid="89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7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104" grpId="0" autoUpdateAnimBg="0"/>
      <p:bldP spid="89125" grpId="0" autoUpdateAnimBg="0"/>
      <p:bldP spid="89126" grpId="0" autoUpdateAnimBg="0"/>
      <p:bldP spid="89127" grpId="0" autoUpdateAnimBg="0"/>
      <p:bldP spid="89128" grpId="0" autoUpdateAnimBg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1" name="标题 1"/>
          <p:cNvSpPr>
            <a:spLocks noGrp="1"/>
          </p:cNvSpPr>
          <p:nvPr>
            <p:ph type="title"/>
          </p:nvPr>
        </p:nvSpPr>
        <p:spPr>
          <a:xfrm>
            <a:off x="365867" y="841905"/>
            <a:ext cx="7886700" cy="617641"/>
          </a:xfrm>
        </p:spPr>
        <p:txBody>
          <a:bodyPr/>
          <a:lstStyle/>
          <a:p>
            <a:r>
              <a:rPr lang="zh-CN" altLang="en-US" dirty="0"/>
              <a:t>（</a:t>
            </a:r>
            <a:r>
              <a:rPr lang="en-US" altLang="zh-CN" dirty="0"/>
              <a:t>3</a:t>
            </a:r>
            <a:r>
              <a:rPr lang="zh-CN" altLang="en-US" dirty="0"/>
              <a:t>）交叉编址顺序访问时可按流水方式存取</a:t>
            </a:r>
          </a:p>
        </p:txBody>
      </p:sp>
      <p:sp>
        <p:nvSpPr>
          <p:cNvPr id="199682" name="Rectangle 3"/>
          <p:cNvSpPr>
            <a:spLocks noChangeArrowheads="1"/>
          </p:cNvSpPr>
          <p:nvPr/>
        </p:nvSpPr>
        <p:spPr bwMode="auto">
          <a:xfrm>
            <a:off x="839628" y="3457575"/>
            <a:ext cx="1200150" cy="285750"/>
          </a:xfrm>
          <a:prstGeom prst="rect">
            <a:avLst/>
          </a:prstGeom>
          <a:solidFill>
            <a:srgbClr val="FF9900"/>
          </a:solidFill>
          <a:ln w="19050" algn="ctr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M</a:t>
            </a:r>
            <a:r>
              <a:rPr kumimoji="0" lang="en-US" altLang="zh-CN" sz="1050" b="1" i="0" u="none" strike="noStrike" kern="1200" cap="none" spc="0" normalizeH="0" baseline="-2500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0</a:t>
            </a:r>
            <a:endParaRPr kumimoji="0" lang="en-US" altLang="zh-CN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ahoma" pitchFamily="34" charset="0"/>
              <a:ea typeface="宋体" charset="-122"/>
              <a:cs typeface="+mn-cs"/>
            </a:endParaRPr>
          </a:p>
        </p:txBody>
      </p:sp>
      <p:sp>
        <p:nvSpPr>
          <p:cNvPr id="199683" name="Text Box 4"/>
          <p:cNvSpPr txBox="1">
            <a:spLocks noChangeArrowheads="1"/>
          </p:cNvSpPr>
          <p:nvPr/>
        </p:nvSpPr>
        <p:spPr bwMode="auto">
          <a:xfrm>
            <a:off x="1353978" y="4143375"/>
            <a:ext cx="342900" cy="253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50" b="1" i="0" u="none" strike="noStrike" kern="1200" cap="none" spc="0" normalizeH="0" baseline="0" noProof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T</a:t>
            </a:r>
            <a:endParaRPr kumimoji="0" lang="en-US" altLang="zh-CN" sz="1050" b="1" i="0" u="none" strike="noStrike" kern="1200" cap="none" spc="0" normalizeH="0" baseline="-25000" noProof="0">
              <a:ln>
                <a:noFill/>
              </a:ln>
              <a:solidFill>
                <a:srgbClr val="954F72"/>
              </a:solidFill>
              <a:effectLst/>
              <a:uLnTx/>
              <a:uFillTx/>
              <a:latin typeface="Tahoma" pitchFamily="34" charset="0"/>
              <a:ea typeface="宋体" charset="-122"/>
              <a:cs typeface="+mn-cs"/>
            </a:endParaRPr>
          </a:p>
        </p:txBody>
      </p:sp>
      <p:sp>
        <p:nvSpPr>
          <p:cNvPr id="199684" name="Rectangle 5"/>
          <p:cNvSpPr>
            <a:spLocks noChangeArrowheads="1"/>
          </p:cNvSpPr>
          <p:nvPr/>
        </p:nvSpPr>
        <p:spPr bwMode="auto">
          <a:xfrm>
            <a:off x="1182528" y="3171825"/>
            <a:ext cx="1200150" cy="285750"/>
          </a:xfrm>
          <a:prstGeom prst="rect">
            <a:avLst/>
          </a:prstGeom>
          <a:solidFill>
            <a:srgbClr val="FF6600"/>
          </a:solidFill>
          <a:ln w="19050" algn="ctr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5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M</a:t>
            </a:r>
            <a:r>
              <a:rPr kumimoji="0" lang="en-US" altLang="zh-CN" sz="1050" b="1" i="0" u="none" strike="noStrike" kern="1200" cap="none" spc="0" normalizeH="0" baseline="-25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1</a:t>
            </a:r>
            <a:endParaRPr kumimoji="0" lang="en-US" altLang="zh-CN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ahoma" pitchFamily="34" charset="0"/>
              <a:ea typeface="宋体" charset="-122"/>
              <a:cs typeface="+mn-cs"/>
            </a:endParaRPr>
          </a:p>
        </p:txBody>
      </p:sp>
      <p:sp>
        <p:nvSpPr>
          <p:cNvPr id="199685" name="Rectangle 6"/>
          <p:cNvSpPr>
            <a:spLocks noChangeArrowheads="1"/>
          </p:cNvSpPr>
          <p:nvPr/>
        </p:nvSpPr>
        <p:spPr bwMode="auto">
          <a:xfrm>
            <a:off x="1468278" y="2886075"/>
            <a:ext cx="1200150" cy="285750"/>
          </a:xfrm>
          <a:prstGeom prst="rect">
            <a:avLst/>
          </a:prstGeom>
          <a:solidFill>
            <a:srgbClr val="993300"/>
          </a:solidFill>
          <a:ln w="19050" algn="ctr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M</a:t>
            </a:r>
            <a:r>
              <a:rPr kumimoji="0" lang="en-US" altLang="zh-CN" sz="1050" b="1" i="0" u="none" strike="noStrike" kern="1200" cap="none" spc="0" normalizeH="0" baseline="-2500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2</a:t>
            </a:r>
            <a:endParaRPr kumimoji="0" lang="en-US" altLang="zh-CN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ahoma" pitchFamily="34" charset="0"/>
              <a:ea typeface="宋体" charset="-122"/>
              <a:cs typeface="+mn-cs"/>
            </a:endParaRPr>
          </a:p>
        </p:txBody>
      </p:sp>
      <p:sp>
        <p:nvSpPr>
          <p:cNvPr id="199686" name="Rectangle 7"/>
          <p:cNvSpPr>
            <a:spLocks noChangeArrowheads="1"/>
          </p:cNvSpPr>
          <p:nvPr/>
        </p:nvSpPr>
        <p:spPr bwMode="auto">
          <a:xfrm>
            <a:off x="1754028" y="2600325"/>
            <a:ext cx="1200150" cy="285750"/>
          </a:xfrm>
          <a:prstGeom prst="rect">
            <a:avLst/>
          </a:prstGeom>
          <a:solidFill>
            <a:srgbClr val="FF00FF"/>
          </a:solidFill>
          <a:ln w="19050" algn="ctr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M</a:t>
            </a:r>
            <a:r>
              <a:rPr kumimoji="0" lang="en-US" altLang="zh-CN" sz="1050" b="1" i="0" u="none" strike="noStrike" kern="1200" cap="none" spc="0" normalizeH="0" baseline="-2500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3</a:t>
            </a:r>
            <a:endParaRPr kumimoji="0" lang="en-US" altLang="zh-CN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ahoma" pitchFamily="34" charset="0"/>
              <a:ea typeface="宋体" charset="-122"/>
              <a:cs typeface="+mn-cs"/>
            </a:endParaRPr>
          </a:p>
        </p:txBody>
      </p:sp>
      <p:sp>
        <p:nvSpPr>
          <p:cNvPr id="199687" name="Rectangle 8"/>
          <p:cNvSpPr>
            <a:spLocks noChangeArrowheads="1"/>
          </p:cNvSpPr>
          <p:nvPr/>
        </p:nvSpPr>
        <p:spPr bwMode="auto">
          <a:xfrm>
            <a:off x="2039778" y="2314575"/>
            <a:ext cx="1200150" cy="285750"/>
          </a:xfrm>
          <a:prstGeom prst="rect">
            <a:avLst/>
          </a:prstGeom>
          <a:solidFill>
            <a:srgbClr val="FF9900"/>
          </a:solidFill>
          <a:ln w="19050" algn="ctr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M</a:t>
            </a:r>
            <a:r>
              <a:rPr kumimoji="0" lang="en-US" altLang="zh-CN" sz="1050" b="1" i="0" u="none" strike="noStrike" kern="1200" cap="none" spc="0" normalizeH="0" baseline="-2500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0</a:t>
            </a:r>
            <a:endParaRPr kumimoji="0" lang="en-US" altLang="zh-CN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ahoma" pitchFamily="34" charset="0"/>
              <a:ea typeface="宋体" charset="-122"/>
              <a:cs typeface="+mn-cs"/>
            </a:endParaRPr>
          </a:p>
        </p:txBody>
      </p:sp>
      <p:sp>
        <p:nvSpPr>
          <p:cNvPr id="199688" name="Line 9"/>
          <p:cNvSpPr>
            <a:spLocks noChangeShapeType="1"/>
          </p:cNvSpPr>
          <p:nvPr/>
        </p:nvSpPr>
        <p:spPr bwMode="auto">
          <a:xfrm>
            <a:off x="553878" y="4086225"/>
            <a:ext cx="3028950" cy="0"/>
          </a:xfrm>
          <a:prstGeom prst="line">
            <a:avLst/>
          </a:prstGeom>
          <a:noFill/>
          <a:ln w="317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9689" name="Line 10"/>
          <p:cNvSpPr>
            <a:spLocks noChangeShapeType="1"/>
          </p:cNvSpPr>
          <p:nvPr/>
        </p:nvSpPr>
        <p:spPr bwMode="auto">
          <a:xfrm flipV="1">
            <a:off x="553878" y="1914525"/>
            <a:ext cx="0" cy="2171700"/>
          </a:xfrm>
          <a:prstGeom prst="line">
            <a:avLst/>
          </a:prstGeom>
          <a:noFill/>
          <a:ln w="317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9690" name="Line 11"/>
          <p:cNvSpPr>
            <a:spLocks noChangeShapeType="1"/>
          </p:cNvSpPr>
          <p:nvPr/>
        </p:nvSpPr>
        <p:spPr bwMode="auto">
          <a:xfrm>
            <a:off x="839628" y="3743325"/>
            <a:ext cx="0" cy="4572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9691" name="Line 12"/>
          <p:cNvSpPr>
            <a:spLocks noChangeShapeType="1"/>
          </p:cNvSpPr>
          <p:nvPr/>
        </p:nvSpPr>
        <p:spPr bwMode="auto">
          <a:xfrm>
            <a:off x="2039778" y="3743325"/>
            <a:ext cx="0" cy="4572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9692" name="Line 13"/>
          <p:cNvSpPr>
            <a:spLocks noChangeShapeType="1"/>
          </p:cNvSpPr>
          <p:nvPr/>
        </p:nvSpPr>
        <p:spPr bwMode="auto">
          <a:xfrm>
            <a:off x="2382678" y="3457575"/>
            <a:ext cx="0" cy="74295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9693" name="Line 14"/>
          <p:cNvSpPr>
            <a:spLocks noChangeShapeType="1"/>
          </p:cNvSpPr>
          <p:nvPr/>
        </p:nvSpPr>
        <p:spPr bwMode="auto">
          <a:xfrm>
            <a:off x="2668428" y="3171825"/>
            <a:ext cx="0" cy="914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9694" name="Line 15"/>
          <p:cNvSpPr>
            <a:spLocks noChangeShapeType="1"/>
          </p:cNvSpPr>
          <p:nvPr/>
        </p:nvSpPr>
        <p:spPr bwMode="auto">
          <a:xfrm>
            <a:off x="2954178" y="2886075"/>
            <a:ext cx="0" cy="120015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9695" name="Line 16"/>
          <p:cNvSpPr>
            <a:spLocks noChangeShapeType="1"/>
          </p:cNvSpPr>
          <p:nvPr/>
        </p:nvSpPr>
        <p:spPr bwMode="auto">
          <a:xfrm>
            <a:off x="3239928" y="2600325"/>
            <a:ext cx="0" cy="14859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9696" name="Line 17"/>
          <p:cNvSpPr>
            <a:spLocks noChangeShapeType="1"/>
          </p:cNvSpPr>
          <p:nvPr/>
        </p:nvSpPr>
        <p:spPr bwMode="auto">
          <a:xfrm>
            <a:off x="839628" y="4200525"/>
            <a:ext cx="457200" cy="0"/>
          </a:xfrm>
          <a:prstGeom prst="line">
            <a:avLst/>
          </a:prstGeom>
          <a:noFill/>
          <a:ln w="3175">
            <a:solidFill>
              <a:schemeClr val="tx1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9697" name="Line 18"/>
          <p:cNvSpPr>
            <a:spLocks noChangeShapeType="1"/>
          </p:cNvSpPr>
          <p:nvPr/>
        </p:nvSpPr>
        <p:spPr bwMode="auto">
          <a:xfrm flipH="1">
            <a:off x="1582578" y="4200525"/>
            <a:ext cx="457200" cy="0"/>
          </a:xfrm>
          <a:prstGeom prst="line">
            <a:avLst/>
          </a:prstGeom>
          <a:noFill/>
          <a:ln w="3175">
            <a:solidFill>
              <a:schemeClr val="tx1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21" name="Text Box 19"/>
          <p:cNvSpPr txBox="1">
            <a:spLocks noChangeArrowheads="1"/>
          </p:cNvSpPr>
          <p:nvPr/>
        </p:nvSpPr>
        <p:spPr bwMode="auto">
          <a:xfrm>
            <a:off x="2096928" y="4074319"/>
            <a:ext cx="342900" cy="30008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350" b="0" i="0" u="none" strike="noStrike" kern="1200" cap="none" spc="0" normalizeH="0" baseline="0" noProof="0">
                <a:ln>
                  <a:noFill/>
                </a:ln>
                <a:solidFill>
                  <a:srgbClr val="954F7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ahoma" pitchFamily="34" charset="0"/>
                <a:ea typeface="宋体" panose="02010600030101010101" pitchFamily="2" charset="-122"/>
                <a:cs typeface="+mn-cs"/>
                <a:sym typeface="Symbol" pitchFamily="18" charset="2"/>
              </a:rPr>
              <a:t></a:t>
            </a:r>
          </a:p>
        </p:txBody>
      </p:sp>
      <p:sp>
        <p:nvSpPr>
          <p:cNvPr id="199699" name="Rectangle 20"/>
          <p:cNvSpPr txBox="1">
            <a:spLocks noChangeArrowheads="1"/>
          </p:cNvSpPr>
          <p:nvPr/>
        </p:nvSpPr>
        <p:spPr bwMode="auto">
          <a:xfrm>
            <a:off x="4643399" y="1660172"/>
            <a:ext cx="3491087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257175" marR="0" lvl="0" indent="-257175" algn="l" defTabSz="685800" rtl="0" eaLnBrk="1" fontAlgn="auto" latinLnBrk="0" hangingPunct="1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itchFamily="2" charset="2"/>
              <a:buChar char="n"/>
              <a:tabLst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</a:rPr>
              <a:t>T  = m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</a:t>
            </a:r>
          </a:p>
          <a:p>
            <a:pPr marL="257175" marR="0" lvl="0" indent="-257175" algn="l" defTabSz="685800" rtl="0" eaLnBrk="1" fontAlgn="auto" latinLnBrk="0" hangingPunct="1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itchFamily="2" charset="2"/>
              <a:buChar char="n"/>
              <a:tabLst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</a:rPr>
              <a:t>m = T/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  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交叉存取度</a:t>
            </a:r>
          </a:p>
          <a:p>
            <a:pPr marL="257175" marR="0" lvl="0" indent="-257175" algn="l" defTabSz="685800" rtl="0" eaLnBrk="1" fontAlgn="auto" latinLnBrk="0" hangingPunct="1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itchFamily="2" charset="2"/>
              <a:buChar char="n"/>
              <a:tabLst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66FF33"/>
              </a:solidFill>
              <a:effectLst/>
              <a:uLnTx/>
              <a:uFillTx/>
              <a:latin typeface="微软雅黑" charset="-122"/>
              <a:ea typeface="微软雅黑" charset="-122"/>
              <a:cs typeface="+mn-cs"/>
              <a:sym typeface="Symbol" pitchFamily="18" charset="2"/>
            </a:endParaRPr>
          </a:p>
          <a:p>
            <a:pPr marL="257175" marR="0" lvl="0" indent="-257175" algn="l" defTabSz="685800" rtl="0" eaLnBrk="1" fontAlgn="auto" latinLnBrk="0" hangingPunct="1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连续读取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n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个字的时间</a:t>
            </a:r>
          </a:p>
          <a:p>
            <a:pPr marL="257175" marR="0" lvl="0" indent="-257175" algn="l" defTabSz="685800" rtl="0" eaLnBrk="1" fontAlgn="auto" latinLnBrk="0" hangingPunct="1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itchFamily="2" charset="2"/>
              <a:buChar char="n"/>
              <a:tabLst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t</a:t>
            </a:r>
            <a:r>
              <a:rPr kumimoji="0" lang="en-US" altLang="zh-CN" sz="2400" b="0" i="0" u="none" strike="noStrike" kern="1200" cap="none" spc="0" normalizeH="0" baseline="-2500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1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=T+(n-1)  </a:t>
            </a:r>
          </a:p>
          <a:p>
            <a:pPr marL="257175" marR="0" lvl="0" indent="-257175" algn="l" defTabSz="685800" rtl="0" eaLnBrk="1" fontAlgn="auto" latinLnBrk="0" hangingPunct="1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itchFamily="2" charset="2"/>
              <a:buChar char="n"/>
              <a:tabLst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t</a:t>
            </a:r>
            <a:r>
              <a:rPr kumimoji="0" lang="en-US" altLang="zh-CN" sz="2400" b="0" i="0" u="none" strike="noStrike" kern="1200" cap="none" spc="0" normalizeH="0" baseline="-2500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2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=</a:t>
            </a:r>
            <a:r>
              <a:rPr kumimoji="0" lang="en-US" altLang="zh-CN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微软雅黑" charset="-122"/>
                <a:ea typeface="微软雅黑" charset="-122"/>
                <a:cs typeface="+mn-cs"/>
                <a:sym typeface="Symbol" pitchFamily="18" charset="2"/>
              </a:rPr>
              <a:t>nT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srgbClr val="954F72"/>
              </a:solidFill>
              <a:effectLst/>
              <a:uLnTx/>
              <a:uFillTx/>
              <a:latin typeface="微软雅黑" charset="-122"/>
              <a:ea typeface="微软雅黑" charset="-122"/>
              <a:cs typeface="+mn-cs"/>
            </a:endParaRPr>
          </a:p>
        </p:txBody>
      </p:sp>
      <p:sp>
        <p:nvSpPr>
          <p:cNvPr id="23" name="Text Box 21"/>
          <p:cNvSpPr txBox="1">
            <a:spLocks noChangeArrowheads="1"/>
          </p:cNvSpPr>
          <p:nvPr/>
        </p:nvSpPr>
        <p:spPr bwMode="auto">
          <a:xfrm>
            <a:off x="10953" y="4456972"/>
            <a:ext cx="4057650" cy="553998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5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" panose="020B0604020202020204" pitchFamily="34" charset="0"/>
                <a:ea typeface="微软雅黑"/>
                <a:cs typeface="+mn-cs"/>
              </a:rPr>
              <a:t>T:  </a:t>
            </a:r>
            <a:r>
              <a:rPr kumimoji="0" lang="zh-CN" alt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" panose="020B0604020202020204" pitchFamily="34" charset="0"/>
                <a:ea typeface="微软雅黑"/>
                <a:cs typeface="+mn-cs"/>
              </a:rPr>
              <a:t>模块存取周期</a:t>
            </a:r>
            <a:r>
              <a:rPr kumimoji="0" lang="zh-CN" altLang="en-US" sz="1500" b="1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" panose="020B0604020202020204" pitchFamily="34" charset="0"/>
                <a:ea typeface="微软雅黑"/>
                <a:cs typeface="+mn-cs"/>
              </a:rPr>
              <a:t> </a:t>
            </a:r>
            <a:r>
              <a:rPr kumimoji="0" lang="zh-CN" alt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Arial" panose="020B0604020202020204" pitchFamily="34" charset="0"/>
                <a:ea typeface="微软雅黑"/>
                <a:cs typeface="+mn-cs"/>
                <a:sym typeface="Symbol" pitchFamily="18" charset="2"/>
              </a:rPr>
              <a:t>：</a:t>
            </a:r>
            <a:r>
              <a:rPr kumimoji="0" lang="zh-CN" alt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" panose="020B0604020202020204" pitchFamily="34" charset="0"/>
                <a:ea typeface="微软雅黑"/>
                <a:cs typeface="+mn-cs"/>
              </a:rPr>
              <a:t>总线传输周期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5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" panose="020B0604020202020204" pitchFamily="34" charset="0"/>
                <a:ea typeface="微软雅黑"/>
                <a:cs typeface="+mn-cs"/>
              </a:rPr>
              <a:t>m: </a:t>
            </a:r>
            <a:r>
              <a:rPr kumimoji="0" lang="zh-CN" alt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" panose="020B0604020202020204" pitchFamily="34" charset="0"/>
                <a:ea typeface="微软雅黑"/>
                <a:cs typeface="+mn-cs"/>
              </a:rPr>
              <a:t>存储器交叉模块数</a:t>
            </a:r>
          </a:p>
        </p:txBody>
      </p:sp>
      <p:sp>
        <p:nvSpPr>
          <p:cNvPr id="199701" name="Text Box 22"/>
          <p:cNvSpPr txBox="1">
            <a:spLocks noChangeArrowheads="1"/>
          </p:cNvSpPr>
          <p:nvPr/>
        </p:nvSpPr>
        <p:spPr bwMode="auto">
          <a:xfrm>
            <a:off x="3297078" y="4086225"/>
            <a:ext cx="514350" cy="253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时间</a:t>
            </a:r>
            <a:endParaRPr kumimoji="0" lang="zh-CN" altLang="en-US" sz="1050" b="0" i="0" u="none" strike="noStrike" kern="1200" cap="none" spc="0" normalizeH="0" baseline="-25000" noProof="0">
              <a:ln>
                <a:noFill/>
              </a:ln>
              <a:solidFill>
                <a:srgbClr val="954F72"/>
              </a:solidFill>
              <a:effectLst/>
              <a:uLnTx/>
              <a:uFillTx/>
              <a:latin typeface="Tahoma" pitchFamily="34" charset="0"/>
              <a:ea typeface="宋体" charset="-122"/>
              <a:cs typeface="+mn-cs"/>
            </a:endParaRPr>
          </a:p>
        </p:txBody>
      </p:sp>
      <p:sp>
        <p:nvSpPr>
          <p:cNvPr id="199702" name="Text Box 23"/>
          <p:cNvSpPr txBox="1">
            <a:spLocks noChangeArrowheads="1"/>
          </p:cNvSpPr>
          <p:nvPr/>
        </p:nvSpPr>
        <p:spPr bwMode="auto">
          <a:xfrm>
            <a:off x="553878" y="1914525"/>
            <a:ext cx="514350" cy="253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Tahoma" pitchFamily="34" charset="0"/>
                <a:ea typeface="宋体" charset="-122"/>
                <a:cs typeface="+mn-cs"/>
              </a:rPr>
              <a:t>字</a:t>
            </a:r>
            <a:endParaRPr kumimoji="0" lang="zh-CN" altLang="en-US" sz="1050" b="0" i="0" u="none" strike="noStrike" kern="1200" cap="none" spc="0" normalizeH="0" baseline="-25000" noProof="0" dirty="0">
              <a:ln>
                <a:noFill/>
              </a:ln>
              <a:solidFill>
                <a:srgbClr val="954F72"/>
              </a:solidFill>
              <a:effectLst/>
              <a:uLnTx/>
              <a:uFillTx/>
              <a:latin typeface="Tahoma" pitchFamily="34" charset="0"/>
              <a:ea typeface="宋体" charset="-122"/>
              <a:cs typeface="+mn-cs"/>
            </a:endParaRPr>
          </a:p>
        </p:txBody>
      </p:sp>
      <p:sp>
        <p:nvSpPr>
          <p:cNvPr id="26" name="Rectangle 24"/>
          <p:cNvSpPr>
            <a:spLocks noChangeArrowheads="1"/>
          </p:cNvSpPr>
          <p:nvPr/>
        </p:nvSpPr>
        <p:spPr bwMode="auto">
          <a:xfrm>
            <a:off x="6390429" y="4371976"/>
            <a:ext cx="1862138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52425" marR="0" lvl="0" indent="-352425" algn="ctr" defTabSz="685800" rtl="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Tx/>
              <a:buFontTx/>
              <a:buNone/>
              <a:tabLst/>
              <a:defRPr/>
            </a:pPr>
            <a:r>
              <a:rPr kumimoji="0" lang="en-US" altLang="zh-CN" sz="195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Verdana" pitchFamily="34" charset="0"/>
                <a:ea typeface="微软雅黑"/>
                <a:cs typeface="+mn-cs"/>
                <a:sym typeface="Symbol" pitchFamily="18" charset="2"/>
              </a:rPr>
              <a:t>t</a:t>
            </a:r>
            <a:r>
              <a:rPr kumimoji="0" lang="en-US" altLang="zh-CN" sz="1950" b="0" i="0" u="none" strike="noStrike" kern="1200" cap="none" spc="0" normalizeH="0" baseline="-2500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Verdana" pitchFamily="34" charset="0"/>
                <a:ea typeface="微软雅黑"/>
                <a:cs typeface="+mn-cs"/>
                <a:sym typeface="Symbol" pitchFamily="18" charset="2"/>
              </a:rPr>
              <a:t>1</a:t>
            </a:r>
            <a:r>
              <a:rPr kumimoji="0" lang="en-US" altLang="zh-CN" sz="195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Verdana" pitchFamily="34" charset="0"/>
                <a:ea typeface="微软雅黑"/>
                <a:cs typeface="+mn-cs"/>
                <a:sym typeface="Symbol" pitchFamily="18" charset="2"/>
              </a:rPr>
              <a:t>&lt;t</a:t>
            </a:r>
            <a:r>
              <a:rPr kumimoji="0" lang="en-US" altLang="zh-CN" sz="1950" b="0" i="0" u="none" strike="noStrike" kern="1200" cap="none" spc="0" normalizeH="0" baseline="-2500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Verdana" pitchFamily="34" charset="0"/>
                <a:ea typeface="微软雅黑"/>
                <a:cs typeface="+mn-cs"/>
                <a:sym typeface="Symbol" pitchFamily="18" charset="2"/>
              </a:rPr>
              <a:t>2</a:t>
            </a:r>
            <a:endParaRPr kumimoji="0" lang="en-US" altLang="zh-CN" sz="1950" b="0" i="0" u="none" strike="noStrike" kern="1200" cap="none" spc="0" normalizeH="0" baseline="0" noProof="0" dirty="0">
              <a:ln>
                <a:noFill/>
              </a:ln>
              <a:solidFill>
                <a:srgbClr val="954F72"/>
              </a:solidFill>
              <a:effectLst/>
              <a:uLnTx/>
              <a:uFillTx/>
              <a:latin typeface="Verdana" pitchFamily="34" charset="0"/>
              <a:ea typeface="微软雅黑"/>
              <a:cs typeface="+mn-cs"/>
            </a:endParaRPr>
          </a:p>
        </p:txBody>
      </p:sp>
      <p:grpSp>
        <p:nvGrpSpPr>
          <p:cNvPr id="199704" name="Group 25"/>
          <p:cNvGrpSpPr>
            <a:grpSpLocks/>
          </p:cNvGrpSpPr>
          <p:nvPr/>
        </p:nvGrpSpPr>
        <p:grpSpPr bwMode="auto">
          <a:xfrm>
            <a:off x="1182528" y="3743325"/>
            <a:ext cx="571500" cy="342900"/>
            <a:chOff x="960" y="2784"/>
            <a:chExt cx="480" cy="384"/>
          </a:xfrm>
        </p:grpSpPr>
        <p:sp>
          <p:nvSpPr>
            <p:cNvPr id="199706" name="Line 26"/>
            <p:cNvSpPr>
              <a:spLocks noChangeShapeType="1"/>
            </p:cNvSpPr>
            <p:nvPr/>
          </p:nvSpPr>
          <p:spPr bwMode="auto">
            <a:xfrm>
              <a:off x="960" y="2784"/>
              <a:ext cx="0" cy="3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99707" name="Line 27"/>
            <p:cNvSpPr>
              <a:spLocks noChangeShapeType="1"/>
            </p:cNvSpPr>
            <p:nvPr/>
          </p:nvSpPr>
          <p:spPr bwMode="auto">
            <a:xfrm>
              <a:off x="1200" y="2784"/>
              <a:ext cx="0" cy="3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99708" name="Line 28"/>
            <p:cNvSpPr>
              <a:spLocks noChangeShapeType="1"/>
            </p:cNvSpPr>
            <p:nvPr/>
          </p:nvSpPr>
          <p:spPr bwMode="auto">
            <a:xfrm>
              <a:off x="1440" y="2784"/>
              <a:ext cx="0" cy="3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</p:grpSp>
      <p:sp>
        <p:nvSpPr>
          <p:cNvPr id="29" name="标题 1">
            <a:extLst>
              <a:ext uri="{FF2B5EF4-FFF2-40B4-BE49-F238E27FC236}">
                <a16:creationId xmlns:a16="http://schemas.microsoft.com/office/drawing/2014/main" id="{675E0168-10AD-41A5-9457-E6970860CE8F}"/>
              </a:ext>
            </a:extLst>
          </p:cNvPr>
          <p:cNvSpPr txBox="1">
            <a:spLocks/>
          </p:cNvSpPr>
          <p:nvPr/>
        </p:nvSpPr>
        <p:spPr>
          <a:xfrm>
            <a:off x="487822" y="257614"/>
            <a:ext cx="7756587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宋体" panose="02010600030101010101" pitchFamily="2" charset="-122"/>
                <a:ea typeface="宋体" panose="02010600030101010101" pitchFamily="2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j-cs"/>
              </a:rPr>
              <a:t>3.6.3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j-cs"/>
              </a:rPr>
              <a:t>多体交叉存储器 （多体并行存储器）</a:t>
            </a:r>
          </a:p>
        </p:txBody>
      </p:sp>
    </p:spTree>
    <p:extLst>
      <p:ext uri="{BB962C8B-B14F-4D97-AF65-F5344CB8AC3E}">
        <p14:creationId xmlns:p14="http://schemas.microsoft.com/office/powerpoint/2010/main" val="3418649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3.6 </a:t>
            </a:r>
            <a:r>
              <a:rPr lang="zh-CN" altLang="en-US" dirty="0"/>
              <a:t>高速存储器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392485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3.6.1 </a:t>
            </a:r>
            <a:r>
              <a:rPr lang="zh-CN" altLang="en-US" dirty="0"/>
              <a:t>双端口存储器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3.6.2</a:t>
            </a:r>
            <a:r>
              <a:rPr lang="zh-CN" altLang="en-US" dirty="0"/>
              <a:t>单体多字存储器 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3.6.3 </a:t>
            </a:r>
            <a:r>
              <a:rPr lang="zh-CN" altLang="en-US" dirty="0"/>
              <a:t>多体交叉存储器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3.6.4 </a:t>
            </a:r>
            <a:r>
              <a:rPr lang="zh-CN" altLang="en-US" dirty="0"/>
              <a:t>相联存储器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99592" y="4293096"/>
            <a:ext cx="3260829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3.6.4 </a:t>
            </a:r>
            <a:r>
              <a:rPr lang="zh-CN" altLang="en-US" sz="3200" kern="0" dirty="0">
                <a:solidFill>
                  <a:srgbClr val="000000"/>
                </a:solidFill>
              </a:rPr>
              <a:t>相联存储器</a:t>
            </a:r>
          </a:p>
        </p:txBody>
      </p:sp>
    </p:spTree>
    <p:extLst>
      <p:ext uri="{BB962C8B-B14F-4D97-AF65-F5344CB8AC3E}">
        <p14:creationId xmlns:p14="http://schemas.microsoft.com/office/powerpoint/2010/main" val="3315015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03976F6-CF7B-4E78-B817-1362A0734D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703" y="128633"/>
            <a:ext cx="8229600" cy="1143000"/>
          </a:xfrm>
        </p:spPr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3.6.4 </a:t>
            </a:r>
            <a:r>
              <a:rPr lang="zh-CN" altLang="en-US" dirty="0">
                <a:solidFill>
                  <a:srgbClr val="FF0000"/>
                </a:solidFill>
              </a:rPr>
              <a:t>相联存储器</a:t>
            </a:r>
            <a:endParaRPr lang="zh-CN" alt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8DD5C9B9-D741-45B7-9A85-8939372E9662}"/>
              </a:ext>
            </a:extLst>
          </p:cNvPr>
          <p:cNvSpPr txBox="1">
            <a:spLocks noChangeArrowheads="1"/>
          </p:cNvSpPr>
          <p:nvPr/>
        </p:nvSpPr>
        <p:spPr>
          <a:xfrm>
            <a:off x="-23305" y="1471121"/>
            <a:ext cx="78486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按内容进行访问的存储器</a:t>
            </a:r>
          </a:p>
        </p:txBody>
      </p:sp>
      <p:sp>
        <p:nvSpPr>
          <p:cNvPr id="6" name="Rectangle 71">
            <a:extLst>
              <a:ext uri="{FF2B5EF4-FFF2-40B4-BE49-F238E27FC236}">
                <a16:creationId xmlns:a16="http://schemas.microsoft.com/office/drawing/2014/main" id="{491B10C3-CC70-4B62-A9DC-8BB1D083E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947" y="1366324"/>
            <a:ext cx="325755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</a:pPr>
            <a:r>
              <a:rPr lang="zh-CN" altLang="en-US" sz="2600" dirty="0">
                <a:solidFill>
                  <a:srgbClr val="7030A0"/>
                </a:solidFill>
                <a:latin typeface="Verdana" pitchFamily="34" charset="0"/>
                <a:ea typeface="微软雅黑"/>
              </a:rPr>
              <a:t>（</a:t>
            </a:r>
            <a:r>
              <a:rPr lang="en-US" altLang="zh-CN" sz="2600" dirty="0" err="1">
                <a:solidFill>
                  <a:srgbClr val="7030A0"/>
                </a:solidFill>
                <a:latin typeface="Verdana" pitchFamily="34" charset="0"/>
                <a:ea typeface="微软雅黑"/>
              </a:rPr>
              <a:t>Key,Value</a:t>
            </a:r>
            <a:r>
              <a:rPr lang="zh-CN" altLang="en-US" sz="2600" dirty="0">
                <a:solidFill>
                  <a:srgbClr val="7030A0"/>
                </a:solidFill>
                <a:latin typeface="Verdana" pitchFamily="34" charset="0"/>
                <a:ea typeface="微软雅黑"/>
              </a:rPr>
              <a:t>）</a:t>
            </a:r>
          </a:p>
        </p:txBody>
      </p:sp>
      <p:sp>
        <p:nvSpPr>
          <p:cNvPr id="7" name="Text Box 75">
            <a:extLst>
              <a:ext uri="{FF2B5EF4-FFF2-40B4-BE49-F238E27FC236}">
                <a16:creationId xmlns:a16="http://schemas.microsoft.com/office/drawing/2014/main" id="{CDF5ACE9-5156-4E4D-BBA0-0B70C085AD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995" y="4264828"/>
            <a:ext cx="5229843" cy="2308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altLang="zh-CN" sz="2400" dirty="0">
                <a:solidFill>
                  <a:srgbClr val="003300"/>
                </a:solidFill>
                <a:latin typeface="Verdana" pitchFamily="34" charset="0"/>
                <a:ea typeface="华文新魏" pitchFamily="2" charset="-122"/>
              </a:rPr>
              <a:t>    </a:t>
            </a:r>
            <a:r>
              <a:rPr lang="zh-CN" altLang="en-US" sz="2400" dirty="0">
                <a:solidFill>
                  <a:srgbClr val="003300"/>
                </a:solidFill>
                <a:latin typeface="微软雅黑"/>
                <a:ea typeface="微软雅黑"/>
              </a:rPr>
              <a:t>用关键字去检索存储器中部分字段，对包含关键字的存储单元进行读写，</a:t>
            </a:r>
            <a:r>
              <a:rPr lang="zh-CN" altLang="en-US" sz="2400" u="sng" dirty="0">
                <a:solidFill>
                  <a:srgbClr val="D60093"/>
                </a:solidFill>
                <a:latin typeface="微软雅黑"/>
                <a:ea typeface="微软雅黑"/>
              </a:rPr>
              <a:t>以内容作为地址访问的存储器称为相联存储器</a:t>
            </a:r>
            <a:endParaRPr lang="zh-CN" altLang="en-US" sz="2400" b="1" u="sng" dirty="0">
              <a:solidFill>
                <a:srgbClr val="D60093"/>
              </a:solidFill>
              <a:latin typeface="微软雅黑"/>
              <a:ea typeface="微软雅黑"/>
            </a:endParaRPr>
          </a:p>
        </p:txBody>
      </p:sp>
      <p:graphicFrame>
        <p:nvGraphicFramePr>
          <p:cNvPr id="8" name="表格 7">
            <a:extLst>
              <a:ext uri="{FF2B5EF4-FFF2-40B4-BE49-F238E27FC236}">
                <a16:creationId xmlns:a16="http://schemas.microsoft.com/office/drawing/2014/main" id="{859864BB-8DC0-4445-B1E9-9BC57692AB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437755"/>
              </p:ext>
            </p:extLst>
          </p:nvPr>
        </p:nvGraphicFramePr>
        <p:xfrm>
          <a:off x="-23305" y="2050533"/>
          <a:ext cx="9177390" cy="2109496"/>
        </p:xfrm>
        <a:graphic>
          <a:graphicData uri="http://schemas.openxmlformats.org/drawingml/2006/table">
            <a:tbl>
              <a:tblPr firstRow="1" bandRow="1"/>
              <a:tblGrid>
                <a:gridCol w="1835478">
                  <a:extLst>
                    <a:ext uri="{9D8B030D-6E8A-4147-A177-3AD203B41FA5}">
                      <a16:colId xmlns:a16="http://schemas.microsoft.com/office/drawing/2014/main" val="3221616027"/>
                    </a:ext>
                  </a:extLst>
                </a:gridCol>
                <a:gridCol w="1835478">
                  <a:extLst>
                    <a:ext uri="{9D8B030D-6E8A-4147-A177-3AD203B41FA5}">
                      <a16:colId xmlns:a16="http://schemas.microsoft.com/office/drawing/2014/main" val="432896193"/>
                    </a:ext>
                  </a:extLst>
                </a:gridCol>
                <a:gridCol w="1835478">
                  <a:extLst>
                    <a:ext uri="{9D8B030D-6E8A-4147-A177-3AD203B41FA5}">
                      <a16:colId xmlns:a16="http://schemas.microsoft.com/office/drawing/2014/main" val="2218280565"/>
                    </a:ext>
                  </a:extLst>
                </a:gridCol>
                <a:gridCol w="1835478">
                  <a:extLst>
                    <a:ext uri="{9D8B030D-6E8A-4147-A177-3AD203B41FA5}">
                      <a16:colId xmlns:a16="http://schemas.microsoft.com/office/drawing/2014/main" val="3210433308"/>
                    </a:ext>
                  </a:extLst>
                </a:gridCol>
                <a:gridCol w="1835478">
                  <a:extLst>
                    <a:ext uri="{9D8B030D-6E8A-4147-A177-3AD203B41FA5}">
                      <a16:colId xmlns:a16="http://schemas.microsoft.com/office/drawing/2014/main" val="1931247416"/>
                    </a:ext>
                  </a:extLst>
                </a:gridCol>
              </a:tblGrid>
              <a:tr h="52737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物理地址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工号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姓名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出生年月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工资数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1325160"/>
                  </a:ext>
                </a:extLst>
              </a:tr>
              <a:tr h="52737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  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001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张帅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1976/7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5667952"/>
                  </a:ext>
                </a:extLst>
              </a:tr>
              <a:tr h="52737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N+1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021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李猛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1978/9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2000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5877783"/>
                  </a:ext>
                </a:extLst>
              </a:tr>
              <a:tr h="52737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N+2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023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郝牛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1977/6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3000</a:t>
                      </a:r>
                    </a:p>
                  </a:txBody>
                  <a:tcPr marL="99947" marR="99947" marT="49973" marB="49973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458982"/>
                  </a:ext>
                </a:extLst>
              </a:tr>
            </a:tbl>
          </a:graphicData>
        </a:graphic>
      </p:graphicFrame>
      <p:graphicFrame>
        <p:nvGraphicFramePr>
          <p:cNvPr id="9" name="表格 8">
            <a:extLst>
              <a:ext uri="{FF2B5EF4-FFF2-40B4-BE49-F238E27FC236}">
                <a16:creationId xmlns:a16="http://schemas.microsoft.com/office/drawing/2014/main" id="{7BA8C535-DD56-48E7-81FF-A1F5121B1D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9821040"/>
              </p:ext>
            </p:extLst>
          </p:nvPr>
        </p:nvGraphicFramePr>
        <p:xfrm>
          <a:off x="-23305" y="4607066"/>
          <a:ext cx="3411600" cy="1795796"/>
        </p:xfrm>
        <a:graphic>
          <a:graphicData uri="http://schemas.openxmlformats.org/drawingml/2006/table">
            <a:tbl>
              <a:tblPr firstRow="1" bandRow="1"/>
              <a:tblGrid>
                <a:gridCol w="1705800">
                  <a:extLst>
                    <a:ext uri="{9D8B030D-6E8A-4147-A177-3AD203B41FA5}">
                      <a16:colId xmlns:a16="http://schemas.microsoft.com/office/drawing/2014/main" val="2478416421"/>
                    </a:ext>
                  </a:extLst>
                </a:gridCol>
                <a:gridCol w="1705800">
                  <a:extLst>
                    <a:ext uri="{9D8B030D-6E8A-4147-A177-3AD203B41FA5}">
                      <a16:colId xmlns:a16="http://schemas.microsoft.com/office/drawing/2014/main" val="3140003776"/>
                    </a:ext>
                  </a:extLst>
                </a:gridCol>
              </a:tblGrid>
              <a:tr h="37084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主存块号</a:t>
                      </a:r>
                    </a:p>
                  </a:txBody>
                  <a:tcPr marL="100016" marR="100016" marT="50008" marB="50008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Cache</a:t>
                      </a:r>
                      <a:r>
                        <a:rPr kumimoji="0" lang="zh-CN" altLang="en-US" sz="2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地址</a:t>
                      </a:r>
                    </a:p>
                  </a:txBody>
                  <a:tcPr marL="100016" marR="100016" marT="50008" marB="50008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0675989"/>
                  </a:ext>
                </a:extLst>
              </a:tr>
              <a:tr h="37084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001</a:t>
                      </a:r>
                    </a:p>
                  </a:txBody>
                  <a:tcPr marL="100016" marR="100016" marT="50008" marB="50008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00001000</a:t>
                      </a:r>
                    </a:p>
                  </a:txBody>
                  <a:tcPr marL="100016" marR="100016" marT="50008" marB="50008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880004"/>
                  </a:ext>
                </a:extLst>
              </a:tr>
              <a:tr h="37084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021</a:t>
                      </a:r>
                    </a:p>
                  </a:txBody>
                  <a:tcPr marL="100016" marR="100016" marT="50008" marB="50008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00001010</a:t>
                      </a:r>
                    </a:p>
                  </a:txBody>
                  <a:tcPr marL="100016" marR="100016" marT="50008" marB="50008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0090242"/>
                  </a:ext>
                </a:extLst>
              </a:tr>
              <a:tr h="37084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023</a:t>
                      </a:r>
                    </a:p>
                  </a:txBody>
                  <a:tcPr marL="100016" marR="100016" marT="50008" marB="50008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微软雅黑"/>
                          <a:ea typeface="微软雅黑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00001001</a:t>
                      </a:r>
                    </a:p>
                  </a:txBody>
                  <a:tcPr marL="100016" marR="100016" marT="50008" marB="50008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B9BD5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15203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3460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 autoUpdateAnimBg="0"/>
      <p:bldP spid="6" grpId="0" autoUpdateAnimBg="0"/>
      <p:bldP spid="7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E4D0737-A925-49C0-86EC-4FE285DD1F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4665" y="32048"/>
            <a:ext cx="4500465" cy="729952"/>
          </a:xfrm>
        </p:spPr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3.6.4 </a:t>
            </a:r>
            <a:r>
              <a:rPr lang="zh-CN" altLang="en-US" dirty="0">
                <a:solidFill>
                  <a:srgbClr val="FF0000"/>
                </a:solidFill>
              </a:rPr>
              <a:t>相联存储器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62AE84F1-3F69-4C08-9406-CE51855CFA76}"/>
              </a:ext>
            </a:extLst>
          </p:cNvPr>
          <p:cNvSpPr txBox="1">
            <a:spLocks noRot="1" noChangeArrowheads="1"/>
          </p:cNvSpPr>
          <p:nvPr/>
        </p:nvSpPr>
        <p:spPr bwMode="auto">
          <a:xfrm>
            <a:off x="1017141" y="5765466"/>
            <a:ext cx="8540750" cy="544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zh-CN" altLang="en-US" sz="3600" b="1" kern="0" dirty="0">
                <a:solidFill>
                  <a:srgbClr val="FF0000"/>
                </a:solidFill>
                <a:ea typeface="楷体_GB2312" pitchFamily="49" charset="-122"/>
              </a:rPr>
              <a:t>特点</a:t>
            </a:r>
            <a:r>
              <a:rPr lang="zh-CN" altLang="en-US" sz="3600" b="1" kern="0" dirty="0">
                <a:solidFill>
                  <a:srgbClr val="993366"/>
                </a:solidFill>
                <a:ea typeface="楷体_GB2312" pitchFamily="49" charset="-122"/>
              </a:rPr>
              <a:t>：</a:t>
            </a:r>
            <a:r>
              <a:rPr lang="zh-CN" altLang="en-US" sz="3600" b="1" kern="0" dirty="0">
                <a:ea typeface="楷体_GB2312" pitchFamily="49" charset="-122"/>
              </a:rPr>
              <a:t>是按内容访问存储器。</a:t>
            </a:r>
          </a:p>
        </p:txBody>
      </p:sp>
      <p:grpSp>
        <p:nvGrpSpPr>
          <p:cNvPr id="7" name="Group 4">
            <a:extLst>
              <a:ext uri="{FF2B5EF4-FFF2-40B4-BE49-F238E27FC236}">
                <a16:creationId xmlns:a16="http://schemas.microsoft.com/office/drawing/2014/main" id="{BF7C3895-324D-426A-8A19-7D89A99AD27B}"/>
              </a:ext>
            </a:extLst>
          </p:cNvPr>
          <p:cNvGrpSpPr>
            <a:grpSpLocks/>
          </p:cNvGrpSpPr>
          <p:nvPr/>
        </p:nvGrpSpPr>
        <p:grpSpPr bwMode="auto">
          <a:xfrm>
            <a:off x="4716016" y="975978"/>
            <a:ext cx="3886200" cy="4495800"/>
            <a:chOff x="2976" y="1104"/>
            <a:chExt cx="2448" cy="2832"/>
          </a:xfrm>
        </p:grpSpPr>
        <p:sp>
          <p:nvSpPr>
            <p:cNvPr id="8" name="AutoShape 5">
              <a:extLst>
                <a:ext uri="{FF2B5EF4-FFF2-40B4-BE49-F238E27FC236}">
                  <a16:creationId xmlns:a16="http://schemas.microsoft.com/office/drawing/2014/main" id="{24E55143-BF78-43B4-AD60-23EC91238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104"/>
              <a:ext cx="1080" cy="240"/>
            </a:xfrm>
            <a:prstGeom prst="flowChartProcess">
              <a:avLst/>
            </a:prstGeom>
            <a:solidFill>
              <a:srgbClr val="FF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zh-CN" altLang="en-US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检索寄存器</a:t>
              </a:r>
            </a:p>
          </p:txBody>
        </p:sp>
        <p:sp>
          <p:nvSpPr>
            <p:cNvPr id="9" name="Line 6">
              <a:extLst>
                <a:ext uri="{FF2B5EF4-FFF2-40B4-BE49-F238E27FC236}">
                  <a16:creationId xmlns:a16="http://schemas.microsoft.com/office/drawing/2014/main" id="{B44E704C-2073-4F09-A7F0-0F0C9A5A89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5" y="1344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" name="Line 7">
              <a:extLst>
                <a:ext uri="{FF2B5EF4-FFF2-40B4-BE49-F238E27FC236}">
                  <a16:creationId xmlns:a16="http://schemas.microsoft.com/office/drawing/2014/main" id="{A6B57628-4B03-43AE-A08C-EC15FDD8CA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7" y="1344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" name="Line 8">
              <a:extLst>
                <a:ext uri="{FF2B5EF4-FFF2-40B4-BE49-F238E27FC236}">
                  <a16:creationId xmlns:a16="http://schemas.microsoft.com/office/drawing/2014/main" id="{7BEBE533-7BC7-4CBC-B69B-C1F064CF5D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0" y="1344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" name="Line 9">
              <a:extLst>
                <a:ext uri="{FF2B5EF4-FFF2-40B4-BE49-F238E27FC236}">
                  <a16:creationId xmlns:a16="http://schemas.microsoft.com/office/drawing/2014/main" id="{B55A882E-C880-414B-8C4B-F3D768007C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9" y="1344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AutoShape 10">
              <a:extLst>
                <a:ext uri="{FF2B5EF4-FFF2-40B4-BE49-F238E27FC236}">
                  <a16:creationId xmlns:a16="http://schemas.microsoft.com/office/drawing/2014/main" id="{63DD4C9C-CABA-40EF-A553-F18FBB034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584"/>
              <a:ext cx="1080" cy="240"/>
            </a:xfrm>
            <a:prstGeom prst="flowChartProcess">
              <a:avLst/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zh-CN" altLang="en-US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屏蔽寄存器</a:t>
              </a:r>
            </a:p>
          </p:txBody>
        </p:sp>
        <p:sp>
          <p:nvSpPr>
            <p:cNvPr id="14" name="Line 11">
              <a:extLst>
                <a:ext uri="{FF2B5EF4-FFF2-40B4-BE49-F238E27FC236}">
                  <a16:creationId xmlns:a16="http://schemas.microsoft.com/office/drawing/2014/main" id="{4BEB2FEC-743B-476A-81BD-46C0005672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5" y="1824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" name="Line 12">
              <a:extLst>
                <a:ext uri="{FF2B5EF4-FFF2-40B4-BE49-F238E27FC236}">
                  <a16:creationId xmlns:a16="http://schemas.microsoft.com/office/drawing/2014/main" id="{11C13F03-4E43-4A4E-B019-23E44A80FE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7" y="1824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" name="Line 13">
              <a:extLst>
                <a:ext uri="{FF2B5EF4-FFF2-40B4-BE49-F238E27FC236}">
                  <a16:creationId xmlns:a16="http://schemas.microsoft.com/office/drawing/2014/main" id="{BF0D26D2-5F94-42C6-BB15-94B589A5D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0" y="1824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Line 14">
              <a:extLst>
                <a:ext uri="{FF2B5EF4-FFF2-40B4-BE49-F238E27FC236}">
                  <a16:creationId xmlns:a16="http://schemas.microsoft.com/office/drawing/2014/main" id="{945F2F70-E8FE-4F96-9BBF-2283743260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9" y="1824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AutoShape 15">
              <a:extLst>
                <a:ext uri="{FF2B5EF4-FFF2-40B4-BE49-F238E27FC236}">
                  <a16:creationId xmlns:a16="http://schemas.microsoft.com/office/drawing/2014/main" id="{52D0D14E-9D05-45C3-9329-8EC1C28D7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064"/>
              <a:ext cx="1080" cy="240"/>
            </a:xfrm>
            <a:prstGeom prst="flowChartProcess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zh-CN" altLang="en-US" dirty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比较线路</a:t>
              </a:r>
            </a:p>
          </p:txBody>
        </p:sp>
        <p:sp>
          <p:nvSpPr>
            <p:cNvPr id="19" name="AutoShape 16">
              <a:extLst>
                <a:ext uri="{FF2B5EF4-FFF2-40B4-BE49-F238E27FC236}">
                  <a16:creationId xmlns:a16="http://schemas.microsoft.com/office/drawing/2014/main" id="{C45A95B3-B19F-4EB2-BD63-0B679C888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544"/>
              <a:ext cx="1080" cy="672"/>
            </a:xfrm>
            <a:prstGeom prst="flowChartProcess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zh-CN" altLang="en-US" sz="240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存储器</a:t>
              </a:r>
            </a:p>
          </p:txBody>
        </p:sp>
        <p:sp>
          <p:nvSpPr>
            <p:cNvPr id="20" name="AutoShape 17">
              <a:extLst>
                <a:ext uri="{FF2B5EF4-FFF2-40B4-BE49-F238E27FC236}">
                  <a16:creationId xmlns:a16="http://schemas.microsoft.com/office/drawing/2014/main" id="{441012E6-720E-444E-9344-CE9D6C3DC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2400"/>
              <a:ext cx="360" cy="1008"/>
            </a:xfrm>
            <a:prstGeom prst="flowChartProcess">
              <a:avLst/>
            </a:prstGeom>
            <a:solidFill>
              <a:srgbClr val="CC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zh-CN" altLang="en-US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译</a:t>
              </a:r>
            </a:p>
            <a:p>
              <a:pPr algn="ctr"/>
              <a:r>
                <a:rPr kumimoji="1" lang="zh-CN" altLang="en-US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码</a:t>
              </a:r>
            </a:p>
            <a:p>
              <a:pPr algn="ctr"/>
              <a:r>
                <a:rPr kumimoji="1" lang="zh-CN" altLang="en-US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选</a:t>
              </a:r>
            </a:p>
            <a:p>
              <a:pPr algn="ctr"/>
              <a:r>
                <a:rPr kumimoji="1" lang="zh-CN" altLang="en-US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择</a:t>
              </a:r>
            </a:p>
            <a:p>
              <a:pPr algn="ctr"/>
              <a:r>
                <a:rPr kumimoji="1" lang="zh-CN" altLang="en-US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电</a:t>
              </a:r>
            </a:p>
            <a:p>
              <a:pPr algn="ctr"/>
              <a:r>
                <a:rPr kumimoji="1" lang="zh-CN" altLang="en-US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路</a:t>
              </a:r>
            </a:p>
          </p:txBody>
        </p:sp>
        <p:grpSp>
          <p:nvGrpSpPr>
            <p:cNvPr id="21" name="Group 18">
              <a:extLst>
                <a:ext uri="{FF2B5EF4-FFF2-40B4-BE49-F238E27FC236}">
                  <a16:creationId xmlns:a16="http://schemas.microsoft.com/office/drawing/2014/main" id="{C3A71FB1-0D19-4CAC-904D-C972D6B5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45" y="2304"/>
              <a:ext cx="874" cy="240"/>
              <a:chOff x="4080" y="2496"/>
              <a:chExt cx="816" cy="240"/>
            </a:xfrm>
          </p:grpSpPr>
          <p:sp>
            <p:nvSpPr>
              <p:cNvPr id="41" name="Line 19">
                <a:extLst>
                  <a:ext uri="{FF2B5EF4-FFF2-40B4-BE49-F238E27FC236}">
                    <a16:creationId xmlns:a16="http://schemas.microsoft.com/office/drawing/2014/main" id="{E1BAE8AB-8A3B-46D0-BC7D-1F4C115CC0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0" y="2496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2" name="Line 20">
                <a:extLst>
                  <a:ext uri="{FF2B5EF4-FFF2-40B4-BE49-F238E27FC236}">
                    <a16:creationId xmlns:a16="http://schemas.microsoft.com/office/drawing/2014/main" id="{23655477-026A-4A52-876A-9F4209CE48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6" y="2496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3" name="Line 21">
                <a:extLst>
                  <a:ext uri="{FF2B5EF4-FFF2-40B4-BE49-F238E27FC236}">
                    <a16:creationId xmlns:a16="http://schemas.microsoft.com/office/drawing/2014/main" id="{DCD66FA3-585E-42C2-A834-C094EA37F0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2" y="2496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4" name="Line 22">
                <a:extLst>
                  <a:ext uri="{FF2B5EF4-FFF2-40B4-BE49-F238E27FC236}">
                    <a16:creationId xmlns:a16="http://schemas.microsoft.com/office/drawing/2014/main" id="{CAC05589-4DDC-4BF1-9818-1B7A4AD882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6" y="2496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2" name="AutoShape 23">
              <a:extLst>
                <a:ext uri="{FF2B5EF4-FFF2-40B4-BE49-F238E27FC236}">
                  <a16:creationId xmlns:a16="http://schemas.microsoft.com/office/drawing/2014/main" id="{CE253A99-03C7-4F3F-AB4C-BE549497E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3456"/>
              <a:ext cx="1080" cy="240"/>
            </a:xfrm>
            <a:prstGeom prst="flowChartProcess">
              <a:avLst/>
            </a:prstGeom>
            <a:solidFill>
              <a:srgbClr val="00CC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zh-CN" altLang="en-US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代码寄存器</a:t>
              </a:r>
            </a:p>
          </p:txBody>
        </p:sp>
        <p:grpSp>
          <p:nvGrpSpPr>
            <p:cNvPr id="23" name="Group 24">
              <a:extLst>
                <a:ext uri="{FF2B5EF4-FFF2-40B4-BE49-F238E27FC236}">
                  <a16:creationId xmlns:a16="http://schemas.microsoft.com/office/drawing/2014/main" id="{406CA6AC-DF00-4797-A107-FBFD72BB7E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96" y="3216"/>
              <a:ext cx="874" cy="240"/>
              <a:chOff x="4080" y="2496"/>
              <a:chExt cx="816" cy="240"/>
            </a:xfrm>
          </p:grpSpPr>
          <p:sp>
            <p:nvSpPr>
              <p:cNvPr id="37" name="Line 25">
                <a:extLst>
                  <a:ext uri="{FF2B5EF4-FFF2-40B4-BE49-F238E27FC236}">
                    <a16:creationId xmlns:a16="http://schemas.microsoft.com/office/drawing/2014/main" id="{4B7A1F72-B967-4BA6-845C-9A820013F7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0" y="2496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" name="Line 26">
                <a:extLst>
                  <a:ext uri="{FF2B5EF4-FFF2-40B4-BE49-F238E27FC236}">
                    <a16:creationId xmlns:a16="http://schemas.microsoft.com/office/drawing/2014/main" id="{E1A8B190-CA24-4984-9FBA-B0184DE3F3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6" y="2496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9" name="Line 27">
                <a:extLst>
                  <a:ext uri="{FF2B5EF4-FFF2-40B4-BE49-F238E27FC236}">
                    <a16:creationId xmlns:a16="http://schemas.microsoft.com/office/drawing/2014/main" id="{A35EA463-52E1-4843-B255-56925E8181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2" y="2496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0" name="Line 28">
                <a:extLst>
                  <a:ext uri="{FF2B5EF4-FFF2-40B4-BE49-F238E27FC236}">
                    <a16:creationId xmlns:a16="http://schemas.microsoft.com/office/drawing/2014/main" id="{2F74E100-BB05-4A4A-9290-2157B6EDDD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6" y="2496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4" name="AutoShape 29">
              <a:extLst>
                <a:ext uri="{FF2B5EF4-FFF2-40B4-BE49-F238E27FC236}">
                  <a16:creationId xmlns:a16="http://schemas.microsoft.com/office/drawing/2014/main" id="{D6588BBD-D0B6-4242-B4C6-29A38672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" y="2400"/>
              <a:ext cx="257" cy="1008"/>
            </a:xfrm>
            <a:prstGeom prst="flowChartProcess">
              <a:avLst/>
            </a:prstGeom>
            <a:solidFill>
              <a:srgbClr val="6699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zh-CN" altLang="en-US" sz="240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1</a:t>
              </a:r>
            </a:p>
            <a:p>
              <a:pPr algn="ctr"/>
              <a:r>
                <a:rPr kumimoji="1" lang="zh-CN" altLang="en-US" sz="240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2</a:t>
              </a:r>
            </a:p>
            <a:p>
              <a:pPr algn="ctr"/>
              <a:r>
                <a:rPr kumimoji="1" lang="zh-CN" altLang="en-US" sz="120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.</a:t>
              </a:r>
            </a:p>
            <a:p>
              <a:pPr algn="ctr"/>
              <a:r>
                <a:rPr kumimoji="1" lang="zh-CN" altLang="en-US" sz="120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.</a:t>
              </a:r>
            </a:p>
            <a:p>
              <a:pPr algn="ctr"/>
              <a:r>
                <a:rPr kumimoji="1" lang="zh-CN" altLang="en-US" sz="120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.</a:t>
              </a:r>
            </a:p>
            <a:p>
              <a:pPr algn="ctr"/>
              <a:r>
                <a:rPr kumimoji="1" lang="en-US" altLang="zh-CN" sz="200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m</a:t>
              </a:r>
            </a:p>
          </p:txBody>
        </p:sp>
        <p:sp>
          <p:nvSpPr>
            <p:cNvPr id="25" name="Line 30">
              <a:extLst>
                <a:ext uri="{FF2B5EF4-FFF2-40B4-BE49-F238E27FC236}">
                  <a16:creationId xmlns:a16="http://schemas.microsoft.com/office/drawing/2014/main" id="{50ED0FF8-4C9B-4E93-935E-B95D4A4A69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6" y="2640"/>
              <a:ext cx="25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6" name="Line 31">
              <a:extLst>
                <a:ext uri="{FF2B5EF4-FFF2-40B4-BE49-F238E27FC236}">
                  <a16:creationId xmlns:a16="http://schemas.microsoft.com/office/drawing/2014/main" id="{DC96BDFB-563C-46B6-877A-0BE05543FC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6" y="2784"/>
              <a:ext cx="25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7" name="Line 32">
              <a:extLst>
                <a:ext uri="{FF2B5EF4-FFF2-40B4-BE49-F238E27FC236}">
                  <a16:creationId xmlns:a16="http://schemas.microsoft.com/office/drawing/2014/main" id="{9580D5CE-D940-4D72-97BD-E39EF8FFA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6" y="3120"/>
              <a:ext cx="25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" name="Line 33">
              <a:extLst>
                <a:ext uri="{FF2B5EF4-FFF2-40B4-BE49-F238E27FC236}">
                  <a16:creationId xmlns:a16="http://schemas.microsoft.com/office/drawing/2014/main" id="{3F920E24-F2D6-42B8-8421-461543997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2" y="2160"/>
              <a:ext cx="3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" name="Line 34">
              <a:extLst>
                <a:ext uri="{FF2B5EF4-FFF2-40B4-BE49-F238E27FC236}">
                  <a16:creationId xmlns:a16="http://schemas.microsoft.com/office/drawing/2014/main" id="{6B3F4781-41AC-468C-9305-1F5A61AD30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2" y="2160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0" name="Line 35">
              <a:extLst>
                <a:ext uri="{FF2B5EF4-FFF2-40B4-BE49-F238E27FC236}">
                  <a16:creationId xmlns:a16="http://schemas.microsoft.com/office/drawing/2014/main" id="{888780DF-A632-482A-91F9-CB8D111F95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2" y="3408"/>
              <a:ext cx="0" cy="5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1" name="Line 36">
              <a:extLst>
                <a:ext uri="{FF2B5EF4-FFF2-40B4-BE49-F238E27FC236}">
                  <a16:creationId xmlns:a16="http://schemas.microsoft.com/office/drawing/2014/main" id="{2C0804BB-525A-4CEB-BA70-BAFB3D43F8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33" y="3936"/>
              <a:ext cx="174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2" name="Line 37">
              <a:extLst>
                <a:ext uri="{FF2B5EF4-FFF2-40B4-BE49-F238E27FC236}">
                  <a16:creationId xmlns:a16="http://schemas.microsoft.com/office/drawing/2014/main" id="{3FDB337C-1C6C-493A-80EB-A8D844F8AE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3" y="3408"/>
              <a:ext cx="0" cy="5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" name="Line 38">
              <a:extLst>
                <a:ext uri="{FF2B5EF4-FFF2-40B4-BE49-F238E27FC236}">
                  <a16:creationId xmlns:a16="http://schemas.microsoft.com/office/drawing/2014/main" id="{096551FF-58A7-4708-92FA-D8A9EDFBFD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9" y="2592"/>
              <a:ext cx="25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4" name="Line 39">
              <a:extLst>
                <a:ext uri="{FF2B5EF4-FFF2-40B4-BE49-F238E27FC236}">
                  <a16:creationId xmlns:a16="http://schemas.microsoft.com/office/drawing/2014/main" id="{D705BD91-8233-4056-A1F6-7A740C5BFC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6" y="2832"/>
              <a:ext cx="25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" name="Line 40">
              <a:extLst>
                <a:ext uri="{FF2B5EF4-FFF2-40B4-BE49-F238E27FC236}">
                  <a16:creationId xmlns:a16="http://schemas.microsoft.com/office/drawing/2014/main" id="{E4D5A853-51E4-4F84-9DA4-723A6BBA6E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9" y="3216"/>
              <a:ext cx="25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6" name="Rectangle 41">
              <a:extLst>
                <a:ext uri="{FF2B5EF4-FFF2-40B4-BE49-F238E27FC236}">
                  <a16:creationId xmlns:a16="http://schemas.microsoft.com/office/drawing/2014/main" id="{E8E33857-A0C6-40A0-A0C8-EBF0553B5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" y="2448"/>
              <a:ext cx="240" cy="9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kumimoji="1" lang="zh-CN" altLang="en-US">
                  <a:solidFill>
                    <a:srgbClr val="FF3300"/>
                  </a:solidFill>
                  <a:latin typeface="楷体_GB2312" pitchFamily="49" charset="-122"/>
                  <a:ea typeface="楷体_GB2312" pitchFamily="49" charset="-122"/>
                </a:rPr>
                <a:t>符合寄存器</a:t>
              </a:r>
            </a:p>
          </p:txBody>
        </p:sp>
      </p:grpSp>
      <p:sp>
        <p:nvSpPr>
          <p:cNvPr id="45" name="Rectangle 42">
            <a:extLst>
              <a:ext uri="{FF2B5EF4-FFF2-40B4-BE49-F238E27FC236}">
                <a16:creationId xmlns:a16="http://schemas.microsoft.com/office/drawing/2014/main" id="{11267D10-9572-4115-AEDC-2F621AE2B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00" y="1066800"/>
            <a:ext cx="3124200" cy="396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00100" indent="-3429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257300" indent="-3429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714500" indent="-3429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171700" indent="-3429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628900" indent="-3429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3086100" indent="-3429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543300" indent="-3429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4000500" indent="-3429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zh-CN" altLang="en-US" sz="2800" dirty="0">
                <a:latin typeface="楷体_GB2312" pitchFamily="49" charset="-122"/>
                <a:ea typeface="楷体_GB2312" pitchFamily="49" charset="-122"/>
              </a:rPr>
              <a:t>组成 </a:t>
            </a:r>
          </a:p>
          <a:p>
            <a:pPr lvl="1">
              <a:spcBef>
                <a:spcPct val="20000"/>
              </a:spcBef>
              <a:buFontTx/>
              <a:buChar char="–"/>
            </a:pPr>
            <a:r>
              <a:rPr lang="zh-CN" altLang="en-US" sz="2800" dirty="0">
                <a:latin typeface="楷体_GB2312" pitchFamily="49" charset="-122"/>
                <a:ea typeface="楷体_GB2312" pitchFamily="49" charset="-122"/>
              </a:rPr>
              <a:t>存储体</a:t>
            </a:r>
          </a:p>
          <a:p>
            <a:pPr lvl="1">
              <a:spcBef>
                <a:spcPct val="20000"/>
              </a:spcBef>
              <a:buFontTx/>
              <a:buChar char="–"/>
            </a:pPr>
            <a:r>
              <a:rPr lang="zh-CN" altLang="en-US" sz="2800" dirty="0">
                <a:latin typeface="楷体_GB2312" pitchFamily="49" charset="-122"/>
                <a:ea typeface="楷体_GB2312" pitchFamily="49" charset="-122"/>
              </a:rPr>
              <a:t>检索寄存器</a:t>
            </a:r>
          </a:p>
          <a:p>
            <a:pPr lvl="1">
              <a:spcBef>
                <a:spcPct val="20000"/>
              </a:spcBef>
              <a:buFontTx/>
              <a:buChar char="–"/>
            </a:pPr>
            <a:r>
              <a:rPr lang="zh-CN" altLang="en-US" sz="2800" dirty="0">
                <a:latin typeface="楷体_GB2312" pitchFamily="49" charset="-122"/>
                <a:ea typeface="楷体_GB2312" pitchFamily="49" charset="-122"/>
              </a:rPr>
              <a:t>屏蔽寄存器</a:t>
            </a:r>
          </a:p>
          <a:p>
            <a:pPr lvl="1">
              <a:spcBef>
                <a:spcPct val="20000"/>
              </a:spcBef>
              <a:buFontTx/>
              <a:buChar char="–"/>
            </a:pPr>
            <a:r>
              <a:rPr lang="zh-CN" altLang="en-US" sz="2800" dirty="0">
                <a:latin typeface="楷体_GB2312" pitchFamily="49" charset="-122"/>
                <a:ea typeface="楷体_GB2312" pitchFamily="49" charset="-122"/>
              </a:rPr>
              <a:t>符合寄存器</a:t>
            </a:r>
          </a:p>
          <a:p>
            <a:pPr lvl="1">
              <a:spcBef>
                <a:spcPct val="20000"/>
              </a:spcBef>
              <a:buFontTx/>
              <a:buChar char="–"/>
            </a:pPr>
            <a:r>
              <a:rPr lang="zh-CN" altLang="en-US" sz="2800" dirty="0">
                <a:latin typeface="楷体_GB2312" pitchFamily="49" charset="-122"/>
                <a:ea typeface="楷体_GB2312" pitchFamily="49" charset="-122"/>
              </a:rPr>
              <a:t>比较线路</a:t>
            </a:r>
          </a:p>
          <a:p>
            <a:pPr lvl="1">
              <a:spcBef>
                <a:spcPct val="20000"/>
              </a:spcBef>
              <a:buFontTx/>
              <a:buChar char="–"/>
            </a:pPr>
            <a:r>
              <a:rPr lang="zh-CN" altLang="en-US" sz="2800" dirty="0">
                <a:latin typeface="楷体_GB2312" pitchFamily="49" charset="-122"/>
                <a:ea typeface="楷体_GB2312" pitchFamily="49" charset="-122"/>
              </a:rPr>
              <a:t>代码寄存器</a:t>
            </a:r>
          </a:p>
        </p:txBody>
      </p:sp>
    </p:spTree>
    <p:extLst>
      <p:ext uri="{BB962C8B-B14F-4D97-AF65-F5344CB8AC3E}">
        <p14:creationId xmlns:p14="http://schemas.microsoft.com/office/powerpoint/2010/main" val="41023038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Abs val="75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74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75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74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75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74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75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74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75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74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75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74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75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74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 autoUpdateAnimBg="0"/>
      <p:bldP spid="45" grpId="0" build="p" autoUpdateAnimBg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F49B2ACD-BCC3-42F3-8A46-1FF68D1E3F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zh-CN" altLang="en-US" b="1" dirty="0">
                <a:solidFill>
                  <a:srgbClr val="FF0000"/>
                </a:solidFill>
              </a:rPr>
              <a:t>第</a:t>
            </a:r>
            <a:r>
              <a:rPr lang="en-US" altLang="zh-CN" b="1" dirty="0">
                <a:solidFill>
                  <a:srgbClr val="FF0000"/>
                </a:solidFill>
                <a:latin typeface="Times New Roman" panose="02020603050405020304" pitchFamily="18" charset="0"/>
              </a:rPr>
              <a:t>3</a:t>
            </a:r>
            <a:r>
              <a:rPr lang="zh-CN" altLang="en-US" b="1" dirty="0">
                <a:solidFill>
                  <a:srgbClr val="FF0000"/>
                </a:solidFill>
              </a:rPr>
              <a:t>章  存 储 系统</a:t>
            </a:r>
          </a:p>
        </p:txBody>
      </p:sp>
      <p:sp>
        <p:nvSpPr>
          <p:cNvPr id="2" name="内容占位符 1">
            <a:extLst>
              <a:ext uri="{FF2B5EF4-FFF2-40B4-BE49-F238E27FC236}">
                <a16:creationId xmlns:a16="http://schemas.microsoft.com/office/drawing/2014/main" id="{5C153F71-F0B3-4B12-888B-BBC670D2D9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1560" y="1600202"/>
            <a:ext cx="8075240" cy="4525963"/>
          </a:xfrm>
        </p:spPr>
        <p:txBody>
          <a:bodyPr/>
          <a:lstStyle/>
          <a:p>
            <a:pPr marL="0" indent="0">
              <a:buNone/>
            </a:pPr>
            <a:r>
              <a:rPr lang="en-US" altLang="zh-CN" dirty="0"/>
              <a:t>	3.1	</a:t>
            </a:r>
            <a:r>
              <a:rPr lang="zh-CN" altLang="en-US" dirty="0"/>
              <a:t>概述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3.2	</a:t>
            </a:r>
            <a:r>
              <a:rPr lang="zh-CN" altLang="en-US" dirty="0"/>
              <a:t>主存储器的内部结构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3.3 	</a:t>
            </a:r>
            <a:r>
              <a:rPr lang="zh-CN" altLang="en-US" dirty="0"/>
              <a:t>随机访问存储器</a:t>
            </a:r>
            <a:r>
              <a:rPr lang="en-US" altLang="zh-CN" dirty="0"/>
              <a:t>RAM</a:t>
            </a:r>
          </a:p>
          <a:p>
            <a:pPr marL="0" indent="0">
              <a:buNone/>
            </a:pPr>
            <a:r>
              <a:rPr lang="en-US" altLang="zh-CN" dirty="0"/>
              <a:t>	3.4	</a:t>
            </a:r>
            <a:r>
              <a:rPr lang="zh-CN" altLang="en-US" dirty="0"/>
              <a:t>只读存储器</a:t>
            </a:r>
            <a:r>
              <a:rPr lang="en-US" altLang="zh-CN" dirty="0"/>
              <a:t>ROM</a:t>
            </a:r>
          </a:p>
          <a:p>
            <a:pPr marL="0" indent="0">
              <a:buNone/>
            </a:pPr>
            <a:r>
              <a:rPr lang="en-US" altLang="zh-CN" dirty="0"/>
              <a:t>	3.5	</a:t>
            </a:r>
            <a:r>
              <a:rPr lang="zh-CN" altLang="en-US" dirty="0"/>
              <a:t>半导体存储器扩展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3.6	</a:t>
            </a:r>
            <a:r>
              <a:rPr lang="zh-CN" altLang="en-US" dirty="0"/>
              <a:t>高速存储器</a:t>
            </a:r>
            <a:endParaRPr lang="en-US" altLang="zh-CN" dirty="0"/>
          </a:p>
          <a:p>
            <a:pPr marL="0" indent="0">
              <a:buNone/>
            </a:pPr>
            <a:r>
              <a:rPr lang="en-US" altLang="zh-CN" dirty="0"/>
              <a:t>	3.7	</a:t>
            </a:r>
            <a:r>
              <a:rPr lang="zh-CN" altLang="en-US" dirty="0"/>
              <a:t>高速缓冲存储器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D5D67CA4-03D2-4867-8379-5DE67C6D1C43}"/>
              </a:ext>
            </a:extLst>
          </p:cNvPr>
          <p:cNvSpPr/>
          <p:nvPr/>
        </p:nvSpPr>
        <p:spPr>
          <a:xfrm>
            <a:off x="1547664" y="5157192"/>
            <a:ext cx="3980577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/>
            <a:r>
              <a:rPr lang="en-US" altLang="zh-CN" sz="3200" kern="0" dirty="0">
                <a:solidFill>
                  <a:srgbClr val="000000"/>
                </a:solidFill>
              </a:rPr>
              <a:t>3.7	</a:t>
            </a:r>
            <a:r>
              <a:rPr lang="zh-CN" altLang="en-US" sz="3200" kern="0" dirty="0">
                <a:solidFill>
                  <a:srgbClr val="000000"/>
                </a:solidFill>
              </a:rPr>
              <a:t>高速缓冲存储器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53462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3.7	</a:t>
            </a:r>
            <a:r>
              <a:rPr lang="zh-CN" altLang="en-US" dirty="0">
                <a:solidFill>
                  <a:srgbClr val="FF0000"/>
                </a:solidFill>
              </a:rPr>
              <a:t>高速缓冲存储器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392485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3.7.1 Cache</a:t>
            </a:r>
            <a:r>
              <a:rPr lang="zh-CN" altLang="en-US" dirty="0"/>
              <a:t>工作原理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3.7.3 Cache </a:t>
            </a:r>
            <a:r>
              <a:rPr lang="zh-CN" altLang="en-US" dirty="0"/>
              <a:t>替换策略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3.7.4 Cache</a:t>
            </a:r>
            <a:r>
              <a:rPr lang="zh-CN" altLang="en-US" dirty="0"/>
              <a:t>与主存的一致性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3.7.5 MIPS</a:t>
            </a:r>
            <a:r>
              <a:rPr lang="zh-CN" altLang="en-US" dirty="0"/>
              <a:t>中的高速缓存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27584" y="1700808"/>
            <a:ext cx="4035079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3.7.1 Cache</a:t>
            </a:r>
            <a:r>
              <a:rPr lang="zh-CN" altLang="en-US" sz="3200" kern="0" dirty="0">
                <a:solidFill>
                  <a:srgbClr val="000000"/>
                </a:solidFill>
              </a:rPr>
              <a:t>工作原理</a:t>
            </a:r>
          </a:p>
        </p:txBody>
      </p:sp>
    </p:spTree>
    <p:extLst>
      <p:ext uri="{BB962C8B-B14F-4D97-AF65-F5344CB8AC3E}">
        <p14:creationId xmlns:p14="http://schemas.microsoft.com/office/powerpoint/2010/main" val="1016540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8" name="Text Box 4">
            <a:extLst>
              <a:ext uri="{FF2B5EF4-FFF2-40B4-BE49-F238E27FC236}">
                <a16:creationId xmlns:a16="http://schemas.microsoft.com/office/drawing/2014/main" id="{69381E29-2121-4CA1-BC5A-0008E14CA7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520" y="1084263"/>
            <a:ext cx="26304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问题的提出</a:t>
            </a:r>
          </a:p>
        </p:txBody>
      </p:sp>
      <p:sp>
        <p:nvSpPr>
          <p:cNvPr id="93189" name="Text Box 5">
            <a:extLst>
              <a:ext uri="{FF2B5EF4-FFF2-40B4-BE49-F238E27FC236}">
                <a16:creationId xmlns:a16="http://schemas.microsoft.com/office/drawing/2014/main" id="{9CE9A46E-16CB-4B20-8EA6-A80D7BC86E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089" y="1954213"/>
            <a:ext cx="47561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避免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CPU “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空等” 现象</a:t>
            </a:r>
          </a:p>
        </p:txBody>
      </p:sp>
      <p:sp>
        <p:nvSpPr>
          <p:cNvPr id="93190" name="Text Box 6">
            <a:extLst>
              <a:ext uri="{FF2B5EF4-FFF2-40B4-BE49-F238E27FC236}">
                <a16:creationId xmlns:a16="http://schemas.microsoft.com/office/drawing/2014/main" id="{03B334C6-353E-4BA2-9313-7ECB8A6E79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089" y="2516188"/>
            <a:ext cx="5683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CPU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和主存（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DRAM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）的速度差异</a:t>
            </a:r>
          </a:p>
        </p:txBody>
      </p:sp>
      <p:grpSp>
        <p:nvGrpSpPr>
          <p:cNvPr id="2" name="Group 7">
            <a:extLst>
              <a:ext uri="{FF2B5EF4-FFF2-40B4-BE49-F238E27FC236}">
                <a16:creationId xmlns:a16="http://schemas.microsoft.com/office/drawing/2014/main" id="{05BA5F4C-64ED-4924-B6B9-9D0447799B61}"/>
              </a:ext>
            </a:extLst>
          </p:cNvPr>
          <p:cNvGrpSpPr>
            <a:grpSpLocks/>
          </p:cNvGrpSpPr>
          <p:nvPr/>
        </p:nvGrpSpPr>
        <p:grpSpPr bwMode="auto">
          <a:xfrm>
            <a:off x="1634402" y="3201988"/>
            <a:ext cx="5278437" cy="990600"/>
            <a:chOff x="1187" y="2304"/>
            <a:chExt cx="3325" cy="624"/>
          </a:xfrm>
        </p:grpSpPr>
        <p:sp>
          <p:nvSpPr>
            <p:cNvPr id="92172" name="Text Box 8">
              <a:extLst>
                <a:ext uri="{FF2B5EF4-FFF2-40B4-BE49-F238E27FC236}">
                  <a16:creationId xmlns:a16="http://schemas.microsoft.com/office/drawing/2014/main" id="{78AA5626-FD37-4822-A445-52F2C470FD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2573"/>
              <a:ext cx="75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缓存</a:t>
              </a:r>
            </a:p>
          </p:txBody>
        </p:sp>
        <p:sp>
          <p:nvSpPr>
            <p:cNvPr id="92173" name="Rectangle 9">
              <a:extLst>
                <a:ext uri="{FF2B5EF4-FFF2-40B4-BE49-F238E27FC236}">
                  <a16:creationId xmlns:a16="http://schemas.microsoft.com/office/drawing/2014/main" id="{AF6E52E8-5071-4BCB-BA97-991EA20EC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2565"/>
              <a:ext cx="765" cy="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174" name="Text Box 10">
              <a:extLst>
                <a:ext uri="{FF2B5EF4-FFF2-40B4-BE49-F238E27FC236}">
                  <a16:creationId xmlns:a16="http://schemas.microsoft.com/office/drawing/2014/main" id="{D62D1B3A-89C1-41F1-BA90-99FC208BA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6" y="2573"/>
              <a:ext cx="77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CPU</a:t>
              </a:r>
            </a:p>
          </p:txBody>
        </p:sp>
        <p:sp>
          <p:nvSpPr>
            <p:cNvPr id="92175" name="Rectangle 11">
              <a:extLst>
                <a:ext uri="{FF2B5EF4-FFF2-40B4-BE49-F238E27FC236}">
                  <a16:creationId xmlns:a16="http://schemas.microsoft.com/office/drawing/2014/main" id="{4F1DAE9C-6C57-480F-8C0B-22F35C650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2565"/>
              <a:ext cx="764" cy="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176" name="Text Box 12">
              <a:extLst>
                <a:ext uri="{FF2B5EF4-FFF2-40B4-BE49-F238E27FC236}">
                  <a16:creationId xmlns:a16="http://schemas.microsoft.com/office/drawing/2014/main" id="{CFF7AE2E-D6F7-47D1-A2E8-C262E8356A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52" y="2573"/>
              <a:ext cx="66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主存</a:t>
              </a:r>
            </a:p>
          </p:txBody>
        </p:sp>
        <p:sp>
          <p:nvSpPr>
            <p:cNvPr id="92177" name="Rectangle 13">
              <a:extLst>
                <a:ext uri="{FF2B5EF4-FFF2-40B4-BE49-F238E27FC236}">
                  <a16:creationId xmlns:a16="http://schemas.microsoft.com/office/drawing/2014/main" id="{EDDC4083-E37A-4EA0-A5FD-BC864A7D4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2565"/>
              <a:ext cx="764" cy="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178" name="Freeform 14">
              <a:extLst>
                <a:ext uri="{FF2B5EF4-FFF2-40B4-BE49-F238E27FC236}">
                  <a16:creationId xmlns:a16="http://schemas.microsoft.com/office/drawing/2014/main" id="{F7B68D33-D53B-4D92-990E-246C1453C4A9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619" y="2304"/>
              <a:ext cx="2461" cy="248"/>
            </a:xfrm>
            <a:custGeom>
              <a:avLst/>
              <a:gdLst>
                <a:gd name="T0" fmla="*/ 0 w 2610"/>
                <a:gd name="T1" fmla="*/ 0 h 282"/>
                <a:gd name="T2" fmla="*/ 0 w 2610"/>
                <a:gd name="T3" fmla="*/ 89 h 282"/>
                <a:gd name="T4" fmla="*/ 1537 w 2610"/>
                <a:gd name="T5" fmla="*/ 89 h 282"/>
                <a:gd name="T6" fmla="*/ 1537 w 2610"/>
                <a:gd name="T7" fmla="*/ 0 h 2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10"/>
                <a:gd name="T13" fmla="*/ 0 h 282"/>
                <a:gd name="T14" fmla="*/ 2610 w 2610"/>
                <a:gd name="T15" fmla="*/ 282 h 2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10" h="282">
                  <a:moveTo>
                    <a:pt x="0" y="0"/>
                  </a:moveTo>
                  <a:lnTo>
                    <a:pt x="0" y="282"/>
                  </a:lnTo>
                  <a:lnTo>
                    <a:pt x="2610" y="282"/>
                  </a:lnTo>
                  <a:lnTo>
                    <a:pt x="261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179" name="Line 15">
              <a:extLst>
                <a:ext uri="{FF2B5EF4-FFF2-40B4-BE49-F238E27FC236}">
                  <a16:creationId xmlns:a16="http://schemas.microsoft.com/office/drawing/2014/main" id="{BFA891A3-20F9-4D03-916A-78CDF8073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2736"/>
              <a:ext cx="51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180" name="Line 16">
              <a:extLst>
                <a:ext uri="{FF2B5EF4-FFF2-40B4-BE49-F238E27FC236}">
                  <a16:creationId xmlns:a16="http://schemas.microsoft.com/office/drawing/2014/main" id="{03BF7FA1-31FD-43B0-A914-1822FEDC2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3" y="2736"/>
              <a:ext cx="51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93201" name="Text Box 17">
            <a:extLst>
              <a:ext uri="{FF2B5EF4-FFF2-40B4-BE49-F238E27FC236}">
                <a16:creationId xmlns:a16="http://schemas.microsoft.com/office/drawing/2014/main" id="{3F66C1F4-2903-474E-B2AE-964391340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2439" y="4208463"/>
            <a:ext cx="1103313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容量小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速度高</a:t>
            </a:r>
          </a:p>
        </p:txBody>
      </p:sp>
      <p:sp>
        <p:nvSpPr>
          <p:cNvPr id="93202" name="Text Box 18">
            <a:extLst>
              <a:ext uri="{FF2B5EF4-FFF2-40B4-BE49-F238E27FC236}">
                <a16:creationId xmlns:a16="http://schemas.microsoft.com/office/drawing/2014/main" id="{E79DDCD3-1D1C-45A6-BBF0-03DDFBD5BF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9527" y="4213226"/>
            <a:ext cx="1103312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容量大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速度低</a:t>
            </a:r>
          </a:p>
        </p:txBody>
      </p:sp>
      <p:sp>
        <p:nvSpPr>
          <p:cNvPr id="93203" name="Text Box 19">
            <a:extLst>
              <a:ext uri="{FF2B5EF4-FFF2-40B4-BE49-F238E27FC236}">
                <a16:creationId xmlns:a16="http://schemas.microsoft.com/office/drawing/2014/main" id="{B78A6AE5-A6A0-424B-8F1A-B0795CB8C7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089" y="5380038"/>
            <a:ext cx="3756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程序访问的局部性原理</a:t>
            </a:r>
          </a:p>
        </p:txBody>
      </p:sp>
      <p:sp>
        <p:nvSpPr>
          <p:cNvPr id="23" name="标题 3">
            <a:extLst>
              <a:ext uri="{FF2B5EF4-FFF2-40B4-BE49-F238E27FC236}">
                <a16:creationId xmlns:a16="http://schemas.microsoft.com/office/drawing/2014/main" id="{CD726AEC-9BE7-4164-B1FF-75263F6407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850106"/>
          </a:xfrm>
        </p:spPr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3.7.1 Cache</a:t>
            </a:r>
            <a:r>
              <a:rPr lang="zh-CN" altLang="en-US" dirty="0">
                <a:solidFill>
                  <a:srgbClr val="FF0000"/>
                </a:solidFill>
              </a:rPr>
              <a:t>工作原理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3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3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3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3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93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93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188" grpId="0" autoUpdateAnimBg="0"/>
      <p:bldP spid="93189" grpId="0" autoUpdateAnimBg="0"/>
      <p:bldP spid="93190" grpId="0" autoUpdateAnimBg="0"/>
      <p:bldP spid="93201" grpId="0" autoUpdateAnimBg="0"/>
      <p:bldP spid="93202" grpId="0" autoUpdateAnimBg="0"/>
      <p:bldP spid="93203" grpId="0" autoUpdateAnimBg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EADEB97-85B3-4F81-B00D-C2808674DD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2.cache</a:t>
            </a:r>
            <a:r>
              <a:rPr lang="zh-CN" altLang="en-US" dirty="0"/>
              <a:t>基本思想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8DF92FFC-A816-4A3B-8FBD-8E984F47185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342900" lvl="0" indent="-3429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n"/>
            </a:pPr>
            <a:r>
              <a:rPr lang="zh-CN" altLang="en-US" sz="26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</a:rPr>
              <a:t>在处理器附近增加一个</a:t>
            </a:r>
            <a:r>
              <a:rPr lang="zh-CN" altLang="en-US" sz="2600" b="1" kern="1200" dirty="0">
                <a:solidFill>
                  <a:srgbClr val="00B050"/>
                </a:solidFill>
                <a:latin typeface="华文新魏" pitchFamily="2" charset="-122"/>
                <a:ea typeface="微软雅黑" panose="020B0503020204020204" pitchFamily="34" charset="-122"/>
              </a:rPr>
              <a:t>隐藏</a:t>
            </a:r>
            <a:r>
              <a:rPr lang="zh-CN" altLang="en-US" sz="26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</a:rPr>
              <a:t>的</a:t>
            </a:r>
            <a:r>
              <a:rPr lang="zh-CN" altLang="en-US" sz="2600" b="1" kern="1200" dirty="0">
                <a:solidFill>
                  <a:srgbClr val="00B050"/>
                </a:solidFill>
                <a:latin typeface="华文新魏" pitchFamily="2" charset="-122"/>
                <a:ea typeface="微软雅黑" panose="020B0503020204020204" pitchFamily="34" charset="-122"/>
              </a:rPr>
              <a:t>小</a:t>
            </a:r>
            <a:r>
              <a:rPr lang="zh-CN" altLang="en-US" sz="26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</a:rPr>
              <a:t>容量</a:t>
            </a:r>
            <a:r>
              <a:rPr lang="zh-CN" altLang="en-US" sz="2600" b="1" kern="1200" dirty="0">
                <a:solidFill>
                  <a:srgbClr val="00B050"/>
                </a:solidFill>
                <a:latin typeface="华文新魏" pitchFamily="2" charset="-122"/>
                <a:ea typeface="微软雅黑" panose="020B0503020204020204" pitchFamily="34" charset="-122"/>
              </a:rPr>
              <a:t>快速</a:t>
            </a:r>
            <a:r>
              <a:rPr lang="zh-CN" altLang="en-US" sz="26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</a:rPr>
              <a:t>存储器</a:t>
            </a:r>
          </a:p>
          <a:p>
            <a:pPr marL="812800" lvl="1" indent="-355600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p"/>
            </a:pPr>
            <a:r>
              <a:rPr lang="zh-CN" altLang="en-US" sz="2400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对程序员透明</a:t>
            </a:r>
          </a:p>
          <a:p>
            <a:pPr marL="812800" lvl="1" indent="-355600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p"/>
            </a:pPr>
            <a:r>
              <a:rPr lang="zh-CN" altLang="en-US" sz="2400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将经常访问的</a:t>
            </a:r>
            <a:r>
              <a:rPr lang="zh-CN" altLang="en-US" sz="2400" b="1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热数据</a:t>
            </a:r>
            <a:r>
              <a:rPr lang="zh-CN" altLang="en-US" sz="2400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的</a:t>
            </a:r>
            <a:r>
              <a:rPr lang="zh-CN" altLang="en-US" sz="2400" b="1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副本</a:t>
            </a:r>
            <a:r>
              <a:rPr lang="zh-CN" altLang="en-US" sz="2400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存放在</a:t>
            </a:r>
            <a:r>
              <a:rPr lang="en-US" altLang="zh-CN" sz="2400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lang="zh-CN" altLang="en-US" sz="2400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中</a:t>
            </a:r>
          </a:p>
          <a:p>
            <a:pPr marL="812800" lvl="1" indent="-355600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p"/>
            </a:pPr>
            <a:r>
              <a:rPr lang="zh-CN" altLang="en-US" sz="2400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提高命中率优化读性能</a:t>
            </a:r>
          </a:p>
          <a:p>
            <a:pPr lvl="2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u"/>
            </a:pPr>
            <a:r>
              <a:rPr lang="zh-CN" altLang="en-US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预读处理  </a:t>
            </a:r>
            <a:r>
              <a:rPr lang="en-US" altLang="zh-CN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---   </a:t>
            </a:r>
            <a:r>
              <a:rPr lang="zh-CN" altLang="en-US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空间局部性</a:t>
            </a:r>
          </a:p>
          <a:p>
            <a:pPr lvl="2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u"/>
            </a:pPr>
            <a:r>
              <a:rPr lang="zh-CN" altLang="en-US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淘汰算法  </a:t>
            </a:r>
            <a:r>
              <a:rPr lang="en-US" altLang="zh-CN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---   </a:t>
            </a:r>
            <a:r>
              <a:rPr lang="zh-CN" altLang="en-US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时间局部性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160373198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37CDA16-5561-4769-A7AD-2335CD3F1F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6779096" cy="908720"/>
          </a:xfr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r>
              <a:rPr lang="zh-CN" altLang="en-US" sz="2800" b="1" kern="1200" dirty="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数据访问局部性（程序局部性）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2B84CC1-EEA6-4F05-9403-DE473AC8E2A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1422105"/>
            <a:ext cx="8964488" cy="5435895"/>
          </a:xfrm>
        </p:spPr>
        <p:txBody>
          <a:bodyPr/>
          <a:lstStyle/>
          <a:p>
            <a:pPr lvl="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n"/>
            </a:pPr>
            <a:r>
              <a:rPr lang="zh-CN" altLang="en-US" sz="2500" b="1" kern="12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程序局部性</a:t>
            </a:r>
            <a:r>
              <a:rPr lang="en-US" altLang="zh-CN" sz="2500" kern="12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---</a:t>
            </a:r>
            <a:r>
              <a:rPr lang="zh-CN" altLang="en-US" sz="2500" kern="12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程序仅需访问内存很小一部分空间</a:t>
            </a:r>
          </a:p>
          <a:p>
            <a:pPr lvl="1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zh-CN" altLang="en-US" sz="2200" b="1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空间局部性</a:t>
            </a:r>
            <a:r>
              <a:rPr lang="en-US" altLang="zh-CN" sz="2200" b="1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:</a:t>
            </a:r>
            <a:r>
              <a:rPr lang="zh-CN" altLang="en-US" sz="2200" b="1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  <a:r>
              <a:rPr lang="zh-CN" altLang="en-US" sz="2200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某内存区域刚被访问，很快其相邻区域有可能被访问</a:t>
            </a:r>
          </a:p>
          <a:p>
            <a:pPr lvl="1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zh-CN" altLang="en-US" sz="2200" b="1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时间局部性</a:t>
            </a:r>
            <a:r>
              <a:rPr lang="en-US" altLang="zh-CN" sz="2200" b="1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: </a:t>
            </a:r>
            <a:r>
              <a:rPr lang="zh-CN" altLang="en-US" sz="2200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某内存区域刚被访问，很快该区域可能会被重复访问</a:t>
            </a:r>
          </a:p>
          <a:p>
            <a:pPr lvl="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n"/>
            </a:pPr>
            <a:r>
              <a:rPr lang="zh-CN" altLang="en-US" sz="2300" b="1" kern="12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优化手段</a:t>
            </a:r>
            <a:r>
              <a:rPr lang="en-US" altLang="zh-CN" sz="2300" b="1" kern="12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?</a:t>
            </a:r>
            <a:endParaRPr lang="zh-CN" altLang="en-US" sz="2300" b="1" kern="1200" dirty="0">
              <a:solidFill>
                <a:prstClr val="black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1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zh-CN" altLang="en-US" sz="2400" b="1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预读优化</a:t>
            </a:r>
            <a:r>
              <a:rPr lang="en-US" altLang="zh-CN" sz="2400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---</a:t>
            </a:r>
            <a:r>
              <a:rPr lang="zh-CN" altLang="en-US" sz="2400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空间局部性</a:t>
            </a:r>
          </a:p>
          <a:p>
            <a:pPr lvl="1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zh-CN" altLang="en-US" sz="2400" b="1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调度算法</a:t>
            </a:r>
            <a:r>
              <a:rPr lang="en-US" altLang="zh-CN" sz="2400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---</a:t>
            </a:r>
            <a:r>
              <a:rPr lang="zh-CN" altLang="en-US" sz="2400" kern="1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时间局部性</a:t>
            </a:r>
          </a:p>
          <a:p>
            <a:pPr marL="1239837" lvl="2" indent="-342900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Arial" panose="020B0604020202020204" pitchFamily="34" charset="0"/>
              <a:buChar char="•"/>
            </a:pPr>
            <a:r>
              <a:rPr lang="zh-CN" altLang="en-US" b="1" kern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热数据</a:t>
            </a:r>
            <a:r>
              <a:rPr lang="zh-CN" altLang="en-US" kern="12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或即将访问的数据的</a:t>
            </a:r>
            <a:r>
              <a:rPr lang="zh-CN" altLang="en-US" b="1" u="sng" kern="12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副本</a:t>
            </a:r>
            <a:r>
              <a:rPr lang="zh-CN" altLang="en-US" kern="12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调度到上层快速存储器</a:t>
            </a:r>
          </a:p>
          <a:p>
            <a:pPr marL="1239837" lvl="2" indent="-342900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Arial" panose="020B0604020202020204" pitchFamily="34" charset="0"/>
              <a:buChar char="•"/>
            </a:pPr>
            <a:r>
              <a:rPr lang="zh-CN" altLang="en-US" kern="12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让大部分数据都可以在上层存储器快速得到</a:t>
            </a:r>
          </a:p>
          <a:p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41909993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22C0651C-F516-4C6D-8EB5-558427CE607B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1100138"/>
            <a:ext cx="8909050" cy="5453062"/>
            <a:chOff x="96" y="693"/>
            <a:chExt cx="5612" cy="3435"/>
          </a:xfrm>
        </p:grpSpPr>
        <p:grpSp>
          <p:nvGrpSpPr>
            <p:cNvPr id="93199" name="Group 3">
              <a:extLst>
                <a:ext uri="{FF2B5EF4-FFF2-40B4-BE49-F238E27FC236}">
                  <a16:creationId xmlns:a16="http://schemas.microsoft.com/office/drawing/2014/main" id="{042EC9CE-E8B7-4863-9873-9040F849BA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" y="693"/>
              <a:ext cx="5612" cy="3435"/>
              <a:chOff x="96" y="693"/>
              <a:chExt cx="5612" cy="3435"/>
            </a:xfrm>
          </p:grpSpPr>
          <p:grpSp>
            <p:nvGrpSpPr>
              <p:cNvPr id="93201" name="Group 4">
                <a:extLst>
                  <a:ext uri="{FF2B5EF4-FFF2-40B4-BE49-F238E27FC236}">
                    <a16:creationId xmlns:a16="http://schemas.microsoft.com/office/drawing/2014/main" id="{92139345-7F99-4A1A-9CAC-33A4C7146F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" y="693"/>
                <a:ext cx="5612" cy="3435"/>
                <a:chOff x="96" y="693"/>
                <a:chExt cx="5612" cy="3435"/>
              </a:xfrm>
            </p:grpSpPr>
            <p:sp>
              <p:nvSpPr>
                <p:cNvPr id="93203" name="AutoShape 5">
                  <a:extLst>
                    <a:ext uri="{FF2B5EF4-FFF2-40B4-BE49-F238E27FC236}">
                      <a16:creationId xmlns:a16="http://schemas.microsoft.com/office/drawing/2014/main" id="{1BFD253D-FF5E-4FE9-BAA5-94B7D09006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6" y="3792"/>
                  <a:ext cx="5040" cy="288"/>
                </a:xfrm>
                <a:prstGeom prst="leftRightArrow">
                  <a:avLst>
                    <a:gd name="adj1" fmla="val 75000"/>
                    <a:gd name="adj2" fmla="val 91551"/>
                  </a:avLst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04" name="Text Box 6">
                  <a:extLst>
                    <a:ext uri="{FF2B5EF4-FFF2-40B4-BE49-F238E27FC236}">
                      <a16:creationId xmlns:a16="http://schemas.microsoft.com/office/drawing/2014/main" id="{129EA1C6-EBCF-4AAE-8269-10FE8F53EA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280" y="3792"/>
                  <a:ext cx="980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数据总线</a:t>
                  </a:r>
                </a:p>
              </p:txBody>
            </p:sp>
            <p:sp>
              <p:nvSpPr>
                <p:cNvPr id="93205" name="Text Box 7">
                  <a:extLst>
                    <a:ext uri="{FF2B5EF4-FFF2-40B4-BE49-F238E27FC236}">
                      <a16:creationId xmlns:a16="http://schemas.microsoft.com/office/drawing/2014/main" id="{13ED30E4-7D8A-4ABC-88AC-AA7C160F80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43" y="1898"/>
                  <a:ext cx="768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Cache</a:t>
                  </a:r>
                </a:p>
              </p:txBody>
            </p:sp>
            <p:sp>
              <p:nvSpPr>
                <p:cNvPr id="93206" name="Text Box 8">
                  <a:extLst>
                    <a:ext uri="{FF2B5EF4-FFF2-40B4-BE49-F238E27FC236}">
                      <a16:creationId xmlns:a16="http://schemas.microsoft.com/office/drawing/2014/main" id="{0F1553D2-448A-41DC-9BD1-EF6341DACF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99" y="208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替换机构</a:t>
                  </a:r>
                </a:p>
              </p:txBody>
            </p:sp>
            <p:sp>
              <p:nvSpPr>
                <p:cNvPr id="93207" name="Rectangle 9">
                  <a:extLst>
                    <a:ext uri="{FF2B5EF4-FFF2-40B4-BE49-F238E27FC236}">
                      <a16:creationId xmlns:a16="http://schemas.microsoft.com/office/drawing/2014/main" id="{07C83BD7-56EE-4033-BB20-EF4A1F7E60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99" y="1898"/>
                  <a:ext cx="768" cy="480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93208" name="Group 10">
                  <a:extLst>
                    <a:ext uri="{FF2B5EF4-FFF2-40B4-BE49-F238E27FC236}">
                      <a16:creationId xmlns:a16="http://schemas.microsoft.com/office/drawing/2014/main" id="{71BA12AD-5A8D-4348-A62E-77C027AAD5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07" y="1824"/>
                  <a:ext cx="816" cy="624"/>
                  <a:chOff x="2160" y="1680"/>
                  <a:chExt cx="816" cy="624"/>
                </a:xfrm>
              </p:grpSpPr>
              <p:sp>
                <p:nvSpPr>
                  <p:cNvPr id="93258" name="AutoShape 11">
                    <a:extLst>
                      <a:ext uri="{FF2B5EF4-FFF2-40B4-BE49-F238E27FC236}">
                        <a16:creationId xmlns:a16="http://schemas.microsoft.com/office/drawing/2014/main" id="{8B2C265F-A76E-43B4-9E88-E5E90D7B6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680"/>
                    <a:ext cx="816" cy="624"/>
                  </a:xfrm>
                  <a:prstGeom prst="diamond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93259" name="Text Box 12">
                    <a:extLst>
                      <a:ext uri="{FF2B5EF4-FFF2-40B4-BE49-F238E27FC236}">
                        <a16:creationId xmlns:a16="http://schemas.microsoft.com/office/drawing/2014/main" id="{D2A3994F-32F9-413A-845F-A6000F01090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16" y="1872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可装进？</a:t>
                    </a:r>
                  </a:p>
                </p:txBody>
              </p:sp>
            </p:grpSp>
            <p:grpSp>
              <p:nvGrpSpPr>
                <p:cNvPr id="93209" name="Group 13">
                  <a:extLst>
                    <a:ext uri="{FF2B5EF4-FFF2-40B4-BE49-F238E27FC236}">
                      <a16:creationId xmlns:a16="http://schemas.microsoft.com/office/drawing/2014/main" id="{B5187D51-53BD-44E9-9CDE-AEE43711CB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263" y="1897"/>
                  <a:ext cx="684" cy="480"/>
                  <a:chOff x="3120" y="1897"/>
                  <a:chExt cx="684" cy="480"/>
                </a:xfrm>
              </p:grpSpPr>
              <p:sp>
                <p:nvSpPr>
                  <p:cNvPr id="93256" name="AutoShape 14">
                    <a:extLst>
                      <a:ext uri="{FF2B5EF4-FFF2-40B4-BE49-F238E27FC236}">
                        <a16:creationId xmlns:a16="http://schemas.microsoft.com/office/drawing/2014/main" id="{5E3D6B64-A774-4F6D-A5EA-63D6B395C4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1897"/>
                    <a:ext cx="672" cy="480"/>
                  </a:xfrm>
                  <a:prstGeom prst="diamond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93257" name="Text Box 15">
                    <a:extLst>
                      <a:ext uri="{FF2B5EF4-FFF2-40B4-BE49-F238E27FC236}">
                        <a16:creationId xmlns:a16="http://schemas.microsoft.com/office/drawing/2014/main" id="{758E7225-0FBE-4E12-BCC3-ED67CE36412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28" y="2027"/>
                    <a:ext cx="67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  </a:t>
                    </a: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命中？</a:t>
                    </a:r>
                  </a:p>
                </p:txBody>
              </p:sp>
            </p:grpSp>
            <p:sp>
              <p:nvSpPr>
                <p:cNvPr id="93210" name="Text Box 16">
                  <a:extLst>
                    <a:ext uri="{FF2B5EF4-FFF2-40B4-BE49-F238E27FC236}">
                      <a16:creationId xmlns:a16="http://schemas.microsoft.com/office/drawing/2014/main" id="{B6A70D31-90C6-4AC6-A2C3-C073CF86439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175" y="1833"/>
                  <a:ext cx="862" cy="6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主存</a:t>
                  </a: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Cache</a:t>
                  </a: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 </a:t>
                  </a: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地址映象</a:t>
                  </a: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 变换机构 </a:t>
                  </a:r>
                </a:p>
              </p:txBody>
            </p:sp>
            <p:sp>
              <p:nvSpPr>
                <p:cNvPr id="93211" name="Rectangle 17">
                  <a:extLst>
                    <a:ext uri="{FF2B5EF4-FFF2-40B4-BE49-F238E27FC236}">
                      <a16:creationId xmlns:a16="http://schemas.microsoft.com/office/drawing/2014/main" id="{97C3D3A5-A225-46E0-A0B9-E5D24FF1D5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85" y="1824"/>
                  <a:ext cx="806" cy="617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12" name="Line 18">
                  <a:extLst>
                    <a:ext uri="{FF2B5EF4-FFF2-40B4-BE49-F238E27FC236}">
                      <a16:creationId xmlns:a16="http://schemas.microsoft.com/office/drawing/2014/main" id="{4980B776-4609-413B-84CA-F4841ADFE9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7" y="2138"/>
                  <a:ext cx="24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13" name="Line 19">
                  <a:extLst>
                    <a:ext uri="{FF2B5EF4-FFF2-40B4-BE49-F238E27FC236}">
                      <a16:creationId xmlns:a16="http://schemas.microsoft.com/office/drawing/2014/main" id="{D130E317-962C-4E9B-9F85-728749DAEE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3" y="2138"/>
                  <a:ext cx="24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14" name="Line 20">
                  <a:extLst>
                    <a:ext uri="{FF2B5EF4-FFF2-40B4-BE49-F238E27FC236}">
                      <a16:creationId xmlns:a16="http://schemas.microsoft.com/office/drawing/2014/main" id="{001856EB-FE2B-4028-86D9-98A854A14B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35" y="2138"/>
                  <a:ext cx="24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93215" name="Group 21">
                  <a:extLst>
                    <a:ext uri="{FF2B5EF4-FFF2-40B4-BE49-F238E27FC236}">
                      <a16:creationId xmlns:a16="http://schemas.microsoft.com/office/drawing/2014/main" id="{89D3B1ED-3C83-4C2B-BD7C-6D70B9D2E9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6" y="1296"/>
                  <a:ext cx="346" cy="2160"/>
                  <a:chOff x="569" y="1344"/>
                  <a:chExt cx="346" cy="2160"/>
                </a:xfrm>
              </p:grpSpPr>
              <p:sp>
                <p:nvSpPr>
                  <p:cNvPr id="93254" name="Rectangle 22">
                    <a:extLst>
                      <a:ext uri="{FF2B5EF4-FFF2-40B4-BE49-F238E27FC236}">
                        <a16:creationId xmlns:a16="http://schemas.microsoft.com/office/drawing/2014/main" id="{42C678C4-C03A-43D2-9D8A-AE8640546A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4" y="1344"/>
                    <a:ext cx="288" cy="2160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93255" name="Text Box 23">
                    <a:extLst>
                      <a:ext uri="{FF2B5EF4-FFF2-40B4-BE49-F238E27FC236}">
                        <a16:creationId xmlns:a16="http://schemas.microsoft.com/office/drawing/2014/main" id="{16ACE92F-6D4B-4775-BF5A-699786C3346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69" y="1987"/>
                    <a:ext cx="346" cy="63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主    存</a:t>
                    </a:r>
                  </a:p>
                </p:txBody>
              </p:sp>
            </p:grpSp>
            <p:sp>
              <p:nvSpPr>
                <p:cNvPr id="93216" name="Text Box 24">
                  <a:extLst>
                    <a:ext uri="{FF2B5EF4-FFF2-40B4-BE49-F238E27FC236}">
                      <a16:creationId xmlns:a16="http://schemas.microsoft.com/office/drawing/2014/main" id="{08C88470-F063-4A11-963D-A4025D0E29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9" y="1536"/>
                  <a:ext cx="596" cy="6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访问主</a:t>
                  </a: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存替换</a:t>
                  </a: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Cache</a:t>
                  </a:r>
                </a:p>
              </p:txBody>
            </p:sp>
            <p:sp>
              <p:nvSpPr>
                <p:cNvPr id="93217" name="Line 25">
                  <a:extLst>
                    <a:ext uri="{FF2B5EF4-FFF2-40B4-BE49-F238E27FC236}">
                      <a16:creationId xmlns:a16="http://schemas.microsoft.com/office/drawing/2014/main" id="{7F58344E-D69D-42E7-B299-3393FE9CB4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672" y="2160"/>
                  <a:ext cx="52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prstDash val="dash"/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18" name="Freeform 26">
                  <a:extLst>
                    <a:ext uri="{FF2B5EF4-FFF2-40B4-BE49-F238E27FC236}">
                      <a16:creationId xmlns:a16="http://schemas.microsoft.com/office/drawing/2014/main" id="{621B012D-3995-4458-81C6-B982E6F192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6" y="2448"/>
                  <a:ext cx="1927" cy="288"/>
                </a:xfrm>
                <a:custGeom>
                  <a:avLst/>
                  <a:gdLst>
                    <a:gd name="T0" fmla="*/ 1983 w 1920"/>
                    <a:gd name="T1" fmla="*/ 0 h 288"/>
                    <a:gd name="T2" fmla="*/ 1983 w 1920"/>
                    <a:gd name="T3" fmla="*/ 288 h 288"/>
                    <a:gd name="T4" fmla="*/ 0 w 1920"/>
                    <a:gd name="T5" fmla="*/ 288 h 288"/>
                    <a:gd name="T6" fmla="*/ 0 60000 65536"/>
                    <a:gd name="T7" fmla="*/ 0 60000 65536"/>
                    <a:gd name="T8" fmla="*/ 0 60000 65536"/>
                    <a:gd name="T9" fmla="*/ 0 w 1920"/>
                    <a:gd name="T10" fmla="*/ 0 h 288"/>
                    <a:gd name="T11" fmla="*/ 1920 w 1920"/>
                    <a:gd name="T12" fmla="*/ 288 h 28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920" h="288">
                      <a:moveTo>
                        <a:pt x="1920" y="0"/>
                      </a:moveTo>
                      <a:lnTo>
                        <a:pt x="192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prstDash val="dash"/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93219" name="Group 27">
                  <a:extLst>
                    <a:ext uri="{FF2B5EF4-FFF2-40B4-BE49-F238E27FC236}">
                      <a16:creationId xmlns:a16="http://schemas.microsoft.com/office/drawing/2014/main" id="{0EFECEB1-DA8C-42CE-B012-B3297BA014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77" y="2928"/>
                  <a:ext cx="623" cy="480"/>
                  <a:chOff x="2377" y="2928"/>
                  <a:chExt cx="623" cy="480"/>
                </a:xfrm>
              </p:grpSpPr>
              <p:sp>
                <p:nvSpPr>
                  <p:cNvPr id="93252" name="Text Box 28">
                    <a:extLst>
                      <a:ext uri="{FF2B5EF4-FFF2-40B4-BE49-F238E27FC236}">
                        <a16:creationId xmlns:a16="http://schemas.microsoft.com/office/drawing/2014/main" id="{69E2FB32-4B03-49D2-A1C8-2A0FF163310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77" y="2937"/>
                    <a:ext cx="623" cy="44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 Cache </a:t>
                    </a:r>
                  </a:p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存储体</a:t>
                    </a:r>
                  </a:p>
                </p:txBody>
              </p:sp>
              <p:sp>
                <p:nvSpPr>
                  <p:cNvPr id="93253" name="Rectangle 29">
                    <a:extLst>
                      <a:ext uri="{FF2B5EF4-FFF2-40B4-BE49-F238E27FC236}">
                        <a16:creationId xmlns:a16="http://schemas.microsoft.com/office/drawing/2014/main" id="{EF1F298C-A7AC-43D3-9DD5-19529FCAF4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87" y="2928"/>
                    <a:ext cx="576" cy="480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93220" name="Group 30">
                  <a:extLst>
                    <a:ext uri="{FF2B5EF4-FFF2-40B4-BE49-F238E27FC236}">
                      <a16:creationId xmlns:a16="http://schemas.microsoft.com/office/drawing/2014/main" id="{E7AAFCD3-6BD0-4B97-8D26-671F4CE5D64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20" y="3024"/>
                  <a:ext cx="1388" cy="288"/>
                  <a:chOff x="4320" y="3024"/>
                  <a:chExt cx="1388" cy="288"/>
                </a:xfrm>
              </p:grpSpPr>
              <p:sp>
                <p:nvSpPr>
                  <p:cNvPr id="93248" name="Rectangle 31">
                    <a:extLst>
                      <a:ext uri="{FF2B5EF4-FFF2-40B4-BE49-F238E27FC236}">
                        <a16:creationId xmlns:a16="http://schemas.microsoft.com/office/drawing/2014/main" id="{27A38711-3248-4D1B-A680-37E8968ECB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20" y="3024"/>
                    <a:ext cx="524" cy="28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93249" name="Text Box 32">
                    <a:extLst>
                      <a:ext uri="{FF2B5EF4-FFF2-40B4-BE49-F238E27FC236}">
                        <a16:creationId xmlns:a16="http://schemas.microsoft.com/office/drawing/2014/main" id="{ECC7DBF5-B36A-4B8D-8FF1-03D9C5CDF6D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362" y="3033"/>
                    <a:ext cx="43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块号</a:t>
                    </a:r>
                  </a:p>
                </p:txBody>
              </p:sp>
              <p:sp>
                <p:nvSpPr>
                  <p:cNvPr id="93250" name="Text Box 33">
                    <a:extLst>
                      <a:ext uri="{FF2B5EF4-FFF2-40B4-BE49-F238E27FC236}">
                        <a16:creationId xmlns:a16="http://schemas.microsoft.com/office/drawing/2014/main" id="{DE1422AF-5547-45F9-B09D-94F1EDA6B02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84" y="3033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块内地址</a:t>
                    </a:r>
                    <a:endPara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93251" name="Rectangle 34">
                    <a:extLst>
                      <a:ext uri="{FF2B5EF4-FFF2-40B4-BE49-F238E27FC236}">
                        <a16:creationId xmlns:a16="http://schemas.microsoft.com/office/drawing/2014/main" id="{8E45FD14-D122-4873-BAC7-E928C21449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844" y="3024"/>
                    <a:ext cx="864" cy="28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93221" name="Line 35">
                  <a:extLst>
                    <a:ext uri="{FF2B5EF4-FFF2-40B4-BE49-F238E27FC236}">
                      <a16:creationId xmlns:a16="http://schemas.microsoft.com/office/drawing/2014/main" id="{4A2B91E2-F462-4186-94FF-A6CD3C7686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60" y="2448"/>
                  <a:ext cx="0" cy="57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22" name="Freeform 36">
                  <a:extLst>
                    <a:ext uri="{FF2B5EF4-FFF2-40B4-BE49-F238E27FC236}">
                      <a16:creationId xmlns:a16="http://schemas.microsoft.com/office/drawing/2014/main" id="{C7FF8EB9-7762-4986-8BEF-0442311E0D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2400"/>
                  <a:ext cx="960" cy="288"/>
                </a:xfrm>
                <a:custGeom>
                  <a:avLst/>
                  <a:gdLst>
                    <a:gd name="T0" fmla="*/ 0 w 960"/>
                    <a:gd name="T1" fmla="*/ 0 h 288"/>
                    <a:gd name="T2" fmla="*/ 0 w 960"/>
                    <a:gd name="T3" fmla="*/ 288 h 288"/>
                    <a:gd name="T4" fmla="*/ 960 w 960"/>
                    <a:gd name="T5" fmla="*/ 288 h 288"/>
                    <a:gd name="T6" fmla="*/ 0 60000 65536"/>
                    <a:gd name="T7" fmla="*/ 0 60000 65536"/>
                    <a:gd name="T8" fmla="*/ 0 60000 65536"/>
                    <a:gd name="T9" fmla="*/ 0 w 960"/>
                    <a:gd name="T10" fmla="*/ 0 h 288"/>
                    <a:gd name="T11" fmla="*/ 960 w 960"/>
                    <a:gd name="T12" fmla="*/ 288 h 28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960" h="288">
                      <a:moveTo>
                        <a:pt x="0" y="0"/>
                      </a:moveTo>
                      <a:lnTo>
                        <a:pt x="0" y="288"/>
                      </a:lnTo>
                      <a:lnTo>
                        <a:pt x="960" y="288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prstDash val="dash"/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23" name="Line 37">
                  <a:extLst>
                    <a:ext uri="{FF2B5EF4-FFF2-40B4-BE49-F238E27FC236}">
                      <a16:creationId xmlns:a16="http://schemas.microsoft.com/office/drawing/2014/main" id="{14C8EABB-45C0-472F-888F-0EA3E82F90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76" y="3168"/>
                  <a:ext cx="133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24" name="Text Box 38">
                  <a:extLst>
                    <a:ext uri="{FF2B5EF4-FFF2-40B4-BE49-F238E27FC236}">
                      <a16:creationId xmlns:a16="http://schemas.microsoft.com/office/drawing/2014/main" id="{6CC09031-494D-44BC-8ACD-F908E7FB3E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52" y="287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直接通路</a:t>
                  </a:r>
                </a:p>
              </p:txBody>
            </p:sp>
            <p:sp>
              <p:nvSpPr>
                <p:cNvPr id="93225" name="Text Box 39">
                  <a:extLst>
                    <a:ext uri="{FF2B5EF4-FFF2-40B4-BE49-F238E27FC236}">
                      <a16:creationId xmlns:a16="http://schemas.microsoft.com/office/drawing/2014/main" id="{DC5EE5B7-A301-4D1A-8D9B-0D4917607A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12" y="2486"/>
                  <a:ext cx="1503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访问主存装入</a:t>
                  </a: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Cache</a:t>
                  </a:r>
                </a:p>
              </p:txBody>
            </p:sp>
            <p:sp>
              <p:nvSpPr>
                <p:cNvPr id="93226" name="Text Box 40">
                  <a:extLst>
                    <a:ext uri="{FF2B5EF4-FFF2-40B4-BE49-F238E27FC236}">
                      <a16:creationId xmlns:a16="http://schemas.microsoft.com/office/drawing/2014/main" id="{72404594-DE48-4F1B-8BE3-50F2B4E8A5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06" y="1824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N</a:t>
                  </a:r>
                </a:p>
              </p:txBody>
            </p:sp>
            <p:sp>
              <p:nvSpPr>
                <p:cNvPr id="93227" name="Text Box 41">
                  <a:extLst>
                    <a:ext uri="{FF2B5EF4-FFF2-40B4-BE49-F238E27FC236}">
                      <a16:creationId xmlns:a16="http://schemas.microsoft.com/office/drawing/2014/main" id="{5556D142-2221-414E-98BE-33F2179D36D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57" y="1824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N</a:t>
                  </a:r>
                </a:p>
              </p:txBody>
            </p:sp>
            <p:sp>
              <p:nvSpPr>
                <p:cNvPr id="93228" name="Text Box 42">
                  <a:extLst>
                    <a:ext uri="{FF2B5EF4-FFF2-40B4-BE49-F238E27FC236}">
                      <a16:creationId xmlns:a16="http://schemas.microsoft.com/office/drawing/2014/main" id="{74072442-95C4-4613-9D7E-5850816671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40" y="2400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</a:p>
              </p:txBody>
            </p:sp>
            <p:sp>
              <p:nvSpPr>
                <p:cNvPr id="93229" name="Text Box 43">
                  <a:extLst>
                    <a:ext uri="{FF2B5EF4-FFF2-40B4-BE49-F238E27FC236}">
                      <a16:creationId xmlns:a16="http://schemas.microsoft.com/office/drawing/2014/main" id="{0A27E6FE-A4BF-41E1-9E93-B859288F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33" y="2400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</a:p>
              </p:txBody>
            </p:sp>
            <p:grpSp>
              <p:nvGrpSpPr>
                <p:cNvPr id="93230" name="Group 44">
                  <a:extLst>
                    <a:ext uri="{FF2B5EF4-FFF2-40B4-BE49-F238E27FC236}">
                      <a16:creationId xmlns:a16="http://schemas.microsoft.com/office/drawing/2014/main" id="{A36786D9-EFD8-4320-BC03-0D6DD0FEA76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176" y="1296"/>
                  <a:ext cx="1532" cy="290"/>
                  <a:chOff x="4176" y="1296"/>
                  <a:chExt cx="1532" cy="290"/>
                </a:xfrm>
              </p:grpSpPr>
              <p:sp>
                <p:nvSpPr>
                  <p:cNvPr id="93244" name="Rectangle 45">
                    <a:extLst>
                      <a:ext uri="{FF2B5EF4-FFF2-40B4-BE49-F238E27FC236}">
                        <a16:creationId xmlns:a16="http://schemas.microsoft.com/office/drawing/2014/main" id="{4D15CAC0-F771-4DCC-A7C5-CDBB04B127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1298"/>
                    <a:ext cx="668" cy="28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93245" name="Text Box 46">
                    <a:extLst>
                      <a:ext uri="{FF2B5EF4-FFF2-40B4-BE49-F238E27FC236}">
                        <a16:creationId xmlns:a16="http://schemas.microsoft.com/office/drawing/2014/main" id="{EDD730D6-E14C-43FD-BCA2-B828F9F5C09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82" y="1296"/>
                    <a:ext cx="43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块号</a:t>
                    </a:r>
                  </a:p>
                </p:txBody>
              </p:sp>
              <p:sp>
                <p:nvSpPr>
                  <p:cNvPr id="93246" name="Text Box 47">
                    <a:extLst>
                      <a:ext uri="{FF2B5EF4-FFF2-40B4-BE49-F238E27FC236}">
                        <a16:creationId xmlns:a16="http://schemas.microsoft.com/office/drawing/2014/main" id="{65679C76-8F7F-49E7-8D53-4058D5B410F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84" y="129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块内地址</a:t>
                    </a:r>
                    <a:endPara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93247" name="Rectangle 48">
                    <a:extLst>
                      <a:ext uri="{FF2B5EF4-FFF2-40B4-BE49-F238E27FC236}">
                        <a16:creationId xmlns:a16="http://schemas.microsoft.com/office/drawing/2014/main" id="{1038859A-815A-4133-B692-6DFA82F8ED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844" y="1298"/>
                    <a:ext cx="864" cy="28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93231" name="Line 49">
                  <a:extLst>
                    <a:ext uri="{FF2B5EF4-FFF2-40B4-BE49-F238E27FC236}">
                      <a16:creationId xmlns:a16="http://schemas.microsoft.com/office/drawing/2014/main" id="{6ACADD80-EA98-4E02-9CBA-DDE0218809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60" y="1584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32" name="Line 50">
                  <a:extLst>
                    <a:ext uri="{FF2B5EF4-FFF2-40B4-BE49-F238E27FC236}">
                      <a16:creationId xmlns:a16="http://schemas.microsoft.com/office/drawing/2014/main" id="{00282189-B4E0-4DEF-961F-56C885675F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0" y="1584"/>
                  <a:ext cx="0" cy="144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33" name="AutoShape 51">
                  <a:extLst>
                    <a:ext uri="{FF2B5EF4-FFF2-40B4-BE49-F238E27FC236}">
                      <a16:creationId xmlns:a16="http://schemas.microsoft.com/office/drawing/2014/main" id="{09C5DDF1-354B-408D-9F77-EA7EEE5DEE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7" y="3479"/>
                  <a:ext cx="144" cy="336"/>
                </a:xfrm>
                <a:prstGeom prst="upDownArrow">
                  <a:avLst>
                    <a:gd name="adj1" fmla="val 50000"/>
                    <a:gd name="adj2" fmla="val 46667"/>
                  </a:avLst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eaVert"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93234" name="Group 52">
                  <a:extLst>
                    <a:ext uri="{FF2B5EF4-FFF2-40B4-BE49-F238E27FC236}">
                      <a16:creationId xmlns:a16="http://schemas.microsoft.com/office/drawing/2014/main" id="{40971857-B4BD-4C21-BD10-ACF4793F23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132" y="3696"/>
                  <a:ext cx="576" cy="432"/>
                  <a:chOff x="5136" y="3696"/>
                  <a:chExt cx="576" cy="432"/>
                </a:xfrm>
              </p:grpSpPr>
              <p:sp>
                <p:nvSpPr>
                  <p:cNvPr id="93242" name="Rectangle 53">
                    <a:extLst>
                      <a:ext uri="{FF2B5EF4-FFF2-40B4-BE49-F238E27FC236}">
                        <a16:creationId xmlns:a16="http://schemas.microsoft.com/office/drawing/2014/main" id="{5727033B-67F0-4883-B53F-7DC606D6E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36" y="3696"/>
                    <a:ext cx="576" cy="432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93243" name="Text Box 54">
                    <a:extLst>
                      <a:ext uri="{FF2B5EF4-FFF2-40B4-BE49-F238E27FC236}">
                        <a16:creationId xmlns:a16="http://schemas.microsoft.com/office/drawing/2014/main" id="{1150BB8D-00EE-41A3-9E0B-4F825D2ED9D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53" y="3744"/>
                    <a:ext cx="511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CPU</a:t>
                    </a:r>
                  </a:p>
                </p:txBody>
              </p:sp>
            </p:grpSp>
            <p:sp>
              <p:nvSpPr>
                <p:cNvPr id="93235" name="AutoShape 55">
                  <a:extLst>
                    <a:ext uri="{FF2B5EF4-FFF2-40B4-BE49-F238E27FC236}">
                      <a16:creationId xmlns:a16="http://schemas.microsoft.com/office/drawing/2014/main" id="{4CD00FD0-15F8-4E85-AE19-718FC80E9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6" y="693"/>
                  <a:ext cx="5520" cy="432"/>
                </a:xfrm>
                <a:prstGeom prst="leftRightArrow">
                  <a:avLst>
                    <a:gd name="adj1" fmla="val 44444"/>
                    <a:gd name="adj2" fmla="val 70396"/>
                  </a:avLst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36" name="AutoShape 56">
                  <a:extLst>
                    <a:ext uri="{FF2B5EF4-FFF2-40B4-BE49-F238E27FC236}">
                      <a16:creationId xmlns:a16="http://schemas.microsoft.com/office/drawing/2014/main" id="{571D828C-283C-46E9-90C0-A211B72FA3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" y="1008"/>
                  <a:ext cx="144" cy="270"/>
                </a:xfrm>
                <a:prstGeom prst="downArrow">
                  <a:avLst>
                    <a:gd name="adj1" fmla="val 50000"/>
                    <a:gd name="adj2" fmla="val 46875"/>
                  </a:avLst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eaVert"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37" name="Text Box 57">
                  <a:extLst>
                    <a:ext uri="{FF2B5EF4-FFF2-40B4-BE49-F238E27FC236}">
                      <a16:creationId xmlns:a16="http://schemas.microsoft.com/office/drawing/2014/main" id="{5E06706F-6DD2-4077-8CBC-223F095A5DB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72" y="104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主存地址</a:t>
                  </a:r>
                </a:p>
              </p:txBody>
            </p:sp>
            <p:sp>
              <p:nvSpPr>
                <p:cNvPr id="93238" name="Text Box 58">
                  <a:extLst>
                    <a:ext uri="{FF2B5EF4-FFF2-40B4-BE49-F238E27FC236}">
                      <a16:creationId xmlns:a16="http://schemas.microsoft.com/office/drawing/2014/main" id="{69C8FC54-429F-48D4-927C-946136D474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280" y="762"/>
                  <a:ext cx="820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CN" altLang="en-US" sz="22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地址总线</a:t>
                  </a:r>
                </a:p>
              </p:txBody>
            </p:sp>
            <p:sp>
              <p:nvSpPr>
                <p:cNvPr id="93239" name="Text Box 59">
                  <a:extLst>
                    <a:ext uri="{FF2B5EF4-FFF2-40B4-BE49-F238E27FC236}">
                      <a16:creationId xmlns:a16="http://schemas.microsoft.com/office/drawing/2014/main" id="{88A10B65-632B-44CD-AC86-1D2A6B9264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67" y="2937"/>
                  <a:ext cx="863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Cache</a:t>
                  </a: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地址</a:t>
                  </a:r>
                </a:p>
              </p:txBody>
            </p:sp>
            <p:sp>
              <p:nvSpPr>
                <p:cNvPr id="93240" name="AutoShape 60">
                  <a:extLst>
                    <a:ext uri="{FF2B5EF4-FFF2-40B4-BE49-F238E27FC236}">
                      <a16:creationId xmlns:a16="http://schemas.microsoft.com/office/drawing/2014/main" id="{25FA3D11-889A-4A18-ADC9-015B945CFF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92" y="3423"/>
                  <a:ext cx="144" cy="384"/>
                </a:xfrm>
                <a:prstGeom prst="upDownArrow">
                  <a:avLst>
                    <a:gd name="adj1" fmla="val 50000"/>
                    <a:gd name="adj2" fmla="val 53333"/>
                  </a:avLst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eaVert"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41" name="AutoShape 61">
                  <a:extLst>
                    <a:ext uri="{FF2B5EF4-FFF2-40B4-BE49-F238E27FC236}">
                      <a16:creationId xmlns:a16="http://schemas.microsoft.com/office/drawing/2014/main" id="{3D33555D-F827-4926-A5FC-D71A5C8EE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1" y="3072"/>
                  <a:ext cx="1680" cy="240"/>
                </a:xfrm>
                <a:prstGeom prst="leftRightArrow">
                  <a:avLst>
                    <a:gd name="adj1" fmla="val 50000"/>
                    <a:gd name="adj2" fmla="val 96250"/>
                  </a:avLst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93202" name="Line 62">
                <a:extLst>
                  <a:ext uri="{FF2B5EF4-FFF2-40B4-BE49-F238E27FC236}">
                    <a16:creationId xmlns:a16="http://schemas.microsoft.com/office/drawing/2014/main" id="{6129C5C4-6EC8-4D90-B5B1-A3744C5D6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5" y="1008"/>
                <a:ext cx="48" cy="0"/>
              </a:xfrm>
              <a:prstGeom prst="line">
                <a:avLst/>
              </a:prstGeom>
              <a:noFill/>
              <a:ln w="762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93200" name="Line 63">
              <a:extLst>
                <a:ext uri="{FF2B5EF4-FFF2-40B4-BE49-F238E27FC236}">
                  <a16:creationId xmlns:a16="http://schemas.microsoft.com/office/drawing/2014/main" id="{91B017BE-AA10-489B-A543-8C0625F265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" y="1152"/>
              <a:ext cx="38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93187" name="Text Box 64">
            <a:extLst>
              <a:ext uri="{FF2B5EF4-FFF2-40B4-BE49-F238E27FC236}">
                <a16:creationId xmlns:a16="http://schemas.microsoft.com/office/drawing/2014/main" id="{9E374347-70BB-4556-8D23-8E36651044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273050"/>
            <a:ext cx="49688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 Cache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的基本结构</a:t>
            </a:r>
          </a:p>
        </p:txBody>
      </p:sp>
      <p:grpSp>
        <p:nvGrpSpPr>
          <p:cNvPr id="12" name="Group 65">
            <a:extLst>
              <a:ext uri="{FF2B5EF4-FFF2-40B4-BE49-F238E27FC236}">
                <a16:creationId xmlns:a16="http://schemas.microsoft.com/office/drawing/2014/main" id="{C4B53416-B71F-4CD3-804B-C6A1CC40F940}"/>
              </a:ext>
            </a:extLst>
          </p:cNvPr>
          <p:cNvGrpSpPr>
            <a:grpSpLocks/>
          </p:cNvGrpSpPr>
          <p:nvPr/>
        </p:nvGrpSpPr>
        <p:grpSpPr bwMode="auto">
          <a:xfrm>
            <a:off x="1903413" y="3013075"/>
            <a:ext cx="1219200" cy="762000"/>
            <a:chOff x="1199" y="1898"/>
            <a:chExt cx="768" cy="480"/>
          </a:xfrm>
          <a:solidFill>
            <a:srgbClr val="00B0F0"/>
          </a:solidFill>
        </p:grpSpPr>
        <p:sp>
          <p:nvSpPr>
            <p:cNvPr id="93196" name="Rectangle 66">
              <a:extLst>
                <a:ext uri="{FF2B5EF4-FFF2-40B4-BE49-F238E27FC236}">
                  <a16:creationId xmlns:a16="http://schemas.microsoft.com/office/drawing/2014/main" id="{4D902015-2BE8-4DC5-A64E-F9D936439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1898"/>
              <a:ext cx="768" cy="480"/>
            </a:xfrm>
            <a:prstGeom prst="rect">
              <a:avLst/>
            </a:prstGeom>
            <a:grpFill/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97" name="Text Box 67">
              <a:extLst>
                <a:ext uri="{FF2B5EF4-FFF2-40B4-BE49-F238E27FC236}">
                  <a16:creationId xmlns:a16="http://schemas.microsoft.com/office/drawing/2014/main" id="{672CA799-70EA-4781-93F3-2D41F41799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3" y="1898"/>
              <a:ext cx="577" cy="2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Cache</a:t>
              </a:r>
            </a:p>
          </p:txBody>
        </p:sp>
        <p:sp>
          <p:nvSpPr>
            <p:cNvPr id="93198" name="Text Box 68">
              <a:extLst>
                <a:ext uri="{FF2B5EF4-FFF2-40B4-BE49-F238E27FC236}">
                  <a16:creationId xmlns:a16="http://schemas.microsoft.com/office/drawing/2014/main" id="{195AE483-FF08-4360-BDAF-ED8B2D8098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9" y="2080"/>
              <a:ext cx="767" cy="25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替换机构</a:t>
              </a:r>
            </a:p>
          </p:txBody>
        </p:sp>
      </p:grpSp>
      <p:sp>
        <p:nvSpPr>
          <p:cNvPr id="122949" name="AutoShape 69">
            <a:extLst>
              <a:ext uri="{FF2B5EF4-FFF2-40B4-BE49-F238E27FC236}">
                <a16:creationId xmlns:a16="http://schemas.microsoft.com/office/drawing/2014/main" id="{C6C21044-CC2A-4304-8966-62327D0CE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8663" y="1981200"/>
            <a:ext cx="2319337" cy="554038"/>
          </a:xfrm>
          <a:prstGeom prst="wedgeRoundRectCallout">
            <a:avLst>
              <a:gd name="adj1" fmla="val 23792"/>
              <a:gd name="adj2" fmla="val 46514"/>
              <a:gd name="adj3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由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CPU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完成</a:t>
            </a:r>
          </a:p>
        </p:txBody>
      </p:sp>
      <p:grpSp>
        <p:nvGrpSpPr>
          <p:cNvPr id="13" name="Group 70">
            <a:extLst>
              <a:ext uri="{FF2B5EF4-FFF2-40B4-BE49-F238E27FC236}">
                <a16:creationId xmlns:a16="http://schemas.microsoft.com/office/drawing/2014/main" id="{34D70994-3812-46D2-8EAC-A8C8CEA0F6E7}"/>
              </a:ext>
            </a:extLst>
          </p:cNvPr>
          <p:cNvGrpSpPr>
            <a:grpSpLocks/>
          </p:cNvGrpSpPr>
          <p:nvPr/>
        </p:nvGrpSpPr>
        <p:grpSpPr bwMode="auto">
          <a:xfrm>
            <a:off x="3773488" y="4648200"/>
            <a:ext cx="989012" cy="762000"/>
            <a:chOff x="2377" y="2928"/>
            <a:chExt cx="623" cy="480"/>
          </a:xfrm>
          <a:solidFill>
            <a:srgbClr val="00B0F0"/>
          </a:solidFill>
        </p:grpSpPr>
        <p:sp>
          <p:nvSpPr>
            <p:cNvPr id="93194" name="Rectangle 71">
              <a:extLst>
                <a:ext uri="{FF2B5EF4-FFF2-40B4-BE49-F238E27FC236}">
                  <a16:creationId xmlns:a16="http://schemas.microsoft.com/office/drawing/2014/main" id="{94950951-C2EA-4BAB-8A93-5879C9389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928"/>
              <a:ext cx="576" cy="480"/>
            </a:xfrm>
            <a:prstGeom prst="rect">
              <a:avLst/>
            </a:prstGeom>
            <a:grpFill/>
            <a:ln w="38100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95" name="Text Box 72">
              <a:extLst>
                <a:ext uri="{FF2B5EF4-FFF2-40B4-BE49-F238E27FC236}">
                  <a16:creationId xmlns:a16="http://schemas.microsoft.com/office/drawing/2014/main" id="{7A15BA2C-E5F2-4567-9EFC-13F1118B9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7" y="2928"/>
              <a:ext cx="623" cy="44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Cache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存储体</a:t>
              </a:r>
            </a:p>
          </p:txBody>
        </p:sp>
      </p:grpSp>
      <p:grpSp>
        <p:nvGrpSpPr>
          <p:cNvPr id="14" name="Group 73">
            <a:extLst>
              <a:ext uri="{FF2B5EF4-FFF2-40B4-BE49-F238E27FC236}">
                <a16:creationId xmlns:a16="http://schemas.microsoft.com/office/drawing/2014/main" id="{A15BE5FB-B72D-4344-B953-6D4CA5D27AB3}"/>
              </a:ext>
            </a:extLst>
          </p:cNvPr>
          <p:cNvGrpSpPr>
            <a:grpSpLocks/>
          </p:cNvGrpSpPr>
          <p:nvPr/>
        </p:nvGrpSpPr>
        <p:grpSpPr bwMode="auto">
          <a:xfrm>
            <a:off x="6592888" y="2871788"/>
            <a:ext cx="1385887" cy="1030287"/>
            <a:chOff x="4175" y="1824"/>
            <a:chExt cx="873" cy="649"/>
          </a:xfrm>
        </p:grpSpPr>
        <p:sp>
          <p:nvSpPr>
            <p:cNvPr id="93192" name="Text Box 74">
              <a:extLst>
                <a:ext uri="{FF2B5EF4-FFF2-40B4-BE49-F238E27FC236}">
                  <a16:creationId xmlns:a16="http://schemas.microsoft.com/office/drawing/2014/main" id="{6BD44F90-FF16-4DB1-AA34-44F8921190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5" y="1833"/>
              <a:ext cx="873" cy="640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主存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Cache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地址映象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变换机构 </a:t>
              </a:r>
            </a:p>
          </p:txBody>
        </p:sp>
        <p:sp>
          <p:nvSpPr>
            <p:cNvPr id="93193" name="Rectangle 75">
              <a:extLst>
                <a:ext uri="{FF2B5EF4-FFF2-40B4-BE49-F238E27FC236}">
                  <a16:creationId xmlns:a16="http://schemas.microsoft.com/office/drawing/2014/main" id="{A8E144BE-D8DD-472B-8C4E-400C80A6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1824"/>
              <a:ext cx="806" cy="6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122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49" grpId="0" autoUpdateAnimBg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Text Box 2">
            <a:extLst>
              <a:ext uri="{FF2B5EF4-FFF2-40B4-BE49-F238E27FC236}">
                <a16:creationId xmlns:a16="http://schemas.microsoft.com/office/drawing/2014/main" id="{ED3A6730-69D5-4A3B-86BE-4FAADC19EA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304800"/>
            <a:ext cx="454002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 Cache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读写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操作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A3F61372-63D0-4E04-90D6-1EF7CD08A95F}"/>
              </a:ext>
            </a:extLst>
          </p:cNvPr>
          <p:cNvGrpSpPr>
            <a:grpSpLocks/>
          </p:cNvGrpSpPr>
          <p:nvPr/>
        </p:nvGrpSpPr>
        <p:grpSpPr bwMode="auto">
          <a:xfrm>
            <a:off x="503238" y="1592263"/>
            <a:ext cx="8335962" cy="4645025"/>
            <a:chOff x="317" y="777"/>
            <a:chExt cx="5251" cy="2926"/>
          </a:xfrm>
        </p:grpSpPr>
        <p:sp>
          <p:nvSpPr>
            <p:cNvPr id="94215" name="Text Box 4">
              <a:extLst>
                <a:ext uri="{FF2B5EF4-FFF2-40B4-BE49-F238E27FC236}">
                  <a16:creationId xmlns:a16="http://schemas.microsoft.com/office/drawing/2014/main" id="{982C4A6A-47BA-4364-99C2-0E2A1A6BF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7" y="2538"/>
              <a:ext cx="124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访问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Cache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取出信息送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CPU</a:t>
              </a:r>
            </a:p>
          </p:txBody>
        </p:sp>
        <p:sp>
          <p:nvSpPr>
            <p:cNvPr id="94216" name="Rectangle 5">
              <a:extLst>
                <a:ext uri="{FF2B5EF4-FFF2-40B4-BE49-F238E27FC236}">
                  <a16:creationId xmlns:a16="http://schemas.microsoft.com/office/drawing/2014/main" id="{251653F0-5052-48E2-861A-4A20B8790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555"/>
              <a:ext cx="1191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17" name="Text Box 6">
              <a:extLst>
                <a:ext uri="{FF2B5EF4-FFF2-40B4-BE49-F238E27FC236}">
                  <a16:creationId xmlns:a16="http://schemas.microsoft.com/office/drawing/2014/main" id="{2924AE74-3977-40E6-8392-0BDC9874AF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" y="2538"/>
              <a:ext cx="124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访问主存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取出信息送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CPU</a:t>
              </a:r>
            </a:p>
          </p:txBody>
        </p:sp>
        <p:sp>
          <p:nvSpPr>
            <p:cNvPr id="94218" name="Rectangle 7">
              <a:extLst>
                <a:ext uri="{FF2B5EF4-FFF2-40B4-BE49-F238E27FC236}">
                  <a16:creationId xmlns:a16="http://schemas.microsoft.com/office/drawing/2014/main" id="{E23E09EA-9F86-453A-AF46-D899AED1D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9" y="2555"/>
              <a:ext cx="1191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19" name="Text Box 8">
              <a:extLst>
                <a:ext uri="{FF2B5EF4-FFF2-40B4-BE49-F238E27FC236}">
                  <a16:creationId xmlns:a16="http://schemas.microsoft.com/office/drawing/2014/main" id="{ADBCC37F-D07A-4C9A-AD32-8599A6B100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2" y="2567"/>
              <a:ext cx="1076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将新的主存块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调入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Cache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中</a:t>
              </a:r>
            </a:p>
          </p:txBody>
        </p:sp>
        <p:sp>
          <p:nvSpPr>
            <p:cNvPr id="94220" name="Rectangle 9">
              <a:extLst>
                <a:ext uri="{FF2B5EF4-FFF2-40B4-BE49-F238E27FC236}">
                  <a16:creationId xmlns:a16="http://schemas.microsoft.com/office/drawing/2014/main" id="{39D6B581-15A7-4587-B2D7-86E993A47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2555"/>
              <a:ext cx="1165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1" name="Text Box 10">
              <a:extLst>
                <a:ext uri="{FF2B5EF4-FFF2-40B4-BE49-F238E27FC236}">
                  <a16:creationId xmlns:a16="http://schemas.microsoft.com/office/drawing/2014/main" id="{020D9B3A-D78D-4B8B-B403-E4E05F2AD1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7" y="2566"/>
              <a:ext cx="1076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执行替换算法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腾出空位</a:t>
              </a:r>
            </a:p>
          </p:txBody>
        </p:sp>
        <p:sp>
          <p:nvSpPr>
            <p:cNvPr id="94222" name="Rectangle 11">
              <a:extLst>
                <a:ext uri="{FF2B5EF4-FFF2-40B4-BE49-F238E27FC236}">
                  <a16:creationId xmlns:a16="http://schemas.microsoft.com/office/drawing/2014/main" id="{0E2E972C-E397-43EC-AC4F-F57E39033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2544"/>
              <a:ext cx="1165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3" name="Text Box 12">
              <a:extLst>
                <a:ext uri="{FF2B5EF4-FFF2-40B4-BE49-F238E27FC236}">
                  <a16:creationId xmlns:a16="http://schemas.microsoft.com/office/drawing/2014/main" id="{4E9B5285-41E2-432F-836C-93D16097E9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5" y="3429"/>
              <a:ext cx="4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结束</a:t>
              </a:r>
            </a:p>
          </p:txBody>
        </p:sp>
        <p:sp>
          <p:nvSpPr>
            <p:cNvPr id="94224" name="Rectangle 13">
              <a:extLst>
                <a:ext uri="{FF2B5EF4-FFF2-40B4-BE49-F238E27FC236}">
                  <a16:creationId xmlns:a16="http://schemas.microsoft.com/office/drawing/2014/main" id="{8249ED39-D75F-4949-95A4-E3D372246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5" y="3441"/>
              <a:ext cx="497" cy="26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5" name="AutoShape 14">
              <a:extLst>
                <a:ext uri="{FF2B5EF4-FFF2-40B4-BE49-F238E27FC236}">
                  <a16:creationId xmlns:a16="http://schemas.microsoft.com/office/drawing/2014/main" id="{93C7EB3D-8776-43B0-AB54-DB9C6117B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39"/>
              <a:ext cx="858" cy="399"/>
            </a:xfrm>
            <a:prstGeom prst="diamond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6" name="Text Box 15">
              <a:extLst>
                <a:ext uri="{FF2B5EF4-FFF2-40B4-BE49-F238E27FC236}">
                  <a16:creationId xmlns:a16="http://schemas.microsoft.com/office/drawing/2014/main" id="{7670789E-85C6-4C6F-97B1-02E8490C29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8" y="1622"/>
              <a:ext cx="5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命中？</a:t>
              </a:r>
            </a:p>
          </p:txBody>
        </p:sp>
        <p:sp>
          <p:nvSpPr>
            <p:cNvPr id="94227" name="AutoShape 16">
              <a:extLst>
                <a:ext uri="{FF2B5EF4-FFF2-40B4-BE49-F238E27FC236}">
                  <a16:creationId xmlns:a16="http://schemas.microsoft.com/office/drawing/2014/main" id="{9F6F3A92-412C-4A85-9FEB-72D78011C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938"/>
              <a:ext cx="1128" cy="399"/>
            </a:xfrm>
            <a:prstGeom prst="diamond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8" name="Text Box 17">
              <a:extLst>
                <a:ext uri="{FF2B5EF4-FFF2-40B4-BE49-F238E27FC236}">
                  <a16:creationId xmlns:a16="http://schemas.microsoft.com/office/drawing/2014/main" id="{2D46DE03-DA97-4435-B054-58E840E371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5" y="2016"/>
              <a:ext cx="8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Cache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满？</a:t>
              </a:r>
            </a:p>
          </p:txBody>
        </p:sp>
        <p:sp>
          <p:nvSpPr>
            <p:cNvPr id="94229" name="Freeform 18">
              <a:extLst>
                <a:ext uri="{FF2B5EF4-FFF2-40B4-BE49-F238E27FC236}">
                  <a16:creationId xmlns:a16="http://schemas.microsoft.com/office/drawing/2014/main" id="{ADBB4C58-910B-40C6-896A-C480986E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335"/>
              <a:ext cx="1" cy="218"/>
            </a:xfrm>
            <a:custGeom>
              <a:avLst/>
              <a:gdLst>
                <a:gd name="T0" fmla="*/ 0 w 1"/>
                <a:gd name="T1" fmla="*/ 0 h 288"/>
                <a:gd name="T2" fmla="*/ 0 w 1"/>
                <a:gd name="T3" fmla="*/ 24 h 288"/>
                <a:gd name="T4" fmla="*/ 0 60000 65536"/>
                <a:gd name="T5" fmla="*/ 0 60000 65536"/>
                <a:gd name="T6" fmla="*/ 0 w 1"/>
                <a:gd name="T7" fmla="*/ 0 h 288"/>
                <a:gd name="T8" fmla="*/ 1 w 1"/>
                <a:gd name="T9" fmla="*/ 288 h 28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88">
                  <a:moveTo>
                    <a:pt x="0" y="0"/>
                  </a:moveTo>
                  <a:lnTo>
                    <a:pt x="0" y="28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0" name="Freeform 19">
              <a:extLst>
                <a:ext uri="{FF2B5EF4-FFF2-40B4-BE49-F238E27FC236}">
                  <a16:creationId xmlns:a16="http://schemas.microsoft.com/office/drawing/2014/main" id="{E39AF49F-DA25-4F3E-8AB4-9EF8D11B9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738"/>
              <a:ext cx="1518" cy="200"/>
            </a:xfrm>
            <a:custGeom>
              <a:avLst/>
              <a:gdLst>
                <a:gd name="T0" fmla="*/ 0 w 1614"/>
                <a:gd name="T1" fmla="*/ 0 h 264"/>
                <a:gd name="T2" fmla="*/ 928 w 1614"/>
                <a:gd name="T3" fmla="*/ 0 h 264"/>
                <a:gd name="T4" fmla="*/ 929 w 1614"/>
                <a:gd name="T5" fmla="*/ 22 h 264"/>
                <a:gd name="T6" fmla="*/ 0 60000 65536"/>
                <a:gd name="T7" fmla="*/ 0 60000 65536"/>
                <a:gd name="T8" fmla="*/ 0 60000 65536"/>
                <a:gd name="T9" fmla="*/ 0 w 1614"/>
                <a:gd name="T10" fmla="*/ 0 h 264"/>
                <a:gd name="T11" fmla="*/ 1614 w 1614"/>
                <a:gd name="T12" fmla="*/ 264 h 2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14" h="264">
                  <a:moveTo>
                    <a:pt x="0" y="0"/>
                  </a:moveTo>
                  <a:lnTo>
                    <a:pt x="1611" y="0"/>
                  </a:lnTo>
                  <a:lnTo>
                    <a:pt x="1614" y="26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1" name="Freeform 20">
              <a:extLst>
                <a:ext uri="{FF2B5EF4-FFF2-40B4-BE49-F238E27FC236}">
                  <a16:creationId xmlns:a16="http://schemas.microsoft.com/office/drawing/2014/main" id="{69E801A4-52BD-4115-9C26-77CAE706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736"/>
              <a:ext cx="330" cy="819"/>
            </a:xfrm>
            <a:custGeom>
              <a:avLst/>
              <a:gdLst>
                <a:gd name="T0" fmla="*/ 201 w 351"/>
                <a:gd name="T1" fmla="*/ 2 h 1083"/>
                <a:gd name="T2" fmla="*/ 0 w 351"/>
                <a:gd name="T3" fmla="*/ 0 h 1083"/>
                <a:gd name="T4" fmla="*/ 0 w 351"/>
                <a:gd name="T5" fmla="*/ 88 h 1083"/>
                <a:gd name="T6" fmla="*/ 0 60000 65536"/>
                <a:gd name="T7" fmla="*/ 0 60000 65536"/>
                <a:gd name="T8" fmla="*/ 0 60000 65536"/>
                <a:gd name="T9" fmla="*/ 0 w 351"/>
                <a:gd name="T10" fmla="*/ 0 h 1083"/>
                <a:gd name="T11" fmla="*/ 351 w 351"/>
                <a:gd name="T12" fmla="*/ 1083 h 108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1" h="1083">
                  <a:moveTo>
                    <a:pt x="351" y="3"/>
                  </a:moveTo>
                  <a:lnTo>
                    <a:pt x="0" y="0"/>
                  </a:lnTo>
                  <a:lnTo>
                    <a:pt x="0" y="108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2" name="Line 21">
              <a:extLst>
                <a:ext uri="{FF2B5EF4-FFF2-40B4-BE49-F238E27FC236}">
                  <a16:creationId xmlns:a16="http://schemas.microsoft.com/office/drawing/2014/main" id="{CADE1E13-383E-429F-A9A6-C900C44D9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8" y="1747"/>
              <a:ext cx="0" cy="8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3" name="Freeform 22">
              <a:extLst>
                <a:ext uri="{FF2B5EF4-FFF2-40B4-BE49-F238E27FC236}">
                  <a16:creationId xmlns:a16="http://schemas.microsoft.com/office/drawing/2014/main" id="{4FEB5E4C-0CDE-466F-833D-E90C79035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137"/>
              <a:ext cx="820" cy="407"/>
            </a:xfrm>
            <a:custGeom>
              <a:avLst/>
              <a:gdLst>
                <a:gd name="T0" fmla="*/ 0 w 771"/>
                <a:gd name="T1" fmla="*/ 0 h 552"/>
                <a:gd name="T2" fmla="*/ 1337 w 771"/>
                <a:gd name="T3" fmla="*/ 0 h 552"/>
                <a:gd name="T4" fmla="*/ 1342 w 771"/>
                <a:gd name="T5" fmla="*/ 35 h 552"/>
                <a:gd name="T6" fmla="*/ 0 60000 65536"/>
                <a:gd name="T7" fmla="*/ 0 60000 65536"/>
                <a:gd name="T8" fmla="*/ 0 60000 65536"/>
                <a:gd name="T9" fmla="*/ 0 w 771"/>
                <a:gd name="T10" fmla="*/ 0 h 552"/>
                <a:gd name="T11" fmla="*/ 771 w 771"/>
                <a:gd name="T12" fmla="*/ 552 h 5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71" h="552">
                  <a:moveTo>
                    <a:pt x="0" y="0"/>
                  </a:moveTo>
                  <a:lnTo>
                    <a:pt x="768" y="0"/>
                  </a:lnTo>
                  <a:lnTo>
                    <a:pt x="771" y="55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4" name="Freeform 23">
              <a:extLst>
                <a:ext uri="{FF2B5EF4-FFF2-40B4-BE49-F238E27FC236}">
                  <a16:creationId xmlns:a16="http://schemas.microsoft.com/office/drawing/2014/main" id="{F2ADC739-6DD4-44CF-9144-9F96A4D7B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90"/>
              <a:ext cx="810" cy="242"/>
            </a:xfrm>
            <a:custGeom>
              <a:avLst/>
              <a:gdLst>
                <a:gd name="T0" fmla="*/ 1237 w 768"/>
                <a:gd name="T1" fmla="*/ 3 h 384"/>
                <a:gd name="T2" fmla="*/ 1240 w 768"/>
                <a:gd name="T3" fmla="*/ 6 h 384"/>
                <a:gd name="T4" fmla="*/ 232 w 768"/>
                <a:gd name="T5" fmla="*/ 6 h 384"/>
                <a:gd name="T6" fmla="*/ 232 w 768"/>
                <a:gd name="T7" fmla="*/ 0 h 384"/>
                <a:gd name="T8" fmla="*/ 0 w 768"/>
                <a:gd name="T9" fmla="*/ 0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8"/>
                <a:gd name="T16" fmla="*/ 0 h 384"/>
                <a:gd name="T17" fmla="*/ 768 w 768"/>
                <a:gd name="T18" fmla="*/ 384 h 3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8" h="384">
                  <a:moveTo>
                    <a:pt x="765" y="186"/>
                  </a:moveTo>
                  <a:lnTo>
                    <a:pt x="768" y="384"/>
                  </a:lnTo>
                  <a:lnTo>
                    <a:pt x="144" y="384"/>
                  </a:lnTo>
                  <a:lnTo>
                    <a:pt x="144" y="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5" name="Line 24">
              <a:extLst>
                <a:ext uri="{FF2B5EF4-FFF2-40B4-BE49-F238E27FC236}">
                  <a16:creationId xmlns:a16="http://schemas.microsoft.com/office/drawing/2014/main" id="{5A6945F0-F497-420C-9251-9BC3539659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3" y="3015"/>
              <a:ext cx="0" cy="2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6" name="Line 25">
              <a:extLst>
                <a:ext uri="{FF2B5EF4-FFF2-40B4-BE49-F238E27FC236}">
                  <a16:creationId xmlns:a16="http://schemas.microsoft.com/office/drawing/2014/main" id="{8F716038-622A-4EBD-AF0E-C3D12357B2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8" y="3015"/>
              <a:ext cx="0" cy="2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7" name="Line 26">
              <a:extLst>
                <a:ext uri="{FF2B5EF4-FFF2-40B4-BE49-F238E27FC236}">
                  <a16:creationId xmlns:a16="http://schemas.microsoft.com/office/drawing/2014/main" id="{9A7CB950-96A9-4920-8B8F-D5BE8B2D40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3015"/>
              <a:ext cx="0" cy="2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8" name="Line 27">
              <a:extLst>
                <a:ext uri="{FF2B5EF4-FFF2-40B4-BE49-F238E27FC236}">
                  <a16:creationId xmlns:a16="http://schemas.microsoft.com/office/drawing/2014/main" id="{FAFF8210-A008-422E-824E-9D6C209989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3" y="3232"/>
              <a:ext cx="271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9" name="Line 28">
              <a:extLst>
                <a:ext uri="{FF2B5EF4-FFF2-40B4-BE49-F238E27FC236}">
                  <a16:creationId xmlns:a16="http://schemas.microsoft.com/office/drawing/2014/main" id="{34E6323C-75AB-47B3-922B-A57F79EF50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0" y="3226"/>
              <a:ext cx="0" cy="21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0" name="Text Box 29">
              <a:extLst>
                <a:ext uri="{FF2B5EF4-FFF2-40B4-BE49-F238E27FC236}">
                  <a16:creationId xmlns:a16="http://schemas.microsoft.com/office/drawing/2014/main" id="{E40033A5-5CB4-419F-8A5C-CCA77523A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8" y="1152"/>
              <a:ext cx="140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CPU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发出访问地址</a:t>
              </a:r>
            </a:p>
          </p:txBody>
        </p:sp>
        <p:sp>
          <p:nvSpPr>
            <p:cNvPr id="94241" name="Rectangle 30">
              <a:extLst>
                <a:ext uri="{FF2B5EF4-FFF2-40B4-BE49-F238E27FC236}">
                  <a16:creationId xmlns:a16="http://schemas.microsoft.com/office/drawing/2014/main" id="{84D727FA-BAE8-42F5-9E75-92C93A492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" y="1167"/>
              <a:ext cx="1581" cy="21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2" name="Text Box 31">
              <a:extLst>
                <a:ext uri="{FF2B5EF4-FFF2-40B4-BE49-F238E27FC236}">
                  <a16:creationId xmlns:a16="http://schemas.microsoft.com/office/drawing/2014/main" id="{BD37F563-D41C-41EF-A30C-F7C2E18401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4" y="777"/>
              <a:ext cx="45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开始</a:t>
              </a:r>
            </a:p>
          </p:txBody>
        </p:sp>
        <p:sp>
          <p:nvSpPr>
            <p:cNvPr id="94243" name="Rectangle 32">
              <a:extLst>
                <a:ext uri="{FF2B5EF4-FFF2-40B4-BE49-F238E27FC236}">
                  <a16:creationId xmlns:a16="http://schemas.microsoft.com/office/drawing/2014/main" id="{48F07096-0757-4939-83FB-3FDCCF721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803"/>
              <a:ext cx="453" cy="21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4" name="Line 33">
              <a:extLst>
                <a:ext uri="{FF2B5EF4-FFF2-40B4-BE49-F238E27FC236}">
                  <a16:creationId xmlns:a16="http://schemas.microsoft.com/office/drawing/2014/main" id="{A5D14002-C4CA-43BE-B422-6D0CB6AD7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9" y="1393"/>
              <a:ext cx="0" cy="14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5" name="Line 34">
              <a:extLst>
                <a:ext uri="{FF2B5EF4-FFF2-40B4-BE49-F238E27FC236}">
                  <a16:creationId xmlns:a16="http://schemas.microsoft.com/office/drawing/2014/main" id="{40580689-E0D6-44D0-A36F-74F87AE71D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9" y="1031"/>
              <a:ext cx="0" cy="14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6" name="Text Box 35">
              <a:extLst>
                <a:ext uri="{FF2B5EF4-FFF2-40B4-BE49-F238E27FC236}">
                  <a16:creationId xmlns:a16="http://schemas.microsoft.com/office/drawing/2014/main" id="{C6FB3A93-A2D9-496F-A7A5-75589DC5C3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3" y="150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是</a:t>
              </a:r>
            </a:p>
          </p:txBody>
        </p:sp>
        <p:sp>
          <p:nvSpPr>
            <p:cNvPr id="94247" name="Text Box 36">
              <a:extLst>
                <a:ext uri="{FF2B5EF4-FFF2-40B4-BE49-F238E27FC236}">
                  <a16:creationId xmlns:a16="http://schemas.microsoft.com/office/drawing/2014/main" id="{35B0BB40-B130-4449-A3C8-B98ED5783C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7" y="150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否</a:t>
              </a:r>
            </a:p>
          </p:txBody>
        </p:sp>
        <p:sp>
          <p:nvSpPr>
            <p:cNvPr id="94248" name="Text Box 37">
              <a:extLst>
                <a:ext uri="{FF2B5EF4-FFF2-40B4-BE49-F238E27FC236}">
                  <a16:creationId xmlns:a16="http://schemas.microsoft.com/office/drawing/2014/main" id="{3FC77D17-A889-461F-AD38-DF85A99ADE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0" y="1892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是</a:t>
              </a:r>
            </a:p>
          </p:txBody>
        </p:sp>
        <p:sp>
          <p:nvSpPr>
            <p:cNvPr id="94249" name="Text Box 38">
              <a:extLst>
                <a:ext uri="{FF2B5EF4-FFF2-40B4-BE49-F238E27FC236}">
                  <a16:creationId xmlns:a16="http://schemas.microsoft.com/office/drawing/2014/main" id="{F6DD2E38-4392-4976-94EB-3996E753F7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0" y="232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否</a:t>
              </a:r>
            </a:p>
          </p:txBody>
        </p:sp>
      </p:grpSp>
      <p:sp>
        <p:nvSpPr>
          <p:cNvPr id="99367" name="Text Box 39">
            <a:extLst>
              <a:ext uri="{FF2B5EF4-FFF2-40B4-BE49-F238E27FC236}">
                <a16:creationId xmlns:a16="http://schemas.microsoft.com/office/drawing/2014/main" id="{7CF4880C-492D-4A31-9A14-1CCEB34D92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063" y="966788"/>
            <a:ext cx="5921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9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367" grpId="0" autoUpdateAnimBg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DA39B96-1305-45E6-A24D-6A3166EEC8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5.cache</a:t>
            </a:r>
            <a:r>
              <a:rPr lang="zh-CN" altLang="en-US" dirty="0"/>
              <a:t>关键技术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F35E2C3D-BCCD-46E6-88F9-EC9D7092CC5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268760"/>
            <a:ext cx="8686800" cy="4857403"/>
          </a:xfrm>
        </p:spPr>
        <p:txBody>
          <a:bodyPr/>
          <a:lstStyle/>
          <a:p>
            <a:pPr marL="342900" lvl="0" indent="-3429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n"/>
            </a:pPr>
            <a:r>
              <a:rPr lang="zh-CN" altLang="en-US" sz="2600" b="1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</a:rPr>
              <a:t>数据查找     </a:t>
            </a:r>
            <a:r>
              <a:rPr lang="en-US" altLang="zh-CN" sz="2600" b="1" kern="1200" dirty="0">
                <a:solidFill>
                  <a:prstClr val="black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Data Identification</a:t>
            </a:r>
          </a:p>
          <a:p>
            <a:pPr lvl="1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zh-CN" altLang="en-US" sz="22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如何判断数据在</a:t>
            </a:r>
            <a:r>
              <a:rPr lang="en-US" altLang="zh-CN" sz="22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lang="zh-CN" altLang="en-US" sz="22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中</a:t>
            </a:r>
          </a:p>
          <a:p>
            <a:pPr marL="342900" lvl="0" indent="-3429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n"/>
            </a:pPr>
            <a:r>
              <a:rPr lang="zh-CN" altLang="en-US" sz="2600" b="1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</a:rPr>
              <a:t>地址映射</a:t>
            </a:r>
            <a:r>
              <a:rPr lang="zh-CN" altLang="en-US" sz="2600" kern="1200" dirty="0">
                <a:solidFill>
                  <a:srgbClr val="C00000"/>
                </a:solidFill>
                <a:latin typeface="华文新魏" pitchFamily="2" charset="-122"/>
                <a:ea typeface="微软雅黑" panose="020B0503020204020204" pitchFamily="34" charset="-122"/>
              </a:rPr>
              <a:t>    </a:t>
            </a:r>
            <a:r>
              <a:rPr lang="en-US" altLang="zh-CN" sz="2600" b="1" kern="1200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Address Mapping</a:t>
            </a:r>
          </a:p>
          <a:p>
            <a:pPr lvl="1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zh-CN" altLang="en-US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主存数据如何放置到</a:t>
            </a:r>
            <a:r>
              <a:rPr lang="en-US" altLang="zh-CN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lang="zh-CN" altLang="en-US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行</a:t>
            </a:r>
            <a:r>
              <a:rPr lang="en-US" altLang="zh-CN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/</a:t>
            </a:r>
            <a:r>
              <a:rPr lang="zh-CN" altLang="en-US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槽中</a:t>
            </a:r>
          </a:p>
          <a:p>
            <a:pPr marL="342900" lvl="0" indent="-3429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n"/>
            </a:pPr>
            <a:r>
              <a:rPr lang="zh-CN" altLang="en-US" sz="2600" b="1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</a:rPr>
              <a:t>替换策略</a:t>
            </a:r>
            <a:r>
              <a:rPr lang="zh-CN" altLang="en-US" sz="26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</a:rPr>
              <a:t>    </a:t>
            </a:r>
            <a:r>
              <a:rPr lang="en-US" altLang="zh-CN" sz="2600" b="1" kern="1200" dirty="0">
                <a:solidFill>
                  <a:prstClr val="black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Placement Policy</a:t>
            </a:r>
          </a:p>
          <a:p>
            <a:pPr lvl="1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en-US" altLang="zh-CN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lang="zh-CN" altLang="en-US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满后如何处理</a:t>
            </a:r>
          </a:p>
          <a:p>
            <a:pPr marL="342900" lvl="0" indent="-3429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n"/>
            </a:pPr>
            <a:r>
              <a:rPr lang="zh-CN" altLang="en-US" sz="2600" b="1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</a:rPr>
              <a:t>写入策略   </a:t>
            </a:r>
            <a:r>
              <a:rPr lang="en-US" altLang="zh-CN" sz="2600" b="1" kern="1200" dirty="0">
                <a:solidFill>
                  <a:prstClr val="black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Write Policy</a:t>
            </a:r>
          </a:p>
          <a:p>
            <a:pPr lvl="1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zh-CN" altLang="en-US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如何保证</a:t>
            </a:r>
            <a:r>
              <a:rPr lang="en-US" altLang="zh-CN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lang="zh-CN" altLang="en-US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与</a:t>
            </a:r>
            <a:r>
              <a:rPr lang="en-US" altLang="zh-CN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memory</a:t>
            </a:r>
            <a:r>
              <a:rPr lang="zh-CN" altLang="en-US" sz="2000" kern="1200" dirty="0">
                <a:solidFill>
                  <a:prstClr val="black"/>
                </a:solidFill>
                <a:latin typeface="华文新魏" pitchFamily="2" charset="-122"/>
                <a:ea typeface="微软雅黑" panose="020B0503020204020204" pitchFamily="34" charset="-122"/>
                <a:cs typeface="+mn-cs"/>
              </a:rPr>
              <a:t>的一致性</a:t>
            </a:r>
          </a:p>
          <a:p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553437827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Text Box 2">
            <a:extLst>
              <a:ext uri="{FF2B5EF4-FFF2-40B4-BE49-F238E27FC236}">
                <a16:creationId xmlns:a16="http://schemas.microsoft.com/office/drawing/2014/main" id="{8F6BBD10-2633-4376-A55A-CC30CF39E9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31763"/>
            <a:ext cx="4876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6. Cache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的工作原理</a:t>
            </a:r>
          </a:p>
        </p:txBody>
      </p:sp>
      <p:sp>
        <p:nvSpPr>
          <p:cNvPr id="94211" name="Text Box 3">
            <a:extLst>
              <a:ext uri="{FF2B5EF4-FFF2-40B4-BE49-F238E27FC236}">
                <a16:creationId xmlns:a16="http://schemas.microsoft.com/office/drawing/2014/main" id="{653FA24C-FDD0-4774-96FE-C3BC5422E9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714375"/>
            <a:ext cx="4343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(1)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主存和缓存的编址</a:t>
            </a:r>
          </a:p>
        </p:txBody>
      </p:sp>
      <p:sp>
        <p:nvSpPr>
          <p:cNvPr id="94212" name="Text Box 4">
            <a:extLst>
              <a:ext uri="{FF2B5EF4-FFF2-40B4-BE49-F238E27FC236}">
                <a16:creationId xmlns:a16="http://schemas.microsoft.com/office/drawing/2014/main" id="{5EE59C49-62B1-43D6-806E-614BFB96F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6248400"/>
            <a:ext cx="6051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主存和缓存按块存储      块的大小相同</a:t>
            </a:r>
          </a:p>
        </p:txBody>
      </p:sp>
      <p:sp>
        <p:nvSpPr>
          <p:cNvPr id="94213" name="Text Box 5">
            <a:extLst>
              <a:ext uri="{FF2B5EF4-FFF2-40B4-BE49-F238E27FC236}">
                <a16:creationId xmlns:a16="http://schemas.microsoft.com/office/drawing/2014/main" id="{9887758A-6CA5-4332-9E45-12D18F0DF0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6248400"/>
            <a:ext cx="15763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为块长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42E2FDCA-734E-4F13-91C8-9AD841E6F7DC}"/>
              </a:ext>
            </a:extLst>
          </p:cNvPr>
          <p:cNvGrpSpPr>
            <a:grpSpLocks/>
          </p:cNvGrpSpPr>
          <p:nvPr/>
        </p:nvGrpSpPr>
        <p:grpSpPr bwMode="auto">
          <a:xfrm>
            <a:off x="558800" y="1255713"/>
            <a:ext cx="8355013" cy="4932362"/>
            <a:chOff x="352" y="791"/>
            <a:chExt cx="5263" cy="3107"/>
          </a:xfrm>
        </p:grpSpPr>
        <p:grpSp>
          <p:nvGrpSpPr>
            <p:cNvPr id="95241" name="Group 7">
              <a:extLst>
                <a:ext uri="{FF2B5EF4-FFF2-40B4-BE49-F238E27FC236}">
                  <a16:creationId xmlns:a16="http://schemas.microsoft.com/office/drawing/2014/main" id="{624D5BE8-BA34-4D4A-9277-B8F1FBB57D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" y="791"/>
              <a:ext cx="2768" cy="3107"/>
              <a:chOff x="352" y="791"/>
              <a:chExt cx="2768" cy="3107"/>
            </a:xfrm>
          </p:grpSpPr>
          <p:sp>
            <p:nvSpPr>
              <p:cNvPr id="95292" name="Rectangle 8">
                <a:extLst>
                  <a:ext uri="{FF2B5EF4-FFF2-40B4-BE49-F238E27FC236}">
                    <a16:creationId xmlns:a16="http://schemas.microsoft.com/office/drawing/2014/main" id="{B0F5881A-8BF9-4D43-802B-B1376A262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2089"/>
                <a:ext cx="816" cy="4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93" name="Rectangle 9">
                <a:extLst>
                  <a:ext uri="{FF2B5EF4-FFF2-40B4-BE49-F238E27FC236}">
                    <a16:creationId xmlns:a16="http://schemas.microsoft.com/office/drawing/2014/main" id="{D7261EE4-C94D-4EF2-9140-B9BF4C686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1805"/>
                <a:ext cx="8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94" name="Rectangle 10">
                <a:extLst>
                  <a:ext uri="{FF2B5EF4-FFF2-40B4-BE49-F238E27FC236}">
                    <a16:creationId xmlns:a16="http://schemas.microsoft.com/office/drawing/2014/main" id="{9D04CCC7-499B-4BAC-8146-C5BF2A256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1362"/>
                <a:ext cx="816" cy="325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95" name="Rectangle 11">
                <a:extLst>
                  <a:ext uri="{FF2B5EF4-FFF2-40B4-BE49-F238E27FC236}">
                    <a16:creationId xmlns:a16="http://schemas.microsoft.com/office/drawing/2014/main" id="{58E682A4-E935-4128-BDC6-327A4BB2C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1202"/>
                <a:ext cx="816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96" name="Rectangle 12">
                <a:extLst>
                  <a:ext uri="{FF2B5EF4-FFF2-40B4-BE49-F238E27FC236}">
                    <a16:creationId xmlns:a16="http://schemas.microsoft.com/office/drawing/2014/main" id="{C24C2E9E-893B-41D4-9D91-0782F389D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1041"/>
                <a:ext cx="816" cy="16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97" name="Line 13">
                <a:extLst>
                  <a:ext uri="{FF2B5EF4-FFF2-40B4-BE49-F238E27FC236}">
                    <a16:creationId xmlns:a16="http://schemas.microsoft.com/office/drawing/2014/main" id="{F0908965-B6C7-4AED-AF87-D810E353A8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0" y="1041"/>
                <a:ext cx="816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98" name="Line 14">
                <a:extLst>
                  <a:ext uri="{FF2B5EF4-FFF2-40B4-BE49-F238E27FC236}">
                    <a16:creationId xmlns:a16="http://schemas.microsoft.com/office/drawing/2014/main" id="{47F5B151-EB1E-4E50-96F5-6800BBADFC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0" y="1202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99" name="Line 15">
                <a:extLst>
                  <a:ext uri="{FF2B5EF4-FFF2-40B4-BE49-F238E27FC236}">
                    <a16:creationId xmlns:a16="http://schemas.microsoft.com/office/drawing/2014/main" id="{51B165BC-FC7E-482A-80A3-867AF12FEC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0" y="1362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00" name="Line 16">
                <a:extLst>
                  <a:ext uri="{FF2B5EF4-FFF2-40B4-BE49-F238E27FC236}">
                    <a16:creationId xmlns:a16="http://schemas.microsoft.com/office/drawing/2014/main" id="{BDB394A0-054F-4F89-A77D-40865B3E5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0" y="2016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01" name="Line 17">
                <a:extLst>
                  <a:ext uri="{FF2B5EF4-FFF2-40B4-BE49-F238E27FC236}">
                    <a16:creationId xmlns:a16="http://schemas.microsoft.com/office/drawing/2014/main" id="{63C5792C-FF99-4BFC-B38E-2E3E7DDD9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0" y="1041"/>
                <a:ext cx="0" cy="118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02" name="Line 18">
                <a:extLst>
                  <a:ext uri="{FF2B5EF4-FFF2-40B4-BE49-F238E27FC236}">
                    <a16:creationId xmlns:a16="http://schemas.microsoft.com/office/drawing/2014/main" id="{BEB800A5-30FE-40F5-8759-D1046CFCA8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6" y="1041"/>
                <a:ext cx="0" cy="118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95303" name="Group 19">
                <a:extLst>
                  <a:ext uri="{FF2B5EF4-FFF2-40B4-BE49-F238E27FC236}">
                    <a16:creationId xmlns:a16="http://schemas.microsoft.com/office/drawing/2014/main" id="{63F0596C-75F6-498E-9A9C-1A3E199088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4" y="2064"/>
                <a:ext cx="266" cy="461"/>
                <a:chOff x="1654" y="2594"/>
                <a:chExt cx="266" cy="605"/>
              </a:xfrm>
            </p:grpSpPr>
            <p:sp>
              <p:nvSpPr>
                <p:cNvPr id="95339" name="Text Box 20">
                  <a:extLst>
                    <a:ext uri="{FF2B5EF4-FFF2-40B4-BE49-F238E27FC236}">
                      <a16:creationId xmlns:a16="http://schemas.microsoft.com/office/drawing/2014/main" id="{271BB654-75B2-4B4F-8737-1DE9B95944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54" y="2594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~</a:t>
                  </a:r>
                </a:p>
              </p:txBody>
            </p:sp>
            <p:sp>
              <p:nvSpPr>
                <p:cNvPr id="95340" name="Text Box 21">
                  <a:extLst>
                    <a:ext uri="{FF2B5EF4-FFF2-40B4-BE49-F238E27FC236}">
                      <a16:creationId xmlns:a16="http://schemas.microsoft.com/office/drawing/2014/main" id="{AB505030-7C37-421D-8598-5195D57A37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~</a:t>
                  </a:r>
                </a:p>
              </p:txBody>
            </p:sp>
          </p:grpSp>
          <p:grpSp>
            <p:nvGrpSpPr>
              <p:cNvPr id="95304" name="Group 22">
                <a:extLst>
                  <a:ext uri="{FF2B5EF4-FFF2-40B4-BE49-F238E27FC236}">
                    <a16:creationId xmlns:a16="http://schemas.microsoft.com/office/drawing/2014/main" id="{A781FDCB-7CB1-4628-BE18-CF67E88ADC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6" y="2064"/>
                <a:ext cx="266" cy="461"/>
                <a:chOff x="1654" y="2594"/>
                <a:chExt cx="266" cy="605"/>
              </a:xfrm>
            </p:grpSpPr>
            <p:sp>
              <p:nvSpPr>
                <p:cNvPr id="95337" name="Text Box 23">
                  <a:extLst>
                    <a:ext uri="{FF2B5EF4-FFF2-40B4-BE49-F238E27FC236}">
                      <a16:creationId xmlns:a16="http://schemas.microsoft.com/office/drawing/2014/main" id="{F88F3B2C-2E17-4FFC-B154-29E5012E246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54" y="2594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~</a:t>
                  </a:r>
                </a:p>
              </p:txBody>
            </p:sp>
            <p:sp>
              <p:nvSpPr>
                <p:cNvPr id="95338" name="Text Box 24">
                  <a:extLst>
                    <a:ext uri="{FF2B5EF4-FFF2-40B4-BE49-F238E27FC236}">
                      <a16:creationId xmlns:a16="http://schemas.microsoft.com/office/drawing/2014/main" id="{EF7924D9-6309-4E25-B0BC-48F00194F2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~</a:t>
                  </a:r>
                </a:p>
              </p:txBody>
            </p:sp>
          </p:grpSp>
          <p:sp>
            <p:nvSpPr>
              <p:cNvPr id="95305" name="Rectangle 25">
                <a:extLst>
                  <a:ext uri="{FF2B5EF4-FFF2-40B4-BE49-F238E27FC236}">
                    <a16:creationId xmlns:a16="http://schemas.microsoft.com/office/drawing/2014/main" id="{A7AB2B53-EDEF-42CD-B534-942B9BB25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2491"/>
                <a:ext cx="816" cy="34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06" name="Rectangle 26">
                <a:extLst>
                  <a:ext uri="{FF2B5EF4-FFF2-40B4-BE49-F238E27FC236}">
                    <a16:creationId xmlns:a16="http://schemas.microsoft.com/office/drawing/2014/main" id="{0D9E5124-1119-45A2-B1B8-E7CEC276F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2345"/>
                <a:ext cx="816" cy="2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07" name="Freeform 27">
                <a:extLst>
                  <a:ext uri="{FF2B5EF4-FFF2-40B4-BE49-F238E27FC236}">
                    <a16:creationId xmlns:a16="http://schemas.microsoft.com/office/drawing/2014/main" id="{D091756C-280C-4B44-85A1-CC59B42CF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418"/>
                <a:ext cx="1" cy="303"/>
              </a:xfrm>
              <a:custGeom>
                <a:avLst/>
                <a:gdLst>
                  <a:gd name="T0" fmla="*/ 0 w 1"/>
                  <a:gd name="T1" fmla="*/ 0 h 303"/>
                  <a:gd name="T2" fmla="*/ 1 w 1"/>
                  <a:gd name="T3" fmla="*/ 303 h 303"/>
                  <a:gd name="T4" fmla="*/ 0 60000 65536"/>
                  <a:gd name="T5" fmla="*/ 0 60000 65536"/>
                  <a:gd name="T6" fmla="*/ 0 w 1"/>
                  <a:gd name="T7" fmla="*/ 0 h 303"/>
                  <a:gd name="T8" fmla="*/ 1 w 1"/>
                  <a:gd name="T9" fmla="*/ 303 h 30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03">
                    <a:moveTo>
                      <a:pt x="0" y="0"/>
                    </a:moveTo>
                    <a:lnTo>
                      <a:pt x="1" y="303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08" name="Freeform 28">
                <a:extLst>
                  <a:ext uri="{FF2B5EF4-FFF2-40B4-BE49-F238E27FC236}">
                    <a16:creationId xmlns:a16="http://schemas.microsoft.com/office/drawing/2014/main" id="{2BE6D07D-664C-4429-90A8-102B34077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409"/>
                <a:ext cx="2" cy="312"/>
              </a:xfrm>
              <a:custGeom>
                <a:avLst/>
                <a:gdLst>
                  <a:gd name="T0" fmla="*/ 2 w 2"/>
                  <a:gd name="T1" fmla="*/ 0 h 312"/>
                  <a:gd name="T2" fmla="*/ 0 w 2"/>
                  <a:gd name="T3" fmla="*/ 312 h 312"/>
                  <a:gd name="T4" fmla="*/ 0 60000 65536"/>
                  <a:gd name="T5" fmla="*/ 0 60000 65536"/>
                  <a:gd name="T6" fmla="*/ 0 w 2"/>
                  <a:gd name="T7" fmla="*/ 0 h 312"/>
                  <a:gd name="T8" fmla="*/ 2 w 2"/>
                  <a:gd name="T9" fmla="*/ 312 h 3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312">
                    <a:moveTo>
                      <a:pt x="2" y="0"/>
                    </a:moveTo>
                    <a:lnTo>
                      <a:pt x="0" y="312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09" name="Text Box 29">
                <a:extLst>
                  <a:ext uri="{FF2B5EF4-FFF2-40B4-BE49-F238E27FC236}">
                    <a16:creationId xmlns:a16="http://schemas.microsoft.com/office/drawing/2014/main" id="{A443682D-94A3-46D3-9A6D-74ABE62832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48" y="1411"/>
                <a:ext cx="423" cy="3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95310" name="Text Box 30">
                <a:extLst>
                  <a:ext uri="{FF2B5EF4-FFF2-40B4-BE49-F238E27FC236}">
                    <a16:creationId xmlns:a16="http://schemas.microsoft.com/office/drawing/2014/main" id="{2E68A6A9-D343-4609-B527-5925980AFB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48" y="1723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95311" name="Text Box 31">
                <a:extLst>
                  <a:ext uri="{FF2B5EF4-FFF2-40B4-BE49-F238E27FC236}">
                    <a16:creationId xmlns:a16="http://schemas.microsoft.com/office/drawing/2014/main" id="{7CADEE23-BFAA-47BF-A38E-28321A0DF5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0" y="791"/>
                <a:ext cx="120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主存块号</a:t>
                </a:r>
              </a:p>
            </p:txBody>
          </p:sp>
          <p:sp>
            <p:nvSpPr>
              <p:cNvPr id="95312" name="Text Box 32">
                <a:extLst>
                  <a:ext uri="{FF2B5EF4-FFF2-40B4-BE49-F238E27FC236}">
                    <a16:creationId xmlns:a16="http://schemas.microsoft.com/office/drawing/2014/main" id="{46741F3E-7D08-4467-B032-3BFBAFC432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0" y="791"/>
                <a:ext cx="75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主存储器</a:t>
                </a:r>
              </a:p>
            </p:txBody>
          </p:sp>
          <p:sp>
            <p:nvSpPr>
              <p:cNvPr id="95313" name="Text Box 33">
                <a:extLst>
                  <a:ext uri="{FF2B5EF4-FFF2-40B4-BE49-F238E27FC236}">
                    <a16:creationId xmlns:a16="http://schemas.microsoft.com/office/drawing/2014/main" id="{2240568F-32E4-4438-9A7E-DD79BAA1DB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8" y="1203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5314" name="Text Box 34">
                <a:extLst>
                  <a:ext uri="{FF2B5EF4-FFF2-40B4-BE49-F238E27FC236}">
                    <a16:creationId xmlns:a16="http://schemas.microsoft.com/office/drawing/2014/main" id="{CE2400EE-877B-41D4-BAAD-801E383687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8" y="170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5315" name="Text Box 35">
                <a:extLst>
                  <a:ext uri="{FF2B5EF4-FFF2-40B4-BE49-F238E27FC236}">
                    <a16:creationId xmlns:a16="http://schemas.microsoft.com/office/drawing/2014/main" id="{870EDF34-675A-4F0D-AFF0-1D95EF97D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2" y="2486"/>
                <a:ext cx="60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1" u="none" strike="noStrike" kern="1200" cap="none" spc="0" normalizeH="0" baseline="50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m</a:t>
                </a:r>
                <a:r>
                  <a:rPr kumimoji="1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－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5316" name="AutoShape 36">
                <a:extLst>
                  <a:ext uri="{FF2B5EF4-FFF2-40B4-BE49-F238E27FC236}">
                    <a16:creationId xmlns:a16="http://schemas.microsoft.com/office/drawing/2014/main" id="{72DA58C5-930D-4528-B492-ED238DA79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041"/>
                <a:ext cx="96" cy="639"/>
              </a:xfrm>
              <a:prstGeom prst="rightBrace">
                <a:avLst>
                  <a:gd name="adj1" fmla="val 55469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17" name="AutoShape 37">
                <a:extLst>
                  <a:ext uri="{FF2B5EF4-FFF2-40B4-BE49-F238E27FC236}">
                    <a16:creationId xmlns:a16="http://schemas.microsoft.com/office/drawing/2014/main" id="{32265936-0581-4654-A6FF-5BB48FFDE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699"/>
                <a:ext cx="100" cy="329"/>
              </a:xfrm>
              <a:prstGeom prst="rightBrace">
                <a:avLst>
                  <a:gd name="adj1" fmla="val 27417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18" name="AutoShape 38">
                <a:extLst>
                  <a:ext uri="{FF2B5EF4-FFF2-40B4-BE49-F238E27FC236}">
                    <a16:creationId xmlns:a16="http://schemas.microsoft.com/office/drawing/2014/main" id="{2A1ACD07-9A5B-4676-BD1C-D986C4C76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501"/>
                <a:ext cx="100" cy="331"/>
              </a:xfrm>
              <a:prstGeom prst="rightBrace">
                <a:avLst>
                  <a:gd name="adj1" fmla="val 27583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19" name="Text Box 39">
                <a:extLst>
                  <a:ext uri="{FF2B5EF4-FFF2-40B4-BE49-F238E27FC236}">
                    <a16:creationId xmlns:a16="http://schemas.microsoft.com/office/drawing/2014/main" id="{35CFCF7B-5AAC-4B4B-BAC7-ADA33C9089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0" y="1284"/>
                <a:ext cx="91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字块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5320" name="Text Box 40">
                <a:extLst>
                  <a:ext uri="{FF2B5EF4-FFF2-40B4-BE49-F238E27FC236}">
                    <a16:creationId xmlns:a16="http://schemas.microsoft.com/office/drawing/2014/main" id="{C6ED02A2-28D8-47E6-9817-9413D2C320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0" y="1728"/>
                <a:ext cx="55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字块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5321" name="Text Box 41">
                <a:extLst>
                  <a:ext uri="{FF2B5EF4-FFF2-40B4-BE49-F238E27FC236}">
                    <a16:creationId xmlns:a16="http://schemas.microsoft.com/office/drawing/2014/main" id="{13E3A12F-5F9E-4C44-AFE0-11C7A9C6DC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0" y="2568"/>
                <a:ext cx="89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字块  </a:t>
                </a: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M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－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5322" name="Rectangle 42">
                <a:extLst>
                  <a:ext uri="{FF2B5EF4-FFF2-40B4-BE49-F238E27FC236}">
                    <a16:creationId xmlns:a16="http://schemas.microsoft.com/office/drawing/2014/main" id="{DF17700E-96DD-47EE-B6EA-BA0292A84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" y="3372"/>
                <a:ext cx="864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23" name="Text Box 43">
                <a:extLst>
                  <a:ext uri="{FF2B5EF4-FFF2-40B4-BE49-F238E27FC236}">
                    <a16:creationId xmlns:a16="http://schemas.microsoft.com/office/drawing/2014/main" id="{0C62E91F-64C3-4F3E-B93B-9CD2C6BF30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0" y="3377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主存块号</a:t>
                </a:r>
              </a:p>
            </p:txBody>
          </p:sp>
          <p:sp>
            <p:nvSpPr>
              <p:cNvPr id="95324" name="Text Box 44">
                <a:extLst>
                  <a:ext uri="{FF2B5EF4-FFF2-40B4-BE49-F238E27FC236}">
                    <a16:creationId xmlns:a16="http://schemas.microsoft.com/office/drawing/2014/main" id="{79BC5918-3CF0-47B4-9A26-C880199E32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4" y="3377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块内地址</a:t>
                </a:r>
                <a:endPara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25" name="Rectangle 45">
                <a:extLst>
                  <a:ext uri="{FF2B5EF4-FFF2-40B4-BE49-F238E27FC236}">
                    <a16:creationId xmlns:a16="http://schemas.microsoft.com/office/drawing/2014/main" id="{AF712759-E855-4280-9B81-77D5A1BB9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372"/>
                <a:ext cx="864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26" name="Freeform 46">
                <a:extLst>
                  <a:ext uri="{FF2B5EF4-FFF2-40B4-BE49-F238E27FC236}">
                    <a16:creationId xmlns:a16="http://schemas.microsoft.com/office/drawing/2014/main" id="{5B2A385A-7822-43BF-9831-D973B1049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2832"/>
                <a:ext cx="1" cy="540"/>
              </a:xfrm>
              <a:custGeom>
                <a:avLst/>
                <a:gdLst>
                  <a:gd name="T0" fmla="*/ 0 w 1"/>
                  <a:gd name="T1" fmla="*/ 0 h 540"/>
                  <a:gd name="T2" fmla="*/ 0 w 1"/>
                  <a:gd name="T3" fmla="*/ 540 h 540"/>
                  <a:gd name="T4" fmla="*/ 0 60000 65536"/>
                  <a:gd name="T5" fmla="*/ 0 60000 65536"/>
                  <a:gd name="T6" fmla="*/ 0 w 1"/>
                  <a:gd name="T7" fmla="*/ 0 h 540"/>
                  <a:gd name="T8" fmla="*/ 1 w 1"/>
                  <a:gd name="T9" fmla="*/ 540 h 54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40">
                    <a:moveTo>
                      <a:pt x="0" y="0"/>
                    </a:moveTo>
                    <a:lnTo>
                      <a:pt x="0" y="5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27" name="Freeform 47">
                <a:extLst>
                  <a:ext uri="{FF2B5EF4-FFF2-40B4-BE49-F238E27FC236}">
                    <a16:creationId xmlns:a16="http://schemas.microsoft.com/office/drawing/2014/main" id="{4809B6C1-7924-4922-A0C4-1EEDC075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832"/>
                <a:ext cx="1" cy="543"/>
              </a:xfrm>
              <a:custGeom>
                <a:avLst/>
                <a:gdLst>
                  <a:gd name="T0" fmla="*/ 0 w 1"/>
                  <a:gd name="T1" fmla="*/ 0 h 543"/>
                  <a:gd name="T2" fmla="*/ 0 w 1"/>
                  <a:gd name="T3" fmla="*/ 543 h 543"/>
                  <a:gd name="T4" fmla="*/ 0 60000 65536"/>
                  <a:gd name="T5" fmla="*/ 0 60000 65536"/>
                  <a:gd name="T6" fmla="*/ 0 w 1"/>
                  <a:gd name="T7" fmla="*/ 0 h 543"/>
                  <a:gd name="T8" fmla="*/ 1 w 1"/>
                  <a:gd name="T9" fmla="*/ 543 h 5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43">
                    <a:moveTo>
                      <a:pt x="0" y="0"/>
                    </a:moveTo>
                    <a:lnTo>
                      <a:pt x="0" y="5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28" name="Freeform 48">
                <a:extLst>
                  <a:ext uri="{FF2B5EF4-FFF2-40B4-BE49-F238E27FC236}">
                    <a16:creationId xmlns:a16="http://schemas.microsoft.com/office/drawing/2014/main" id="{3DC461DB-31BB-4DD8-9060-B2E1C4AB7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3088"/>
                <a:ext cx="1" cy="272"/>
              </a:xfrm>
              <a:custGeom>
                <a:avLst/>
                <a:gdLst>
                  <a:gd name="T0" fmla="*/ 0 w 1"/>
                  <a:gd name="T1" fmla="*/ 0 h 306"/>
                  <a:gd name="T2" fmla="*/ 0 w 1"/>
                  <a:gd name="T3" fmla="*/ 106 h 306"/>
                  <a:gd name="T4" fmla="*/ 0 60000 65536"/>
                  <a:gd name="T5" fmla="*/ 0 60000 65536"/>
                  <a:gd name="T6" fmla="*/ 0 w 1"/>
                  <a:gd name="T7" fmla="*/ 0 h 306"/>
                  <a:gd name="T8" fmla="*/ 1 w 1"/>
                  <a:gd name="T9" fmla="*/ 306 h 3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06">
                    <a:moveTo>
                      <a:pt x="0" y="0"/>
                    </a:moveTo>
                    <a:lnTo>
                      <a:pt x="0" y="3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29" name="Freeform 49">
                <a:extLst>
                  <a:ext uri="{FF2B5EF4-FFF2-40B4-BE49-F238E27FC236}">
                    <a16:creationId xmlns:a16="http://schemas.microsoft.com/office/drawing/2014/main" id="{160A6612-5B6A-4976-8C5E-1C70DAF04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3269"/>
                <a:ext cx="852" cy="1"/>
              </a:xfrm>
              <a:custGeom>
                <a:avLst/>
                <a:gdLst>
                  <a:gd name="T0" fmla="*/ 0 w 852"/>
                  <a:gd name="T1" fmla="*/ 0 h 1"/>
                  <a:gd name="T2" fmla="*/ 852 w 852"/>
                  <a:gd name="T3" fmla="*/ 0 h 1"/>
                  <a:gd name="T4" fmla="*/ 0 60000 65536"/>
                  <a:gd name="T5" fmla="*/ 0 60000 65536"/>
                  <a:gd name="T6" fmla="*/ 0 w 852"/>
                  <a:gd name="T7" fmla="*/ 0 h 1"/>
                  <a:gd name="T8" fmla="*/ 852 w 85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52" h="1">
                    <a:moveTo>
                      <a:pt x="0" y="0"/>
                    </a:moveTo>
                    <a:lnTo>
                      <a:pt x="85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30" name="Text Box 50">
                <a:extLst>
                  <a:ext uri="{FF2B5EF4-FFF2-40B4-BE49-F238E27FC236}">
                    <a16:creationId xmlns:a16="http://schemas.microsoft.com/office/drawing/2014/main" id="{3135B6C6-EFF3-47D3-9ABA-3FC633E778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2" y="3045"/>
                <a:ext cx="40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m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位</a:t>
                </a:r>
              </a:p>
            </p:txBody>
          </p:sp>
          <p:sp>
            <p:nvSpPr>
              <p:cNvPr id="95331" name="Freeform 51">
                <a:extLst>
                  <a:ext uri="{FF2B5EF4-FFF2-40B4-BE49-F238E27FC236}">
                    <a16:creationId xmlns:a16="http://schemas.microsoft.com/office/drawing/2014/main" id="{1CF98889-3DEB-4FCC-AB74-7A5C1A1F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267"/>
                <a:ext cx="870" cy="3"/>
              </a:xfrm>
              <a:custGeom>
                <a:avLst/>
                <a:gdLst>
                  <a:gd name="T0" fmla="*/ 0 w 870"/>
                  <a:gd name="T1" fmla="*/ 3 h 3"/>
                  <a:gd name="T2" fmla="*/ 870 w 870"/>
                  <a:gd name="T3" fmla="*/ 0 h 3"/>
                  <a:gd name="T4" fmla="*/ 0 60000 65536"/>
                  <a:gd name="T5" fmla="*/ 0 60000 65536"/>
                  <a:gd name="T6" fmla="*/ 0 w 870"/>
                  <a:gd name="T7" fmla="*/ 0 h 3"/>
                  <a:gd name="T8" fmla="*/ 870 w 87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70" h="3">
                    <a:moveTo>
                      <a:pt x="0" y="3"/>
                    </a:moveTo>
                    <a:lnTo>
                      <a:pt x="87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32" name="Text Box 52">
                <a:extLst>
                  <a:ext uri="{FF2B5EF4-FFF2-40B4-BE49-F238E27FC236}">
                    <a16:creationId xmlns:a16="http://schemas.microsoft.com/office/drawing/2014/main" id="{852E293C-F360-46B8-B937-8533415D35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" y="3045"/>
                <a:ext cx="3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位</a:t>
                </a:r>
              </a:p>
            </p:txBody>
          </p:sp>
          <p:sp>
            <p:nvSpPr>
              <p:cNvPr id="95333" name="Freeform 53">
                <a:extLst>
                  <a:ext uri="{FF2B5EF4-FFF2-40B4-BE49-F238E27FC236}">
                    <a16:creationId xmlns:a16="http://schemas.microsoft.com/office/drawing/2014/main" id="{8E3D841F-D194-4D36-9A81-92FC5DED4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3036"/>
                <a:ext cx="1707" cy="1"/>
              </a:xfrm>
              <a:custGeom>
                <a:avLst/>
                <a:gdLst>
                  <a:gd name="T0" fmla="*/ 0 w 1707"/>
                  <a:gd name="T1" fmla="*/ 0 h 1"/>
                  <a:gd name="T2" fmla="*/ 1707 w 1707"/>
                  <a:gd name="T3" fmla="*/ 1 h 1"/>
                  <a:gd name="T4" fmla="*/ 0 60000 65536"/>
                  <a:gd name="T5" fmla="*/ 0 60000 65536"/>
                  <a:gd name="T6" fmla="*/ 0 w 1707"/>
                  <a:gd name="T7" fmla="*/ 0 h 1"/>
                  <a:gd name="T8" fmla="*/ 1707 w 17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707" h="1">
                    <a:moveTo>
                      <a:pt x="0" y="0"/>
                    </a:moveTo>
                    <a:lnTo>
                      <a:pt x="1707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334" name="Text Box 54">
                <a:extLst>
                  <a:ext uri="{FF2B5EF4-FFF2-40B4-BE49-F238E27FC236}">
                    <a16:creationId xmlns:a16="http://schemas.microsoft.com/office/drawing/2014/main" id="{A00ED32E-C3C7-4E1A-AFA4-DAF14952CF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2" y="2834"/>
                <a:ext cx="36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n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位</a:t>
                </a:r>
              </a:p>
            </p:txBody>
          </p:sp>
          <p:sp>
            <p:nvSpPr>
              <p:cNvPr id="95335" name="Text Box 55">
                <a:extLst>
                  <a:ext uri="{FF2B5EF4-FFF2-40B4-BE49-F238E27FC236}">
                    <a16:creationId xmlns:a16="http://schemas.microsoft.com/office/drawing/2014/main" id="{7AE3E88E-1733-4824-B23D-AA230A77EF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" y="3638"/>
                <a:ext cx="41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M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块</a:t>
                </a:r>
              </a:p>
            </p:txBody>
          </p:sp>
          <p:sp>
            <p:nvSpPr>
              <p:cNvPr id="95336" name="Text Box 56">
                <a:extLst>
                  <a:ext uri="{FF2B5EF4-FFF2-40B4-BE49-F238E27FC236}">
                    <a16:creationId xmlns:a16="http://schemas.microsoft.com/office/drawing/2014/main" id="{DC5FA927-7D5F-4089-83C4-7DA2AD2F5A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4" y="3648"/>
                <a:ext cx="54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个字</a:t>
                </a:r>
              </a:p>
            </p:txBody>
          </p:sp>
        </p:grpSp>
        <p:grpSp>
          <p:nvGrpSpPr>
            <p:cNvPr id="95242" name="Group 57">
              <a:extLst>
                <a:ext uri="{FF2B5EF4-FFF2-40B4-BE49-F238E27FC236}">
                  <a16:creationId xmlns:a16="http://schemas.microsoft.com/office/drawing/2014/main" id="{86885274-BA87-457E-9F7A-51533870EE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0" y="806"/>
              <a:ext cx="2765" cy="3092"/>
              <a:chOff x="2850" y="806"/>
              <a:chExt cx="2765" cy="3092"/>
            </a:xfrm>
          </p:grpSpPr>
          <p:sp>
            <p:nvSpPr>
              <p:cNvPr id="95243" name="Rectangle 58">
                <a:extLst>
                  <a:ext uri="{FF2B5EF4-FFF2-40B4-BE49-F238E27FC236}">
                    <a16:creationId xmlns:a16="http://schemas.microsoft.com/office/drawing/2014/main" id="{87C87C2B-E169-4BB1-9D46-3F03A3DEE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3372"/>
                <a:ext cx="716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44" name="Text Box 59">
                <a:extLst>
                  <a:ext uri="{FF2B5EF4-FFF2-40B4-BE49-F238E27FC236}">
                    <a16:creationId xmlns:a16="http://schemas.microsoft.com/office/drawing/2014/main" id="{8219656C-FA50-4B6C-BDB3-5307D4EFAB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36" y="3377"/>
                <a:ext cx="75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缓存块号</a:t>
                </a:r>
              </a:p>
            </p:txBody>
          </p:sp>
          <p:sp>
            <p:nvSpPr>
              <p:cNvPr id="95245" name="Text Box 60">
                <a:extLst>
                  <a:ext uri="{FF2B5EF4-FFF2-40B4-BE49-F238E27FC236}">
                    <a16:creationId xmlns:a16="http://schemas.microsoft.com/office/drawing/2014/main" id="{C6FC47C9-2DA0-45D2-AF37-4F6C9CD664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32" y="3377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块内地址</a:t>
                </a:r>
                <a:endPara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46" name="Rectangle 61">
                <a:extLst>
                  <a:ext uri="{FF2B5EF4-FFF2-40B4-BE49-F238E27FC236}">
                    <a16:creationId xmlns:a16="http://schemas.microsoft.com/office/drawing/2014/main" id="{D528E9BD-BB00-466F-BC7E-815436E77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" y="3372"/>
                <a:ext cx="864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47" name="Freeform 62">
                <a:extLst>
                  <a:ext uri="{FF2B5EF4-FFF2-40B4-BE49-F238E27FC236}">
                    <a16:creationId xmlns:a16="http://schemas.microsoft.com/office/drawing/2014/main" id="{2BBF8498-A35F-49DD-AFAD-A3899911C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168"/>
                <a:ext cx="1" cy="227"/>
              </a:xfrm>
              <a:custGeom>
                <a:avLst/>
                <a:gdLst>
                  <a:gd name="T0" fmla="*/ 0 w 1"/>
                  <a:gd name="T1" fmla="*/ 0 h 540"/>
                  <a:gd name="T2" fmla="*/ 0 w 1"/>
                  <a:gd name="T3" fmla="*/ 0 h 540"/>
                  <a:gd name="T4" fmla="*/ 0 60000 65536"/>
                  <a:gd name="T5" fmla="*/ 0 60000 65536"/>
                  <a:gd name="T6" fmla="*/ 0 w 1"/>
                  <a:gd name="T7" fmla="*/ 0 h 540"/>
                  <a:gd name="T8" fmla="*/ 1 w 1"/>
                  <a:gd name="T9" fmla="*/ 540 h 54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40">
                    <a:moveTo>
                      <a:pt x="0" y="0"/>
                    </a:moveTo>
                    <a:lnTo>
                      <a:pt x="0" y="5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48" name="Freeform 63">
                <a:extLst>
                  <a:ext uri="{FF2B5EF4-FFF2-40B4-BE49-F238E27FC236}">
                    <a16:creationId xmlns:a16="http://schemas.microsoft.com/office/drawing/2014/main" id="{43F83B37-FE49-4D88-B028-68D53653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3168"/>
                <a:ext cx="1" cy="227"/>
              </a:xfrm>
              <a:custGeom>
                <a:avLst/>
                <a:gdLst>
                  <a:gd name="T0" fmla="*/ 0 w 1"/>
                  <a:gd name="T1" fmla="*/ 0 h 543"/>
                  <a:gd name="T2" fmla="*/ 0 w 1"/>
                  <a:gd name="T3" fmla="*/ 0 h 543"/>
                  <a:gd name="T4" fmla="*/ 0 60000 65536"/>
                  <a:gd name="T5" fmla="*/ 0 60000 65536"/>
                  <a:gd name="T6" fmla="*/ 0 w 1"/>
                  <a:gd name="T7" fmla="*/ 0 h 543"/>
                  <a:gd name="T8" fmla="*/ 1 w 1"/>
                  <a:gd name="T9" fmla="*/ 543 h 5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43">
                    <a:moveTo>
                      <a:pt x="0" y="0"/>
                    </a:moveTo>
                    <a:lnTo>
                      <a:pt x="0" y="5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49" name="Freeform 64">
                <a:extLst>
                  <a:ext uri="{FF2B5EF4-FFF2-40B4-BE49-F238E27FC236}">
                    <a16:creationId xmlns:a16="http://schemas.microsoft.com/office/drawing/2014/main" id="{28B86AE8-EAF2-40BE-828A-984D68BC2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3150"/>
                <a:ext cx="1" cy="227"/>
              </a:xfrm>
              <a:custGeom>
                <a:avLst/>
                <a:gdLst>
                  <a:gd name="T0" fmla="*/ 0 w 1"/>
                  <a:gd name="T1" fmla="*/ 0 h 306"/>
                  <a:gd name="T2" fmla="*/ 0 w 1"/>
                  <a:gd name="T3" fmla="*/ 21 h 306"/>
                  <a:gd name="T4" fmla="*/ 0 60000 65536"/>
                  <a:gd name="T5" fmla="*/ 0 60000 65536"/>
                  <a:gd name="T6" fmla="*/ 0 w 1"/>
                  <a:gd name="T7" fmla="*/ 0 h 306"/>
                  <a:gd name="T8" fmla="*/ 1 w 1"/>
                  <a:gd name="T9" fmla="*/ 306 h 3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06">
                    <a:moveTo>
                      <a:pt x="0" y="0"/>
                    </a:moveTo>
                    <a:lnTo>
                      <a:pt x="0" y="30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50" name="Freeform 65">
                <a:extLst>
                  <a:ext uri="{FF2B5EF4-FFF2-40B4-BE49-F238E27FC236}">
                    <a16:creationId xmlns:a16="http://schemas.microsoft.com/office/drawing/2014/main" id="{7E482E7B-03F5-4540-80ED-4077A3D44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269"/>
                <a:ext cx="725" cy="1"/>
              </a:xfrm>
              <a:custGeom>
                <a:avLst/>
                <a:gdLst>
                  <a:gd name="T0" fmla="*/ 0 w 852"/>
                  <a:gd name="T1" fmla="*/ 0 h 1"/>
                  <a:gd name="T2" fmla="*/ 199 w 852"/>
                  <a:gd name="T3" fmla="*/ 0 h 1"/>
                  <a:gd name="T4" fmla="*/ 0 60000 65536"/>
                  <a:gd name="T5" fmla="*/ 0 60000 65536"/>
                  <a:gd name="T6" fmla="*/ 0 w 852"/>
                  <a:gd name="T7" fmla="*/ 0 h 1"/>
                  <a:gd name="T8" fmla="*/ 852 w 85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52" h="1">
                    <a:moveTo>
                      <a:pt x="0" y="0"/>
                    </a:moveTo>
                    <a:lnTo>
                      <a:pt x="85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51" name="Text Box 66">
                <a:extLst>
                  <a:ext uri="{FF2B5EF4-FFF2-40B4-BE49-F238E27FC236}">
                    <a16:creationId xmlns:a16="http://schemas.microsoft.com/office/drawing/2014/main" id="{AB08B644-0D0C-43F5-A7EA-67A38A8AA0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48" y="3045"/>
                <a:ext cx="34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位</a:t>
                </a:r>
              </a:p>
            </p:txBody>
          </p:sp>
          <p:sp>
            <p:nvSpPr>
              <p:cNvPr id="95252" name="Freeform 67">
                <a:extLst>
                  <a:ext uri="{FF2B5EF4-FFF2-40B4-BE49-F238E27FC236}">
                    <a16:creationId xmlns:a16="http://schemas.microsoft.com/office/drawing/2014/main" id="{E3C22CF9-9A0C-4691-AAF8-111F9A65F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3267"/>
                <a:ext cx="870" cy="3"/>
              </a:xfrm>
              <a:custGeom>
                <a:avLst/>
                <a:gdLst>
                  <a:gd name="T0" fmla="*/ 0 w 870"/>
                  <a:gd name="T1" fmla="*/ 3 h 3"/>
                  <a:gd name="T2" fmla="*/ 870 w 870"/>
                  <a:gd name="T3" fmla="*/ 0 h 3"/>
                  <a:gd name="T4" fmla="*/ 0 60000 65536"/>
                  <a:gd name="T5" fmla="*/ 0 60000 65536"/>
                  <a:gd name="T6" fmla="*/ 0 w 870"/>
                  <a:gd name="T7" fmla="*/ 0 h 3"/>
                  <a:gd name="T8" fmla="*/ 870 w 87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70" h="3">
                    <a:moveTo>
                      <a:pt x="0" y="3"/>
                    </a:moveTo>
                    <a:lnTo>
                      <a:pt x="87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53" name="Text Box 68">
                <a:extLst>
                  <a:ext uri="{FF2B5EF4-FFF2-40B4-BE49-F238E27FC236}">
                    <a16:creationId xmlns:a16="http://schemas.microsoft.com/office/drawing/2014/main" id="{DD68BB2F-C8F6-421A-9463-E18DE19E71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4" y="3045"/>
                <a:ext cx="3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位</a:t>
                </a:r>
              </a:p>
            </p:txBody>
          </p:sp>
          <p:sp>
            <p:nvSpPr>
              <p:cNvPr id="95254" name="Text Box 69">
                <a:extLst>
                  <a:ext uri="{FF2B5EF4-FFF2-40B4-BE49-F238E27FC236}">
                    <a16:creationId xmlns:a16="http://schemas.microsoft.com/office/drawing/2014/main" id="{30002A37-09C0-4CD4-ACB4-DE9BA9FBD0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6" y="3638"/>
                <a:ext cx="38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块</a:t>
                </a:r>
              </a:p>
            </p:txBody>
          </p:sp>
          <p:sp>
            <p:nvSpPr>
              <p:cNvPr id="95255" name="Text Box 70">
                <a:extLst>
                  <a:ext uri="{FF2B5EF4-FFF2-40B4-BE49-F238E27FC236}">
                    <a16:creationId xmlns:a16="http://schemas.microsoft.com/office/drawing/2014/main" id="{F7E9C5F1-1979-4ED4-86D4-811C105725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2" y="3648"/>
                <a:ext cx="54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个字</a:t>
                </a:r>
              </a:p>
            </p:txBody>
          </p:sp>
          <p:sp>
            <p:nvSpPr>
              <p:cNvPr id="95256" name="Rectangle 71">
                <a:extLst>
                  <a:ext uri="{FF2B5EF4-FFF2-40B4-BE49-F238E27FC236}">
                    <a16:creationId xmlns:a16="http://schemas.microsoft.com/office/drawing/2014/main" id="{BE8B1471-75CB-4A3F-BFA7-12F8862C5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2092"/>
                <a:ext cx="816" cy="4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57" name="Rectangle 72">
                <a:extLst>
                  <a:ext uri="{FF2B5EF4-FFF2-40B4-BE49-F238E27FC236}">
                    <a16:creationId xmlns:a16="http://schemas.microsoft.com/office/drawing/2014/main" id="{14B35308-9B3F-4FC2-98A4-976944AE5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1368"/>
                <a:ext cx="816" cy="32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58" name="Rectangle 73">
                <a:extLst>
                  <a:ext uri="{FF2B5EF4-FFF2-40B4-BE49-F238E27FC236}">
                    <a16:creationId xmlns:a16="http://schemas.microsoft.com/office/drawing/2014/main" id="{A16EE1E9-F018-4908-A4E5-EB686619B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1208"/>
                <a:ext cx="816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59" name="Rectangle 74">
                <a:extLst>
                  <a:ext uri="{FF2B5EF4-FFF2-40B4-BE49-F238E27FC236}">
                    <a16:creationId xmlns:a16="http://schemas.microsoft.com/office/drawing/2014/main" id="{8AA8E861-0594-43EF-86E1-84254B72B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1048"/>
                <a:ext cx="816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60" name="Line 75">
                <a:extLst>
                  <a:ext uri="{FF2B5EF4-FFF2-40B4-BE49-F238E27FC236}">
                    <a16:creationId xmlns:a16="http://schemas.microsoft.com/office/drawing/2014/main" id="{10E102CF-DBDE-466D-992A-2C37DE9A0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9" y="1048"/>
                <a:ext cx="816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61" name="Line 76">
                <a:extLst>
                  <a:ext uri="{FF2B5EF4-FFF2-40B4-BE49-F238E27FC236}">
                    <a16:creationId xmlns:a16="http://schemas.microsoft.com/office/drawing/2014/main" id="{04CAF4AC-E962-4ABE-B522-8B6A0F863D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9" y="1208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62" name="Line 77">
                <a:extLst>
                  <a:ext uri="{FF2B5EF4-FFF2-40B4-BE49-F238E27FC236}">
                    <a16:creationId xmlns:a16="http://schemas.microsoft.com/office/drawing/2014/main" id="{366247E0-E83A-4FC0-89D7-8313C86940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9" y="1368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63" name="Line 78">
                <a:extLst>
                  <a:ext uri="{FF2B5EF4-FFF2-40B4-BE49-F238E27FC236}">
                    <a16:creationId xmlns:a16="http://schemas.microsoft.com/office/drawing/2014/main" id="{623E10A7-BC06-4BD7-9036-39B978D7E6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9" y="2019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64" name="Line 79">
                <a:extLst>
                  <a:ext uri="{FF2B5EF4-FFF2-40B4-BE49-F238E27FC236}">
                    <a16:creationId xmlns:a16="http://schemas.microsoft.com/office/drawing/2014/main" id="{DB924467-B9A7-42AD-9D4F-F6CA25224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9" y="1048"/>
                <a:ext cx="0" cy="1185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65" name="Line 80">
                <a:extLst>
                  <a:ext uri="{FF2B5EF4-FFF2-40B4-BE49-F238E27FC236}">
                    <a16:creationId xmlns:a16="http://schemas.microsoft.com/office/drawing/2014/main" id="{61E502F5-2197-4EE8-AEDE-58DE1C463B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35" y="1048"/>
                <a:ext cx="0" cy="1185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95266" name="Group 81">
                <a:extLst>
                  <a:ext uri="{FF2B5EF4-FFF2-40B4-BE49-F238E27FC236}">
                    <a16:creationId xmlns:a16="http://schemas.microsoft.com/office/drawing/2014/main" id="{1B272FB5-9226-4C4D-8C36-3A096D7FFD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13" y="2064"/>
                <a:ext cx="266" cy="462"/>
                <a:chOff x="1654" y="2592"/>
                <a:chExt cx="266" cy="610"/>
              </a:xfrm>
            </p:grpSpPr>
            <p:sp>
              <p:nvSpPr>
                <p:cNvPr id="95290" name="Text Box 82">
                  <a:extLst>
                    <a:ext uri="{FF2B5EF4-FFF2-40B4-BE49-F238E27FC236}">
                      <a16:creationId xmlns:a16="http://schemas.microsoft.com/office/drawing/2014/main" id="{B5803FCB-E66A-44BC-811B-AEBD6A8EFF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54" y="2592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~</a:t>
                  </a:r>
                </a:p>
              </p:txBody>
            </p:sp>
            <p:sp>
              <p:nvSpPr>
                <p:cNvPr id="95291" name="Text Box 83">
                  <a:extLst>
                    <a:ext uri="{FF2B5EF4-FFF2-40B4-BE49-F238E27FC236}">
                      <a16:creationId xmlns:a16="http://schemas.microsoft.com/office/drawing/2014/main" id="{3763500B-43E9-423F-AE62-E5D3F0B5D01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~</a:t>
                  </a:r>
                </a:p>
              </p:txBody>
            </p:sp>
          </p:grpSp>
          <p:grpSp>
            <p:nvGrpSpPr>
              <p:cNvPr id="95267" name="Group 84">
                <a:extLst>
                  <a:ext uri="{FF2B5EF4-FFF2-40B4-BE49-F238E27FC236}">
                    <a16:creationId xmlns:a16="http://schemas.microsoft.com/office/drawing/2014/main" id="{A19BC9FC-415F-4461-B9E2-2451812099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5" y="2064"/>
                <a:ext cx="266" cy="462"/>
                <a:chOff x="1654" y="2592"/>
                <a:chExt cx="266" cy="610"/>
              </a:xfrm>
            </p:grpSpPr>
            <p:sp>
              <p:nvSpPr>
                <p:cNvPr id="95288" name="Text Box 85">
                  <a:extLst>
                    <a:ext uri="{FF2B5EF4-FFF2-40B4-BE49-F238E27FC236}">
                      <a16:creationId xmlns:a16="http://schemas.microsoft.com/office/drawing/2014/main" id="{A40BAA36-CA1B-4160-B47E-A171DC5804C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54" y="2592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~</a:t>
                  </a:r>
                </a:p>
              </p:txBody>
            </p:sp>
            <p:sp>
              <p:nvSpPr>
                <p:cNvPr id="95289" name="Text Box 86">
                  <a:extLst>
                    <a:ext uri="{FF2B5EF4-FFF2-40B4-BE49-F238E27FC236}">
                      <a16:creationId xmlns:a16="http://schemas.microsoft.com/office/drawing/2014/main" id="{1CD78044-9185-4A6D-8A3F-0328917C20C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3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~</a:t>
                  </a:r>
                </a:p>
              </p:txBody>
            </p:sp>
          </p:grpSp>
          <p:sp>
            <p:nvSpPr>
              <p:cNvPr id="95268" name="Text Box 87">
                <a:extLst>
                  <a:ext uri="{FF2B5EF4-FFF2-40B4-BE49-F238E27FC236}">
                    <a16:creationId xmlns:a16="http://schemas.microsoft.com/office/drawing/2014/main" id="{F7E491CF-2B49-45A8-8870-A3691CBA9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07" y="1418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95269" name="Text Box 88">
                <a:extLst>
                  <a:ext uri="{FF2B5EF4-FFF2-40B4-BE49-F238E27FC236}">
                    <a16:creationId xmlns:a16="http://schemas.microsoft.com/office/drawing/2014/main" id="{76BB8091-D79F-4FAD-8A62-354E9C27FF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07" y="1728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…</a:t>
                </a:r>
              </a:p>
            </p:txBody>
          </p:sp>
          <p:sp>
            <p:nvSpPr>
              <p:cNvPr id="95270" name="AutoShape 89">
                <a:extLst>
                  <a:ext uri="{FF2B5EF4-FFF2-40B4-BE49-F238E27FC236}">
                    <a16:creationId xmlns:a16="http://schemas.microsoft.com/office/drawing/2014/main" id="{F80DF8BB-8942-4369-9596-AEAB8EBA9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1048"/>
                <a:ext cx="95" cy="636"/>
              </a:xfrm>
              <a:prstGeom prst="rightBrace">
                <a:avLst>
                  <a:gd name="adj1" fmla="val 55789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71" name="AutoShape 90">
                <a:extLst>
                  <a:ext uri="{FF2B5EF4-FFF2-40B4-BE49-F238E27FC236}">
                    <a16:creationId xmlns:a16="http://schemas.microsoft.com/office/drawing/2014/main" id="{A19C5BEF-3859-4F3C-8ACD-6EC672925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1703"/>
                <a:ext cx="100" cy="328"/>
              </a:xfrm>
              <a:prstGeom prst="rightBrace">
                <a:avLst>
                  <a:gd name="adj1" fmla="val 27333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72" name="AutoShape 91">
                <a:extLst>
                  <a:ext uri="{FF2B5EF4-FFF2-40B4-BE49-F238E27FC236}">
                    <a16:creationId xmlns:a16="http://schemas.microsoft.com/office/drawing/2014/main" id="{84EB037B-7F49-45E7-B28B-C13811CC6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502"/>
                <a:ext cx="100" cy="330"/>
              </a:xfrm>
              <a:prstGeom prst="rightBrace">
                <a:avLst>
                  <a:gd name="adj1" fmla="val 27500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73" name="Text Box 92">
                <a:extLst>
                  <a:ext uri="{FF2B5EF4-FFF2-40B4-BE49-F238E27FC236}">
                    <a16:creationId xmlns:a16="http://schemas.microsoft.com/office/drawing/2014/main" id="{98B7F5DA-316A-4232-862E-86355A8A97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52" y="1290"/>
                <a:ext cx="55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字块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5274" name="Text Box 93">
                <a:extLst>
                  <a:ext uri="{FF2B5EF4-FFF2-40B4-BE49-F238E27FC236}">
                    <a16:creationId xmlns:a16="http://schemas.microsoft.com/office/drawing/2014/main" id="{7057A563-6046-4B3C-ACB0-F943062220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52" y="1776"/>
                <a:ext cx="55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字块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5275" name="Text Box 94">
                <a:extLst>
                  <a:ext uri="{FF2B5EF4-FFF2-40B4-BE49-F238E27FC236}">
                    <a16:creationId xmlns:a16="http://schemas.microsoft.com/office/drawing/2014/main" id="{367F26D8-AF0F-4202-8F89-A1D78AE0E9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52" y="2570"/>
                <a:ext cx="86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字块  </a:t>
                </a: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－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5276" name="Rectangle 95">
                <a:extLst>
                  <a:ext uri="{FF2B5EF4-FFF2-40B4-BE49-F238E27FC236}">
                    <a16:creationId xmlns:a16="http://schemas.microsoft.com/office/drawing/2014/main" id="{9DF6F1F8-D13D-44E0-82C0-AD6C0AB81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1048"/>
                <a:ext cx="432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77" name="Rectangle 96">
                <a:extLst>
                  <a:ext uri="{FF2B5EF4-FFF2-40B4-BE49-F238E27FC236}">
                    <a16:creationId xmlns:a16="http://schemas.microsoft.com/office/drawing/2014/main" id="{9D830C60-2D5C-4FDF-A49A-65B4F917A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1694"/>
                <a:ext cx="432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78" name="Rectangle 97">
                <a:extLst>
                  <a:ext uri="{FF2B5EF4-FFF2-40B4-BE49-F238E27FC236}">
                    <a16:creationId xmlns:a16="http://schemas.microsoft.com/office/drawing/2014/main" id="{073FB971-FB77-4308-880D-3D42606B6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487"/>
                <a:ext cx="432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79" name="Text Box 98">
                <a:extLst>
                  <a:ext uri="{FF2B5EF4-FFF2-40B4-BE49-F238E27FC236}">
                    <a16:creationId xmlns:a16="http://schemas.microsoft.com/office/drawing/2014/main" id="{8E31473F-6461-46D4-B419-2B62C07FA2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96" y="995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5280" name="Text Box 99">
                <a:extLst>
                  <a:ext uri="{FF2B5EF4-FFF2-40B4-BE49-F238E27FC236}">
                    <a16:creationId xmlns:a16="http://schemas.microsoft.com/office/drawing/2014/main" id="{439E6DBB-21CC-404F-87D9-59E4A5CEBA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96" y="1650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5281" name="Text Box 100">
                <a:extLst>
                  <a:ext uri="{FF2B5EF4-FFF2-40B4-BE49-F238E27FC236}">
                    <a16:creationId xmlns:a16="http://schemas.microsoft.com/office/drawing/2014/main" id="{73905CBE-5B20-46A3-AD88-EDF064AA72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50" y="2400"/>
                <a:ext cx="55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1" u="none" strike="noStrike" kern="1200" cap="none" spc="0" normalizeH="0" baseline="48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  <a:r>
                  <a:rPr kumimoji="1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－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5282" name="Text Box 101">
                <a:extLst>
                  <a:ext uri="{FF2B5EF4-FFF2-40B4-BE49-F238E27FC236}">
                    <a16:creationId xmlns:a16="http://schemas.microsoft.com/office/drawing/2014/main" id="{9910E1E4-B652-44A1-B403-3E35B7BA10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54" y="806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9966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标记</a:t>
                </a:r>
              </a:p>
            </p:txBody>
          </p:sp>
          <p:sp>
            <p:nvSpPr>
              <p:cNvPr id="95283" name="Text Box 102">
                <a:extLst>
                  <a:ext uri="{FF2B5EF4-FFF2-40B4-BE49-F238E27FC236}">
                    <a16:creationId xmlns:a16="http://schemas.microsoft.com/office/drawing/2014/main" id="{58A4F79B-194C-4511-BBCA-4304715F05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84" y="806"/>
                <a:ext cx="54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Cache</a:t>
                </a:r>
              </a:p>
            </p:txBody>
          </p:sp>
          <p:sp>
            <p:nvSpPr>
              <p:cNvPr id="95284" name="Text Box 103">
                <a:extLst>
                  <a:ext uri="{FF2B5EF4-FFF2-40B4-BE49-F238E27FC236}">
                    <a16:creationId xmlns:a16="http://schemas.microsoft.com/office/drawing/2014/main" id="{53A916CC-351F-4626-B078-AC5F4B349A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52" y="806"/>
                <a:ext cx="75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缓存块号</a:t>
                </a:r>
              </a:p>
            </p:txBody>
          </p:sp>
          <p:sp>
            <p:nvSpPr>
              <p:cNvPr id="95285" name="Rectangle 104">
                <a:extLst>
                  <a:ext uri="{FF2B5EF4-FFF2-40B4-BE49-F238E27FC236}">
                    <a16:creationId xmlns:a16="http://schemas.microsoft.com/office/drawing/2014/main" id="{20C6778B-B0C9-426D-83FD-D769EDE9D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" y="2482"/>
                <a:ext cx="816" cy="34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86" name="Freeform 105">
                <a:extLst>
                  <a:ext uri="{FF2B5EF4-FFF2-40B4-BE49-F238E27FC236}">
                    <a16:creationId xmlns:a16="http://schemas.microsoft.com/office/drawing/2014/main" id="{D5D9F84A-CC1A-43C7-AAA8-E7DD0F731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409"/>
                <a:ext cx="1" cy="303"/>
              </a:xfrm>
              <a:custGeom>
                <a:avLst/>
                <a:gdLst>
                  <a:gd name="T0" fmla="*/ 0 w 1"/>
                  <a:gd name="T1" fmla="*/ 0 h 303"/>
                  <a:gd name="T2" fmla="*/ 1 w 1"/>
                  <a:gd name="T3" fmla="*/ 303 h 303"/>
                  <a:gd name="T4" fmla="*/ 0 60000 65536"/>
                  <a:gd name="T5" fmla="*/ 0 60000 65536"/>
                  <a:gd name="T6" fmla="*/ 0 w 1"/>
                  <a:gd name="T7" fmla="*/ 0 h 303"/>
                  <a:gd name="T8" fmla="*/ 1 w 1"/>
                  <a:gd name="T9" fmla="*/ 303 h 30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03">
                    <a:moveTo>
                      <a:pt x="0" y="0"/>
                    </a:moveTo>
                    <a:lnTo>
                      <a:pt x="1" y="303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287" name="Freeform 106">
                <a:extLst>
                  <a:ext uri="{FF2B5EF4-FFF2-40B4-BE49-F238E27FC236}">
                    <a16:creationId xmlns:a16="http://schemas.microsoft.com/office/drawing/2014/main" id="{E4CFF78E-1DBF-4E1E-8E75-8D65A519D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400"/>
                <a:ext cx="1" cy="317"/>
              </a:xfrm>
              <a:custGeom>
                <a:avLst/>
                <a:gdLst>
                  <a:gd name="T0" fmla="*/ 0 w 1"/>
                  <a:gd name="T1" fmla="*/ 0 h 317"/>
                  <a:gd name="T2" fmla="*/ 0 w 1"/>
                  <a:gd name="T3" fmla="*/ 317 h 317"/>
                  <a:gd name="T4" fmla="*/ 0 60000 65536"/>
                  <a:gd name="T5" fmla="*/ 0 60000 65536"/>
                  <a:gd name="T6" fmla="*/ 0 w 1"/>
                  <a:gd name="T7" fmla="*/ 0 h 317"/>
                  <a:gd name="T8" fmla="*/ 1 w 1"/>
                  <a:gd name="T9" fmla="*/ 317 h 31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17">
                    <a:moveTo>
                      <a:pt x="0" y="0"/>
                    </a:moveTo>
                    <a:lnTo>
                      <a:pt x="0" y="317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4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4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4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4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211" grpId="0" autoUpdateAnimBg="0"/>
      <p:bldP spid="94212" grpId="0" autoUpdateAnimBg="0"/>
      <p:bldP spid="94213" grpId="0" autoUpdateAnimBg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C4511BBD-041B-4086-9530-1AC063F234B9}"/>
              </a:ext>
            </a:extLst>
          </p:cNvPr>
          <p:cNvSpPr txBox="1">
            <a:spLocks noChangeArrowheads="1"/>
          </p:cNvSpPr>
          <p:nvPr/>
        </p:nvSpPr>
        <p:spPr>
          <a:xfrm>
            <a:off x="104446" y="430465"/>
            <a:ext cx="8935108" cy="220478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内存和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Cache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以块为单位进行数据交换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2E4E7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j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2E4E7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j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块地址与块内地址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59C4E92E-C292-4216-A2AB-B83340F7E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7348" y="4649272"/>
            <a:ext cx="18473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anchor="ctr">
            <a:spAutoFit/>
          </a:bodyPr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A1C14315-7565-43F3-83D7-649921E2D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7348" y="4649272"/>
            <a:ext cx="18473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anchor="ctr">
            <a:spAutoFit/>
          </a:bodyPr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7" name="AutoShape 5">
            <a:extLst>
              <a:ext uri="{FF2B5EF4-FFF2-40B4-BE49-F238E27FC236}">
                <a16:creationId xmlns:a16="http://schemas.microsoft.com/office/drawing/2014/main" id="{4A32EB95-9F85-4E1C-A59F-C21BCBAADBA6}"/>
              </a:ext>
            </a:extLst>
          </p:cNvPr>
          <p:cNvSpPr>
            <a:spLocks/>
          </p:cNvSpPr>
          <p:nvPr/>
        </p:nvSpPr>
        <p:spPr bwMode="auto">
          <a:xfrm rot="-5400000">
            <a:off x="3535709" y="2350294"/>
            <a:ext cx="185738" cy="4038600"/>
          </a:xfrm>
          <a:prstGeom prst="leftBrace">
            <a:avLst>
              <a:gd name="adj1" fmla="val 49022"/>
              <a:gd name="adj2" fmla="val 50000"/>
            </a:avLst>
          </a:prstGeom>
          <a:noFill/>
          <a:ln w="19050">
            <a:solidFill>
              <a:srgbClr val="44546A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8" name="Text Box 6">
            <a:extLst>
              <a:ext uri="{FF2B5EF4-FFF2-40B4-BE49-F238E27FC236}">
                <a16:creationId xmlns:a16="http://schemas.microsoft.com/office/drawing/2014/main" id="{BF354F08-9A32-40BF-A23B-2E2C7A81A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9653" y="4487863"/>
            <a:ext cx="604838" cy="315912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>
                <a:solidFill>
                  <a:prstClr val="black"/>
                </a:solidFill>
                <a:ea typeface="微软雅黑"/>
              </a:rPr>
              <a:t>11</a:t>
            </a:r>
            <a:r>
              <a:rPr lang="zh-CN" altLang="en-US">
                <a:solidFill>
                  <a:prstClr val="black"/>
                </a:solidFill>
                <a:ea typeface="微软雅黑"/>
              </a:rPr>
              <a:t>位</a:t>
            </a:r>
            <a:endParaRPr lang="zh-CN" altLang="en-US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688E30A0-920B-44F7-9E1C-1C29778484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1916" y="4487863"/>
            <a:ext cx="527050" cy="315912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>
                <a:solidFill>
                  <a:prstClr val="black"/>
                </a:solidFill>
                <a:ea typeface="微软雅黑"/>
              </a:rPr>
              <a:t>4</a:t>
            </a:r>
            <a:r>
              <a:rPr lang="zh-CN" altLang="en-US">
                <a:solidFill>
                  <a:prstClr val="black"/>
                </a:solidFill>
                <a:ea typeface="微软雅黑"/>
              </a:rPr>
              <a:t>位</a:t>
            </a:r>
            <a:endParaRPr lang="zh-CN" altLang="en-US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10" name="Text Box 8">
            <a:extLst>
              <a:ext uri="{FF2B5EF4-FFF2-40B4-BE49-F238E27FC236}">
                <a16:creationId xmlns:a16="http://schemas.microsoft.com/office/drawing/2014/main" id="{372EAD0B-F5B7-499D-B543-F0FE19E4B1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279" y="3884613"/>
            <a:ext cx="752475" cy="303212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2400" dirty="0">
                <a:solidFill>
                  <a:prstClr val="black"/>
                </a:solidFill>
                <a:ea typeface="微软雅黑"/>
              </a:rPr>
              <a:t>主存</a:t>
            </a:r>
            <a:endParaRPr lang="zh-CN" altLang="en-US" sz="2400" dirty="0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11" name="Text Box 9">
            <a:extLst>
              <a:ext uri="{FF2B5EF4-FFF2-40B4-BE49-F238E27FC236}">
                <a16:creationId xmlns:a16="http://schemas.microsoft.com/office/drawing/2014/main" id="{EE03F490-28B4-47CA-B9F6-4409F804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57178" y="5922963"/>
            <a:ext cx="604838" cy="315912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>
                <a:solidFill>
                  <a:prstClr val="black"/>
                </a:solidFill>
                <a:ea typeface="微软雅黑"/>
              </a:rPr>
              <a:t>8</a:t>
            </a:r>
            <a:r>
              <a:rPr lang="zh-CN" altLang="en-US">
                <a:solidFill>
                  <a:prstClr val="black"/>
                </a:solidFill>
                <a:ea typeface="微软雅黑"/>
              </a:rPr>
              <a:t>位</a:t>
            </a:r>
            <a:endParaRPr lang="zh-CN" altLang="en-US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12" name="Text Box 10">
            <a:extLst>
              <a:ext uri="{FF2B5EF4-FFF2-40B4-BE49-F238E27FC236}">
                <a16:creationId xmlns:a16="http://schemas.microsoft.com/office/drawing/2014/main" id="{10F26123-AC85-4078-ADB7-D36AEB0A83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0291" y="5922963"/>
            <a:ext cx="527050" cy="315912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>
                <a:solidFill>
                  <a:prstClr val="black"/>
                </a:solidFill>
                <a:ea typeface="微软雅黑"/>
              </a:rPr>
              <a:t>4</a:t>
            </a:r>
            <a:r>
              <a:rPr lang="zh-CN" altLang="en-US">
                <a:solidFill>
                  <a:prstClr val="black"/>
                </a:solidFill>
                <a:ea typeface="微软雅黑"/>
              </a:rPr>
              <a:t>位</a:t>
            </a:r>
            <a:endParaRPr lang="zh-CN" altLang="en-US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13" name="Text Box 11">
            <a:extLst>
              <a:ext uri="{FF2B5EF4-FFF2-40B4-BE49-F238E27FC236}">
                <a16:creationId xmlns:a16="http://schemas.microsoft.com/office/drawing/2014/main" id="{1FAAA525-09AA-4326-9AD5-8F51770BB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5479" y="5303839"/>
            <a:ext cx="1019175" cy="3254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2400" dirty="0">
                <a:solidFill>
                  <a:prstClr val="black"/>
                </a:solidFill>
                <a:ea typeface="微软雅黑"/>
              </a:rPr>
              <a:t>Cache</a:t>
            </a:r>
            <a:endParaRPr lang="en-US" altLang="zh-CN" sz="2400" dirty="0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14" name="Text Box 12">
            <a:extLst>
              <a:ext uri="{FF2B5EF4-FFF2-40B4-BE49-F238E27FC236}">
                <a16:creationId xmlns:a16="http://schemas.microsoft.com/office/drawing/2014/main" id="{D4AA2CDB-1A9B-4A8F-BB69-710DA7E5E1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1846" y="4841876"/>
            <a:ext cx="908050" cy="31591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150"/>
              </a:spcBef>
              <a:spcAft>
                <a:spcPts val="0"/>
              </a:spcAft>
              <a:defRPr/>
            </a:pP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11   </a:t>
            </a: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10</a:t>
            </a:r>
            <a:endParaRPr lang="en-US" altLang="zh-CN" dirty="0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15" name="Rectangle 13">
            <a:extLst>
              <a:ext uri="{FF2B5EF4-FFF2-40B4-BE49-F238E27FC236}">
                <a16:creationId xmlns:a16="http://schemas.microsoft.com/office/drawing/2014/main" id="{68DDE3DC-A507-4708-A46A-5DBD42209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6104" y="3783013"/>
            <a:ext cx="4041775" cy="481012"/>
          </a:xfrm>
          <a:prstGeom prst="rect">
            <a:avLst/>
          </a:prstGeom>
          <a:solidFill>
            <a:srgbClr val="0066FF"/>
          </a:solidFill>
          <a:ln w="19050">
            <a:solidFill>
              <a:srgbClr val="44546A"/>
            </a:solidFill>
            <a:miter lim="800000"/>
            <a:headEnd/>
            <a:tailEnd/>
          </a:ln>
        </p:spPr>
        <p:txBody>
          <a:bodyPr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</a:rPr>
              <a:t>块地址</a:t>
            </a:r>
          </a:p>
        </p:txBody>
      </p:sp>
      <p:sp>
        <p:nvSpPr>
          <p:cNvPr id="16" name="AutoShape 14">
            <a:extLst>
              <a:ext uri="{FF2B5EF4-FFF2-40B4-BE49-F238E27FC236}">
                <a16:creationId xmlns:a16="http://schemas.microsoft.com/office/drawing/2014/main" id="{168E329A-9ACF-406D-9ADB-EA7B253AA9CD}"/>
              </a:ext>
            </a:extLst>
          </p:cNvPr>
          <p:cNvSpPr>
            <a:spLocks/>
          </p:cNvSpPr>
          <p:nvPr/>
        </p:nvSpPr>
        <p:spPr bwMode="auto">
          <a:xfrm rot="-5400000">
            <a:off x="6334474" y="3601243"/>
            <a:ext cx="150812" cy="1524001"/>
          </a:xfrm>
          <a:prstGeom prst="leftBrace">
            <a:avLst>
              <a:gd name="adj1" fmla="val 52739"/>
              <a:gd name="adj2" fmla="val 50000"/>
            </a:avLst>
          </a:prstGeom>
          <a:noFill/>
          <a:ln w="19050">
            <a:solidFill>
              <a:srgbClr val="44546A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7" name="Text Box 15">
            <a:extLst>
              <a:ext uri="{FF2B5EF4-FFF2-40B4-BE49-F238E27FC236}">
                <a16:creationId xmlns:a16="http://schemas.microsoft.com/office/drawing/2014/main" id="{E192A40F-05BD-40AF-94A4-163385E233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2737" y="3425826"/>
            <a:ext cx="1698625" cy="31591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150"/>
              </a:spcBef>
              <a:spcAft>
                <a:spcPts val="0"/>
              </a:spcAft>
              <a:defRPr/>
            </a:pP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14   </a:t>
            </a: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13  </a:t>
            </a:r>
            <a:endParaRPr lang="en-US" altLang="zh-CN" dirty="0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18" name="Text Box 16">
            <a:extLst>
              <a:ext uri="{FF2B5EF4-FFF2-40B4-BE49-F238E27FC236}">
                <a16:creationId xmlns:a16="http://schemas.microsoft.com/office/drawing/2014/main" id="{3C0A902F-14E6-4600-9584-701232A650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0054" y="3425825"/>
            <a:ext cx="2170113" cy="3175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150"/>
              </a:spcBef>
              <a:spcAft>
                <a:spcPts val="0"/>
              </a:spcAft>
              <a:defRPr/>
            </a:pP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3   </a:t>
            </a: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2   </a:t>
            </a: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1   </a:t>
            </a: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0</a:t>
            </a:r>
            <a:endParaRPr lang="en-US" altLang="zh-CN" dirty="0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19" name="Text Box 17">
            <a:extLst>
              <a:ext uri="{FF2B5EF4-FFF2-40B4-BE49-F238E27FC236}">
                <a16:creationId xmlns:a16="http://schemas.microsoft.com/office/drawing/2014/main" id="{84C851AB-A545-4382-BE46-49E40795F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5678" y="3197225"/>
            <a:ext cx="1219200" cy="3810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3200">
                <a:solidFill>
                  <a:prstClr val="black"/>
                </a:solidFill>
                <a:latin typeface="Times New Roman"/>
                <a:ea typeface="微软雅黑"/>
              </a:rPr>
              <a:t>…</a:t>
            </a:r>
            <a:endParaRPr lang="en-US" altLang="zh-CN" sz="3200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20" name="Text Box 18">
            <a:extLst>
              <a:ext uri="{FF2B5EF4-FFF2-40B4-BE49-F238E27FC236}">
                <a16:creationId xmlns:a16="http://schemas.microsoft.com/office/drawing/2014/main" id="{4A9472CD-4B7B-45A4-A55A-63652406A9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1749" y="3313113"/>
            <a:ext cx="917575" cy="315912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zh-CN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21" name="AutoShape 19">
            <a:extLst>
              <a:ext uri="{FF2B5EF4-FFF2-40B4-BE49-F238E27FC236}">
                <a16:creationId xmlns:a16="http://schemas.microsoft.com/office/drawing/2014/main" id="{71F02292-D5A9-4A43-BA73-4A5ADFB178A6}"/>
              </a:ext>
            </a:extLst>
          </p:cNvPr>
          <p:cNvSpPr>
            <a:spLocks/>
          </p:cNvSpPr>
          <p:nvPr/>
        </p:nvSpPr>
        <p:spPr bwMode="auto">
          <a:xfrm rot="-5400000">
            <a:off x="4104037" y="4363245"/>
            <a:ext cx="184150" cy="2903538"/>
          </a:xfrm>
          <a:prstGeom prst="leftBrace">
            <a:avLst>
              <a:gd name="adj1" fmla="val 35893"/>
              <a:gd name="adj2" fmla="val 50000"/>
            </a:avLst>
          </a:prstGeom>
          <a:noFill/>
          <a:ln w="19050">
            <a:solidFill>
              <a:srgbClr val="44546A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2" name="Rectangle 20">
            <a:extLst>
              <a:ext uri="{FF2B5EF4-FFF2-40B4-BE49-F238E27FC236}">
                <a16:creationId xmlns:a16="http://schemas.microsoft.com/office/drawing/2014/main" id="{4A99AB18-2CD5-4EF5-8621-80CC3B3CA5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7992" y="5227639"/>
            <a:ext cx="2909887" cy="477837"/>
          </a:xfrm>
          <a:prstGeom prst="rect">
            <a:avLst/>
          </a:prstGeom>
          <a:solidFill>
            <a:srgbClr val="66FF33"/>
          </a:solidFill>
          <a:ln w="19050">
            <a:solidFill>
              <a:srgbClr val="44546A"/>
            </a:solidFill>
            <a:miter lim="800000"/>
            <a:headEnd/>
            <a:tailEnd/>
          </a:ln>
        </p:spPr>
        <p:txBody>
          <a:bodyPr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微软雅黑"/>
                <a:ea typeface="微软雅黑"/>
              </a:rPr>
              <a:t>块地址</a:t>
            </a:r>
          </a:p>
        </p:txBody>
      </p:sp>
      <p:sp>
        <p:nvSpPr>
          <p:cNvPr id="23" name="AutoShape 21">
            <a:extLst>
              <a:ext uri="{FF2B5EF4-FFF2-40B4-BE49-F238E27FC236}">
                <a16:creationId xmlns:a16="http://schemas.microsoft.com/office/drawing/2014/main" id="{335213DA-44B2-4321-B91B-C82418A4F532}"/>
              </a:ext>
            </a:extLst>
          </p:cNvPr>
          <p:cNvSpPr>
            <a:spLocks/>
          </p:cNvSpPr>
          <p:nvPr/>
        </p:nvSpPr>
        <p:spPr bwMode="auto">
          <a:xfrm rot="-5400000">
            <a:off x="6324155" y="5054598"/>
            <a:ext cx="171449" cy="1524001"/>
          </a:xfrm>
          <a:prstGeom prst="leftBrace">
            <a:avLst>
              <a:gd name="adj1" fmla="val 52796"/>
              <a:gd name="adj2" fmla="val 50000"/>
            </a:avLst>
          </a:prstGeom>
          <a:noFill/>
          <a:ln w="19050">
            <a:solidFill>
              <a:srgbClr val="44546A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4" name="Text Box 22">
            <a:extLst>
              <a:ext uri="{FF2B5EF4-FFF2-40B4-BE49-F238E27FC236}">
                <a16:creationId xmlns:a16="http://schemas.microsoft.com/office/drawing/2014/main" id="{53ED23BA-688B-4DF5-89E6-4F4DBD8447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16016" y="3429000"/>
            <a:ext cx="1231900" cy="3175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150"/>
              </a:spcBef>
              <a:spcAft>
                <a:spcPts val="0"/>
              </a:spcAft>
              <a:defRPr/>
            </a:pPr>
            <a:r>
              <a:rPr lang="en-US" altLang="zh-CN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>
                <a:solidFill>
                  <a:prstClr val="black"/>
                </a:solidFill>
                <a:ea typeface="微软雅黑"/>
              </a:rPr>
              <a:t>5   </a:t>
            </a:r>
            <a:r>
              <a:rPr lang="en-US" altLang="zh-CN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>
                <a:solidFill>
                  <a:prstClr val="black"/>
                </a:solidFill>
                <a:ea typeface="微软雅黑"/>
              </a:rPr>
              <a:t>4</a:t>
            </a:r>
            <a:endParaRPr lang="en-US" altLang="zh-CN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25" name="Text Box 23">
            <a:extLst>
              <a:ext uri="{FF2B5EF4-FFF2-40B4-BE49-F238E27FC236}">
                <a16:creationId xmlns:a16="http://schemas.microsoft.com/office/drawing/2014/main" id="{F835D442-F3E1-406F-9703-C9EED982B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3079" y="4852988"/>
            <a:ext cx="2170113" cy="315912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150"/>
              </a:spcBef>
              <a:spcAft>
                <a:spcPts val="0"/>
              </a:spcAft>
              <a:defRPr/>
            </a:pP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3   </a:t>
            </a: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2   </a:t>
            </a: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1   </a:t>
            </a:r>
            <a:r>
              <a:rPr lang="en-US" altLang="zh-CN" dirty="0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 dirty="0">
                <a:solidFill>
                  <a:prstClr val="black"/>
                </a:solidFill>
                <a:ea typeface="微软雅黑"/>
              </a:rPr>
              <a:t>0</a:t>
            </a:r>
            <a:endParaRPr lang="en-US" altLang="zh-CN" dirty="0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26" name="Text Box 24">
            <a:extLst>
              <a:ext uri="{FF2B5EF4-FFF2-40B4-BE49-F238E27FC236}">
                <a16:creationId xmlns:a16="http://schemas.microsoft.com/office/drawing/2014/main" id="{108203DD-CEFA-4E71-84A0-3A37EDE186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16016" y="4852988"/>
            <a:ext cx="1231900" cy="315912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150"/>
              </a:spcBef>
              <a:spcAft>
                <a:spcPts val="0"/>
              </a:spcAft>
              <a:defRPr/>
            </a:pPr>
            <a:r>
              <a:rPr lang="en-US" altLang="zh-CN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>
                <a:solidFill>
                  <a:prstClr val="black"/>
                </a:solidFill>
                <a:ea typeface="微软雅黑"/>
              </a:rPr>
              <a:t>5   </a:t>
            </a:r>
            <a:r>
              <a:rPr lang="en-US" altLang="zh-CN">
                <a:solidFill>
                  <a:prstClr val="black"/>
                </a:solidFill>
                <a:ea typeface="微软雅黑"/>
              </a:rPr>
              <a:t>A</a:t>
            </a:r>
            <a:r>
              <a:rPr lang="en-US" altLang="zh-CN" baseline="-25000">
                <a:solidFill>
                  <a:prstClr val="black"/>
                </a:solidFill>
                <a:ea typeface="微软雅黑"/>
              </a:rPr>
              <a:t>4</a:t>
            </a:r>
            <a:endParaRPr lang="en-US" altLang="zh-CN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BAD2998B-9E23-421F-BEE5-9A18F1871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7878" y="5227639"/>
            <a:ext cx="1524000" cy="477837"/>
          </a:xfrm>
          <a:prstGeom prst="rect">
            <a:avLst/>
          </a:prstGeom>
          <a:solidFill>
            <a:srgbClr val="FFFF00"/>
          </a:solidFill>
          <a:ln w="19050">
            <a:solidFill>
              <a:srgbClr val="44546A"/>
            </a:solidFill>
            <a:miter lim="800000"/>
            <a:headEnd/>
            <a:tailEnd/>
          </a:ln>
        </p:spPr>
        <p:txBody>
          <a:bodyPr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微软雅黑"/>
                <a:ea typeface="微软雅黑"/>
              </a:rPr>
              <a:t>块内偏移</a:t>
            </a:r>
            <a:endParaRPr kumimoji="0" lang="zh-CN" altLang="en-US" sz="2000" b="0" i="0" u="none" strike="noStrike" kern="0" cap="none" spc="0" normalizeH="0" baseline="0" noProof="0" dirty="0">
              <a:ln>
                <a:noFill/>
              </a:ln>
              <a:solidFill>
                <a:srgbClr val="0066FF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1B04809C-B4D9-41D2-82DD-4FA1DE992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7878" y="3783013"/>
            <a:ext cx="1524000" cy="481013"/>
          </a:xfrm>
          <a:prstGeom prst="rect">
            <a:avLst/>
          </a:prstGeom>
          <a:solidFill>
            <a:srgbClr val="FFFF00"/>
          </a:solidFill>
          <a:ln w="19050">
            <a:solidFill>
              <a:srgbClr val="44546A"/>
            </a:solidFill>
            <a:miter lim="800000"/>
            <a:headEnd/>
            <a:tailEnd/>
          </a:ln>
        </p:spPr>
        <p:txBody>
          <a:bodyPr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微软雅黑"/>
                <a:ea typeface="微软雅黑"/>
              </a:rPr>
              <a:t>块内偏移</a:t>
            </a:r>
            <a:endParaRPr kumimoji="0" lang="zh-CN" altLang="en-US" sz="2000" b="0" i="0" u="none" strike="noStrike" kern="0" cap="none" spc="0" normalizeH="0" baseline="0" noProof="0" dirty="0">
              <a:ln>
                <a:noFill/>
              </a:ln>
              <a:solidFill>
                <a:srgbClr val="0066FF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9" name="Text Box 27">
            <a:extLst>
              <a:ext uri="{FF2B5EF4-FFF2-40B4-BE49-F238E27FC236}">
                <a16:creationId xmlns:a16="http://schemas.microsoft.com/office/drawing/2014/main" id="{A1DF923E-04AB-42B3-B704-95BA282C89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2878" y="4638675"/>
            <a:ext cx="1219200" cy="3810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3200">
                <a:solidFill>
                  <a:prstClr val="black"/>
                </a:solidFill>
                <a:latin typeface="Times New Roman"/>
                <a:ea typeface="微软雅黑"/>
              </a:rPr>
              <a:t>…</a:t>
            </a:r>
            <a:endParaRPr lang="en-US" altLang="zh-CN" sz="3200">
              <a:solidFill>
                <a:prstClr val="black"/>
              </a:solidFill>
              <a:effectLst>
                <a:outerShdw blurRad="38100" dist="38100" dir="2700000" algn="tl">
                  <a:srgbClr val="C0C0C0"/>
                </a:outerShdw>
              </a:effectLst>
              <a:ea typeface="微软雅黑"/>
            </a:endParaRPr>
          </a:p>
        </p:txBody>
      </p:sp>
    </p:spTree>
    <p:extLst>
      <p:ext uri="{BB962C8B-B14F-4D97-AF65-F5344CB8AC3E}">
        <p14:creationId xmlns:p14="http://schemas.microsoft.com/office/powerpoint/2010/main" val="4122962009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Text Box 2">
            <a:extLst>
              <a:ext uri="{FF2B5EF4-FFF2-40B4-BE49-F238E27FC236}">
                <a16:creationId xmlns:a16="http://schemas.microsoft.com/office/drawing/2014/main" id="{FD52D130-7FC8-412C-AA5E-2660BC7E72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349250"/>
            <a:ext cx="4724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(2)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命中与未命中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DFBE204B-15CF-4079-963A-793DB37C3E7F}"/>
              </a:ext>
            </a:extLst>
          </p:cNvPr>
          <p:cNvGrpSpPr>
            <a:grpSpLocks/>
          </p:cNvGrpSpPr>
          <p:nvPr/>
        </p:nvGrpSpPr>
        <p:grpSpPr bwMode="auto">
          <a:xfrm>
            <a:off x="1584325" y="1190625"/>
            <a:ext cx="2463800" cy="1063625"/>
            <a:chOff x="998" y="750"/>
            <a:chExt cx="1552" cy="670"/>
          </a:xfrm>
        </p:grpSpPr>
        <p:sp>
          <p:nvSpPr>
            <p:cNvPr id="96271" name="Text Box 4">
              <a:extLst>
                <a:ext uri="{FF2B5EF4-FFF2-40B4-BE49-F238E27FC236}">
                  <a16:creationId xmlns:a16="http://schemas.microsoft.com/office/drawing/2014/main" id="{83602B08-9B89-4CAD-8128-09F550269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" y="750"/>
              <a:ext cx="150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缓存共有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块</a:t>
              </a:r>
            </a:p>
          </p:txBody>
        </p:sp>
        <p:sp>
          <p:nvSpPr>
            <p:cNvPr id="96272" name="Text Box 5">
              <a:extLst>
                <a:ext uri="{FF2B5EF4-FFF2-40B4-BE49-F238E27FC236}">
                  <a16:creationId xmlns:a16="http://schemas.microsoft.com/office/drawing/2014/main" id="{B48C9296-A9A5-48A6-94A1-0D45F67759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" y="1093"/>
              <a:ext cx="155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主存共有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块</a:t>
              </a:r>
            </a:p>
          </p:txBody>
        </p:sp>
      </p:grpSp>
      <p:sp>
        <p:nvSpPr>
          <p:cNvPr id="95238" name="Text Box 6">
            <a:extLst>
              <a:ext uri="{FF2B5EF4-FFF2-40B4-BE49-F238E27FC236}">
                <a16:creationId xmlns:a16="http://schemas.microsoft.com/office/drawing/2014/main" id="{543C8FD1-8D9B-49CE-90DA-4B4ED0EAA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1766888"/>
            <a:ext cx="1320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&gt;&gt;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</a:p>
        </p:txBody>
      </p:sp>
      <p:sp>
        <p:nvSpPr>
          <p:cNvPr id="95239" name="Text Box 7">
            <a:extLst>
              <a:ext uri="{FF2B5EF4-FFF2-40B4-BE49-F238E27FC236}">
                <a16:creationId xmlns:a16="http://schemas.microsoft.com/office/drawing/2014/main" id="{1FDB62DF-5210-45BC-8BF8-E9B9246D9C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581275"/>
            <a:ext cx="3505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主存块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调入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缓存</a:t>
            </a:r>
          </a:p>
        </p:txBody>
      </p:sp>
      <p:sp>
        <p:nvSpPr>
          <p:cNvPr id="95240" name="Text Box 8">
            <a:extLst>
              <a:ext uri="{FF2B5EF4-FFF2-40B4-BE49-F238E27FC236}">
                <a16:creationId xmlns:a16="http://schemas.microsoft.com/office/drawing/2014/main" id="{5E26ED86-FA14-4CA9-9F1C-CB7307A013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3297238"/>
            <a:ext cx="5867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主存块与缓存块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建立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了对应关系</a:t>
            </a:r>
          </a:p>
        </p:txBody>
      </p:sp>
      <p:sp>
        <p:nvSpPr>
          <p:cNvPr id="95241" name="Text Box 9">
            <a:extLst>
              <a:ext uri="{FF2B5EF4-FFF2-40B4-BE49-F238E27FC236}">
                <a16:creationId xmlns:a16="http://schemas.microsoft.com/office/drawing/2014/main" id="{F0C9B94D-66EF-4580-BB01-DB3F860AE8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4081463"/>
            <a:ext cx="8839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标记记录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与某缓存块建立了对应关系的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主存块号</a:t>
            </a:r>
          </a:p>
        </p:txBody>
      </p:sp>
      <p:grpSp>
        <p:nvGrpSpPr>
          <p:cNvPr id="3" name="Group 10">
            <a:extLst>
              <a:ext uri="{FF2B5EF4-FFF2-40B4-BE49-F238E27FC236}">
                <a16:creationId xmlns:a16="http://schemas.microsoft.com/office/drawing/2014/main" id="{65019F80-D31D-44D3-9841-593EA7098AAD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2506663"/>
            <a:ext cx="1271588" cy="2879725"/>
            <a:chOff x="518" y="1579"/>
            <a:chExt cx="801" cy="1814"/>
          </a:xfrm>
        </p:grpSpPr>
        <p:sp>
          <p:nvSpPr>
            <p:cNvPr id="96269" name="Text Box 11">
              <a:extLst>
                <a:ext uri="{FF2B5EF4-FFF2-40B4-BE49-F238E27FC236}">
                  <a16:creationId xmlns:a16="http://schemas.microsoft.com/office/drawing/2014/main" id="{EEAA0439-6B1A-471A-BE6C-1C99CDD3A5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" y="1579"/>
              <a:ext cx="73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命中</a:t>
              </a:r>
            </a:p>
          </p:txBody>
        </p:sp>
        <p:sp>
          <p:nvSpPr>
            <p:cNvPr id="96270" name="Text Box 12">
              <a:extLst>
                <a:ext uri="{FF2B5EF4-FFF2-40B4-BE49-F238E27FC236}">
                  <a16:creationId xmlns:a16="http://schemas.microsoft.com/office/drawing/2014/main" id="{05350DB7-C63D-4B64-A606-D8A6B2660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3066"/>
              <a:ext cx="7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未命中</a:t>
              </a:r>
            </a:p>
          </p:txBody>
        </p:sp>
      </p:grpSp>
      <p:sp>
        <p:nvSpPr>
          <p:cNvPr id="95245" name="Text Box 13">
            <a:extLst>
              <a:ext uri="{FF2B5EF4-FFF2-40B4-BE49-F238E27FC236}">
                <a16:creationId xmlns:a16="http://schemas.microsoft.com/office/drawing/2014/main" id="{78AB1770-E54E-46FA-B65A-11D3F4ED16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8075" y="5584825"/>
            <a:ext cx="60801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主存块与缓存块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未建立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对应关系</a:t>
            </a:r>
          </a:p>
        </p:txBody>
      </p:sp>
      <p:sp>
        <p:nvSpPr>
          <p:cNvPr id="95246" name="Text Box 14">
            <a:extLst>
              <a:ext uri="{FF2B5EF4-FFF2-40B4-BE49-F238E27FC236}">
                <a16:creationId xmlns:a16="http://schemas.microsoft.com/office/drawing/2014/main" id="{1F98C573-F1C3-4E3E-A929-F10CC90832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8075" y="4889500"/>
            <a:ext cx="40227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主存块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未调入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缓存</a:t>
            </a:r>
          </a:p>
        </p:txBody>
      </p:sp>
      <p:sp>
        <p:nvSpPr>
          <p:cNvPr id="96268" name="AutoShape 16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68254771-D4E3-43ED-ACEA-E6EFFA7B1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5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5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5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95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95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95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5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238" grpId="0" autoUpdateAnimBg="0"/>
      <p:bldP spid="95239" grpId="0" autoUpdateAnimBg="0"/>
      <p:bldP spid="95240" grpId="0" autoUpdateAnimBg="0"/>
      <p:bldP spid="95241" grpId="0" autoUpdateAnimBg="0"/>
      <p:bldP spid="95245" grpId="0" autoUpdateAnimBg="0"/>
      <p:bldP spid="95246" grpId="0" autoUpdateAnimBg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Text Box 2">
            <a:extLst>
              <a:ext uri="{FF2B5EF4-FFF2-40B4-BE49-F238E27FC236}">
                <a16:creationId xmlns:a16="http://schemas.microsoft.com/office/drawing/2014/main" id="{653DAB85-5D2A-44C4-9C27-13094BE81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381000"/>
            <a:ext cx="4800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(3) Cache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的命中率</a:t>
            </a:r>
          </a:p>
        </p:txBody>
      </p:sp>
      <p:sp>
        <p:nvSpPr>
          <p:cNvPr id="96259" name="Text Box 3">
            <a:extLst>
              <a:ext uri="{FF2B5EF4-FFF2-40B4-BE49-F238E27FC236}">
                <a16:creationId xmlns:a16="http://schemas.microsoft.com/office/drawing/2014/main" id="{02288576-1C66-4CD1-A68C-570E467374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1308100"/>
            <a:ext cx="67976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CPU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欲访问的信息在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中的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比率</a:t>
            </a:r>
          </a:p>
        </p:txBody>
      </p:sp>
      <p:sp>
        <p:nvSpPr>
          <p:cNvPr id="96260" name="Text Box 4">
            <a:extLst>
              <a:ext uri="{FF2B5EF4-FFF2-40B4-BE49-F238E27FC236}">
                <a16:creationId xmlns:a16="http://schemas.microsoft.com/office/drawing/2014/main" id="{9885898C-AA4D-4613-8624-C21718EDA8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2143125"/>
            <a:ext cx="7086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命中率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与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容量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与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块长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有关 </a:t>
            </a:r>
          </a:p>
        </p:txBody>
      </p:sp>
      <p:sp>
        <p:nvSpPr>
          <p:cNvPr id="96261" name="Text Box 5">
            <a:extLst>
              <a:ext uri="{FF2B5EF4-FFF2-40B4-BE49-F238E27FC236}">
                <a16:creationId xmlns:a16="http://schemas.microsoft.com/office/drawing/2014/main" id="{C0FA6F61-18DF-4FC1-B4EC-7EF424E6C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3025775"/>
            <a:ext cx="3937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一般每块可取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 ~ 8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个字</a:t>
            </a:r>
          </a:p>
        </p:txBody>
      </p:sp>
      <p:sp>
        <p:nvSpPr>
          <p:cNvPr id="96262" name="Text Box 6">
            <a:extLst>
              <a:ext uri="{FF2B5EF4-FFF2-40B4-BE49-F238E27FC236}">
                <a16:creationId xmlns:a16="http://schemas.microsoft.com/office/drawing/2014/main" id="{8C51E322-5065-4591-BDDC-2C673D8007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1913" y="3867150"/>
            <a:ext cx="78120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块长取一个存取周期内从主存调出的信息长度</a:t>
            </a:r>
          </a:p>
        </p:txBody>
      </p:sp>
      <p:sp>
        <p:nvSpPr>
          <p:cNvPr id="96263" name="Text Box 7">
            <a:extLst>
              <a:ext uri="{FF2B5EF4-FFF2-40B4-BE49-F238E27FC236}">
                <a16:creationId xmlns:a16="http://schemas.microsoft.com/office/drawing/2014/main" id="{D17595EE-3680-40AD-8C37-634BD4C1D2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2263" y="4662488"/>
            <a:ext cx="755173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CRAY_1     16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体交叉      块长取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个存储字</a:t>
            </a:r>
          </a:p>
        </p:txBody>
      </p:sp>
      <p:sp>
        <p:nvSpPr>
          <p:cNvPr id="96264" name="Text Box 8">
            <a:extLst>
              <a:ext uri="{FF2B5EF4-FFF2-40B4-BE49-F238E27FC236}">
                <a16:creationId xmlns:a16="http://schemas.microsoft.com/office/drawing/2014/main" id="{9E672185-F397-4CDD-8363-DE4EC36E88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7113" y="5283200"/>
            <a:ext cx="81168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IBM 370/168       4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体交叉     </a:t>
            </a:r>
            <a:r>
              <a:rPr kumimoji="1" lang="zh-CN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块长取  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个存储字</a:t>
            </a:r>
          </a:p>
        </p:txBody>
      </p:sp>
      <p:sp>
        <p:nvSpPr>
          <p:cNvPr id="96265" name="Text Box 9">
            <a:extLst>
              <a:ext uri="{FF2B5EF4-FFF2-40B4-BE49-F238E27FC236}">
                <a16:creationId xmlns:a16="http://schemas.microsoft.com/office/drawing/2014/main" id="{965C1F2D-B6EE-4666-B233-A40860AD74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9450" y="5881688"/>
            <a:ext cx="33797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64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en-US" altLang="zh-CN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</a:t>
            </a:r>
            <a:r>
              <a:rPr kumimoji="1" lang="en-US" altLang="zh-CN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256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位）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6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6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6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6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96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96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259" grpId="0" autoUpdateAnimBg="0"/>
      <p:bldP spid="96260" grpId="0" autoUpdateAnimBg="0"/>
      <p:bldP spid="96261" grpId="0" autoUpdateAnimBg="0"/>
      <p:bldP spid="96262" grpId="0" autoUpdateAnimBg="0"/>
      <p:bldP spid="96263" grpId="0" autoUpdateAnimBg="0"/>
      <p:bldP spid="96264" grpId="0" autoUpdateAnimBg="0"/>
      <p:bldP spid="96265" grpId="0" autoUpdateAnimBg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7. cache </a:t>
            </a:r>
            <a:r>
              <a:rPr lang="zh-CN" altLang="en-US" dirty="0"/>
              <a:t>术语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342900" lvl="0" indent="-342900" defTabSz="914400">
              <a:spcBef>
                <a:spcPts val="1000"/>
              </a:spcBef>
            </a:pPr>
            <a:r>
              <a:rPr lang="zh-CN" altLang="en-US" sz="2600" b="1" dirty="0">
                <a:solidFill>
                  <a:prstClr val="black"/>
                </a:solidFill>
              </a:rPr>
              <a:t>命中率</a:t>
            </a:r>
            <a:r>
              <a:rPr lang="zh-CN" altLang="en-US" sz="2600" dirty="0">
                <a:solidFill>
                  <a:prstClr val="black"/>
                </a:solidFill>
              </a:rPr>
              <a:t> （</a:t>
            </a:r>
            <a:r>
              <a:rPr lang="en-US" altLang="zh-CN" sz="2600" dirty="0">
                <a:solidFill>
                  <a:prstClr val="black"/>
                </a:solidFill>
              </a:rPr>
              <a:t> hit rate </a:t>
            </a:r>
            <a:r>
              <a:rPr lang="zh-CN" altLang="en-US" sz="2600" dirty="0">
                <a:solidFill>
                  <a:prstClr val="black"/>
                </a:solidFill>
              </a:rPr>
              <a:t>）</a:t>
            </a:r>
            <a:endParaRPr lang="en-US" altLang="zh-CN" sz="2600" dirty="0">
              <a:solidFill>
                <a:prstClr val="black"/>
              </a:solidFill>
            </a:endParaRPr>
          </a:p>
          <a:p>
            <a:pPr marL="812800" lvl="1" indent="-355600" defTabSz="914400">
              <a:spcBef>
                <a:spcPts val="500"/>
              </a:spcBef>
            </a:pPr>
            <a:r>
              <a:rPr lang="zh-CN" altLang="en-US" sz="2000" dirty="0"/>
              <a:t>主存访问中</a:t>
            </a:r>
            <a:r>
              <a:rPr lang="en-US" altLang="zh-CN" sz="2000" dirty="0"/>
              <a:t>cache</a:t>
            </a:r>
            <a:r>
              <a:rPr lang="zh-CN" altLang="en-US" sz="2000" dirty="0"/>
              <a:t>命中比例</a:t>
            </a:r>
            <a:endParaRPr lang="en-US" altLang="zh-CN" sz="2000" dirty="0"/>
          </a:p>
          <a:p>
            <a:pPr marL="342900" lvl="0" indent="-342900" defTabSz="914400">
              <a:spcBef>
                <a:spcPts val="1000"/>
              </a:spcBef>
            </a:pPr>
            <a:r>
              <a:rPr lang="zh-CN" altLang="en-US" sz="2600" b="1" dirty="0">
                <a:solidFill>
                  <a:prstClr val="black"/>
                </a:solidFill>
              </a:rPr>
              <a:t>缺失率</a:t>
            </a:r>
            <a:r>
              <a:rPr lang="en-US" altLang="zh-CN" sz="2600" b="1" dirty="0">
                <a:solidFill>
                  <a:prstClr val="black"/>
                </a:solidFill>
              </a:rPr>
              <a:t> </a:t>
            </a:r>
            <a:r>
              <a:rPr lang="zh-CN" altLang="en-US" sz="2600" dirty="0">
                <a:solidFill>
                  <a:prstClr val="black"/>
                </a:solidFill>
              </a:rPr>
              <a:t>（</a:t>
            </a:r>
            <a:r>
              <a:rPr lang="en-US" altLang="zh-CN" sz="2600" dirty="0">
                <a:solidFill>
                  <a:prstClr val="black"/>
                </a:solidFill>
              </a:rPr>
              <a:t>miss rate</a:t>
            </a:r>
            <a:r>
              <a:rPr lang="zh-CN" altLang="en-US" sz="2600" dirty="0">
                <a:solidFill>
                  <a:prstClr val="black"/>
                </a:solidFill>
              </a:rPr>
              <a:t>）</a:t>
            </a:r>
          </a:p>
          <a:p>
            <a:pPr marL="812800" lvl="1" indent="-355600" defTabSz="914400">
              <a:spcBef>
                <a:spcPts val="500"/>
              </a:spcBef>
            </a:pPr>
            <a:r>
              <a:rPr lang="zh-CN" altLang="en-US" sz="2000" dirty="0"/>
              <a:t> </a:t>
            </a:r>
            <a:r>
              <a:rPr lang="en-US" altLang="zh-CN" sz="2000" dirty="0"/>
              <a:t>1 – </a:t>
            </a:r>
            <a:r>
              <a:rPr lang="zh-CN" altLang="en-US" sz="2000" dirty="0"/>
              <a:t>命中率</a:t>
            </a:r>
            <a:endParaRPr lang="en-US" altLang="zh-CN" sz="2000" dirty="0"/>
          </a:p>
          <a:p>
            <a:pPr marL="342900" lvl="0" indent="-342900" defTabSz="914400">
              <a:spcBef>
                <a:spcPts val="1000"/>
              </a:spcBef>
            </a:pPr>
            <a:r>
              <a:rPr lang="zh-CN" altLang="en-US" sz="2600" b="1" dirty="0">
                <a:solidFill>
                  <a:prstClr val="black"/>
                </a:solidFill>
              </a:rPr>
              <a:t>命中访问时间</a:t>
            </a:r>
            <a:r>
              <a:rPr lang="en-US" altLang="zh-CN" sz="2600" dirty="0">
                <a:solidFill>
                  <a:prstClr val="black"/>
                </a:solidFill>
              </a:rPr>
              <a:t>: </a:t>
            </a:r>
            <a:r>
              <a:rPr lang="zh-CN" altLang="en-US" sz="2600" dirty="0">
                <a:solidFill>
                  <a:prstClr val="black"/>
                </a:solidFill>
              </a:rPr>
              <a:t>（</a:t>
            </a:r>
            <a:r>
              <a:rPr lang="en-US" altLang="zh-CN" sz="2600" dirty="0">
                <a:solidFill>
                  <a:prstClr val="black"/>
                </a:solidFill>
              </a:rPr>
              <a:t>hit time</a:t>
            </a:r>
            <a:r>
              <a:rPr lang="zh-CN" altLang="en-US" sz="2600" dirty="0">
                <a:solidFill>
                  <a:prstClr val="black"/>
                </a:solidFill>
              </a:rPr>
              <a:t>）</a:t>
            </a:r>
          </a:p>
          <a:p>
            <a:pPr marL="812800" lvl="1" indent="-355600" defTabSz="914400">
              <a:spcBef>
                <a:spcPts val="500"/>
              </a:spcBef>
            </a:pPr>
            <a:r>
              <a:rPr lang="zh-CN" altLang="en-US" sz="2000" dirty="0"/>
              <a:t>数据查找时间、</a:t>
            </a:r>
            <a:r>
              <a:rPr lang="en-US" altLang="zh-CN" sz="2000" dirty="0"/>
              <a:t>cache</a:t>
            </a:r>
            <a:r>
              <a:rPr lang="zh-CN" altLang="en-US" sz="2000" dirty="0"/>
              <a:t>访问时间、总线传输时间</a:t>
            </a:r>
            <a:endParaRPr lang="en-US" altLang="zh-CN" sz="2000" dirty="0"/>
          </a:p>
          <a:p>
            <a:pPr marL="342900" lvl="0" indent="-342900" defTabSz="914400">
              <a:spcBef>
                <a:spcPts val="1000"/>
              </a:spcBef>
            </a:pPr>
            <a:r>
              <a:rPr lang="zh-CN" altLang="en-US" sz="2600" b="1" dirty="0">
                <a:solidFill>
                  <a:prstClr val="black"/>
                </a:solidFill>
              </a:rPr>
              <a:t>缺失损失  </a:t>
            </a:r>
            <a:r>
              <a:rPr lang="zh-CN" altLang="en-US" sz="2600" dirty="0">
                <a:solidFill>
                  <a:prstClr val="black"/>
                </a:solidFill>
              </a:rPr>
              <a:t>（</a:t>
            </a:r>
            <a:r>
              <a:rPr lang="en-US" altLang="zh-CN" sz="2600" dirty="0">
                <a:solidFill>
                  <a:prstClr val="black"/>
                </a:solidFill>
              </a:rPr>
              <a:t>miss penalty</a:t>
            </a:r>
            <a:r>
              <a:rPr lang="zh-CN" altLang="en-US" sz="2600" dirty="0">
                <a:solidFill>
                  <a:prstClr val="black"/>
                </a:solidFill>
              </a:rPr>
              <a:t>）</a:t>
            </a:r>
          </a:p>
          <a:p>
            <a:pPr marL="812800" lvl="1" indent="-355600" defTabSz="914400">
              <a:spcBef>
                <a:spcPts val="500"/>
              </a:spcBef>
            </a:pPr>
            <a:r>
              <a:rPr lang="zh-CN" altLang="en-US" sz="2000" dirty="0"/>
              <a:t>主存块调入</a:t>
            </a:r>
            <a:r>
              <a:rPr lang="en-US" altLang="zh-CN" sz="2000" dirty="0"/>
              <a:t>cache</a:t>
            </a:r>
            <a:r>
              <a:rPr lang="zh-CN" altLang="en-US" sz="2000" dirty="0"/>
              <a:t>，数据传输到处理器的时间</a:t>
            </a:r>
            <a:endParaRPr lang="en-US" altLang="zh-CN" sz="2000" dirty="0"/>
          </a:p>
          <a:p>
            <a:pPr marL="812800" lvl="1" indent="-355600" defTabSz="914400">
              <a:spcBef>
                <a:spcPts val="500"/>
              </a:spcBef>
            </a:pPr>
            <a:r>
              <a:rPr lang="zh-CN" altLang="en-US" sz="2000" dirty="0"/>
              <a:t>远大于命中时间，所以一些相对较小的时间可忽略</a:t>
            </a:r>
            <a:endParaRPr lang="en-US" altLang="zh-CN" sz="2000" dirty="0"/>
          </a:p>
          <a:p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998677467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8.Cache</a:t>
            </a:r>
            <a:r>
              <a:rPr lang="zh-CN" altLang="en-US" dirty="0"/>
              <a:t>的参数计算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zh-CN" altLang="en-US" sz="2400" b="1" dirty="0">
                <a:latin typeface="+mn-ea"/>
                <a:ea typeface="+mn-ea"/>
              </a:rPr>
              <a:t>命中率</a:t>
            </a:r>
            <a:endParaRPr lang="en-US" altLang="zh-CN" sz="2400" dirty="0">
              <a:latin typeface="+mn-ea"/>
              <a:ea typeface="+mn-ea"/>
            </a:endParaRPr>
          </a:p>
          <a:p>
            <a:pPr lvl="1"/>
            <a:r>
              <a:rPr lang="en-US" altLang="zh-CN" sz="1800" dirty="0">
                <a:latin typeface="+mn-ea"/>
                <a:ea typeface="+mn-ea"/>
              </a:rPr>
              <a:t>Nc</a:t>
            </a:r>
            <a:r>
              <a:rPr lang="zh-CN" altLang="en-US" sz="1800" dirty="0">
                <a:latin typeface="+mn-ea"/>
                <a:ea typeface="+mn-ea"/>
              </a:rPr>
              <a:t>表示</a:t>
            </a:r>
            <a:r>
              <a:rPr lang="en-US" altLang="zh-CN" sz="1800" dirty="0">
                <a:latin typeface="+mn-ea"/>
                <a:ea typeface="+mn-ea"/>
              </a:rPr>
              <a:t>cache</a:t>
            </a:r>
            <a:r>
              <a:rPr lang="zh-CN" altLang="en-US" sz="1800" dirty="0">
                <a:latin typeface="+mn-ea"/>
                <a:ea typeface="+mn-ea"/>
              </a:rPr>
              <a:t>完成存取访问的总次数</a:t>
            </a:r>
          </a:p>
          <a:p>
            <a:pPr lvl="1"/>
            <a:r>
              <a:rPr lang="en-US" altLang="zh-CN" sz="1800" dirty="0">
                <a:latin typeface="+mn-ea"/>
                <a:ea typeface="+mn-ea"/>
              </a:rPr>
              <a:t>Nm</a:t>
            </a:r>
            <a:r>
              <a:rPr lang="zh-CN" altLang="en-US" sz="1800" dirty="0">
                <a:latin typeface="+mn-ea"/>
                <a:ea typeface="+mn-ea"/>
              </a:rPr>
              <a:t>表示主存完成存取访问的总次数</a:t>
            </a:r>
          </a:p>
          <a:p>
            <a:r>
              <a:rPr lang="en-US" altLang="zh-CN" sz="2400" b="1" dirty="0">
                <a:latin typeface="+mn-ea"/>
                <a:ea typeface="+mn-ea"/>
              </a:rPr>
              <a:t>t</a:t>
            </a:r>
            <a:r>
              <a:rPr lang="en-US" altLang="zh-CN" sz="2400" b="1" baseline="-25000" dirty="0">
                <a:latin typeface="+mn-ea"/>
                <a:ea typeface="+mn-ea"/>
              </a:rPr>
              <a:t>a</a:t>
            </a:r>
            <a:r>
              <a:rPr lang="zh-CN" altLang="en-US" sz="2400" b="1" dirty="0">
                <a:latin typeface="+mn-ea"/>
                <a:ea typeface="+mn-ea"/>
              </a:rPr>
              <a:t>平均访问时间</a:t>
            </a:r>
            <a:endParaRPr lang="en-US" altLang="zh-CN" sz="2400" baseline="-25000" dirty="0">
              <a:solidFill>
                <a:srgbClr val="FF0000"/>
              </a:solidFill>
              <a:latin typeface="+mn-ea"/>
              <a:ea typeface="+mn-ea"/>
            </a:endParaRPr>
          </a:p>
          <a:p>
            <a:pPr lvl="1"/>
            <a:r>
              <a:rPr lang="en-US" altLang="zh-CN" sz="1800" dirty="0" err="1">
                <a:latin typeface="+mn-ea"/>
                <a:ea typeface="+mn-ea"/>
              </a:rPr>
              <a:t>tc</a:t>
            </a:r>
            <a:r>
              <a:rPr lang="zh-CN" altLang="en-US" sz="1800" dirty="0">
                <a:latin typeface="+mn-ea"/>
                <a:ea typeface="+mn-ea"/>
              </a:rPr>
              <a:t>表示命中</a:t>
            </a:r>
            <a:r>
              <a:rPr lang="en-US" altLang="zh-CN" sz="1800" dirty="0">
                <a:latin typeface="+mn-ea"/>
                <a:ea typeface="+mn-ea"/>
              </a:rPr>
              <a:t>cache</a:t>
            </a:r>
            <a:r>
              <a:rPr lang="zh-CN" altLang="en-US" sz="1800" dirty="0">
                <a:latin typeface="+mn-ea"/>
                <a:ea typeface="+mn-ea"/>
              </a:rPr>
              <a:t>时的访问时间</a:t>
            </a:r>
          </a:p>
          <a:p>
            <a:pPr lvl="1"/>
            <a:r>
              <a:rPr lang="en-US" altLang="zh-CN" sz="1800" dirty="0">
                <a:latin typeface="+mn-ea"/>
                <a:ea typeface="+mn-ea"/>
              </a:rPr>
              <a:t>tm</a:t>
            </a:r>
            <a:r>
              <a:rPr lang="zh-CN" altLang="en-US" sz="1800" dirty="0">
                <a:latin typeface="+mn-ea"/>
                <a:ea typeface="+mn-ea"/>
              </a:rPr>
              <a:t>表示命中主存时的访问时间</a:t>
            </a:r>
          </a:p>
          <a:p>
            <a:pPr>
              <a:defRPr/>
            </a:pPr>
            <a:r>
              <a:rPr lang="zh-CN" altLang="en-US" sz="2400" b="1" dirty="0">
                <a:latin typeface="+mn-ea"/>
                <a:ea typeface="+mn-ea"/>
              </a:rPr>
              <a:t>访问效率</a:t>
            </a:r>
            <a:r>
              <a:rPr lang="en-US" altLang="zh-CN" sz="2400" dirty="0">
                <a:latin typeface="+mn-ea"/>
                <a:ea typeface="+mn-ea"/>
              </a:rPr>
              <a:t>=</a:t>
            </a:r>
            <a:r>
              <a:rPr lang="en-US" altLang="zh-CN" sz="2400" dirty="0" err="1">
                <a:latin typeface="+mn-ea"/>
                <a:ea typeface="+mn-ea"/>
              </a:rPr>
              <a:t>t</a:t>
            </a:r>
            <a:r>
              <a:rPr lang="en-US" altLang="zh-CN" sz="2400" baseline="-25000" dirty="0" err="1">
                <a:latin typeface="+mn-ea"/>
                <a:ea typeface="+mn-ea"/>
              </a:rPr>
              <a:t>c</a:t>
            </a:r>
            <a:r>
              <a:rPr lang="en-US" altLang="zh-CN" sz="2400" dirty="0">
                <a:latin typeface="+mn-ea"/>
                <a:ea typeface="+mn-ea"/>
              </a:rPr>
              <a:t>/ t</a:t>
            </a:r>
            <a:r>
              <a:rPr lang="en-US" altLang="zh-CN" sz="2400" baseline="-25000" dirty="0">
                <a:latin typeface="+mn-ea"/>
                <a:ea typeface="+mn-ea"/>
              </a:rPr>
              <a:t>a</a:t>
            </a:r>
            <a:r>
              <a:rPr lang="zh-CN" altLang="en-US" sz="2400" dirty="0">
                <a:latin typeface="+mn-ea"/>
                <a:ea typeface="+mn-ea"/>
              </a:rPr>
              <a:t> </a:t>
            </a:r>
            <a:endParaRPr lang="en-US" altLang="zh-CN" sz="2400" dirty="0">
              <a:latin typeface="+mn-ea"/>
              <a:ea typeface="+mn-ea"/>
            </a:endParaRPr>
          </a:p>
          <a:p>
            <a:pPr>
              <a:defRPr/>
            </a:pPr>
            <a:r>
              <a:rPr lang="zh-CN" altLang="en-US" sz="2400" dirty="0">
                <a:latin typeface="+mn-ea"/>
              </a:rPr>
              <a:t>影响命中率的几个因素</a:t>
            </a:r>
          </a:p>
          <a:p>
            <a:pPr lvl="1">
              <a:defRPr/>
            </a:pPr>
            <a:r>
              <a:rPr lang="zh-CN" altLang="en-US" sz="1800" dirty="0">
                <a:latin typeface="+mn-ea"/>
                <a:ea typeface="+mn-ea"/>
              </a:rPr>
              <a:t> 程序行为（局部性）    </a:t>
            </a:r>
            <a:r>
              <a:rPr lang="en-US" altLang="zh-CN" sz="1800" dirty="0">
                <a:latin typeface="+mn-ea"/>
                <a:ea typeface="+mn-ea"/>
              </a:rPr>
              <a:t>cache</a:t>
            </a:r>
            <a:r>
              <a:rPr lang="zh-CN" altLang="en-US" sz="1800" dirty="0">
                <a:latin typeface="+mn-ea"/>
                <a:ea typeface="+mn-ea"/>
              </a:rPr>
              <a:t>容量</a:t>
            </a:r>
          </a:p>
          <a:p>
            <a:pPr lvl="1">
              <a:defRPr/>
            </a:pPr>
            <a:r>
              <a:rPr lang="zh-CN" altLang="en-US" sz="1800" dirty="0">
                <a:latin typeface="+mn-ea"/>
                <a:ea typeface="+mn-ea"/>
              </a:rPr>
              <a:t> 组织方式                     块大小</a:t>
            </a:r>
          </a:p>
          <a:p>
            <a:pPr>
              <a:defRPr/>
            </a:pPr>
            <a:endParaRPr lang="zh-CN" altLang="en-US" dirty="0">
              <a:latin typeface="+mn-ea"/>
              <a:ea typeface="+mn-ea"/>
            </a:endParaRPr>
          </a:p>
          <a:p>
            <a:pPr lvl="1">
              <a:lnSpc>
                <a:spcPct val="110000"/>
              </a:lnSpc>
            </a:pPr>
            <a:endParaRPr lang="zh-CN" altLang="en-US" sz="1650" dirty="0">
              <a:latin typeface="华文新魏" pitchFamily="2" charset="-122"/>
            </a:endParaRPr>
          </a:p>
          <a:p>
            <a:pPr lvl="2">
              <a:lnSpc>
                <a:spcPct val="110000"/>
              </a:lnSpc>
              <a:buNone/>
            </a:pPr>
            <a:endParaRPr lang="zh-CN" altLang="en-US" sz="2175" baseline="-25000" dirty="0">
              <a:solidFill>
                <a:srgbClr val="FF0000"/>
              </a:solidFill>
              <a:latin typeface="华文新魏" pitchFamily="2" charset="-122"/>
            </a:endParaRPr>
          </a:p>
          <a:p>
            <a:pPr lvl="2">
              <a:lnSpc>
                <a:spcPct val="110000"/>
              </a:lnSpc>
              <a:buNone/>
            </a:pPr>
            <a:endParaRPr lang="zh-CN" altLang="en-US" sz="2175" baseline="-25000" dirty="0">
              <a:solidFill>
                <a:schemeClr val="accent2"/>
              </a:solidFill>
              <a:latin typeface="华文新魏" pitchFamily="2" charset="-122"/>
            </a:endParaRPr>
          </a:p>
          <a:p>
            <a:pPr lvl="2">
              <a:lnSpc>
                <a:spcPct val="110000"/>
              </a:lnSpc>
              <a:buNone/>
            </a:pPr>
            <a:endParaRPr lang="zh-CN" altLang="en-US" sz="2475" dirty="0">
              <a:solidFill>
                <a:schemeClr val="accent2"/>
              </a:solidFill>
            </a:endParaRPr>
          </a:p>
          <a:p>
            <a:endParaRPr lang="zh-CN" alt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矩形 3"/>
              <p:cNvSpPr/>
              <p:nvPr/>
            </p:nvSpPr>
            <p:spPr>
              <a:xfrm>
                <a:off x="4932040" y="1562761"/>
                <a:ext cx="1822807" cy="7517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defTabSz="6858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zh-CN" sz="2100" b="1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𝒉</m:t>
                      </m:r>
                      <m:r>
                        <a:rPr lang="en-US" altLang="zh-CN" sz="2100" b="1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altLang="zh-CN" sz="2100" b="1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zh-CN" sz="2100" b="1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𝑵</m:t>
                              </m:r>
                            </m:e>
                            <m:sub>
                              <m:r>
                                <a:rPr lang="en-US" altLang="zh-CN" sz="2100" b="1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𝒄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altLang="zh-CN" sz="2100" b="1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zh-CN" sz="2100" b="1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𝑵</m:t>
                              </m:r>
                            </m:e>
                            <m:sub>
                              <m:r>
                                <a:rPr lang="en-US" altLang="zh-CN" sz="2100" b="1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𝒄</m:t>
                              </m:r>
                            </m:sub>
                          </m:sSub>
                          <m: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altLang="zh-CN" sz="2100" b="1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zh-CN" sz="2100" b="1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𝑵</m:t>
                              </m:r>
                            </m:e>
                            <m:sub>
                              <m:r>
                                <a:rPr lang="en-US" altLang="zh-CN" sz="2100" b="1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𝒎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zh-CN" altLang="en-US" sz="2100" i="1" dirty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mc:Choice>
        <mc:Fallback xmlns="">
          <p:sp>
            <p:nvSpPr>
              <p:cNvPr id="4" name="矩形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32040" y="1562761"/>
                <a:ext cx="1822807" cy="75174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矩形 4"/>
              <p:cNvSpPr/>
              <p:nvPr/>
            </p:nvSpPr>
            <p:spPr>
              <a:xfrm>
                <a:off x="4928795" y="3140968"/>
                <a:ext cx="2758319" cy="41549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defTabSz="6858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  <m:sub>
                          <m: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𝒂</m:t>
                          </m:r>
                        </m:sub>
                      </m:sSub>
                      <m:r>
                        <a:rPr lang="en-US" altLang="zh-CN" sz="2100" b="1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altLang="zh-CN" sz="2100" b="1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𝒉</m:t>
                      </m:r>
                      <m:sSub>
                        <m:sSubPr>
                          <m:ctrlP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  <m:sub>
                          <m: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𝒄</m:t>
                          </m:r>
                        </m:sub>
                      </m:sSub>
                      <m:r>
                        <a:rPr lang="en-US" altLang="zh-CN" sz="2100" b="1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+(</m:t>
                      </m:r>
                      <m:r>
                        <a:rPr lang="en-US" altLang="zh-CN" sz="2100" b="1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US" altLang="zh-CN" sz="2100" b="1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altLang="zh-CN" sz="2100" b="1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𝒉</m:t>
                      </m:r>
                      <m:r>
                        <a:rPr lang="en-US" altLang="zh-CN" sz="2100" b="1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  <m:sSub>
                        <m:sSubPr>
                          <m:ctrlP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  <m:sub>
                          <m:r>
                            <a:rPr lang="en-US" altLang="zh-CN" sz="2100" b="1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𝒎</m:t>
                          </m:r>
                        </m:sub>
                      </m:sSub>
                    </m:oMath>
                  </m:oMathPara>
                </a14:m>
                <a:endParaRPr lang="zh-CN" altLang="en-US" sz="2100" i="1" dirty="0">
                  <a:solidFill>
                    <a:prstClr val="black"/>
                  </a:solidFill>
                  <a:latin typeface="微软雅黑"/>
                  <a:ea typeface="微软雅黑"/>
                </a:endParaRPr>
              </a:p>
            </p:txBody>
          </p:sp>
        </mc:Choice>
        <mc:Fallback xmlns="">
          <p:sp>
            <p:nvSpPr>
              <p:cNvPr id="5" name="矩形 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8795" y="3140968"/>
                <a:ext cx="2758319" cy="415498"/>
              </a:xfrm>
              <a:prstGeom prst="rect">
                <a:avLst/>
              </a:prstGeom>
              <a:blipFill>
                <a:blip r:embed="rId3"/>
                <a:stretch>
                  <a:fillRect b="-19118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63394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3.7	</a:t>
            </a:r>
            <a:r>
              <a:rPr lang="zh-CN" altLang="en-US" dirty="0">
                <a:solidFill>
                  <a:srgbClr val="FF0000"/>
                </a:solidFill>
              </a:rPr>
              <a:t>高速缓冲存储器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392485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3.7.1 Cache</a:t>
            </a:r>
            <a:r>
              <a:rPr lang="zh-CN" altLang="en-US" dirty="0"/>
              <a:t>工作原理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3.7.3 Cache </a:t>
            </a:r>
            <a:r>
              <a:rPr lang="zh-CN" altLang="en-US" dirty="0"/>
              <a:t>替换策略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3.7.4 Cache</a:t>
            </a:r>
            <a:r>
              <a:rPr lang="zh-CN" altLang="en-US" dirty="0"/>
              <a:t>与主存的一致性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3.7.5 MIPS</a:t>
            </a:r>
            <a:r>
              <a:rPr lang="zh-CN" altLang="en-US" dirty="0"/>
              <a:t>中的高速缓存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755576" y="2564904"/>
            <a:ext cx="4992072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3.7.2 Cache-</a:t>
            </a:r>
            <a:r>
              <a:rPr lang="zh-CN" altLang="en-US" sz="3200" kern="0" dirty="0">
                <a:solidFill>
                  <a:srgbClr val="000000"/>
                </a:solidFill>
              </a:rPr>
              <a:t>主存地址映射</a:t>
            </a:r>
          </a:p>
        </p:txBody>
      </p:sp>
    </p:spTree>
    <p:extLst>
      <p:ext uri="{BB962C8B-B14F-4D97-AF65-F5344CB8AC3E}">
        <p14:creationId xmlns:p14="http://schemas.microsoft.com/office/powerpoint/2010/main" val="13775367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7633DE37-6C3A-436C-BD15-97FD5B908E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</a:p>
        </p:txBody>
      </p:sp>
      <p:sp>
        <p:nvSpPr>
          <p:cNvPr id="6" name="内容占位符 2">
            <a:extLst>
              <a:ext uri="{FF2B5EF4-FFF2-40B4-BE49-F238E27FC236}">
                <a16:creationId xmlns:a16="http://schemas.microsoft.com/office/drawing/2014/main" id="{D6DE8601-C438-4786-8555-5EC961C0F904}"/>
              </a:ext>
            </a:extLst>
          </p:cNvPr>
          <p:cNvSpPr txBox="1">
            <a:spLocks/>
          </p:cNvSpPr>
          <p:nvPr/>
        </p:nvSpPr>
        <p:spPr>
          <a:xfrm>
            <a:off x="323528" y="1089247"/>
            <a:ext cx="10515599" cy="563702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利用某种方法或规则将主存块定位到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称为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地址映射</a:t>
            </a: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直接相联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(direct mapped)</a:t>
            </a: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全相联 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(fully-associated)</a:t>
            </a: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组相联 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(set-associated)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en-US" altLang="zh-CN" sz="2600" b="0" i="1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2B28C888-C2FD-4318-97D9-73BB73A00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2934746"/>
            <a:ext cx="1714500" cy="3665452"/>
          </a:xfrm>
          <a:prstGeom prst="rect">
            <a:avLst/>
          </a:prstGeom>
          <a:solidFill>
            <a:srgbClr val="FF0000"/>
          </a:solidFill>
          <a:ln w="381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600">
                <a:solidFill>
                  <a:srgbClr val="003300"/>
                </a:solidFill>
                <a:latin typeface="微软雅黑"/>
                <a:ea typeface="微软雅黑"/>
              </a:rPr>
              <a:t>第</a:t>
            </a:r>
            <a:r>
              <a:rPr lang="en-US" altLang="zh-CN" sz="1600">
                <a:solidFill>
                  <a:srgbClr val="003300"/>
                </a:solidFill>
                <a:latin typeface="微软雅黑"/>
                <a:ea typeface="微软雅黑"/>
              </a:rPr>
              <a:t>0</a:t>
            </a:r>
            <a:r>
              <a:rPr lang="zh-CN" altLang="en-US" sz="1600">
                <a:solidFill>
                  <a:srgbClr val="003300"/>
                </a:solidFill>
                <a:latin typeface="微软雅黑"/>
                <a:ea typeface="微软雅黑"/>
              </a:rPr>
              <a:t>块</a:t>
            </a:r>
          </a:p>
        </p:txBody>
      </p:sp>
      <p:sp>
        <p:nvSpPr>
          <p:cNvPr id="8" name="Line 5">
            <a:extLst>
              <a:ext uri="{FF2B5EF4-FFF2-40B4-BE49-F238E27FC236}">
                <a16:creationId xmlns:a16="http://schemas.microsoft.com/office/drawing/2014/main" id="{55F38FBE-258D-4537-BEAA-EB26F264F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89140" y="2998246"/>
            <a:ext cx="1905000" cy="1219200"/>
          </a:xfrm>
          <a:prstGeom prst="line">
            <a:avLst/>
          </a:prstGeom>
          <a:noFill/>
          <a:ln w="3175">
            <a:solidFill>
              <a:srgbClr val="66FF33"/>
            </a:solidFill>
            <a:round/>
            <a:headEnd type="triangle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9" name="Line 6">
            <a:extLst>
              <a:ext uri="{FF2B5EF4-FFF2-40B4-BE49-F238E27FC236}">
                <a16:creationId xmlns:a16="http://schemas.microsoft.com/office/drawing/2014/main" id="{B2B87E09-B9E0-41F2-8D0E-467E1E7444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89140" y="2998246"/>
            <a:ext cx="1905000" cy="990600"/>
          </a:xfrm>
          <a:prstGeom prst="line">
            <a:avLst/>
          </a:prstGeom>
          <a:noFill/>
          <a:ln w="3175">
            <a:solidFill>
              <a:srgbClr val="00CCFF"/>
            </a:solidFill>
            <a:round/>
            <a:headEnd type="triangle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41991814-12B7-4459-BC56-631E5B6D3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29220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600">
                <a:solidFill>
                  <a:srgbClr val="003300"/>
                </a:solidFill>
                <a:latin typeface="微软雅黑"/>
                <a:ea typeface="微软雅黑"/>
              </a:rPr>
              <a:t>第</a:t>
            </a:r>
            <a:r>
              <a:rPr lang="en-US" altLang="zh-CN" sz="1600">
                <a:solidFill>
                  <a:srgbClr val="003300"/>
                </a:solidFill>
                <a:latin typeface="微软雅黑"/>
                <a:ea typeface="微软雅黑"/>
              </a:rPr>
              <a:t>0</a:t>
            </a:r>
            <a:r>
              <a:rPr lang="zh-CN" altLang="en-US" sz="1600">
                <a:solidFill>
                  <a:srgbClr val="003300"/>
                </a:solidFill>
                <a:latin typeface="微软雅黑"/>
                <a:ea typeface="微软雅黑"/>
              </a:rPr>
              <a:t>块</a:t>
            </a: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AF86E848-6639-4B1A-B87C-28DB0BD2C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31506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600">
                <a:solidFill>
                  <a:srgbClr val="003300"/>
                </a:solidFill>
                <a:latin typeface="微软雅黑"/>
                <a:ea typeface="微软雅黑"/>
              </a:rPr>
              <a:t>第</a:t>
            </a:r>
            <a:r>
              <a:rPr lang="en-US" altLang="zh-CN" sz="1600">
                <a:solidFill>
                  <a:srgbClr val="003300"/>
                </a:solidFill>
                <a:latin typeface="微软雅黑"/>
                <a:ea typeface="微软雅黑"/>
              </a:rPr>
              <a:t>1</a:t>
            </a:r>
            <a:r>
              <a:rPr lang="zh-CN" altLang="en-US" sz="1600">
                <a:solidFill>
                  <a:srgbClr val="003300"/>
                </a:solidFill>
                <a:latin typeface="微软雅黑"/>
                <a:ea typeface="微软雅黑"/>
              </a:rPr>
              <a:t>块</a:t>
            </a: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1594D4E4-C53C-4864-A334-25C45D960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33792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>
                <a:solidFill>
                  <a:srgbClr val="003300"/>
                </a:solidFill>
                <a:latin typeface="微软雅黑"/>
                <a:ea typeface="微软雅黑"/>
              </a:rPr>
              <a:t>…</a:t>
            </a:r>
          </a:p>
        </p:txBody>
      </p:sp>
      <p:sp>
        <p:nvSpPr>
          <p:cNvPr id="13" name="Rectangle 10">
            <a:extLst>
              <a:ext uri="{FF2B5EF4-FFF2-40B4-BE49-F238E27FC236}">
                <a16:creationId xmlns:a16="http://schemas.microsoft.com/office/drawing/2014/main" id="{D4C1A391-F520-4CF1-8802-F33B4418E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36078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600">
                <a:solidFill>
                  <a:srgbClr val="003300"/>
                </a:solidFill>
                <a:latin typeface="微软雅黑"/>
                <a:ea typeface="微软雅黑"/>
              </a:rPr>
              <a:t>第</a:t>
            </a:r>
            <a:r>
              <a:rPr lang="en-US" altLang="zh-CN" sz="1600">
                <a:solidFill>
                  <a:srgbClr val="003300"/>
                </a:solidFill>
                <a:latin typeface="微软雅黑"/>
                <a:ea typeface="微软雅黑"/>
              </a:rPr>
              <a:t>n-1</a:t>
            </a:r>
            <a:r>
              <a:rPr lang="zh-CN" altLang="en-US" sz="1600">
                <a:solidFill>
                  <a:srgbClr val="003300"/>
                </a:solidFill>
                <a:latin typeface="微软雅黑"/>
                <a:ea typeface="微软雅黑"/>
              </a:rPr>
              <a:t>块</a:t>
            </a:r>
          </a:p>
        </p:txBody>
      </p:sp>
      <p:sp>
        <p:nvSpPr>
          <p:cNvPr id="14" name="Rectangle 11">
            <a:extLst>
              <a:ext uri="{FF2B5EF4-FFF2-40B4-BE49-F238E27FC236}">
                <a16:creationId xmlns:a16="http://schemas.microsoft.com/office/drawing/2014/main" id="{E750AFF6-0315-4C2F-A37E-4A4EA2DF0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38364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zh-CN" sz="1600">
              <a:solidFill>
                <a:srgbClr val="003300"/>
              </a:solidFill>
              <a:latin typeface="微软雅黑"/>
              <a:ea typeface="微软雅黑"/>
            </a:endParaRPr>
          </a:p>
        </p:txBody>
      </p:sp>
      <p:sp>
        <p:nvSpPr>
          <p:cNvPr id="15" name="Rectangle 13">
            <a:extLst>
              <a:ext uri="{FF2B5EF4-FFF2-40B4-BE49-F238E27FC236}">
                <a16:creationId xmlns:a16="http://schemas.microsoft.com/office/drawing/2014/main" id="{480CAE00-8A20-4537-8753-794F25450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40650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>
                <a:solidFill>
                  <a:srgbClr val="003300"/>
                </a:solidFill>
                <a:latin typeface="微软雅黑"/>
                <a:ea typeface="微软雅黑"/>
              </a:rPr>
              <a:t>…</a:t>
            </a:r>
          </a:p>
        </p:txBody>
      </p:sp>
      <p:sp>
        <p:nvSpPr>
          <p:cNvPr id="16" name="Rectangle 14">
            <a:extLst>
              <a:ext uri="{FF2B5EF4-FFF2-40B4-BE49-F238E27FC236}">
                <a16:creationId xmlns:a16="http://schemas.microsoft.com/office/drawing/2014/main" id="{D4B37F5D-EA4E-47B4-AB62-B32E50728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42936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zh-CN" sz="1600">
              <a:solidFill>
                <a:srgbClr val="003300"/>
              </a:solidFill>
              <a:latin typeface="微软雅黑"/>
              <a:ea typeface="微软雅黑"/>
            </a:endParaRPr>
          </a:p>
        </p:txBody>
      </p:sp>
      <p:sp>
        <p:nvSpPr>
          <p:cNvPr id="17" name="Rectangle 15">
            <a:extLst>
              <a:ext uri="{FF2B5EF4-FFF2-40B4-BE49-F238E27FC236}">
                <a16:creationId xmlns:a16="http://schemas.microsoft.com/office/drawing/2014/main" id="{48FBB85C-594C-4ECC-89AF-6DDEBBF59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45222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zh-CN" sz="1600">
              <a:solidFill>
                <a:srgbClr val="003300"/>
              </a:solidFill>
              <a:latin typeface="微软雅黑"/>
              <a:ea typeface="微软雅黑"/>
            </a:endParaRPr>
          </a:p>
        </p:txBody>
      </p:sp>
      <p:sp>
        <p:nvSpPr>
          <p:cNvPr id="18" name="Rectangle 16">
            <a:extLst>
              <a:ext uri="{FF2B5EF4-FFF2-40B4-BE49-F238E27FC236}">
                <a16:creationId xmlns:a16="http://schemas.microsoft.com/office/drawing/2014/main" id="{CA198C41-0D0F-4158-824A-345641025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47508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>
                <a:solidFill>
                  <a:srgbClr val="003300"/>
                </a:solidFill>
                <a:latin typeface="微软雅黑"/>
                <a:ea typeface="微软雅黑"/>
              </a:rPr>
              <a:t>…</a:t>
            </a:r>
          </a:p>
        </p:txBody>
      </p:sp>
      <p:sp>
        <p:nvSpPr>
          <p:cNvPr id="19" name="Rectangle 17">
            <a:extLst>
              <a:ext uri="{FF2B5EF4-FFF2-40B4-BE49-F238E27FC236}">
                <a16:creationId xmlns:a16="http://schemas.microsoft.com/office/drawing/2014/main" id="{CFD6A361-34B8-4494-9C48-56E61EC29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49794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>
                <a:solidFill>
                  <a:srgbClr val="003300"/>
                </a:solidFill>
                <a:latin typeface="微软雅黑"/>
                <a:ea typeface="微软雅黑"/>
              </a:rPr>
              <a:t>…</a:t>
            </a:r>
          </a:p>
        </p:txBody>
      </p:sp>
      <p:sp>
        <p:nvSpPr>
          <p:cNvPr id="20" name="Rectangle 18">
            <a:extLst>
              <a:ext uri="{FF2B5EF4-FFF2-40B4-BE49-F238E27FC236}">
                <a16:creationId xmlns:a16="http://schemas.microsoft.com/office/drawing/2014/main" id="{5F5C5303-3CB3-43B4-9785-C5B01DB49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5208046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zh-CN" sz="1600">
              <a:solidFill>
                <a:srgbClr val="003300"/>
              </a:solidFill>
              <a:latin typeface="微软雅黑"/>
              <a:ea typeface="微软雅黑"/>
            </a:endParaRPr>
          </a:p>
        </p:txBody>
      </p:sp>
      <p:sp>
        <p:nvSpPr>
          <p:cNvPr id="21" name="Rectangle 19">
            <a:extLst>
              <a:ext uri="{FF2B5EF4-FFF2-40B4-BE49-F238E27FC236}">
                <a16:creationId xmlns:a16="http://schemas.microsoft.com/office/drawing/2014/main" id="{3DF556EA-4625-4C41-96BE-C3A3736DC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5671510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zh-CN" sz="1600">
              <a:solidFill>
                <a:srgbClr val="003300"/>
              </a:solidFill>
              <a:latin typeface="微软雅黑"/>
              <a:ea typeface="微软雅黑"/>
            </a:endParaRPr>
          </a:p>
        </p:txBody>
      </p:sp>
      <p:sp>
        <p:nvSpPr>
          <p:cNvPr id="22" name="Rectangle 20">
            <a:extLst>
              <a:ext uri="{FF2B5EF4-FFF2-40B4-BE49-F238E27FC236}">
                <a16:creationId xmlns:a16="http://schemas.microsoft.com/office/drawing/2014/main" id="{FDEC5D41-2B94-49CF-B501-91BA9147C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5900110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zh-CN" sz="1600">
              <a:solidFill>
                <a:srgbClr val="003300"/>
              </a:solidFill>
              <a:latin typeface="微软雅黑"/>
              <a:ea typeface="微软雅黑"/>
            </a:endParaRPr>
          </a:p>
        </p:txBody>
      </p:sp>
      <p:sp>
        <p:nvSpPr>
          <p:cNvPr id="23" name="Rectangle 21">
            <a:extLst>
              <a:ext uri="{FF2B5EF4-FFF2-40B4-BE49-F238E27FC236}">
                <a16:creationId xmlns:a16="http://schemas.microsoft.com/office/drawing/2014/main" id="{EFE4B9D2-D5D2-4BBA-ADC8-E906A6395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6128710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zh-CN" sz="1600">
              <a:solidFill>
                <a:srgbClr val="003300"/>
              </a:solidFill>
              <a:latin typeface="微软雅黑"/>
              <a:ea typeface="微软雅黑"/>
            </a:endParaRPr>
          </a:p>
        </p:txBody>
      </p:sp>
      <p:sp>
        <p:nvSpPr>
          <p:cNvPr id="24" name="Rectangle 22">
            <a:extLst>
              <a:ext uri="{FF2B5EF4-FFF2-40B4-BE49-F238E27FC236}">
                <a16:creationId xmlns:a16="http://schemas.microsoft.com/office/drawing/2014/main" id="{DB63C5A0-5C33-407D-B906-1D92D3BB49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6371598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sz="1600">
                <a:solidFill>
                  <a:srgbClr val="003300"/>
                </a:solidFill>
                <a:latin typeface="微软雅黑"/>
                <a:ea typeface="微软雅黑"/>
              </a:rPr>
              <a:t>第</a:t>
            </a:r>
            <a:r>
              <a:rPr lang="en-US" altLang="zh-CN" sz="1600">
                <a:solidFill>
                  <a:srgbClr val="003300"/>
                </a:solidFill>
                <a:latin typeface="微软雅黑"/>
                <a:ea typeface="微软雅黑"/>
              </a:rPr>
              <a:t>m-1</a:t>
            </a:r>
            <a:r>
              <a:rPr lang="zh-CN" altLang="en-US" sz="1600">
                <a:solidFill>
                  <a:srgbClr val="003300"/>
                </a:solidFill>
                <a:latin typeface="微软雅黑"/>
                <a:ea typeface="微软雅黑"/>
              </a:rPr>
              <a:t>块</a:t>
            </a: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E3DC43C0-8D80-47DF-8767-D87620DB8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1840" y="3836446"/>
            <a:ext cx="1257300" cy="228600"/>
          </a:xfrm>
          <a:prstGeom prst="rect">
            <a:avLst/>
          </a:prstGeom>
          <a:solidFill>
            <a:srgbClr val="FFCC99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600" b="1" i="0" u="none" strike="noStrike" kern="0" cap="none" spc="0" normalizeH="0" baseline="0" noProof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FBDDA6C-0A15-44A4-B15A-6406C970B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1840" y="4065046"/>
            <a:ext cx="1257300" cy="228600"/>
          </a:xfrm>
          <a:prstGeom prst="rect">
            <a:avLst/>
          </a:prstGeom>
          <a:solidFill>
            <a:srgbClr val="FFCC99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600" b="1" i="0" u="none" strike="noStrike" kern="0" cap="none" spc="0" normalizeH="0" baseline="0" noProof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7" name="Rectangle 27">
            <a:extLst>
              <a:ext uri="{FF2B5EF4-FFF2-40B4-BE49-F238E27FC236}">
                <a16:creationId xmlns:a16="http://schemas.microsoft.com/office/drawing/2014/main" id="{91281C22-88D7-4E39-8D66-CAB888549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1840" y="4293646"/>
            <a:ext cx="1257300" cy="228600"/>
          </a:xfrm>
          <a:prstGeom prst="rect">
            <a:avLst/>
          </a:prstGeom>
          <a:solidFill>
            <a:srgbClr val="FFCC99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600" b="1" i="0" u="none" strike="noStrike" kern="0" cap="none" spc="0" normalizeH="0" baseline="0" noProof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8" name="Rectangle 29">
            <a:extLst>
              <a:ext uri="{FF2B5EF4-FFF2-40B4-BE49-F238E27FC236}">
                <a16:creationId xmlns:a16="http://schemas.microsoft.com/office/drawing/2014/main" id="{3DD6855F-201E-4F34-9BD9-59E629FC8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1840" y="4522246"/>
            <a:ext cx="1257300" cy="228600"/>
          </a:xfrm>
          <a:prstGeom prst="rect">
            <a:avLst/>
          </a:prstGeom>
          <a:solidFill>
            <a:srgbClr val="FFCC99"/>
          </a:solidFill>
          <a:ln w="19050" algn="ctr">
            <a:solidFill>
              <a:sysClr val="windowText" lastClr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1600" b="1" i="0" u="none" strike="noStrike" kern="0" cap="none" spc="0" normalizeH="0" baseline="0" noProof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29" name="Text Box 31">
            <a:extLst>
              <a:ext uri="{FF2B5EF4-FFF2-40B4-BE49-F238E27FC236}">
                <a16:creationId xmlns:a16="http://schemas.microsoft.com/office/drawing/2014/main" id="{345BEE2E-3C82-4448-A9A7-F56E15D6DC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290" y="3423697"/>
            <a:ext cx="91440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b="1" dirty="0">
                <a:solidFill>
                  <a:prstClr val="black"/>
                </a:solidFill>
                <a:latin typeface="微软雅黑"/>
                <a:ea typeface="微软雅黑"/>
              </a:rPr>
              <a:t>Cache</a:t>
            </a:r>
          </a:p>
        </p:txBody>
      </p:sp>
      <p:sp>
        <p:nvSpPr>
          <p:cNvPr id="30" name="Text Box 32">
            <a:extLst>
              <a:ext uri="{FF2B5EF4-FFF2-40B4-BE49-F238E27FC236}">
                <a16:creationId xmlns:a16="http://schemas.microsoft.com/office/drawing/2014/main" id="{7832861B-1448-4EFC-ABEC-C7CB4C1C2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3240" y="2541047"/>
            <a:ext cx="91440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zh-CN" altLang="en-US" b="1" dirty="0">
                <a:solidFill>
                  <a:prstClr val="black"/>
                </a:solidFill>
                <a:latin typeface="微软雅黑"/>
                <a:ea typeface="微软雅黑"/>
              </a:rPr>
              <a:t>主存</a:t>
            </a:r>
          </a:p>
        </p:txBody>
      </p:sp>
      <p:sp>
        <p:nvSpPr>
          <p:cNvPr id="31" name="Rectangle 35">
            <a:extLst>
              <a:ext uri="{FF2B5EF4-FFF2-40B4-BE49-F238E27FC236}">
                <a16:creationId xmlns:a16="http://schemas.microsoft.com/office/drawing/2014/main" id="{82CC699D-8A65-4040-8B1B-F6D1B26A1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4140" y="5442910"/>
            <a:ext cx="1714500" cy="228600"/>
          </a:xfrm>
          <a:prstGeom prst="rect">
            <a:avLst/>
          </a:prstGeom>
          <a:solidFill>
            <a:srgbClr val="CCFFFF"/>
          </a:solidFill>
          <a:ln w="12700" algn="ctr">
            <a:solidFill>
              <a:srgbClr val="FF66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1600" b="1">
                <a:solidFill>
                  <a:srgbClr val="003300"/>
                </a:solidFill>
                <a:latin typeface="微软雅黑"/>
                <a:ea typeface="微软雅黑"/>
              </a:rPr>
              <a:t>…</a:t>
            </a:r>
          </a:p>
        </p:txBody>
      </p:sp>
      <p:sp>
        <p:nvSpPr>
          <p:cNvPr id="32" name="Line 36">
            <a:extLst>
              <a:ext uri="{FF2B5EF4-FFF2-40B4-BE49-F238E27FC236}">
                <a16:creationId xmlns:a16="http://schemas.microsoft.com/office/drawing/2014/main" id="{1FB185EC-0150-4D30-AAB8-4EC5E62F8C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89140" y="2998246"/>
            <a:ext cx="1905000" cy="1447800"/>
          </a:xfrm>
          <a:prstGeom prst="line">
            <a:avLst/>
          </a:prstGeom>
          <a:noFill/>
          <a:ln w="3175">
            <a:solidFill>
              <a:srgbClr val="ED7D31"/>
            </a:solidFill>
            <a:round/>
            <a:headEnd type="triangle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33" name="Line 37">
            <a:extLst>
              <a:ext uri="{FF2B5EF4-FFF2-40B4-BE49-F238E27FC236}">
                <a16:creationId xmlns:a16="http://schemas.microsoft.com/office/drawing/2014/main" id="{BE16F2E3-99EB-4C5E-8CC7-D798A72BE1F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89140" y="2998246"/>
            <a:ext cx="1905000" cy="1676400"/>
          </a:xfrm>
          <a:prstGeom prst="line">
            <a:avLst/>
          </a:prstGeom>
          <a:noFill/>
          <a:ln w="3175">
            <a:solidFill>
              <a:srgbClr val="FF00FF"/>
            </a:solidFill>
            <a:round/>
            <a:headEnd type="triangle" w="med" len="med"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34" name="AutoShape 38">
            <a:extLst>
              <a:ext uri="{FF2B5EF4-FFF2-40B4-BE49-F238E27FC236}">
                <a16:creationId xmlns:a16="http://schemas.microsoft.com/office/drawing/2014/main" id="{9E49CAC4-084B-4B41-AA2B-B6E240EAC6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568" y="5438493"/>
            <a:ext cx="4320540" cy="832392"/>
          </a:xfrm>
          <a:prstGeom prst="wedgeEllipseCallout">
            <a:avLst>
              <a:gd name="adj1" fmla="val 31639"/>
              <a:gd name="adj2" fmla="val -87146"/>
            </a:avLst>
          </a:prstGeom>
          <a:solidFill>
            <a:srgbClr val="66FFCC"/>
          </a:solidFill>
          <a:ln w="9525" algn="ctr">
            <a:solidFill>
              <a:sysClr val="windowText" lastClr="000000"/>
            </a:solidFill>
            <a:miter lim="800000"/>
            <a:headEnd/>
            <a:tailEnd/>
          </a:ln>
        </p:spPr>
        <p:txBody>
          <a:bodyPr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 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如何进行地址映射</a:t>
            </a: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</a:rPr>
              <a:t>???</a:t>
            </a:r>
          </a:p>
        </p:txBody>
      </p:sp>
    </p:spTree>
    <p:extLst>
      <p:ext uri="{BB962C8B-B14F-4D97-AF65-F5344CB8AC3E}">
        <p14:creationId xmlns:p14="http://schemas.microsoft.com/office/powerpoint/2010/main" val="36798298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35" presetClass="emph" presetSubtype="0" repeatCount="4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35" presetClass="emph" presetSubtype="0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uiExpand="1" build="p"/>
      <p:bldP spid="8" grpId="0" animBg="1"/>
      <p:bldP spid="9" grpId="0" animBg="1"/>
      <p:bldP spid="10" grpId="0" animBg="1"/>
      <p:bldP spid="25" grpId="0" animBg="1"/>
      <p:bldP spid="26" grpId="0" animBg="1"/>
      <p:bldP spid="27" grpId="0" animBg="1"/>
      <p:bldP spid="28" grpId="0" animBg="1"/>
      <p:bldP spid="32" grpId="0" animBg="1"/>
      <p:bldP spid="33" grpId="0" animBg="1"/>
      <p:bldP spid="34" grpId="0" animBg="1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7633DE37-6C3A-436C-BD15-97FD5B908E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</a:p>
        </p:txBody>
      </p:sp>
      <p:sp>
        <p:nvSpPr>
          <p:cNvPr id="35" name="标题 1">
            <a:extLst>
              <a:ext uri="{FF2B5EF4-FFF2-40B4-BE49-F238E27FC236}">
                <a16:creationId xmlns:a16="http://schemas.microsoft.com/office/drawing/2014/main" id="{4F407488-B260-4150-8804-BDD34BC58F6A}"/>
              </a:ext>
            </a:extLst>
          </p:cNvPr>
          <p:cNvSpPr txBox="1">
            <a:spLocks/>
          </p:cNvSpPr>
          <p:nvPr/>
        </p:nvSpPr>
        <p:spPr>
          <a:xfrm>
            <a:off x="239585" y="1124679"/>
            <a:ext cx="7427040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1.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全相联映射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—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主存块映射关系</a:t>
            </a:r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E3F1D73A-FA67-42B8-B200-68DADA5F3712}"/>
              </a:ext>
            </a:extLst>
          </p:cNvPr>
          <p:cNvGrpSpPr/>
          <p:nvPr/>
        </p:nvGrpSpPr>
        <p:grpSpPr>
          <a:xfrm>
            <a:off x="2212004" y="3633334"/>
            <a:ext cx="440788" cy="2426613"/>
            <a:chOff x="4573332" y="2595988"/>
            <a:chExt cx="440788" cy="2292032"/>
          </a:xfrm>
        </p:grpSpPr>
        <p:cxnSp>
          <p:nvCxnSpPr>
            <p:cNvPr id="37" name="直接箭头连接符 36">
              <a:extLst>
                <a:ext uri="{FF2B5EF4-FFF2-40B4-BE49-F238E27FC236}">
                  <a16:creationId xmlns:a16="http://schemas.microsoft.com/office/drawing/2014/main" id="{25BDF427-4751-4FE2-B7C1-8EC65A1803C6}"/>
                </a:ext>
              </a:extLst>
            </p:cNvPr>
            <p:cNvCxnSpPr/>
            <p:nvPr/>
          </p:nvCxnSpPr>
          <p:spPr>
            <a:xfrm flipV="1">
              <a:off x="4867190" y="2595988"/>
              <a:ext cx="0" cy="1064877"/>
            </a:xfrm>
            <a:prstGeom prst="straightConnector1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38" name="直接箭头连接符 37">
              <a:extLst>
                <a:ext uri="{FF2B5EF4-FFF2-40B4-BE49-F238E27FC236}">
                  <a16:creationId xmlns:a16="http://schemas.microsoft.com/office/drawing/2014/main" id="{5550ECEE-B5CF-4EE5-BE23-B012F1CA4172}"/>
                </a:ext>
              </a:extLst>
            </p:cNvPr>
            <p:cNvCxnSpPr/>
            <p:nvPr/>
          </p:nvCxnSpPr>
          <p:spPr>
            <a:xfrm flipV="1">
              <a:off x="4720261" y="2595989"/>
              <a:ext cx="0" cy="1683851"/>
            </a:xfrm>
            <a:prstGeom prst="straightConnector1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39" name="直接箭头连接符 38">
              <a:extLst>
                <a:ext uri="{FF2B5EF4-FFF2-40B4-BE49-F238E27FC236}">
                  <a16:creationId xmlns:a16="http://schemas.microsoft.com/office/drawing/2014/main" id="{B62AAF21-FE9E-480C-8BCA-8D9A3AB9A792}"/>
                </a:ext>
              </a:extLst>
            </p:cNvPr>
            <p:cNvCxnSpPr/>
            <p:nvPr/>
          </p:nvCxnSpPr>
          <p:spPr>
            <a:xfrm flipV="1">
              <a:off x="4573332" y="2595988"/>
              <a:ext cx="0" cy="2292032"/>
            </a:xfrm>
            <a:prstGeom prst="straightConnector1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40" name="直接箭头连接符 39">
              <a:extLst>
                <a:ext uri="{FF2B5EF4-FFF2-40B4-BE49-F238E27FC236}">
                  <a16:creationId xmlns:a16="http://schemas.microsoft.com/office/drawing/2014/main" id="{3E7D3969-A03F-43AE-9BAA-16B072EE903B}"/>
                </a:ext>
              </a:extLst>
            </p:cNvPr>
            <p:cNvCxnSpPr/>
            <p:nvPr/>
          </p:nvCxnSpPr>
          <p:spPr>
            <a:xfrm flipV="1">
              <a:off x="5014120" y="2595990"/>
              <a:ext cx="0" cy="453097"/>
            </a:xfrm>
            <a:prstGeom prst="straightConnector1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triangle"/>
            </a:ln>
            <a:effectLst/>
          </p:spPr>
        </p:cxnSp>
      </p:grpSp>
      <p:grpSp>
        <p:nvGrpSpPr>
          <p:cNvPr id="41" name="组合 40">
            <a:extLst>
              <a:ext uri="{FF2B5EF4-FFF2-40B4-BE49-F238E27FC236}">
                <a16:creationId xmlns:a16="http://schemas.microsoft.com/office/drawing/2014/main" id="{7BF26A5D-9EB7-4228-947F-A13B6DF8A07E}"/>
              </a:ext>
            </a:extLst>
          </p:cNvPr>
          <p:cNvGrpSpPr/>
          <p:nvPr/>
        </p:nvGrpSpPr>
        <p:grpSpPr>
          <a:xfrm>
            <a:off x="3042607" y="3633336"/>
            <a:ext cx="697963" cy="2430640"/>
            <a:chOff x="4573332" y="2595988"/>
            <a:chExt cx="697963" cy="2303888"/>
          </a:xfrm>
        </p:grpSpPr>
        <p:cxnSp>
          <p:nvCxnSpPr>
            <p:cNvPr id="42" name="直接箭头连接符 41">
              <a:extLst>
                <a:ext uri="{FF2B5EF4-FFF2-40B4-BE49-F238E27FC236}">
                  <a16:creationId xmlns:a16="http://schemas.microsoft.com/office/drawing/2014/main" id="{B75BD5ED-B4FA-454B-BB13-F029BD75ED70}"/>
                </a:ext>
              </a:extLst>
            </p:cNvPr>
            <p:cNvCxnSpPr/>
            <p:nvPr/>
          </p:nvCxnSpPr>
          <p:spPr>
            <a:xfrm flipV="1">
              <a:off x="4573332" y="2595988"/>
              <a:ext cx="0" cy="2303888"/>
            </a:xfrm>
            <a:prstGeom prst="straightConnector1">
              <a:avLst/>
            </a:prstGeom>
            <a:noFill/>
            <a:ln w="19050" cap="sq" cmpd="sng" algn="ctr">
              <a:solidFill>
                <a:srgbClr val="0066FF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43" name="直接箭头连接符 42">
              <a:extLst>
                <a:ext uri="{FF2B5EF4-FFF2-40B4-BE49-F238E27FC236}">
                  <a16:creationId xmlns:a16="http://schemas.microsoft.com/office/drawing/2014/main" id="{7136D5AA-D290-41B2-BD28-C816CBBDF01A}"/>
                </a:ext>
              </a:extLst>
            </p:cNvPr>
            <p:cNvCxnSpPr/>
            <p:nvPr/>
          </p:nvCxnSpPr>
          <p:spPr>
            <a:xfrm flipV="1">
              <a:off x="4805986" y="2595988"/>
              <a:ext cx="0" cy="1682536"/>
            </a:xfrm>
            <a:prstGeom prst="straightConnector1">
              <a:avLst/>
            </a:prstGeom>
            <a:noFill/>
            <a:ln w="19050" cap="sq" cmpd="sng" algn="ctr">
              <a:solidFill>
                <a:srgbClr val="0066FF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44" name="直接箭头连接符 43">
              <a:extLst>
                <a:ext uri="{FF2B5EF4-FFF2-40B4-BE49-F238E27FC236}">
                  <a16:creationId xmlns:a16="http://schemas.microsoft.com/office/drawing/2014/main" id="{1641CFFC-C499-4E88-B504-18456815B8FE}"/>
                </a:ext>
              </a:extLst>
            </p:cNvPr>
            <p:cNvCxnSpPr/>
            <p:nvPr/>
          </p:nvCxnSpPr>
          <p:spPr>
            <a:xfrm flipV="1">
              <a:off x="5271295" y="2595989"/>
              <a:ext cx="0" cy="454687"/>
            </a:xfrm>
            <a:prstGeom prst="straightConnector1">
              <a:avLst/>
            </a:prstGeom>
            <a:noFill/>
            <a:ln w="19050" cap="sq" cmpd="sng" algn="ctr">
              <a:solidFill>
                <a:srgbClr val="0066FF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45" name="直接箭头连接符 44">
              <a:extLst>
                <a:ext uri="{FF2B5EF4-FFF2-40B4-BE49-F238E27FC236}">
                  <a16:creationId xmlns:a16="http://schemas.microsoft.com/office/drawing/2014/main" id="{82A52AD2-46AB-45AD-9C69-CA2E0E78CA76}"/>
                </a:ext>
              </a:extLst>
            </p:cNvPr>
            <p:cNvCxnSpPr/>
            <p:nvPr/>
          </p:nvCxnSpPr>
          <p:spPr>
            <a:xfrm flipV="1">
              <a:off x="5038640" y="2595988"/>
              <a:ext cx="0" cy="1068612"/>
            </a:xfrm>
            <a:prstGeom prst="straightConnector1">
              <a:avLst/>
            </a:prstGeom>
            <a:noFill/>
            <a:ln w="19050" cap="sq" cmpd="sng" algn="ctr">
              <a:solidFill>
                <a:srgbClr val="0066FF"/>
              </a:solidFill>
              <a:prstDash val="solid"/>
              <a:miter lim="800000"/>
              <a:tailEnd type="triangle"/>
            </a:ln>
            <a:effectLst/>
          </p:spPr>
        </p:cxnSp>
      </p:grpSp>
      <p:grpSp>
        <p:nvGrpSpPr>
          <p:cNvPr id="46" name="组合 45">
            <a:extLst>
              <a:ext uri="{FF2B5EF4-FFF2-40B4-BE49-F238E27FC236}">
                <a16:creationId xmlns:a16="http://schemas.microsoft.com/office/drawing/2014/main" id="{79F05260-9CED-49BF-8E0D-7F9C06BC3414}"/>
              </a:ext>
            </a:extLst>
          </p:cNvPr>
          <p:cNvGrpSpPr>
            <a:grpSpLocks/>
          </p:cNvGrpSpPr>
          <p:nvPr/>
        </p:nvGrpSpPr>
        <p:grpSpPr bwMode="auto">
          <a:xfrm>
            <a:off x="925435" y="2471234"/>
            <a:ext cx="4881013" cy="717869"/>
            <a:chOff x="13183" y="5280379"/>
            <a:chExt cx="4951058" cy="717847"/>
          </a:xfrm>
        </p:grpSpPr>
        <p:grpSp>
          <p:nvGrpSpPr>
            <p:cNvPr id="47" name="组合 183">
              <a:extLst>
                <a:ext uri="{FF2B5EF4-FFF2-40B4-BE49-F238E27FC236}">
                  <a16:creationId xmlns:a16="http://schemas.microsoft.com/office/drawing/2014/main" id="{B132E702-F3D6-4A0D-96FF-207BE3A9F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5461" y="5280379"/>
              <a:ext cx="3858780" cy="717847"/>
              <a:chOff x="1447796" y="5551488"/>
              <a:chExt cx="6927546" cy="1071611"/>
            </a:xfrm>
          </p:grpSpPr>
          <p:sp>
            <p:nvSpPr>
              <p:cNvPr id="49" name="Text Box 3">
                <a:extLst>
                  <a:ext uri="{FF2B5EF4-FFF2-40B4-BE49-F238E27FC236}">
                    <a16:creationId xmlns:a16="http://schemas.microsoft.com/office/drawing/2014/main" id="{83071A6B-C81D-4884-8940-0C97DA217E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04084" y="6307919"/>
                <a:ext cx="951838" cy="315180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w</a:t>
                </a:r>
                <a:r>
                  <a:rPr kumimoji="0" lang="zh-CN" altLang="en-US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AutoShape 6">
                <a:extLst>
                  <a:ext uri="{FF2B5EF4-FFF2-40B4-BE49-F238E27FC236}">
                    <a16:creationId xmlns:a16="http://schemas.microsoft.com/office/drawing/2014/main" id="{8CC2CEAE-CDBF-447B-9D45-8DB90254880C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7007934" y="4912464"/>
                <a:ext cx="169183" cy="2515569"/>
              </a:xfrm>
              <a:prstGeom prst="leftBrace">
                <a:avLst>
                  <a:gd name="adj1" fmla="val 57712"/>
                  <a:gd name="adj2" fmla="val 50000"/>
                </a:avLst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Rectangle 9">
                <a:extLst>
                  <a:ext uri="{FF2B5EF4-FFF2-40B4-BE49-F238E27FC236}">
                    <a16:creationId xmlns:a16="http://schemas.microsoft.com/office/drawing/2014/main" id="{38417D93-F3E5-4226-AC9E-86C68A30E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7796" y="5551488"/>
                <a:ext cx="4389805" cy="533400"/>
              </a:xfrm>
              <a:prstGeom prst="rect">
                <a:avLst/>
              </a:prstGeom>
              <a:solidFill>
                <a:srgbClr val="00B0F0"/>
              </a:solidFill>
              <a:ln w="222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主存</a:t>
                </a:r>
                <a:r>
                  <a:rPr kumimoji="0" lang="zh-CN" altLang="en-US" sz="1400" b="1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块地址 </a:t>
                </a: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400" b="1" i="1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tag</a:t>
                </a: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)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" name="Rectangle 11">
                <a:extLst>
                  <a:ext uri="{FF2B5EF4-FFF2-40B4-BE49-F238E27FC236}">
                    <a16:creationId xmlns:a16="http://schemas.microsoft.com/office/drawing/2014/main" id="{F982512F-97F9-435F-958C-9DAC7163B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4743" y="5551488"/>
                <a:ext cx="2540599" cy="533400"/>
              </a:xfrm>
              <a:prstGeom prst="rect">
                <a:avLst/>
              </a:prstGeom>
              <a:solidFill>
                <a:srgbClr val="FFC000">
                  <a:lumMod val="20000"/>
                  <a:lumOff val="80000"/>
                </a:srgbClr>
              </a:solidFill>
              <a:ln w="222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块内偏移</a:t>
                </a: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400" b="1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offset</a:t>
                </a: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)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" name="Text Box 13">
                <a:extLst>
                  <a:ext uri="{FF2B5EF4-FFF2-40B4-BE49-F238E27FC236}">
                    <a16:creationId xmlns:a16="http://schemas.microsoft.com/office/drawing/2014/main" id="{918688B2-325B-4934-8D2D-E8EAB76AF7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4574" y="6281196"/>
                <a:ext cx="914788" cy="315180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s</a:t>
                </a:r>
                <a:r>
                  <a:rPr kumimoji="0" lang="zh-CN" altLang="en-US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AutoShape 14">
                <a:extLst>
                  <a:ext uri="{FF2B5EF4-FFF2-40B4-BE49-F238E27FC236}">
                    <a16:creationId xmlns:a16="http://schemas.microsoft.com/office/drawing/2014/main" id="{C2AC2034-E7AB-41EE-9D78-14B16068FC0A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3544609" y="4002106"/>
                <a:ext cx="193321" cy="4386938"/>
              </a:xfrm>
              <a:prstGeom prst="leftBrace">
                <a:avLst>
                  <a:gd name="adj1" fmla="val 47244"/>
                  <a:gd name="adj2" fmla="val 50000"/>
                </a:avLst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8" name="Text Box 52">
              <a:extLst>
                <a:ext uri="{FF2B5EF4-FFF2-40B4-BE49-F238E27FC236}">
                  <a16:creationId xmlns:a16="http://schemas.microsoft.com/office/drawing/2014/main" id="{385A8234-6DAF-4318-B941-7CBAC255C6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83" y="5339187"/>
              <a:ext cx="1260140" cy="307768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主存地址</a:t>
              </a:r>
            </a:p>
          </p:txBody>
        </p:sp>
      </p:grpSp>
      <p:grpSp>
        <p:nvGrpSpPr>
          <p:cNvPr id="55" name="组合 54">
            <a:extLst>
              <a:ext uri="{FF2B5EF4-FFF2-40B4-BE49-F238E27FC236}">
                <a16:creationId xmlns:a16="http://schemas.microsoft.com/office/drawing/2014/main" id="{7CD6B7EB-4607-4AFD-A46A-ED9427BAB70F}"/>
              </a:ext>
            </a:extLst>
          </p:cNvPr>
          <p:cNvGrpSpPr/>
          <p:nvPr/>
        </p:nvGrpSpPr>
        <p:grpSpPr>
          <a:xfrm>
            <a:off x="5784475" y="2766864"/>
            <a:ext cx="1584846" cy="3445483"/>
            <a:chOff x="6906127" y="2204346"/>
            <a:chExt cx="1584846" cy="3445483"/>
          </a:xfrm>
        </p:grpSpPr>
        <p:sp>
          <p:nvSpPr>
            <p:cNvPr id="56" name="Line 16">
              <a:extLst>
                <a:ext uri="{FF2B5EF4-FFF2-40B4-BE49-F238E27FC236}">
                  <a16:creationId xmlns:a16="http://schemas.microsoft.com/office/drawing/2014/main" id="{460E2AC3-39BA-4267-A420-6B623C32E4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19873" y="2204346"/>
              <a:ext cx="1571099" cy="1496245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57" name="Line 16">
              <a:extLst>
                <a:ext uri="{FF2B5EF4-FFF2-40B4-BE49-F238E27FC236}">
                  <a16:creationId xmlns:a16="http://schemas.microsoft.com/office/drawing/2014/main" id="{E92EEF5A-732A-4CA5-84CF-C9299332F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1366" y="2210885"/>
              <a:ext cx="1569607" cy="2132113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58" name="Line 16">
              <a:extLst>
                <a:ext uri="{FF2B5EF4-FFF2-40B4-BE49-F238E27FC236}">
                  <a16:creationId xmlns:a16="http://schemas.microsoft.com/office/drawing/2014/main" id="{7B09953A-F9B1-4FCD-9706-89F92FE9FB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1367" y="2210885"/>
              <a:ext cx="1567900" cy="2764574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59" name="Line 16">
              <a:extLst>
                <a:ext uri="{FF2B5EF4-FFF2-40B4-BE49-F238E27FC236}">
                  <a16:creationId xmlns:a16="http://schemas.microsoft.com/office/drawing/2014/main" id="{80DE0F5E-9437-4E5F-8A90-ACB8B554E7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6127" y="2210888"/>
              <a:ext cx="1583140" cy="3438941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</p:grpSp>
      <p:grpSp>
        <p:nvGrpSpPr>
          <p:cNvPr id="60" name="组合 59">
            <a:extLst>
              <a:ext uri="{FF2B5EF4-FFF2-40B4-BE49-F238E27FC236}">
                <a16:creationId xmlns:a16="http://schemas.microsoft.com/office/drawing/2014/main" id="{9A430F10-85B6-4BF8-BE3A-21FE9254FEE8}"/>
              </a:ext>
            </a:extLst>
          </p:cNvPr>
          <p:cNvGrpSpPr/>
          <p:nvPr/>
        </p:nvGrpSpPr>
        <p:grpSpPr>
          <a:xfrm>
            <a:off x="5776855" y="4326398"/>
            <a:ext cx="1595120" cy="1943099"/>
            <a:chOff x="6898507" y="3763880"/>
            <a:chExt cx="1595120" cy="1943099"/>
          </a:xfrm>
        </p:grpSpPr>
        <p:sp>
          <p:nvSpPr>
            <p:cNvPr id="61" name="Line 16">
              <a:extLst>
                <a:ext uri="{FF2B5EF4-FFF2-40B4-BE49-F238E27FC236}">
                  <a16:creationId xmlns:a16="http://schemas.microsoft.com/office/drawing/2014/main" id="{CF1A423D-65B7-4910-889B-637DA78FCA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2477" y="3763880"/>
              <a:ext cx="1574800" cy="130810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62" name="Line 16">
              <a:extLst>
                <a:ext uri="{FF2B5EF4-FFF2-40B4-BE49-F238E27FC236}">
                  <a16:creationId xmlns:a16="http://schemas.microsoft.com/office/drawing/2014/main" id="{3A26B44F-01F8-4780-88C1-5392105855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21367" y="4419199"/>
              <a:ext cx="1569085" cy="65278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63" name="Line 16">
              <a:extLst>
                <a:ext uri="{FF2B5EF4-FFF2-40B4-BE49-F238E27FC236}">
                  <a16:creationId xmlns:a16="http://schemas.microsoft.com/office/drawing/2014/main" id="{858DEBED-0E1F-4D99-866F-1792134C72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3747" y="5021179"/>
              <a:ext cx="1579880" cy="53975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64" name="Line 16">
              <a:extLst>
                <a:ext uri="{FF2B5EF4-FFF2-40B4-BE49-F238E27FC236}">
                  <a16:creationId xmlns:a16="http://schemas.microsoft.com/office/drawing/2014/main" id="{20C9D5A9-2154-49DD-9D1C-6D0962A67E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8507" y="5071979"/>
              <a:ext cx="1591945" cy="63500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</p:grpSp>
      <p:sp>
        <p:nvSpPr>
          <p:cNvPr id="65" name="矩形 64">
            <a:extLst>
              <a:ext uri="{FF2B5EF4-FFF2-40B4-BE49-F238E27FC236}">
                <a16:creationId xmlns:a16="http://schemas.microsoft.com/office/drawing/2014/main" id="{63C585E0-1317-4F0F-A6DF-70952BFAE9BF}"/>
              </a:ext>
            </a:extLst>
          </p:cNvPr>
          <p:cNvSpPr/>
          <p:nvPr/>
        </p:nvSpPr>
        <p:spPr>
          <a:xfrm>
            <a:off x="1997210" y="3301938"/>
            <a:ext cx="1939970" cy="331396"/>
          </a:xfrm>
          <a:prstGeom prst="rect">
            <a:avLst/>
          </a:prstGeom>
          <a:solidFill>
            <a:srgbClr val="ED7D31">
              <a:lumMod val="60000"/>
              <a:lumOff val="40000"/>
            </a:srgbClr>
          </a:solidFill>
          <a:ln w="2222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1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n 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路并发比较</a:t>
            </a:r>
          </a:p>
        </p:txBody>
      </p:sp>
      <p:cxnSp>
        <p:nvCxnSpPr>
          <p:cNvPr id="66" name="直接箭头连接符 65">
            <a:extLst>
              <a:ext uri="{FF2B5EF4-FFF2-40B4-BE49-F238E27FC236}">
                <a16:creationId xmlns:a16="http://schemas.microsoft.com/office/drawing/2014/main" id="{6722962C-7133-44E9-A0EA-F6EAC576220C}"/>
              </a:ext>
            </a:extLst>
          </p:cNvPr>
          <p:cNvCxnSpPr>
            <a:cxnSpLocks/>
          </p:cNvCxnSpPr>
          <p:nvPr/>
        </p:nvCxnSpPr>
        <p:spPr>
          <a:xfrm>
            <a:off x="3209765" y="3008137"/>
            <a:ext cx="0" cy="281940"/>
          </a:xfrm>
          <a:prstGeom prst="straightConnector1">
            <a:avLst/>
          </a:prstGeom>
          <a:noFill/>
          <a:ln w="19050" cap="sq" cmpd="sng" algn="ctr">
            <a:solidFill>
              <a:srgbClr val="0066FF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7C5063E7-54C9-4C1D-AD04-6A79CAABAC93}"/>
              </a:ext>
            </a:extLst>
          </p:cNvPr>
          <p:cNvGrpSpPr/>
          <p:nvPr/>
        </p:nvGrpSpPr>
        <p:grpSpPr>
          <a:xfrm>
            <a:off x="1173745" y="3319713"/>
            <a:ext cx="805325" cy="307777"/>
            <a:chOff x="2303017" y="2741955"/>
            <a:chExt cx="805325" cy="307777"/>
          </a:xfrm>
        </p:grpSpPr>
        <p:cxnSp>
          <p:nvCxnSpPr>
            <p:cNvPr id="68" name="直接箭头连接符 67">
              <a:extLst>
                <a:ext uri="{FF2B5EF4-FFF2-40B4-BE49-F238E27FC236}">
                  <a16:creationId xmlns:a16="http://schemas.microsoft.com/office/drawing/2014/main" id="{8AD7B3D6-6C00-49DD-B7A0-31D21D23A031}"/>
                </a:ext>
              </a:extLst>
            </p:cNvPr>
            <p:cNvCxnSpPr/>
            <p:nvPr/>
          </p:nvCxnSpPr>
          <p:spPr>
            <a:xfrm flipH="1">
              <a:off x="2794017" y="2902292"/>
              <a:ext cx="314325" cy="0"/>
            </a:xfrm>
            <a:prstGeom prst="straightConnector1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69" name="TextBox 132">
              <a:extLst>
                <a:ext uri="{FF2B5EF4-FFF2-40B4-BE49-F238E27FC236}">
                  <a16:creationId xmlns:a16="http://schemas.microsoft.com/office/drawing/2014/main" id="{588FEB44-6147-4492-8E32-ACCCDF4A4A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3017" y="2741955"/>
              <a:ext cx="552450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命中</a:t>
              </a: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0" name="Text Box 52">
            <a:extLst>
              <a:ext uri="{FF2B5EF4-FFF2-40B4-BE49-F238E27FC236}">
                <a16:creationId xmlns:a16="http://schemas.microsoft.com/office/drawing/2014/main" id="{AD276D11-1BD7-4848-98B0-161E3B708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4959" y="3699273"/>
            <a:ext cx="1611661" cy="30777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en-US" altLang="zh-CN" sz="1400" b="1" ker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SRAM</a:t>
            </a:r>
            <a:r>
              <a:rPr lang="en-US" altLang="zh-CN" sz="1400" b="1" ker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i="1" kern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cache</a:t>
            </a:r>
            <a:endParaRPr lang="zh-CN" altLang="en-US" sz="1400" b="1" i="1" kern="0">
              <a:solidFill>
                <a:srgbClr val="000000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71" name="组合 70">
            <a:extLst>
              <a:ext uri="{FF2B5EF4-FFF2-40B4-BE49-F238E27FC236}">
                <a16:creationId xmlns:a16="http://schemas.microsoft.com/office/drawing/2014/main" id="{45F5A61B-6994-40C7-ACCB-35C154C49880}"/>
              </a:ext>
            </a:extLst>
          </p:cNvPr>
          <p:cNvGrpSpPr/>
          <p:nvPr/>
        </p:nvGrpSpPr>
        <p:grpSpPr>
          <a:xfrm>
            <a:off x="7373134" y="2338571"/>
            <a:ext cx="1627913" cy="4127879"/>
            <a:chOff x="8903859" y="1174474"/>
            <a:chExt cx="1627913" cy="4127879"/>
          </a:xfrm>
        </p:grpSpPr>
        <p:sp>
          <p:nvSpPr>
            <p:cNvPr id="72" name="Text Box 52">
              <a:extLst>
                <a:ext uri="{FF2B5EF4-FFF2-40B4-BE49-F238E27FC236}">
                  <a16:creationId xmlns:a16="http://schemas.microsoft.com/office/drawing/2014/main" id="{0055AEA0-BF73-47A9-BFB6-EB37CBC0DC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2846" y="1174474"/>
              <a:ext cx="1242312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DRAM</a:t>
              </a: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主存</a:t>
              </a:r>
            </a:p>
          </p:txBody>
        </p:sp>
        <p:grpSp>
          <p:nvGrpSpPr>
            <p:cNvPr id="73" name="组合 72">
              <a:extLst>
                <a:ext uri="{FF2B5EF4-FFF2-40B4-BE49-F238E27FC236}">
                  <a16:creationId xmlns:a16="http://schemas.microsoft.com/office/drawing/2014/main" id="{B7650DB6-BC1A-4BB2-B496-7BFD6CC6B990}"/>
                </a:ext>
              </a:extLst>
            </p:cNvPr>
            <p:cNvGrpSpPr/>
            <p:nvPr/>
          </p:nvGrpSpPr>
          <p:grpSpPr>
            <a:xfrm>
              <a:off x="8903859" y="1486390"/>
              <a:ext cx="1627913" cy="3815963"/>
              <a:chOff x="8903859" y="1486390"/>
              <a:chExt cx="1627913" cy="4057929"/>
            </a:xfrm>
          </p:grpSpPr>
          <p:sp>
            <p:nvSpPr>
              <p:cNvPr id="74" name="矩形 73">
                <a:extLst>
                  <a:ext uri="{FF2B5EF4-FFF2-40B4-BE49-F238E27FC236}">
                    <a16:creationId xmlns:a16="http://schemas.microsoft.com/office/drawing/2014/main" id="{F7119E36-21B0-4CE9-ABB5-2B1A6A5E79BD}"/>
                  </a:ext>
                </a:extLst>
              </p:cNvPr>
              <p:cNvSpPr/>
              <p:nvPr/>
            </p:nvSpPr>
            <p:spPr>
              <a:xfrm>
                <a:off x="8903865" y="1486390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0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0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" name="矩形 74">
                <a:extLst>
                  <a:ext uri="{FF2B5EF4-FFF2-40B4-BE49-F238E27FC236}">
                    <a16:creationId xmlns:a16="http://schemas.microsoft.com/office/drawing/2014/main" id="{02D0B6D6-9D84-40B8-9FDC-9DF5E4F805A4}"/>
                  </a:ext>
                </a:extLst>
              </p:cNvPr>
              <p:cNvSpPr/>
              <p:nvPr/>
            </p:nvSpPr>
            <p:spPr>
              <a:xfrm>
                <a:off x="8903863" y="1741070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0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1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" name="矩形 75">
                <a:extLst>
                  <a:ext uri="{FF2B5EF4-FFF2-40B4-BE49-F238E27FC236}">
                    <a16:creationId xmlns:a16="http://schemas.microsoft.com/office/drawing/2014/main" id="{CF1A901A-4064-4CCE-9DAB-F6FF59EEC0A1}"/>
                  </a:ext>
                </a:extLst>
              </p:cNvPr>
              <p:cNvSpPr/>
              <p:nvPr/>
            </p:nvSpPr>
            <p:spPr>
              <a:xfrm>
                <a:off x="8903865" y="1995641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" name="矩形 76">
                <a:extLst>
                  <a:ext uri="{FF2B5EF4-FFF2-40B4-BE49-F238E27FC236}">
                    <a16:creationId xmlns:a16="http://schemas.microsoft.com/office/drawing/2014/main" id="{39A0934A-272A-4C45-A385-C52269D3EAE2}"/>
                  </a:ext>
                </a:extLst>
              </p:cNvPr>
              <p:cNvSpPr/>
              <p:nvPr/>
            </p:nvSpPr>
            <p:spPr>
              <a:xfrm>
                <a:off x="8903863" y="2250321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0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n-1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" name="矩形 77">
                <a:extLst>
                  <a:ext uri="{FF2B5EF4-FFF2-40B4-BE49-F238E27FC236}">
                    <a16:creationId xmlns:a16="http://schemas.microsoft.com/office/drawing/2014/main" id="{80520868-4266-4D4A-AD9E-132FE821FA3B}"/>
                  </a:ext>
                </a:extLst>
              </p:cNvPr>
              <p:cNvSpPr/>
              <p:nvPr/>
            </p:nvSpPr>
            <p:spPr>
              <a:xfrm>
                <a:off x="8905874" y="1489075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" name="矩形 78">
                <a:extLst>
                  <a:ext uri="{FF2B5EF4-FFF2-40B4-BE49-F238E27FC236}">
                    <a16:creationId xmlns:a16="http://schemas.microsoft.com/office/drawing/2014/main" id="{548275DF-FB64-4A60-A874-9002DA45DBCF}"/>
                  </a:ext>
                </a:extLst>
              </p:cNvPr>
              <p:cNvSpPr/>
              <p:nvPr/>
            </p:nvSpPr>
            <p:spPr>
              <a:xfrm>
                <a:off x="8903863" y="2501057"/>
                <a:ext cx="1627907" cy="256013"/>
              </a:xfrm>
              <a:prstGeom prst="rect">
                <a:avLst/>
              </a:prstGeom>
              <a:solidFill>
                <a:srgbClr val="FFC000">
                  <a:lumMod val="40000"/>
                  <a:lumOff val="60000"/>
                </a:srgbClr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0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n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" name="矩形 79">
                <a:extLst>
                  <a:ext uri="{FF2B5EF4-FFF2-40B4-BE49-F238E27FC236}">
                    <a16:creationId xmlns:a16="http://schemas.microsoft.com/office/drawing/2014/main" id="{E40DFA8B-D082-4B88-A6D8-8C93E4A60BC0}"/>
                  </a:ext>
                </a:extLst>
              </p:cNvPr>
              <p:cNvSpPr/>
              <p:nvPr/>
            </p:nvSpPr>
            <p:spPr>
              <a:xfrm>
                <a:off x="8903861" y="2755737"/>
                <a:ext cx="1627907" cy="256013"/>
              </a:xfrm>
              <a:prstGeom prst="rect">
                <a:avLst/>
              </a:prstGeom>
              <a:solidFill>
                <a:srgbClr val="FFC000">
                  <a:lumMod val="40000"/>
                  <a:lumOff val="60000"/>
                </a:srgbClr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0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n+1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" name="矩形 80">
                <a:extLst>
                  <a:ext uri="{FF2B5EF4-FFF2-40B4-BE49-F238E27FC236}">
                    <a16:creationId xmlns:a16="http://schemas.microsoft.com/office/drawing/2014/main" id="{BE80E812-7C36-4680-A413-569E76E5848E}"/>
                  </a:ext>
                </a:extLst>
              </p:cNvPr>
              <p:cNvSpPr/>
              <p:nvPr/>
            </p:nvSpPr>
            <p:spPr>
              <a:xfrm>
                <a:off x="8903863" y="3010308"/>
                <a:ext cx="1627907" cy="256013"/>
              </a:xfrm>
              <a:prstGeom prst="rect">
                <a:avLst/>
              </a:prstGeom>
              <a:solidFill>
                <a:srgbClr val="FFC000">
                  <a:lumMod val="40000"/>
                  <a:lumOff val="60000"/>
                </a:srgbClr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" name="矩形 81">
                <a:extLst>
                  <a:ext uri="{FF2B5EF4-FFF2-40B4-BE49-F238E27FC236}">
                    <a16:creationId xmlns:a16="http://schemas.microsoft.com/office/drawing/2014/main" id="{960DAF5D-7CD7-48B3-97F5-89E655D89C48}"/>
                  </a:ext>
                </a:extLst>
              </p:cNvPr>
              <p:cNvSpPr/>
              <p:nvPr/>
            </p:nvSpPr>
            <p:spPr>
              <a:xfrm>
                <a:off x="8903861" y="3264988"/>
                <a:ext cx="1627907" cy="256013"/>
              </a:xfrm>
              <a:prstGeom prst="rect">
                <a:avLst/>
              </a:prstGeom>
              <a:solidFill>
                <a:srgbClr val="FFC000">
                  <a:lumMod val="40000"/>
                  <a:lumOff val="60000"/>
                </a:srgbClr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0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2n-1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" name="矩形 82">
                <a:extLst>
                  <a:ext uri="{FF2B5EF4-FFF2-40B4-BE49-F238E27FC236}">
                    <a16:creationId xmlns:a16="http://schemas.microsoft.com/office/drawing/2014/main" id="{64B4AEF0-D26D-4BF1-8C74-25FAD16A697C}"/>
                  </a:ext>
                </a:extLst>
              </p:cNvPr>
              <p:cNvSpPr/>
              <p:nvPr/>
            </p:nvSpPr>
            <p:spPr>
              <a:xfrm>
                <a:off x="8905872" y="2503742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" name="矩形 83">
                <a:extLst>
                  <a:ext uri="{FF2B5EF4-FFF2-40B4-BE49-F238E27FC236}">
                    <a16:creationId xmlns:a16="http://schemas.microsoft.com/office/drawing/2014/main" id="{FCA68546-EC54-467E-AA0A-12EFEFA25A97}"/>
                  </a:ext>
                </a:extLst>
              </p:cNvPr>
              <p:cNvSpPr/>
              <p:nvPr/>
            </p:nvSpPr>
            <p:spPr>
              <a:xfrm>
                <a:off x="8903863" y="3515724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" name="矩形 84">
                <a:extLst>
                  <a:ext uri="{FF2B5EF4-FFF2-40B4-BE49-F238E27FC236}">
                    <a16:creationId xmlns:a16="http://schemas.microsoft.com/office/drawing/2014/main" id="{26C08B84-8C12-4425-8A88-58A38373E608}"/>
                  </a:ext>
                </a:extLst>
              </p:cNvPr>
              <p:cNvSpPr/>
              <p:nvPr/>
            </p:nvSpPr>
            <p:spPr>
              <a:xfrm>
                <a:off x="8903861" y="3770404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" name="矩形 85">
                <a:extLst>
                  <a:ext uri="{FF2B5EF4-FFF2-40B4-BE49-F238E27FC236}">
                    <a16:creationId xmlns:a16="http://schemas.microsoft.com/office/drawing/2014/main" id="{0B8638B4-7092-474F-958A-876DFDD57007}"/>
                  </a:ext>
                </a:extLst>
              </p:cNvPr>
              <p:cNvSpPr/>
              <p:nvPr/>
            </p:nvSpPr>
            <p:spPr>
              <a:xfrm>
                <a:off x="8903863" y="4024975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" name="矩形 86">
                <a:extLst>
                  <a:ext uri="{FF2B5EF4-FFF2-40B4-BE49-F238E27FC236}">
                    <a16:creationId xmlns:a16="http://schemas.microsoft.com/office/drawing/2014/main" id="{1E9E44EA-9E14-46C6-ACD9-C2E9C0EDEC19}"/>
                  </a:ext>
                </a:extLst>
              </p:cNvPr>
              <p:cNvSpPr/>
              <p:nvPr/>
            </p:nvSpPr>
            <p:spPr>
              <a:xfrm>
                <a:off x="8903861" y="4279655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" name="矩形 87">
                <a:extLst>
                  <a:ext uri="{FF2B5EF4-FFF2-40B4-BE49-F238E27FC236}">
                    <a16:creationId xmlns:a16="http://schemas.microsoft.com/office/drawing/2014/main" id="{15F7F976-E2DA-4213-A649-90DC01CC9676}"/>
                  </a:ext>
                </a:extLst>
              </p:cNvPr>
              <p:cNvSpPr/>
              <p:nvPr/>
            </p:nvSpPr>
            <p:spPr>
              <a:xfrm>
                <a:off x="8905872" y="3518409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" name="矩形 88">
                <a:extLst>
                  <a:ext uri="{FF2B5EF4-FFF2-40B4-BE49-F238E27FC236}">
                    <a16:creationId xmlns:a16="http://schemas.microsoft.com/office/drawing/2014/main" id="{5145C569-5469-44D6-9A8C-77D99AF3875D}"/>
                  </a:ext>
                </a:extLst>
              </p:cNvPr>
              <p:cNvSpPr/>
              <p:nvPr/>
            </p:nvSpPr>
            <p:spPr>
              <a:xfrm>
                <a:off x="8903861" y="4524375"/>
                <a:ext cx="1627907" cy="256013"/>
              </a:xfrm>
              <a:prstGeom prst="rect">
                <a:avLst/>
              </a:prstGeom>
              <a:solidFill>
                <a:srgbClr val="FFC000">
                  <a:lumMod val="40000"/>
                  <a:lumOff val="60000"/>
                </a:srgbClr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0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mn-n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" name="矩形 89">
                <a:extLst>
                  <a:ext uri="{FF2B5EF4-FFF2-40B4-BE49-F238E27FC236}">
                    <a16:creationId xmlns:a16="http://schemas.microsoft.com/office/drawing/2014/main" id="{B0EEB9D4-694D-4E14-838D-D414D9A3C338}"/>
                  </a:ext>
                </a:extLst>
              </p:cNvPr>
              <p:cNvSpPr/>
              <p:nvPr/>
            </p:nvSpPr>
            <p:spPr>
              <a:xfrm>
                <a:off x="8903859" y="4779055"/>
                <a:ext cx="1627907" cy="256013"/>
              </a:xfrm>
              <a:prstGeom prst="rect">
                <a:avLst/>
              </a:prstGeom>
              <a:solidFill>
                <a:srgbClr val="FFC000">
                  <a:lumMod val="40000"/>
                  <a:lumOff val="60000"/>
                </a:srgbClr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0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mn-n+1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" name="矩形 90">
                <a:extLst>
                  <a:ext uri="{FF2B5EF4-FFF2-40B4-BE49-F238E27FC236}">
                    <a16:creationId xmlns:a16="http://schemas.microsoft.com/office/drawing/2014/main" id="{CF0B1CB7-EDD7-4B05-8F73-B04DEE42D227}"/>
                  </a:ext>
                </a:extLst>
              </p:cNvPr>
              <p:cNvSpPr/>
              <p:nvPr/>
            </p:nvSpPr>
            <p:spPr>
              <a:xfrm>
                <a:off x="8903861" y="5033626"/>
                <a:ext cx="1627907" cy="256013"/>
              </a:xfrm>
              <a:prstGeom prst="rect">
                <a:avLst/>
              </a:prstGeom>
              <a:solidFill>
                <a:srgbClr val="FFC000">
                  <a:lumMod val="40000"/>
                  <a:lumOff val="60000"/>
                </a:srgbClr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" name="矩形 91">
                <a:extLst>
                  <a:ext uri="{FF2B5EF4-FFF2-40B4-BE49-F238E27FC236}">
                    <a16:creationId xmlns:a16="http://schemas.microsoft.com/office/drawing/2014/main" id="{4EB57418-C7C7-43A0-9AEF-14DA5BB886A7}"/>
                  </a:ext>
                </a:extLst>
              </p:cNvPr>
              <p:cNvSpPr/>
              <p:nvPr/>
            </p:nvSpPr>
            <p:spPr>
              <a:xfrm>
                <a:off x="8903859" y="5288306"/>
                <a:ext cx="1627907" cy="256013"/>
              </a:xfrm>
              <a:prstGeom prst="rect">
                <a:avLst/>
              </a:prstGeom>
              <a:solidFill>
                <a:srgbClr val="FFC000">
                  <a:lumMod val="40000"/>
                  <a:lumOff val="60000"/>
                </a:srgbClr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0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/>
                    <a:cs typeface="Times New Roman" panose="02020603050405020304" pitchFamily="18" charset="0"/>
                  </a:rPr>
                  <a:t>mn-1</a:t>
                </a:r>
                <a:endParaRPr kumimoji="0" lang="zh-CN" altLang="en-US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" name="矩形 92">
                <a:extLst>
                  <a:ext uri="{FF2B5EF4-FFF2-40B4-BE49-F238E27FC236}">
                    <a16:creationId xmlns:a16="http://schemas.microsoft.com/office/drawing/2014/main" id="{3F6FDFFC-13EA-41C8-A2B5-8DFE30416848}"/>
                  </a:ext>
                </a:extLst>
              </p:cNvPr>
              <p:cNvSpPr/>
              <p:nvPr/>
            </p:nvSpPr>
            <p:spPr>
              <a:xfrm>
                <a:off x="8905870" y="4527060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94" name="组合 93">
            <a:extLst>
              <a:ext uri="{FF2B5EF4-FFF2-40B4-BE49-F238E27FC236}">
                <a16:creationId xmlns:a16="http://schemas.microsoft.com/office/drawing/2014/main" id="{A6D3FE10-BA88-43F2-9223-66E49A45F8FE}"/>
              </a:ext>
            </a:extLst>
          </p:cNvPr>
          <p:cNvGrpSpPr/>
          <p:nvPr/>
        </p:nvGrpSpPr>
        <p:grpSpPr>
          <a:xfrm>
            <a:off x="1929952" y="2926094"/>
            <a:ext cx="511616" cy="370759"/>
            <a:chOff x="3051604" y="2371196"/>
            <a:chExt cx="511616" cy="370759"/>
          </a:xfrm>
        </p:grpSpPr>
        <p:cxnSp>
          <p:nvCxnSpPr>
            <p:cNvPr id="95" name="直接箭头连接符 94">
              <a:extLst>
                <a:ext uri="{FF2B5EF4-FFF2-40B4-BE49-F238E27FC236}">
                  <a16:creationId xmlns:a16="http://schemas.microsoft.com/office/drawing/2014/main" id="{EB9CD2A0-2334-4E2D-A57C-D6E15C15E611}"/>
                </a:ext>
              </a:extLst>
            </p:cNvPr>
            <p:cNvCxnSpPr/>
            <p:nvPr/>
          </p:nvCxnSpPr>
          <p:spPr>
            <a:xfrm>
              <a:off x="3563220" y="2524217"/>
              <a:ext cx="0" cy="217738"/>
            </a:xfrm>
            <a:prstGeom prst="straightConnector1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96" name="TextBox 132">
              <a:extLst>
                <a:ext uri="{FF2B5EF4-FFF2-40B4-BE49-F238E27FC236}">
                  <a16:creationId xmlns:a16="http://schemas.microsoft.com/office/drawing/2014/main" id="{118E5774-3B9E-4C83-8F55-9A40C7D671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1604" y="2371196"/>
              <a:ext cx="438020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97" name="直接连接符 96">
              <a:extLst>
                <a:ext uri="{FF2B5EF4-FFF2-40B4-BE49-F238E27FC236}">
                  <a16:creationId xmlns:a16="http://schemas.microsoft.com/office/drawing/2014/main" id="{FFB30784-62C1-4FEF-9385-EDA5D1F87706}"/>
                </a:ext>
              </a:extLst>
            </p:cNvPr>
            <p:cNvCxnSpPr/>
            <p:nvPr/>
          </p:nvCxnSpPr>
          <p:spPr>
            <a:xfrm flipH="1">
              <a:off x="3271799" y="2524217"/>
              <a:ext cx="283801" cy="0"/>
            </a:xfrm>
            <a:prstGeom prst="line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grpSp>
        <p:nvGrpSpPr>
          <p:cNvPr id="98" name="组合 97">
            <a:extLst>
              <a:ext uri="{FF2B5EF4-FFF2-40B4-BE49-F238E27FC236}">
                <a16:creationId xmlns:a16="http://schemas.microsoft.com/office/drawing/2014/main" id="{E8783034-8A8F-4F0F-838E-91871DF75434}"/>
              </a:ext>
            </a:extLst>
          </p:cNvPr>
          <p:cNvGrpSpPr/>
          <p:nvPr/>
        </p:nvGrpSpPr>
        <p:grpSpPr>
          <a:xfrm>
            <a:off x="1381402" y="4114230"/>
            <a:ext cx="707176" cy="2257519"/>
            <a:chOff x="2503054" y="3551712"/>
            <a:chExt cx="707176" cy="2257519"/>
          </a:xfrm>
        </p:grpSpPr>
        <p:sp>
          <p:nvSpPr>
            <p:cNvPr id="99" name="TextBox 132">
              <a:extLst>
                <a:ext uri="{FF2B5EF4-FFF2-40B4-BE49-F238E27FC236}">
                  <a16:creationId xmlns:a16="http://schemas.microsoft.com/office/drawing/2014/main" id="{B195D14C-D7A3-4EFA-933C-B233B7E2B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5933" y="4851540"/>
              <a:ext cx="552450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1" hangingPunct="1"/>
              <a:r>
                <a:rPr lang="en-US" altLang="zh-CN" sz="1400" b="1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…</a:t>
              </a:r>
              <a:endParaRPr lang="zh-CN" altLang="en-US" sz="140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TextBox 132">
              <a:extLst>
                <a:ext uri="{FF2B5EF4-FFF2-40B4-BE49-F238E27FC236}">
                  <a16:creationId xmlns:a16="http://schemas.microsoft.com/office/drawing/2014/main" id="{67104EC1-1455-4FE2-9BC1-CAC978970A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3054" y="5501454"/>
              <a:ext cx="707176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eaLnBrk="1" hangingPunct="1"/>
              <a:r>
                <a:rPr lang="zh-CN" altLang="en-US" sz="14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行</a:t>
              </a:r>
              <a:r>
                <a:rPr lang="en-US" altLang="zh-CN" sz="1400" b="1" i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n</a:t>
              </a:r>
              <a:r>
                <a:rPr lang="en-US" altLang="zh-CN" sz="14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-1</a:t>
              </a:r>
              <a:endParaRPr lang="zh-CN" altLang="en-US" sz="140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TextBox 132">
              <a:extLst>
                <a:ext uri="{FF2B5EF4-FFF2-40B4-BE49-F238E27FC236}">
                  <a16:creationId xmlns:a16="http://schemas.microsoft.com/office/drawing/2014/main" id="{40A29E20-CCA9-4724-88A7-A8C61ED7B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5892" y="4201626"/>
              <a:ext cx="552450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1" hangingPunct="1"/>
              <a:r>
                <a:rPr lang="zh-CN" altLang="en-US" sz="1400" b="1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行</a:t>
              </a:r>
              <a:r>
                <a:rPr lang="en-US" altLang="zh-CN" sz="1400" b="1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zh-CN" altLang="en-US" sz="140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TextBox 132">
              <a:extLst>
                <a:ext uri="{FF2B5EF4-FFF2-40B4-BE49-F238E27FC236}">
                  <a16:creationId xmlns:a16="http://schemas.microsoft.com/office/drawing/2014/main" id="{33A52702-046E-4C7E-A772-170FF9B42C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7601" y="3551712"/>
              <a:ext cx="552450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1" hangingPunct="1"/>
              <a:r>
                <a:rPr lang="zh-CN" altLang="en-US" sz="1400" b="1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行</a:t>
              </a:r>
              <a:r>
                <a:rPr lang="en-US" altLang="zh-CN" sz="1400" b="1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lang="zh-CN" altLang="en-US" sz="140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3" name="组合 102">
            <a:extLst>
              <a:ext uri="{FF2B5EF4-FFF2-40B4-BE49-F238E27FC236}">
                <a16:creationId xmlns:a16="http://schemas.microsoft.com/office/drawing/2014/main" id="{00A1BABE-35FE-4A7C-86DD-AF4B59DBAE43}"/>
              </a:ext>
            </a:extLst>
          </p:cNvPr>
          <p:cNvGrpSpPr/>
          <p:nvPr/>
        </p:nvGrpSpPr>
        <p:grpSpPr>
          <a:xfrm>
            <a:off x="1997209" y="4018338"/>
            <a:ext cx="3778806" cy="2448112"/>
            <a:chOff x="3118861" y="3455820"/>
            <a:chExt cx="3778806" cy="2448112"/>
          </a:xfrm>
        </p:grpSpPr>
        <p:sp>
          <p:nvSpPr>
            <p:cNvPr id="104" name="矩形 103">
              <a:extLst>
                <a:ext uri="{FF2B5EF4-FFF2-40B4-BE49-F238E27FC236}">
                  <a16:creationId xmlns:a16="http://schemas.microsoft.com/office/drawing/2014/main" id="{836297AD-3527-4EF9-B2D5-7CDD18714AFF}"/>
                </a:ext>
              </a:extLst>
            </p:cNvPr>
            <p:cNvSpPr/>
            <p:nvPr/>
          </p:nvSpPr>
          <p:spPr>
            <a:xfrm>
              <a:off x="3118861" y="5405562"/>
              <a:ext cx="3773679" cy="498370"/>
            </a:xfrm>
            <a:prstGeom prst="rect">
              <a:avLst/>
            </a:prstGeom>
            <a:solidFill>
              <a:srgbClr val="70AD47">
                <a:lumMod val="20000"/>
                <a:lumOff val="80000"/>
              </a:srgbClr>
            </a:solidFill>
            <a:ln w="12700" cap="flat" cmpd="sng" algn="ctr">
              <a:solidFill>
                <a:srgbClr val="E7E6E6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05" name="矩形 104">
              <a:extLst>
                <a:ext uri="{FF2B5EF4-FFF2-40B4-BE49-F238E27FC236}">
                  <a16:creationId xmlns:a16="http://schemas.microsoft.com/office/drawing/2014/main" id="{96D5BAB4-62C7-427D-9E25-D526D93949F1}"/>
                </a:ext>
              </a:extLst>
            </p:cNvPr>
            <p:cNvSpPr/>
            <p:nvPr/>
          </p:nvSpPr>
          <p:spPr>
            <a:xfrm>
              <a:off x="3123988" y="3455820"/>
              <a:ext cx="3773679" cy="498370"/>
            </a:xfrm>
            <a:prstGeom prst="rect">
              <a:avLst/>
            </a:prstGeom>
            <a:solidFill>
              <a:srgbClr val="70AD47">
                <a:lumMod val="20000"/>
                <a:lumOff val="80000"/>
              </a:srgbClr>
            </a:solidFill>
            <a:ln w="12700" cap="flat" cmpd="sng" algn="ctr">
              <a:solidFill>
                <a:srgbClr val="E7E6E6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06" name="矩形 105">
              <a:extLst>
                <a:ext uri="{FF2B5EF4-FFF2-40B4-BE49-F238E27FC236}">
                  <a16:creationId xmlns:a16="http://schemas.microsoft.com/office/drawing/2014/main" id="{51446E61-4DB6-4AEB-BFCD-7FBA5E14B4E4}"/>
                </a:ext>
              </a:extLst>
            </p:cNvPr>
            <p:cNvSpPr/>
            <p:nvPr/>
          </p:nvSpPr>
          <p:spPr>
            <a:xfrm>
              <a:off x="3122279" y="4105734"/>
              <a:ext cx="3773679" cy="498370"/>
            </a:xfrm>
            <a:prstGeom prst="rect">
              <a:avLst/>
            </a:prstGeom>
            <a:solidFill>
              <a:srgbClr val="70AD47">
                <a:lumMod val="20000"/>
                <a:lumOff val="80000"/>
              </a:srgbClr>
            </a:solidFill>
            <a:ln w="12700" cap="flat" cmpd="sng" algn="ctr">
              <a:solidFill>
                <a:srgbClr val="E7E6E6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07" name="矩形 106">
              <a:extLst>
                <a:ext uri="{FF2B5EF4-FFF2-40B4-BE49-F238E27FC236}">
                  <a16:creationId xmlns:a16="http://schemas.microsoft.com/office/drawing/2014/main" id="{6392FFB4-E2DC-40E1-9BE1-822C0124655A}"/>
                </a:ext>
              </a:extLst>
            </p:cNvPr>
            <p:cNvSpPr/>
            <p:nvPr/>
          </p:nvSpPr>
          <p:spPr>
            <a:xfrm>
              <a:off x="3120570" y="4755648"/>
              <a:ext cx="3773679" cy="498370"/>
            </a:xfrm>
            <a:prstGeom prst="rect">
              <a:avLst/>
            </a:prstGeom>
            <a:solidFill>
              <a:srgbClr val="70AD47">
                <a:lumMod val="20000"/>
                <a:lumOff val="80000"/>
              </a:srgbClr>
            </a:solidFill>
            <a:ln w="12700" cap="flat" cmpd="sng" algn="ctr">
              <a:solidFill>
                <a:srgbClr val="E7E6E6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108" name="组合 107">
            <a:extLst>
              <a:ext uri="{FF2B5EF4-FFF2-40B4-BE49-F238E27FC236}">
                <a16:creationId xmlns:a16="http://schemas.microsoft.com/office/drawing/2014/main" id="{4F4307F9-7F92-476E-A511-1143FC190BBD}"/>
              </a:ext>
            </a:extLst>
          </p:cNvPr>
          <p:cNvGrpSpPr/>
          <p:nvPr/>
        </p:nvGrpSpPr>
        <p:grpSpPr>
          <a:xfrm>
            <a:off x="13388" y="4035214"/>
            <a:ext cx="5764214" cy="475903"/>
            <a:chOff x="487822" y="3242616"/>
            <a:chExt cx="6141581" cy="559743"/>
          </a:xfrm>
        </p:grpSpPr>
        <p:sp>
          <p:nvSpPr>
            <p:cNvPr id="109" name="矩形 108">
              <a:extLst>
                <a:ext uri="{FF2B5EF4-FFF2-40B4-BE49-F238E27FC236}">
                  <a16:creationId xmlns:a16="http://schemas.microsoft.com/office/drawing/2014/main" id="{A7EB5A74-5AB1-438E-91A1-AC03C42A9E03}"/>
                </a:ext>
              </a:extLst>
            </p:cNvPr>
            <p:cNvSpPr/>
            <p:nvPr/>
          </p:nvSpPr>
          <p:spPr>
            <a:xfrm>
              <a:off x="496399" y="3270408"/>
              <a:ext cx="1265959" cy="509802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10" name="矩形 109">
              <a:extLst>
                <a:ext uri="{FF2B5EF4-FFF2-40B4-BE49-F238E27FC236}">
                  <a16:creationId xmlns:a16="http://schemas.microsoft.com/office/drawing/2014/main" id="{C31B1A50-46F8-4426-ADEF-B6EF5692009D}"/>
                </a:ext>
              </a:extLst>
            </p:cNvPr>
            <p:cNvSpPr/>
            <p:nvPr/>
          </p:nvSpPr>
          <p:spPr>
            <a:xfrm>
              <a:off x="487822" y="3242616"/>
              <a:ext cx="6141581" cy="559743"/>
            </a:xfrm>
            <a:prstGeom prst="rect">
              <a:avLst/>
            </a:prstGeom>
            <a:noFill/>
            <a:ln w="5715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11" name="文本框 110">
              <a:extLst>
                <a:ext uri="{FF2B5EF4-FFF2-40B4-BE49-F238E27FC236}">
                  <a16:creationId xmlns:a16="http://schemas.microsoft.com/office/drawing/2014/main" id="{A72F248B-EB96-485F-9780-5D45A476FC67}"/>
                </a:ext>
              </a:extLst>
            </p:cNvPr>
            <p:cNvSpPr txBox="1"/>
            <p:nvPr/>
          </p:nvSpPr>
          <p:spPr>
            <a:xfrm>
              <a:off x="526758" y="3316360"/>
              <a:ext cx="1178825" cy="4343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cache</a:t>
              </a:r>
              <a:r>
                <a:rPr kumimoji="0" lang="zh-CN" altLang="en-US" sz="18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行</a:t>
              </a: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2" name="Text Box 66">
            <a:extLst>
              <a:ext uri="{FF2B5EF4-FFF2-40B4-BE49-F238E27FC236}">
                <a16:creationId xmlns:a16="http://schemas.microsoft.com/office/drawing/2014/main" id="{EB81303D-6044-4E65-913F-FDBD5ADE12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5744" y="1743952"/>
            <a:ext cx="5607051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eaLnBrk="1" hangingPunct="1"/>
            <a:r>
              <a:rPr kumimoji="1" lang="zh-CN" altLang="en-US" sz="2400" b="1" dirty="0">
                <a:solidFill>
                  <a:prstClr val="black">
                    <a:lumMod val="65000"/>
                    <a:lumOff val="35000"/>
                  </a:prstClr>
                </a:solidFill>
                <a:latin typeface="微软雅黑" charset="-122"/>
                <a:ea typeface="微软雅黑" charset="-122"/>
              </a:rPr>
              <a:t>主存块可放置在任意</a:t>
            </a:r>
            <a:r>
              <a:rPr kumimoji="1" lang="en-US" altLang="zh-CN" sz="2400" b="1" dirty="0">
                <a:solidFill>
                  <a:prstClr val="black">
                    <a:lumMod val="65000"/>
                    <a:lumOff val="35000"/>
                  </a:prstClr>
                </a:solidFill>
                <a:latin typeface="微软雅黑" charset="-122"/>
                <a:ea typeface="微软雅黑" charset="-122"/>
              </a:rPr>
              <a:t>cache</a:t>
            </a:r>
            <a:r>
              <a:rPr kumimoji="1" lang="zh-CN" altLang="en-US" sz="2400" b="1" dirty="0">
                <a:solidFill>
                  <a:prstClr val="black">
                    <a:lumMod val="65000"/>
                    <a:lumOff val="35000"/>
                  </a:prstClr>
                </a:solidFill>
                <a:latin typeface="微软雅黑" charset="-122"/>
                <a:ea typeface="微软雅黑" charset="-122"/>
              </a:rPr>
              <a:t>行</a:t>
            </a:r>
            <a:endParaRPr kumimoji="1" lang="en-US" altLang="zh-CN" sz="2400" b="1" dirty="0">
              <a:solidFill>
                <a:prstClr val="black">
                  <a:lumMod val="65000"/>
                  <a:lumOff val="35000"/>
                </a:prstClr>
              </a:solidFill>
              <a:latin typeface="微软雅黑" charset="-122"/>
              <a:ea typeface="微软雅黑" charset="-122"/>
            </a:endParaRPr>
          </a:p>
        </p:txBody>
      </p:sp>
      <p:sp>
        <p:nvSpPr>
          <p:cNvPr id="113" name="矩形 112">
            <a:extLst>
              <a:ext uri="{FF2B5EF4-FFF2-40B4-BE49-F238E27FC236}">
                <a16:creationId xmlns:a16="http://schemas.microsoft.com/office/drawing/2014/main" id="{067A37AA-167B-4347-9DFA-0F66786735BB}"/>
              </a:ext>
            </a:extLst>
          </p:cNvPr>
          <p:cNvSpPr/>
          <p:nvPr/>
        </p:nvSpPr>
        <p:spPr bwMode="auto">
          <a:xfrm>
            <a:off x="4051310" y="5414058"/>
            <a:ext cx="1627908" cy="311649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anchor="ctr" anchorCtr="1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数据块副本</a:t>
            </a:r>
            <a:endParaRPr kumimoji="0" lang="zh-CN" altLang="en-US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矩形 113">
            <a:extLst>
              <a:ext uri="{FF2B5EF4-FFF2-40B4-BE49-F238E27FC236}">
                <a16:creationId xmlns:a16="http://schemas.microsoft.com/office/drawing/2014/main" id="{99B57477-471E-4830-8A80-27EA94D2698D}"/>
              </a:ext>
            </a:extLst>
          </p:cNvPr>
          <p:cNvSpPr/>
          <p:nvPr/>
        </p:nvSpPr>
        <p:spPr bwMode="auto">
          <a:xfrm>
            <a:off x="4049601" y="6063972"/>
            <a:ext cx="1627908" cy="311649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anchor="ctr" anchorCtr="1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数据块副本</a:t>
            </a:r>
            <a:endParaRPr kumimoji="0" lang="zh-CN" altLang="en-US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5" name="矩形 114">
            <a:extLst>
              <a:ext uri="{FF2B5EF4-FFF2-40B4-BE49-F238E27FC236}">
                <a16:creationId xmlns:a16="http://schemas.microsoft.com/office/drawing/2014/main" id="{69235029-74A8-45BE-AD16-AB34E8EC9A30}"/>
              </a:ext>
            </a:extLst>
          </p:cNvPr>
          <p:cNvSpPr/>
          <p:nvPr/>
        </p:nvSpPr>
        <p:spPr bwMode="auto">
          <a:xfrm>
            <a:off x="4053019" y="4764144"/>
            <a:ext cx="1627908" cy="311649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anchor="ctr" anchorCtr="1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数据块副本</a:t>
            </a:r>
            <a:endParaRPr kumimoji="0" lang="zh-CN" altLang="en-US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矩形 115">
            <a:extLst>
              <a:ext uri="{FF2B5EF4-FFF2-40B4-BE49-F238E27FC236}">
                <a16:creationId xmlns:a16="http://schemas.microsoft.com/office/drawing/2014/main" id="{313A5B71-5F4B-4DEB-9D69-92298BCD4EE9}"/>
              </a:ext>
            </a:extLst>
          </p:cNvPr>
          <p:cNvSpPr/>
          <p:nvPr/>
        </p:nvSpPr>
        <p:spPr bwMode="auto">
          <a:xfrm>
            <a:off x="4054728" y="4114230"/>
            <a:ext cx="1627908" cy="311649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anchor="ctr" anchorCtr="1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数据块副本</a:t>
            </a:r>
            <a:endParaRPr kumimoji="0" lang="zh-CN" altLang="en-US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7" name="组合 116">
            <a:extLst>
              <a:ext uri="{FF2B5EF4-FFF2-40B4-BE49-F238E27FC236}">
                <a16:creationId xmlns:a16="http://schemas.microsoft.com/office/drawing/2014/main" id="{36E5AE83-845F-4DF5-B806-7238717D70D6}"/>
              </a:ext>
            </a:extLst>
          </p:cNvPr>
          <p:cNvGrpSpPr/>
          <p:nvPr/>
        </p:nvGrpSpPr>
        <p:grpSpPr>
          <a:xfrm>
            <a:off x="2857662" y="4114230"/>
            <a:ext cx="1084644" cy="2261391"/>
            <a:chOff x="3979314" y="3551712"/>
            <a:chExt cx="1084644" cy="2261391"/>
          </a:xfrm>
        </p:grpSpPr>
        <p:sp>
          <p:nvSpPr>
            <p:cNvPr id="118" name="矩形 117">
              <a:extLst>
                <a:ext uri="{FF2B5EF4-FFF2-40B4-BE49-F238E27FC236}">
                  <a16:creationId xmlns:a16="http://schemas.microsoft.com/office/drawing/2014/main" id="{69D6C64F-8EC4-4D8E-96D7-A81B1895A08E}"/>
                </a:ext>
              </a:extLst>
            </p:cNvPr>
            <p:cNvSpPr/>
            <p:nvPr/>
          </p:nvSpPr>
          <p:spPr bwMode="auto">
            <a:xfrm>
              <a:off x="3984441" y="3551712"/>
              <a:ext cx="1079517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主存块地址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矩形 118">
              <a:extLst>
                <a:ext uri="{FF2B5EF4-FFF2-40B4-BE49-F238E27FC236}">
                  <a16:creationId xmlns:a16="http://schemas.microsoft.com/office/drawing/2014/main" id="{4D693F85-0BDD-41E4-A5B5-3D8D945F67E5}"/>
                </a:ext>
              </a:extLst>
            </p:cNvPr>
            <p:cNvSpPr/>
            <p:nvPr/>
          </p:nvSpPr>
          <p:spPr bwMode="auto">
            <a:xfrm>
              <a:off x="3982732" y="4201626"/>
              <a:ext cx="1079517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主存块地址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矩形 119">
              <a:extLst>
                <a:ext uri="{FF2B5EF4-FFF2-40B4-BE49-F238E27FC236}">
                  <a16:creationId xmlns:a16="http://schemas.microsoft.com/office/drawing/2014/main" id="{29C3DAC7-25C8-4815-815F-856254FEF522}"/>
                </a:ext>
              </a:extLst>
            </p:cNvPr>
            <p:cNvSpPr/>
            <p:nvPr/>
          </p:nvSpPr>
          <p:spPr bwMode="auto">
            <a:xfrm>
              <a:off x="3981023" y="4851540"/>
              <a:ext cx="1079517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主存块地址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矩形 120">
              <a:extLst>
                <a:ext uri="{FF2B5EF4-FFF2-40B4-BE49-F238E27FC236}">
                  <a16:creationId xmlns:a16="http://schemas.microsoft.com/office/drawing/2014/main" id="{A62DFF0C-1AD2-4DE9-8E41-A7AA07C3B384}"/>
                </a:ext>
              </a:extLst>
            </p:cNvPr>
            <p:cNvSpPr/>
            <p:nvPr/>
          </p:nvSpPr>
          <p:spPr bwMode="auto">
            <a:xfrm>
              <a:off x="3979314" y="5501454"/>
              <a:ext cx="1079517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主存块地址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22" name="组合 121">
            <a:extLst>
              <a:ext uri="{FF2B5EF4-FFF2-40B4-BE49-F238E27FC236}">
                <a16:creationId xmlns:a16="http://schemas.microsoft.com/office/drawing/2014/main" id="{F4C079CF-88A9-4D7F-BB36-BFCD6C544CE6}"/>
              </a:ext>
            </a:extLst>
          </p:cNvPr>
          <p:cNvGrpSpPr/>
          <p:nvPr/>
        </p:nvGrpSpPr>
        <p:grpSpPr>
          <a:xfrm>
            <a:off x="2088578" y="4114230"/>
            <a:ext cx="675355" cy="2261391"/>
            <a:chOff x="3210230" y="3551712"/>
            <a:chExt cx="675355" cy="2261391"/>
          </a:xfrm>
        </p:grpSpPr>
        <p:sp>
          <p:nvSpPr>
            <p:cNvPr id="123" name="矩形 122">
              <a:extLst>
                <a:ext uri="{FF2B5EF4-FFF2-40B4-BE49-F238E27FC236}">
                  <a16:creationId xmlns:a16="http://schemas.microsoft.com/office/drawing/2014/main" id="{C2691389-B6E8-4B27-B19F-DE4DC0912E23}"/>
                </a:ext>
              </a:extLst>
            </p:cNvPr>
            <p:cNvSpPr/>
            <p:nvPr/>
          </p:nvSpPr>
          <p:spPr bwMode="auto">
            <a:xfrm>
              <a:off x="3211939" y="4851540"/>
              <a:ext cx="670228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24" name="矩形 123">
              <a:extLst>
                <a:ext uri="{FF2B5EF4-FFF2-40B4-BE49-F238E27FC236}">
                  <a16:creationId xmlns:a16="http://schemas.microsoft.com/office/drawing/2014/main" id="{2612FABD-3D57-4BA6-AAA4-BDC9B405685F}"/>
                </a:ext>
              </a:extLst>
            </p:cNvPr>
            <p:cNvSpPr/>
            <p:nvPr/>
          </p:nvSpPr>
          <p:spPr bwMode="auto">
            <a:xfrm>
              <a:off x="3210230" y="5501454"/>
              <a:ext cx="670228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25" name="矩形 124">
              <a:extLst>
                <a:ext uri="{FF2B5EF4-FFF2-40B4-BE49-F238E27FC236}">
                  <a16:creationId xmlns:a16="http://schemas.microsoft.com/office/drawing/2014/main" id="{B0DBAD8B-D161-4FB2-B363-CF2F3155AFDA}"/>
                </a:ext>
              </a:extLst>
            </p:cNvPr>
            <p:cNvSpPr/>
            <p:nvPr/>
          </p:nvSpPr>
          <p:spPr bwMode="auto">
            <a:xfrm>
              <a:off x="3213648" y="4201626"/>
              <a:ext cx="670228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26" name="矩形 125">
              <a:extLst>
                <a:ext uri="{FF2B5EF4-FFF2-40B4-BE49-F238E27FC236}">
                  <a16:creationId xmlns:a16="http://schemas.microsoft.com/office/drawing/2014/main" id="{293B0BF4-9082-4CA9-81BA-5CAFC0672A0E}"/>
                </a:ext>
              </a:extLst>
            </p:cNvPr>
            <p:cNvSpPr/>
            <p:nvPr/>
          </p:nvSpPr>
          <p:spPr bwMode="auto">
            <a:xfrm>
              <a:off x="3215357" y="3551712"/>
              <a:ext cx="670228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00303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112" grpId="0"/>
      <p:bldP spid="112" grpId="1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7633DE37-6C3A-436C-BD15-97FD5B908E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</a:p>
        </p:txBody>
      </p:sp>
      <p:cxnSp>
        <p:nvCxnSpPr>
          <p:cNvPr id="3" name="直接连接符 2">
            <a:extLst>
              <a:ext uri="{FF2B5EF4-FFF2-40B4-BE49-F238E27FC236}">
                <a16:creationId xmlns:a16="http://schemas.microsoft.com/office/drawing/2014/main" id="{4EF94714-200E-44C1-B7A2-770E3D523601}"/>
              </a:ext>
            </a:extLst>
          </p:cNvPr>
          <p:cNvCxnSpPr/>
          <p:nvPr/>
        </p:nvCxnSpPr>
        <p:spPr>
          <a:xfrm>
            <a:off x="8463961" y="5089007"/>
            <a:ext cx="0" cy="1282911"/>
          </a:xfrm>
          <a:prstGeom prst="line">
            <a:avLst/>
          </a:prstGeom>
          <a:noFill/>
          <a:ln w="2540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  <a:tailEnd type="none"/>
          </a:ln>
          <a:effectLst/>
        </p:spPr>
      </p:cxnSp>
      <p:sp>
        <p:nvSpPr>
          <p:cNvPr id="5" name="标题 1">
            <a:extLst>
              <a:ext uri="{FF2B5EF4-FFF2-40B4-BE49-F238E27FC236}">
                <a16:creationId xmlns:a16="http://schemas.microsoft.com/office/drawing/2014/main" id="{BA9F0481-7F72-414D-A5D4-2BDAFA007A78}"/>
              </a:ext>
            </a:extLst>
          </p:cNvPr>
          <p:cNvSpPr txBox="1">
            <a:spLocks/>
          </p:cNvSpPr>
          <p:nvPr/>
        </p:nvSpPr>
        <p:spPr>
          <a:xfrm>
            <a:off x="107504" y="1052736"/>
            <a:ext cx="8136904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1.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全相联映射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--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地址变换过程</a:t>
            </a:r>
          </a:p>
        </p:txBody>
      </p:sp>
      <p:cxnSp>
        <p:nvCxnSpPr>
          <p:cNvPr id="6" name="直接连接符 5">
            <a:extLst>
              <a:ext uri="{FF2B5EF4-FFF2-40B4-BE49-F238E27FC236}">
                <a16:creationId xmlns:a16="http://schemas.microsoft.com/office/drawing/2014/main" id="{5A457155-39D5-432E-9C69-AC1998681D8A}"/>
              </a:ext>
            </a:extLst>
          </p:cNvPr>
          <p:cNvCxnSpPr/>
          <p:nvPr/>
        </p:nvCxnSpPr>
        <p:spPr>
          <a:xfrm>
            <a:off x="2504273" y="6371918"/>
            <a:ext cx="5951676" cy="0"/>
          </a:xfrm>
          <a:prstGeom prst="line">
            <a:avLst/>
          </a:prstGeom>
          <a:noFill/>
          <a:ln w="28575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cxnSp>
        <p:nvCxnSpPr>
          <p:cNvPr id="7" name="直接连接符 6">
            <a:extLst>
              <a:ext uri="{FF2B5EF4-FFF2-40B4-BE49-F238E27FC236}">
                <a16:creationId xmlns:a16="http://schemas.microsoft.com/office/drawing/2014/main" id="{30926999-93D3-42BA-9F76-7608209CD329}"/>
              </a:ext>
            </a:extLst>
          </p:cNvPr>
          <p:cNvCxnSpPr>
            <a:stCxn id="13" idx="3"/>
          </p:cNvCxnSpPr>
          <p:nvPr/>
        </p:nvCxnSpPr>
        <p:spPr>
          <a:xfrm>
            <a:off x="4154083" y="1905813"/>
            <a:ext cx="4300353" cy="0"/>
          </a:xfrm>
          <a:prstGeom prst="line">
            <a:avLst/>
          </a:prstGeom>
          <a:noFill/>
          <a:ln w="25400" cap="sq" cmpd="sng" algn="ctr">
            <a:solidFill>
              <a:srgbClr val="FFC000"/>
            </a:solidFill>
            <a:prstDash val="solid"/>
            <a:miter lim="800000"/>
          </a:ln>
          <a:effectLst/>
        </p:spPr>
      </p:cxnSp>
      <p:cxnSp>
        <p:nvCxnSpPr>
          <p:cNvPr id="8" name="直接连接符 7">
            <a:extLst>
              <a:ext uri="{FF2B5EF4-FFF2-40B4-BE49-F238E27FC236}">
                <a16:creationId xmlns:a16="http://schemas.microsoft.com/office/drawing/2014/main" id="{55027D76-E338-4A01-AE52-3605DBD9C58F}"/>
              </a:ext>
            </a:extLst>
          </p:cNvPr>
          <p:cNvCxnSpPr/>
          <p:nvPr/>
        </p:nvCxnSpPr>
        <p:spPr>
          <a:xfrm>
            <a:off x="8473486" y="1905814"/>
            <a:ext cx="0" cy="2778738"/>
          </a:xfrm>
          <a:prstGeom prst="line">
            <a:avLst/>
          </a:prstGeom>
          <a:noFill/>
          <a:ln w="25400" cap="sq" cmpd="sng" algn="ctr">
            <a:solidFill>
              <a:srgbClr val="FFC000"/>
            </a:solidFill>
            <a:prstDash val="solid"/>
            <a:miter lim="800000"/>
          </a:ln>
          <a:effectLst/>
        </p:spPr>
      </p:cxnSp>
      <p:grpSp>
        <p:nvGrpSpPr>
          <p:cNvPr id="9" name="组合 8">
            <a:extLst>
              <a:ext uri="{FF2B5EF4-FFF2-40B4-BE49-F238E27FC236}">
                <a16:creationId xmlns:a16="http://schemas.microsoft.com/office/drawing/2014/main" id="{D8F42A90-7B2F-43FD-9559-45FC4FA8E3FD}"/>
              </a:ext>
            </a:extLst>
          </p:cNvPr>
          <p:cNvGrpSpPr/>
          <p:nvPr/>
        </p:nvGrpSpPr>
        <p:grpSpPr>
          <a:xfrm>
            <a:off x="1759657" y="1484784"/>
            <a:ext cx="2394426" cy="546453"/>
            <a:chOff x="3619283" y="899610"/>
            <a:chExt cx="2394426" cy="546453"/>
          </a:xfrm>
        </p:grpSpPr>
        <p:grpSp>
          <p:nvGrpSpPr>
            <p:cNvPr id="10" name="组合 9">
              <a:extLst>
                <a:ext uri="{FF2B5EF4-FFF2-40B4-BE49-F238E27FC236}">
                  <a16:creationId xmlns:a16="http://schemas.microsoft.com/office/drawing/2014/main" id="{94A2D07F-D142-4C98-8763-2F05FEA26323}"/>
                </a:ext>
              </a:extLst>
            </p:cNvPr>
            <p:cNvGrpSpPr/>
            <p:nvPr/>
          </p:nvGrpSpPr>
          <p:grpSpPr>
            <a:xfrm>
              <a:off x="3619283" y="1195215"/>
              <a:ext cx="2394426" cy="250848"/>
              <a:chOff x="2861077" y="969828"/>
              <a:chExt cx="2182065" cy="228600"/>
            </a:xfrm>
          </p:grpSpPr>
          <p:sp>
            <p:nvSpPr>
              <p:cNvPr id="12" name="矩形 11">
                <a:extLst>
                  <a:ext uri="{FF2B5EF4-FFF2-40B4-BE49-F238E27FC236}">
                    <a16:creationId xmlns:a16="http://schemas.microsoft.com/office/drawing/2014/main" id="{BDAB4E55-340D-4A25-8F30-95F330BB25CB}"/>
                  </a:ext>
                </a:extLst>
              </p:cNvPr>
              <p:cNvSpPr/>
              <p:nvPr/>
            </p:nvSpPr>
            <p:spPr>
              <a:xfrm>
                <a:off x="2861077" y="969828"/>
                <a:ext cx="1451394" cy="228600"/>
              </a:xfrm>
              <a:prstGeom prst="rect">
                <a:avLst/>
              </a:prstGeom>
              <a:solidFill>
                <a:srgbClr val="00B0F0"/>
              </a:solidFill>
              <a:ln w="1587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Tag   (</a:t>
                </a:r>
                <a:r>
                  <a: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块地址</a:t>
                </a: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)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3" name="矩形 12">
                <a:extLst>
                  <a:ext uri="{FF2B5EF4-FFF2-40B4-BE49-F238E27FC236}">
                    <a16:creationId xmlns:a16="http://schemas.microsoft.com/office/drawing/2014/main" id="{C9096AC4-9741-499B-8713-25F8EACF880E}"/>
                  </a:ext>
                </a:extLst>
              </p:cNvPr>
              <p:cNvSpPr/>
              <p:nvPr/>
            </p:nvSpPr>
            <p:spPr>
              <a:xfrm>
                <a:off x="4312472" y="969828"/>
                <a:ext cx="730670" cy="228600"/>
              </a:xfrm>
              <a:prstGeom prst="rect">
                <a:avLst/>
              </a:prstGeom>
              <a:solidFill>
                <a:srgbClr val="FFC000"/>
              </a:solidFill>
              <a:ln w="1587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offset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348D0E4C-6A80-42DC-A0D2-F090AAABF022}"/>
                </a:ext>
              </a:extLst>
            </p:cNvPr>
            <p:cNvSpPr/>
            <p:nvPr/>
          </p:nvSpPr>
          <p:spPr>
            <a:xfrm>
              <a:off x="4523111" y="899610"/>
              <a:ext cx="1174534" cy="238654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zh-CN" altLang="en-US" sz="1600" kern="0" dirty="0">
                  <a:solidFill>
                    <a:srgbClr val="000000">
                      <a:lumMod val="95000"/>
                      <a:lumOff val="5000"/>
                    </a:srgbClr>
                  </a:solidFill>
                  <a:ea typeface="微软雅黑"/>
                  <a:cs typeface="Arial" pitchFamily="34" charset="0"/>
                </a:rPr>
                <a:t>主存地址</a:t>
              </a:r>
            </a:p>
          </p:txBody>
        </p:sp>
      </p:grpSp>
      <p:grpSp>
        <p:nvGrpSpPr>
          <p:cNvPr id="14" name="组合 13">
            <a:extLst>
              <a:ext uri="{FF2B5EF4-FFF2-40B4-BE49-F238E27FC236}">
                <a16:creationId xmlns:a16="http://schemas.microsoft.com/office/drawing/2014/main" id="{7ECEC4E5-1021-417E-98C1-1E00AA56774F}"/>
              </a:ext>
            </a:extLst>
          </p:cNvPr>
          <p:cNvGrpSpPr/>
          <p:nvPr/>
        </p:nvGrpSpPr>
        <p:grpSpPr>
          <a:xfrm>
            <a:off x="3591307" y="2342058"/>
            <a:ext cx="3476700" cy="3672579"/>
            <a:chOff x="5450933" y="1756884"/>
            <a:chExt cx="3476700" cy="3672579"/>
          </a:xfrm>
        </p:grpSpPr>
        <p:sp>
          <p:nvSpPr>
            <p:cNvPr id="15" name="矩形 14">
              <a:extLst>
                <a:ext uri="{FF2B5EF4-FFF2-40B4-BE49-F238E27FC236}">
                  <a16:creationId xmlns:a16="http://schemas.microsoft.com/office/drawing/2014/main" id="{52E189EE-88E9-471D-9163-39636710BF3C}"/>
                </a:ext>
              </a:extLst>
            </p:cNvPr>
            <p:cNvSpPr/>
            <p:nvPr/>
          </p:nvSpPr>
          <p:spPr>
            <a:xfrm>
              <a:off x="6226570" y="1756884"/>
              <a:ext cx="1841552" cy="249105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r" eaLnBrk="1" hangingPunct="1">
                <a:defRPr/>
              </a:pPr>
              <a:r>
                <a:rPr lang="zh-CN" altLang="en-US" sz="1600" b="1" kern="0" dirty="0">
                  <a:solidFill>
                    <a:srgbClr val="000000">
                      <a:lumMod val="95000"/>
                      <a:lumOff val="5000"/>
                    </a:srgbClr>
                  </a:solidFill>
                  <a:ea typeface="微软雅黑"/>
                  <a:cs typeface="Arial" pitchFamily="34" charset="0"/>
                </a:rPr>
                <a:t>数据块副本缓冲区</a:t>
              </a:r>
            </a:p>
          </p:txBody>
        </p:sp>
        <p:grpSp>
          <p:nvGrpSpPr>
            <p:cNvPr id="16" name="组合 15">
              <a:extLst>
                <a:ext uri="{FF2B5EF4-FFF2-40B4-BE49-F238E27FC236}">
                  <a16:creationId xmlns:a16="http://schemas.microsoft.com/office/drawing/2014/main" id="{2B3BC3BA-FC4E-4D95-BA68-71409BA2809A}"/>
                </a:ext>
              </a:extLst>
            </p:cNvPr>
            <p:cNvGrpSpPr/>
            <p:nvPr/>
          </p:nvGrpSpPr>
          <p:grpSpPr>
            <a:xfrm>
              <a:off x="5450933" y="2031782"/>
              <a:ext cx="3476700" cy="371346"/>
              <a:chOff x="4355976" y="2130352"/>
              <a:chExt cx="3168352" cy="338412"/>
            </a:xfrm>
          </p:grpSpPr>
          <p:sp>
            <p:nvSpPr>
              <p:cNvPr id="59" name="矩形 58">
                <a:extLst>
                  <a:ext uri="{FF2B5EF4-FFF2-40B4-BE49-F238E27FC236}">
                    <a16:creationId xmlns:a16="http://schemas.microsoft.com/office/drawing/2014/main" id="{84AA0D2B-6451-41C2-AF7E-FAD9E00F1960}"/>
                  </a:ext>
                </a:extLst>
              </p:cNvPr>
              <p:cNvSpPr/>
              <p:nvPr/>
            </p:nvSpPr>
            <p:spPr>
              <a:xfrm>
                <a:off x="4355976" y="2130352"/>
                <a:ext cx="3168352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60" name="矩形 59">
                <a:extLst>
                  <a:ext uri="{FF2B5EF4-FFF2-40B4-BE49-F238E27FC236}">
                    <a16:creationId xmlns:a16="http://schemas.microsoft.com/office/drawing/2014/main" id="{80847265-1BAC-4EE3-B27C-8D3FD90F3B2F}"/>
                  </a:ext>
                </a:extLst>
              </p:cNvPr>
              <p:cNvSpPr/>
              <p:nvPr/>
            </p:nvSpPr>
            <p:spPr>
              <a:xfrm>
                <a:off x="446761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0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61" name="矩形 60">
                <a:extLst>
                  <a:ext uri="{FF2B5EF4-FFF2-40B4-BE49-F238E27FC236}">
                    <a16:creationId xmlns:a16="http://schemas.microsoft.com/office/drawing/2014/main" id="{81710DE0-943B-4159-8433-A4664C4602D0}"/>
                  </a:ext>
                </a:extLst>
              </p:cNvPr>
              <p:cNvSpPr/>
              <p:nvPr/>
            </p:nvSpPr>
            <p:spPr>
              <a:xfrm>
                <a:off x="522227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1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62" name="矩形 61">
                <a:extLst>
                  <a:ext uri="{FF2B5EF4-FFF2-40B4-BE49-F238E27FC236}">
                    <a16:creationId xmlns:a16="http://schemas.microsoft.com/office/drawing/2014/main" id="{1183E0C1-790C-4CC2-8DD6-7108C408595E}"/>
                  </a:ext>
                </a:extLst>
              </p:cNvPr>
              <p:cNvSpPr/>
              <p:nvPr/>
            </p:nvSpPr>
            <p:spPr>
              <a:xfrm>
                <a:off x="597693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/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2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63" name="矩形 62">
                <a:extLst>
                  <a:ext uri="{FF2B5EF4-FFF2-40B4-BE49-F238E27FC236}">
                    <a16:creationId xmlns:a16="http://schemas.microsoft.com/office/drawing/2014/main" id="{20B923E7-F300-4232-9688-F85F97116C80}"/>
                  </a:ext>
                </a:extLst>
              </p:cNvPr>
              <p:cNvSpPr/>
              <p:nvPr/>
            </p:nvSpPr>
            <p:spPr>
              <a:xfrm>
                <a:off x="673159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3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17" name="组合 16">
              <a:extLst>
                <a:ext uri="{FF2B5EF4-FFF2-40B4-BE49-F238E27FC236}">
                  <a16:creationId xmlns:a16="http://schemas.microsoft.com/office/drawing/2014/main" id="{3F263E44-2AE2-4F49-B6A0-6614B1B6D7B6}"/>
                </a:ext>
              </a:extLst>
            </p:cNvPr>
            <p:cNvGrpSpPr/>
            <p:nvPr/>
          </p:nvGrpSpPr>
          <p:grpSpPr>
            <a:xfrm>
              <a:off x="5450933" y="2456835"/>
              <a:ext cx="3476700" cy="371346"/>
              <a:chOff x="4355976" y="2130352"/>
              <a:chExt cx="3168352" cy="338412"/>
            </a:xfrm>
          </p:grpSpPr>
          <p:sp>
            <p:nvSpPr>
              <p:cNvPr id="54" name="矩形 53">
                <a:extLst>
                  <a:ext uri="{FF2B5EF4-FFF2-40B4-BE49-F238E27FC236}">
                    <a16:creationId xmlns:a16="http://schemas.microsoft.com/office/drawing/2014/main" id="{DB86DA43-49D2-4C5A-AB01-465A40A51203}"/>
                  </a:ext>
                </a:extLst>
              </p:cNvPr>
              <p:cNvSpPr/>
              <p:nvPr/>
            </p:nvSpPr>
            <p:spPr>
              <a:xfrm>
                <a:off x="4355976" y="2130352"/>
                <a:ext cx="3168352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5" name="矩形 54">
                <a:extLst>
                  <a:ext uri="{FF2B5EF4-FFF2-40B4-BE49-F238E27FC236}">
                    <a16:creationId xmlns:a16="http://schemas.microsoft.com/office/drawing/2014/main" id="{9A5126E3-B22C-495B-BED7-71681A90AE00}"/>
                  </a:ext>
                </a:extLst>
              </p:cNvPr>
              <p:cNvSpPr/>
              <p:nvPr/>
            </p:nvSpPr>
            <p:spPr>
              <a:xfrm>
                <a:off x="446761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6" name="矩形 55">
                <a:extLst>
                  <a:ext uri="{FF2B5EF4-FFF2-40B4-BE49-F238E27FC236}">
                    <a16:creationId xmlns:a16="http://schemas.microsoft.com/office/drawing/2014/main" id="{493834A7-4F09-4870-A8A8-661E29A27859}"/>
                  </a:ext>
                </a:extLst>
              </p:cNvPr>
              <p:cNvSpPr/>
              <p:nvPr/>
            </p:nvSpPr>
            <p:spPr>
              <a:xfrm>
                <a:off x="522227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7" name="矩形 56">
                <a:extLst>
                  <a:ext uri="{FF2B5EF4-FFF2-40B4-BE49-F238E27FC236}">
                    <a16:creationId xmlns:a16="http://schemas.microsoft.com/office/drawing/2014/main" id="{545848ED-4CEB-43AB-8C91-00B2A37BD669}"/>
                  </a:ext>
                </a:extLst>
              </p:cNvPr>
              <p:cNvSpPr/>
              <p:nvPr/>
            </p:nvSpPr>
            <p:spPr>
              <a:xfrm>
                <a:off x="597693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8" name="矩形 57">
                <a:extLst>
                  <a:ext uri="{FF2B5EF4-FFF2-40B4-BE49-F238E27FC236}">
                    <a16:creationId xmlns:a16="http://schemas.microsoft.com/office/drawing/2014/main" id="{9006D4F9-D64C-46D1-8EFA-B1972831F602}"/>
                  </a:ext>
                </a:extLst>
              </p:cNvPr>
              <p:cNvSpPr/>
              <p:nvPr/>
            </p:nvSpPr>
            <p:spPr>
              <a:xfrm>
                <a:off x="673159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18" name="组合 17">
              <a:extLst>
                <a:ext uri="{FF2B5EF4-FFF2-40B4-BE49-F238E27FC236}">
                  <a16:creationId xmlns:a16="http://schemas.microsoft.com/office/drawing/2014/main" id="{6A735E88-8408-4DE8-9D84-6412BE48D33F}"/>
                </a:ext>
              </a:extLst>
            </p:cNvPr>
            <p:cNvGrpSpPr/>
            <p:nvPr/>
          </p:nvGrpSpPr>
          <p:grpSpPr>
            <a:xfrm>
              <a:off x="5450933" y="2881889"/>
              <a:ext cx="3476700" cy="371346"/>
              <a:chOff x="4355976" y="2130352"/>
              <a:chExt cx="3168352" cy="338412"/>
            </a:xfrm>
          </p:grpSpPr>
          <p:sp>
            <p:nvSpPr>
              <p:cNvPr id="49" name="矩形 48">
                <a:extLst>
                  <a:ext uri="{FF2B5EF4-FFF2-40B4-BE49-F238E27FC236}">
                    <a16:creationId xmlns:a16="http://schemas.microsoft.com/office/drawing/2014/main" id="{BDFFBF7D-956D-4059-BB91-2FF80444DE41}"/>
                  </a:ext>
                </a:extLst>
              </p:cNvPr>
              <p:cNvSpPr/>
              <p:nvPr/>
            </p:nvSpPr>
            <p:spPr>
              <a:xfrm>
                <a:off x="4355976" y="2130352"/>
                <a:ext cx="3168352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0" name="矩形 49">
                <a:extLst>
                  <a:ext uri="{FF2B5EF4-FFF2-40B4-BE49-F238E27FC236}">
                    <a16:creationId xmlns:a16="http://schemas.microsoft.com/office/drawing/2014/main" id="{8496504A-7E29-40BF-B243-41EC522E279C}"/>
                  </a:ext>
                </a:extLst>
              </p:cNvPr>
              <p:cNvSpPr/>
              <p:nvPr/>
            </p:nvSpPr>
            <p:spPr>
              <a:xfrm>
                <a:off x="446761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1" name="矩形 50">
                <a:extLst>
                  <a:ext uri="{FF2B5EF4-FFF2-40B4-BE49-F238E27FC236}">
                    <a16:creationId xmlns:a16="http://schemas.microsoft.com/office/drawing/2014/main" id="{68C4B4A9-B1B7-4170-B3E7-6AA2C23DFAAB}"/>
                  </a:ext>
                </a:extLst>
              </p:cNvPr>
              <p:cNvSpPr/>
              <p:nvPr/>
            </p:nvSpPr>
            <p:spPr>
              <a:xfrm>
                <a:off x="522227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2" name="矩形 51">
                <a:extLst>
                  <a:ext uri="{FF2B5EF4-FFF2-40B4-BE49-F238E27FC236}">
                    <a16:creationId xmlns:a16="http://schemas.microsoft.com/office/drawing/2014/main" id="{27D0AE9F-6CFD-4C18-8C44-5709F59864C6}"/>
                  </a:ext>
                </a:extLst>
              </p:cNvPr>
              <p:cNvSpPr/>
              <p:nvPr/>
            </p:nvSpPr>
            <p:spPr>
              <a:xfrm>
                <a:off x="597693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3" name="矩形 52">
                <a:extLst>
                  <a:ext uri="{FF2B5EF4-FFF2-40B4-BE49-F238E27FC236}">
                    <a16:creationId xmlns:a16="http://schemas.microsoft.com/office/drawing/2014/main" id="{9CE57E0D-86FD-47AE-9988-F97D889B895D}"/>
                  </a:ext>
                </a:extLst>
              </p:cNvPr>
              <p:cNvSpPr/>
              <p:nvPr/>
            </p:nvSpPr>
            <p:spPr>
              <a:xfrm>
                <a:off x="673159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19" name="组合 18">
              <a:extLst>
                <a:ext uri="{FF2B5EF4-FFF2-40B4-BE49-F238E27FC236}">
                  <a16:creationId xmlns:a16="http://schemas.microsoft.com/office/drawing/2014/main" id="{61FB5789-A1A9-45E7-8A79-CA09CAE85164}"/>
                </a:ext>
              </a:extLst>
            </p:cNvPr>
            <p:cNvGrpSpPr/>
            <p:nvPr/>
          </p:nvGrpSpPr>
          <p:grpSpPr>
            <a:xfrm>
              <a:off x="5450933" y="3306943"/>
              <a:ext cx="3476700" cy="371346"/>
              <a:chOff x="4355976" y="2130352"/>
              <a:chExt cx="3168352" cy="338412"/>
            </a:xfrm>
          </p:grpSpPr>
          <p:sp>
            <p:nvSpPr>
              <p:cNvPr id="44" name="矩形 43">
                <a:extLst>
                  <a:ext uri="{FF2B5EF4-FFF2-40B4-BE49-F238E27FC236}">
                    <a16:creationId xmlns:a16="http://schemas.microsoft.com/office/drawing/2014/main" id="{83FE21F9-45EA-43C2-8553-C7AAEBB6615B}"/>
                  </a:ext>
                </a:extLst>
              </p:cNvPr>
              <p:cNvSpPr/>
              <p:nvPr/>
            </p:nvSpPr>
            <p:spPr>
              <a:xfrm>
                <a:off x="4355976" y="2130352"/>
                <a:ext cx="3168352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5" name="矩形 44">
                <a:extLst>
                  <a:ext uri="{FF2B5EF4-FFF2-40B4-BE49-F238E27FC236}">
                    <a16:creationId xmlns:a16="http://schemas.microsoft.com/office/drawing/2014/main" id="{32FAC146-C11A-4C5B-8F74-3AAF0AEF7C18}"/>
                  </a:ext>
                </a:extLst>
              </p:cNvPr>
              <p:cNvSpPr/>
              <p:nvPr/>
            </p:nvSpPr>
            <p:spPr>
              <a:xfrm>
                <a:off x="446761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6" name="矩形 45">
                <a:extLst>
                  <a:ext uri="{FF2B5EF4-FFF2-40B4-BE49-F238E27FC236}">
                    <a16:creationId xmlns:a16="http://schemas.microsoft.com/office/drawing/2014/main" id="{8851A33D-8A37-4D1F-9BB5-21487285B246}"/>
                  </a:ext>
                </a:extLst>
              </p:cNvPr>
              <p:cNvSpPr/>
              <p:nvPr/>
            </p:nvSpPr>
            <p:spPr>
              <a:xfrm>
                <a:off x="522227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7" name="矩形 46">
                <a:extLst>
                  <a:ext uri="{FF2B5EF4-FFF2-40B4-BE49-F238E27FC236}">
                    <a16:creationId xmlns:a16="http://schemas.microsoft.com/office/drawing/2014/main" id="{01DBF88D-FF65-48C4-9A06-695554F76F95}"/>
                  </a:ext>
                </a:extLst>
              </p:cNvPr>
              <p:cNvSpPr/>
              <p:nvPr/>
            </p:nvSpPr>
            <p:spPr>
              <a:xfrm>
                <a:off x="597693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8" name="矩形 47">
                <a:extLst>
                  <a:ext uri="{FF2B5EF4-FFF2-40B4-BE49-F238E27FC236}">
                    <a16:creationId xmlns:a16="http://schemas.microsoft.com/office/drawing/2014/main" id="{06492AF8-566B-4A7E-9A43-87526419E134}"/>
                  </a:ext>
                </a:extLst>
              </p:cNvPr>
              <p:cNvSpPr/>
              <p:nvPr/>
            </p:nvSpPr>
            <p:spPr>
              <a:xfrm>
                <a:off x="673159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20" name="组合 19">
              <a:extLst>
                <a:ext uri="{FF2B5EF4-FFF2-40B4-BE49-F238E27FC236}">
                  <a16:creationId xmlns:a16="http://schemas.microsoft.com/office/drawing/2014/main" id="{819BCEAE-A748-4039-A43E-70DF645BAB31}"/>
                </a:ext>
              </a:extLst>
            </p:cNvPr>
            <p:cNvGrpSpPr/>
            <p:nvPr/>
          </p:nvGrpSpPr>
          <p:grpSpPr>
            <a:xfrm>
              <a:off x="5450933" y="3782956"/>
              <a:ext cx="3476700" cy="371346"/>
              <a:chOff x="4355976" y="2130352"/>
              <a:chExt cx="3168352" cy="338412"/>
            </a:xfrm>
          </p:grpSpPr>
          <p:sp>
            <p:nvSpPr>
              <p:cNvPr id="39" name="矩形 38">
                <a:extLst>
                  <a:ext uri="{FF2B5EF4-FFF2-40B4-BE49-F238E27FC236}">
                    <a16:creationId xmlns:a16="http://schemas.microsoft.com/office/drawing/2014/main" id="{D3E8ECFB-2B73-49CF-A12F-8E56401C7434}"/>
                  </a:ext>
                </a:extLst>
              </p:cNvPr>
              <p:cNvSpPr/>
              <p:nvPr/>
            </p:nvSpPr>
            <p:spPr>
              <a:xfrm>
                <a:off x="4355976" y="2130352"/>
                <a:ext cx="3168352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0" name="矩形 39">
                <a:extLst>
                  <a:ext uri="{FF2B5EF4-FFF2-40B4-BE49-F238E27FC236}">
                    <a16:creationId xmlns:a16="http://schemas.microsoft.com/office/drawing/2014/main" id="{59C928E8-8572-4F56-98F5-5D4A45597A5B}"/>
                  </a:ext>
                </a:extLst>
              </p:cNvPr>
              <p:cNvSpPr/>
              <p:nvPr/>
            </p:nvSpPr>
            <p:spPr>
              <a:xfrm>
                <a:off x="446761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1" name="矩形 40">
                <a:extLst>
                  <a:ext uri="{FF2B5EF4-FFF2-40B4-BE49-F238E27FC236}">
                    <a16:creationId xmlns:a16="http://schemas.microsoft.com/office/drawing/2014/main" id="{583D49D2-1D9A-4DFB-8B17-DD84ADE237FB}"/>
                  </a:ext>
                </a:extLst>
              </p:cNvPr>
              <p:cNvSpPr/>
              <p:nvPr/>
            </p:nvSpPr>
            <p:spPr>
              <a:xfrm>
                <a:off x="522227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2" name="矩形 41">
                <a:extLst>
                  <a:ext uri="{FF2B5EF4-FFF2-40B4-BE49-F238E27FC236}">
                    <a16:creationId xmlns:a16="http://schemas.microsoft.com/office/drawing/2014/main" id="{3257A322-0943-4F97-8888-5C655B630597}"/>
                  </a:ext>
                </a:extLst>
              </p:cNvPr>
              <p:cNvSpPr/>
              <p:nvPr/>
            </p:nvSpPr>
            <p:spPr>
              <a:xfrm>
                <a:off x="597693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3" name="矩形 42">
                <a:extLst>
                  <a:ext uri="{FF2B5EF4-FFF2-40B4-BE49-F238E27FC236}">
                    <a16:creationId xmlns:a16="http://schemas.microsoft.com/office/drawing/2014/main" id="{53E4EDBD-B5A3-4EB3-BF22-F140394DE6F6}"/>
                  </a:ext>
                </a:extLst>
              </p:cNvPr>
              <p:cNvSpPr/>
              <p:nvPr/>
            </p:nvSpPr>
            <p:spPr>
              <a:xfrm>
                <a:off x="673159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21" name="组合 20">
              <a:extLst>
                <a:ext uri="{FF2B5EF4-FFF2-40B4-BE49-F238E27FC236}">
                  <a16:creationId xmlns:a16="http://schemas.microsoft.com/office/drawing/2014/main" id="{935E1DD7-1544-4266-9F3C-6563234DDE8E}"/>
                </a:ext>
              </a:extLst>
            </p:cNvPr>
            <p:cNvGrpSpPr/>
            <p:nvPr/>
          </p:nvGrpSpPr>
          <p:grpSpPr>
            <a:xfrm>
              <a:off x="5450933" y="4208010"/>
              <a:ext cx="3476700" cy="371346"/>
              <a:chOff x="4355976" y="2130352"/>
              <a:chExt cx="3168352" cy="338412"/>
            </a:xfrm>
          </p:grpSpPr>
          <p:sp>
            <p:nvSpPr>
              <p:cNvPr id="34" name="矩形 33">
                <a:extLst>
                  <a:ext uri="{FF2B5EF4-FFF2-40B4-BE49-F238E27FC236}">
                    <a16:creationId xmlns:a16="http://schemas.microsoft.com/office/drawing/2014/main" id="{CE0E8D68-AAA0-4513-AAAD-0C2AA035D5CA}"/>
                  </a:ext>
                </a:extLst>
              </p:cNvPr>
              <p:cNvSpPr/>
              <p:nvPr/>
            </p:nvSpPr>
            <p:spPr>
              <a:xfrm>
                <a:off x="4355976" y="2130352"/>
                <a:ext cx="3168352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35" name="矩形 34">
                <a:extLst>
                  <a:ext uri="{FF2B5EF4-FFF2-40B4-BE49-F238E27FC236}">
                    <a16:creationId xmlns:a16="http://schemas.microsoft.com/office/drawing/2014/main" id="{73A71E1F-02B6-48EB-969E-3F33C7B05C39}"/>
                  </a:ext>
                </a:extLst>
              </p:cNvPr>
              <p:cNvSpPr/>
              <p:nvPr/>
            </p:nvSpPr>
            <p:spPr>
              <a:xfrm>
                <a:off x="446761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36" name="矩形 35">
                <a:extLst>
                  <a:ext uri="{FF2B5EF4-FFF2-40B4-BE49-F238E27FC236}">
                    <a16:creationId xmlns:a16="http://schemas.microsoft.com/office/drawing/2014/main" id="{5C8DF65F-78FA-4546-ACA5-D45CE2FA61F1}"/>
                  </a:ext>
                </a:extLst>
              </p:cNvPr>
              <p:cNvSpPr/>
              <p:nvPr/>
            </p:nvSpPr>
            <p:spPr>
              <a:xfrm>
                <a:off x="522227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37" name="矩形 36">
                <a:extLst>
                  <a:ext uri="{FF2B5EF4-FFF2-40B4-BE49-F238E27FC236}">
                    <a16:creationId xmlns:a16="http://schemas.microsoft.com/office/drawing/2014/main" id="{DDD16068-E4C6-4697-9989-39D718792F8D}"/>
                  </a:ext>
                </a:extLst>
              </p:cNvPr>
              <p:cNvSpPr/>
              <p:nvPr/>
            </p:nvSpPr>
            <p:spPr>
              <a:xfrm>
                <a:off x="597693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38" name="矩形 37">
                <a:extLst>
                  <a:ext uri="{FF2B5EF4-FFF2-40B4-BE49-F238E27FC236}">
                    <a16:creationId xmlns:a16="http://schemas.microsoft.com/office/drawing/2014/main" id="{0D709D87-9CCF-4F43-BD34-B75A43D01DDB}"/>
                  </a:ext>
                </a:extLst>
              </p:cNvPr>
              <p:cNvSpPr/>
              <p:nvPr/>
            </p:nvSpPr>
            <p:spPr>
              <a:xfrm>
                <a:off x="673159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22" name="组合 21">
              <a:extLst>
                <a:ext uri="{FF2B5EF4-FFF2-40B4-BE49-F238E27FC236}">
                  <a16:creationId xmlns:a16="http://schemas.microsoft.com/office/drawing/2014/main" id="{F7B75EEE-140B-425B-B600-FDEB9EE7FE76}"/>
                </a:ext>
              </a:extLst>
            </p:cNvPr>
            <p:cNvGrpSpPr/>
            <p:nvPr/>
          </p:nvGrpSpPr>
          <p:grpSpPr>
            <a:xfrm>
              <a:off x="5450933" y="4633064"/>
              <a:ext cx="3476700" cy="371346"/>
              <a:chOff x="4355976" y="2130352"/>
              <a:chExt cx="3168352" cy="338412"/>
            </a:xfrm>
          </p:grpSpPr>
          <p:sp>
            <p:nvSpPr>
              <p:cNvPr id="29" name="矩形 28">
                <a:extLst>
                  <a:ext uri="{FF2B5EF4-FFF2-40B4-BE49-F238E27FC236}">
                    <a16:creationId xmlns:a16="http://schemas.microsoft.com/office/drawing/2014/main" id="{31022D5D-B8D9-4DFB-BFD1-0EB983F9D799}"/>
                  </a:ext>
                </a:extLst>
              </p:cNvPr>
              <p:cNvSpPr/>
              <p:nvPr/>
            </p:nvSpPr>
            <p:spPr>
              <a:xfrm>
                <a:off x="4355976" y="2130352"/>
                <a:ext cx="3168352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30" name="矩形 29">
                <a:extLst>
                  <a:ext uri="{FF2B5EF4-FFF2-40B4-BE49-F238E27FC236}">
                    <a16:creationId xmlns:a16="http://schemas.microsoft.com/office/drawing/2014/main" id="{63246488-AC31-40F4-A584-EE57B165F2DF}"/>
                  </a:ext>
                </a:extLst>
              </p:cNvPr>
              <p:cNvSpPr/>
              <p:nvPr/>
            </p:nvSpPr>
            <p:spPr>
              <a:xfrm>
                <a:off x="446761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31" name="矩形 30">
                <a:extLst>
                  <a:ext uri="{FF2B5EF4-FFF2-40B4-BE49-F238E27FC236}">
                    <a16:creationId xmlns:a16="http://schemas.microsoft.com/office/drawing/2014/main" id="{3AE96F99-704C-45F4-A205-7C17515D554A}"/>
                  </a:ext>
                </a:extLst>
              </p:cNvPr>
              <p:cNvSpPr/>
              <p:nvPr/>
            </p:nvSpPr>
            <p:spPr>
              <a:xfrm>
                <a:off x="522227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32" name="矩形 31">
                <a:extLst>
                  <a:ext uri="{FF2B5EF4-FFF2-40B4-BE49-F238E27FC236}">
                    <a16:creationId xmlns:a16="http://schemas.microsoft.com/office/drawing/2014/main" id="{D26ABBA5-0140-45D0-9F60-F373ACAC5277}"/>
                  </a:ext>
                </a:extLst>
              </p:cNvPr>
              <p:cNvSpPr/>
              <p:nvPr/>
            </p:nvSpPr>
            <p:spPr>
              <a:xfrm>
                <a:off x="597693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33" name="矩形 32">
                <a:extLst>
                  <a:ext uri="{FF2B5EF4-FFF2-40B4-BE49-F238E27FC236}">
                    <a16:creationId xmlns:a16="http://schemas.microsoft.com/office/drawing/2014/main" id="{9EAD762E-06DE-4BB7-B43B-FEDF00E081DF}"/>
                  </a:ext>
                </a:extLst>
              </p:cNvPr>
              <p:cNvSpPr/>
              <p:nvPr/>
            </p:nvSpPr>
            <p:spPr>
              <a:xfrm>
                <a:off x="673159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23" name="组合 22">
              <a:extLst>
                <a:ext uri="{FF2B5EF4-FFF2-40B4-BE49-F238E27FC236}">
                  <a16:creationId xmlns:a16="http://schemas.microsoft.com/office/drawing/2014/main" id="{5EC0CF16-86C6-484C-9313-6E263BDEC309}"/>
                </a:ext>
              </a:extLst>
            </p:cNvPr>
            <p:cNvGrpSpPr/>
            <p:nvPr/>
          </p:nvGrpSpPr>
          <p:grpSpPr>
            <a:xfrm>
              <a:off x="5450933" y="5058117"/>
              <a:ext cx="3476700" cy="371346"/>
              <a:chOff x="4355976" y="2130352"/>
              <a:chExt cx="3168352" cy="338412"/>
            </a:xfrm>
          </p:grpSpPr>
          <p:sp>
            <p:nvSpPr>
              <p:cNvPr id="24" name="矩形 23">
                <a:extLst>
                  <a:ext uri="{FF2B5EF4-FFF2-40B4-BE49-F238E27FC236}">
                    <a16:creationId xmlns:a16="http://schemas.microsoft.com/office/drawing/2014/main" id="{E95F5507-BD69-4E1A-8178-A6AF80CF14FC}"/>
                  </a:ext>
                </a:extLst>
              </p:cNvPr>
              <p:cNvSpPr/>
              <p:nvPr/>
            </p:nvSpPr>
            <p:spPr>
              <a:xfrm>
                <a:off x="4355976" y="2130352"/>
                <a:ext cx="3168352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25" name="矩形 24">
                <a:extLst>
                  <a:ext uri="{FF2B5EF4-FFF2-40B4-BE49-F238E27FC236}">
                    <a16:creationId xmlns:a16="http://schemas.microsoft.com/office/drawing/2014/main" id="{9294B053-441C-4D97-9568-910AEAE0146F}"/>
                  </a:ext>
                </a:extLst>
              </p:cNvPr>
              <p:cNvSpPr/>
              <p:nvPr/>
            </p:nvSpPr>
            <p:spPr>
              <a:xfrm>
                <a:off x="446761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0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26" name="矩形 25">
                <a:extLst>
                  <a:ext uri="{FF2B5EF4-FFF2-40B4-BE49-F238E27FC236}">
                    <a16:creationId xmlns:a16="http://schemas.microsoft.com/office/drawing/2014/main" id="{A778F0F7-8F6D-4B03-8575-6E9DE3277D7F}"/>
                  </a:ext>
                </a:extLst>
              </p:cNvPr>
              <p:cNvSpPr/>
              <p:nvPr/>
            </p:nvSpPr>
            <p:spPr>
              <a:xfrm>
                <a:off x="522227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1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27" name="矩形 26">
                <a:extLst>
                  <a:ext uri="{FF2B5EF4-FFF2-40B4-BE49-F238E27FC236}">
                    <a16:creationId xmlns:a16="http://schemas.microsoft.com/office/drawing/2014/main" id="{5B74CB84-1AAA-4512-99B3-8603493AD1BE}"/>
                  </a:ext>
                </a:extLst>
              </p:cNvPr>
              <p:cNvSpPr/>
              <p:nvPr/>
            </p:nvSpPr>
            <p:spPr>
              <a:xfrm>
                <a:off x="5976935" y="2192613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2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28" name="矩形 27">
                <a:extLst>
                  <a:ext uri="{FF2B5EF4-FFF2-40B4-BE49-F238E27FC236}">
                    <a16:creationId xmlns:a16="http://schemas.microsoft.com/office/drawing/2014/main" id="{4AFC802A-2C48-4C25-A536-4420694385D5}"/>
                  </a:ext>
                </a:extLst>
              </p:cNvPr>
              <p:cNvSpPr/>
              <p:nvPr/>
            </p:nvSpPr>
            <p:spPr>
              <a:xfrm>
                <a:off x="6731595" y="2194894"/>
                <a:ext cx="720725" cy="228600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3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</p:grpSp>
      <p:grpSp>
        <p:nvGrpSpPr>
          <p:cNvPr id="64" name="组合 63">
            <a:extLst>
              <a:ext uri="{FF2B5EF4-FFF2-40B4-BE49-F238E27FC236}">
                <a16:creationId xmlns:a16="http://schemas.microsoft.com/office/drawing/2014/main" id="{28EF5DDF-F749-40E6-8F83-95A27A32B8D4}"/>
              </a:ext>
            </a:extLst>
          </p:cNvPr>
          <p:cNvGrpSpPr/>
          <p:nvPr/>
        </p:nvGrpSpPr>
        <p:grpSpPr>
          <a:xfrm>
            <a:off x="2605952" y="2818001"/>
            <a:ext cx="1117900" cy="3018061"/>
            <a:chOff x="4465578" y="2232827"/>
            <a:chExt cx="1117900" cy="3018061"/>
          </a:xfrm>
        </p:grpSpPr>
        <p:grpSp>
          <p:nvGrpSpPr>
            <p:cNvPr id="65" name="组合 64">
              <a:extLst>
                <a:ext uri="{FF2B5EF4-FFF2-40B4-BE49-F238E27FC236}">
                  <a16:creationId xmlns:a16="http://schemas.microsoft.com/office/drawing/2014/main" id="{E054A6F9-17EE-4E81-ACB6-DF5DB4BC452A}"/>
                </a:ext>
              </a:extLst>
            </p:cNvPr>
            <p:cNvGrpSpPr/>
            <p:nvPr/>
          </p:nvGrpSpPr>
          <p:grpSpPr>
            <a:xfrm>
              <a:off x="4465578" y="2232827"/>
              <a:ext cx="1117900" cy="3018061"/>
              <a:chOff x="3580155" y="2316072"/>
              <a:chExt cx="875589" cy="2750391"/>
            </a:xfrm>
          </p:grpSpPr>
          <p:cxnSp>
            <p:nvCxnSpPr>
              <p:cNvPr id="67" name="直接连接符 66">
                <a:extLst>
                  <a:ext uri="{FF2B5EF4-FFF2-40B4-BE49-F238E27FC236}">
                    <a16:creationId xmlns:a16="http://schemas.microsoft.com/office/drawing/2014/main" id="{0DFF7E60-88BD-422E-AD18-72C021B85B15}"/>
                  </a:ext>
                </a:extLst>
              </p:cNvPr>
              <p:cNvCxnSpPr/>
              <p:nvPr/>
            </p:nvCxnSpPr>
            <p:spPr>
              <a:xfrm>
                <a:off x="3585946" y="2316072"/>
                <a:ext cx="862337" cy="0"/>
              </a:xfrm>
              <a:prstGeom prst="line">
                <a:avLst/>
              </a:prstGeom>
              <a:noFill/>
              <a:ln w="127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</p:cxnSp>
          <p:cxnSp>
            <p:nvCxnSpPr>
              <p:cNvPr id="68" name="直接连接符 67">
                <a:extLst>
                  <a:ext uri="{FF2B5EF4-FFF2-40B4-BE49-F238E27FC236}">
                    <a16:creationId xmlns:a16="http://schemas.microsoft.com/office/drawing/2014/main" id="{32045737-B5F1-4ABA-91A0-ECBE9609F049}"/>
                  </a:ext>
                </a:extLst>
              </p:cNvPr>
              <p:cNvCxnSpPr/>
              <p:nvPr/>
            </p:nvCxnSpPr>
            <p:spPr>
              <a:xfrm>
                <a:off x="3584567" y="2695966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333333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cxnSp>
            <p:nvCxnSpPr>
              <p:cNvPr id="69" name="直接连接符 68">
                <a:extLst>
                  <a:ext uri="{FF2B5EF4-FFF2-40B4-BE49-F238E27FC236}">
                    <a16:creationId xmlns:a16="http://schemas.microsoft.com/office/drawing/2014/main" id="{D605BC9E-B561-4A1E-BFF6-734E0512AD17}"/>
                  </a:ext>
                </a:extLst>
              </p:cNvPr>
              <p:cNvCxnSpPr/>
              <p:nvPr/>
            </p:nvCxnSpPr>
            <p:spPr>
              <a:xfrm>
                <a:off x="3593407" y="3084537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333333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cxnSp>
            <p:nvCxnSpPr>
              <p:cNvPr id="70" name="直接连接符 69">
                <a:extLst>
                  <a:ext uri="{FF2B5EF4-FFF2-40B4-BE49-F238E27FC236}">
                    <a16:creationId xmlns:a16="http://schemas.microsoft.com/office/drawing/2014/main" id="{F2E3F2AC-1139-424F-85EA-D69133DA2EB5}"/>
                  </a:ext>
                </a:extLst>
              </p:cNvPr>
              <p:cNvCxnSpPr/>
              <p:nvPr/>
            </p:nvCxnSpPr>
            <p:spPr>
              <a:xfrm>
                <a:off x="3593407" y="3473111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333333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cxnSp>
            <p:nvCxnSpPr>
              <p:cNvPr id="71" name="直接连接符 70">
                <a:extLst>
                  <a:ext uri="{FF2B5EF4-FFF2-40B4-BE49-F238E27FC236}">
                    <a16:creationId xmlns:a16="http://schemas.microsoft.com/office/drawing/2014/main" id="{0C5F4FCF-95FF-40E9-B177-75B41D398C87}"/>
                  </a:ext>
                </a:extLst>
              </p:cNvPr>
              <p:cNvCxnSpPr/>
              <p:nvPr/>
            </p:nvCxnSpPr>
            <p:spPr>
              <a:xfrm>
                <a:off x="3580155" y="3905088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333333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cxnSp>
            <p:nvCxnSpPr>
              <p:cNvPr id="72" name="直接连接符 71">
                <a:extLst>
                  <a:ext uri="{FF2B5EF4-FFF2-40B4-BE49-F238E27FC236}">
                    <a16:creationId xmlns:a16="http://schemas.microsoft.com/office/drawing/2014/main" id="{FC5127F7-05D9-4C5C-A6E6-9CD1911C4736}"/>
                  </a:ext>
                </a:extLst>
              </p:cNvPr>
              <p:cNvCxnSpPr/>
              <p:nvPr/>
            </p:nvCxnSpPr>
            <p:spPr>
              <a:xfrm>
                <a:off x="3580155" y="4302342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333333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cxnSp>
            <p:nvCxnSpPr>
              <p:cNvPr id="73" name="直接连接符 72">
                <a:extLst>
                  <a:ext uri="{FF2B5EF4-FFF2-40B4-BE49-F238E27FC236}">
                    <a16:creationId xmlns:a16="http://schemas.microsoft.com/office/drawing/2014/main" id="{27B9642C-3F7F-48F4-A805-9011AEA9B1E1}"/>
                  </a:ext>
                </a:extLst>
              </p:cNvPr>
              <p:cNvCxnSpPr/>
              <p:nvPr/>
            </p:nvCxnSpPr>
            <p:spPr>
              <a:xfrm>
                <a:off x="3585945" y="4690914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333333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cxnSp>
            <p:nvCxnSpPr>
              <p:cNvPr id="74" name="直接连接符 73">
                <a:extLst>
                  <a:ext uri="{FF2B5EF4-FFF2-40B4-BE49-F238E27FC236}">
                    <a16:creationId xmlns:a16="http://schemas.microsoft.com/office/drawing/2014/main" id="{35CEB195-8E35-4068-89BD-5ECA174D4810}"/>
                  </a:ext>
                </a:extLst>
              </p:cNvPr>
              <p:cNvCxnSpPr/>
              <p:nvPr/>
            </p:nvCxnSpPr>
            <p:spPr>
              <a:xfrm>
                <a:off x="3580155" y="5066463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333333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</p:grpSp>
        <p:sp>
          <p:nvSpPr>
            <p:cNvPr id="66" name="矩形 65">
              <a:extLst>
                <a:ext uri="{FF2B5EF4-FFF2-40B4-BE49-F238E27FC236}">
                  <a16:creationId xmlns:a16="http://schemas.microsoft.com/office/drawing/2014/main" id="{3908E768-0824-48BE-AF0E-657E5C13B18D}"/>
                </a:ext>
              </a:extLst>
            </p:cNvPr>
            <p:cNvSpPr/>
            <p:nvPr/>
          </p:nvSpPr>
          <p:spPr>
            <a:xfrm>
              <a:off x="4623121" y="2396562"/>
              <a:ext cx="857822" cy="273597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比较结果</a:t>
              </a:r>
              <a:endParaRPr kumimoji="0" lang="en-US" altLang="zh-CN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75" name="组合 74">
            <a:extLst>
              <a:ext uri="{FF2B5EF4-FFF2-40B4-BE49-F238E27FC236}">
                <a16:creationId xmlns:a16="http://schemas.microsoft.com/office/drawing/2014/main" id="{E4AB6725-75A4-4DBF-AE51-45C23AC852FD}"/>
              </a:ext>
            </a:extLst>
          </p:cNvPr>
          <p:cNvGrpSpPr/>
          <p:nvPr/>
        </p:nvGrpSpPr>
        <p:grpSpPr>
          <a:xfrm>
            <a:off x="1907022" y="2774988"/>
            <a:ext cx="452357" cy="3097077"/>
            <a:chOff x="3766648" y="2189814"/>
            <a:chExt cx="452357" cy="3097077"/>
          </a:xfrm>
        </p:grpSpPr>
        <p:grpSp>
          <p:nvGrpSpPr>
            <p:cNvPr id="76" name="组合 75">
              <a:extLst>
                <a:ext uri="{FF2B5EF4-FFF2-40B4-BE49-F238E27FC236}">
                  <a16:creationId xmlns:a16="http://schemas.microsoft.com/office/drawing/2014/main" id="{23C0645E-4711-4515-BD79-295AADAA5C57}"/>
                </a:ext>
              </a:extLst>
            </p:cNvPr>
            <p:cNvGrpSpPr/>
            <p:nvPr/>
          </p:nvGrpSpPr>
          <p:grpSpPr>
            <a:xfrm>
              <a:off x="3781914" y="2189814"/>
              <a:ext cx="413397" cy="3018061"/>
              <a:chOff x="2064779" y="2334793"/>
              <a:chExt cx="280781" cy="2750391"/>
            </a:xfrm>
          </p:grpSpPr>
          <p:cxnSp>
            <p:nvCxnSpPr>
              <p:cNvPr id="86" name="直接连接符 85">
                <a:extLst>
                  <a:ext uri="{FF2B5EF4-FFF2-40B4-BE49-F238E27FC236}">
                    <a16:creationId xmlns:a16="http://schemas.microsoft.com/office/drawing/2014/main" id="{7AAF309E-24CA-4D0C-AFCF-440E4E650EF6}"/>
                  </a:ext>
                </a:extLst>
              </p:cNvPr>
              <p:cNvCxnSpPr/>
              <p:nvPr/>
            </p:nvCxnSpPr>
            <p:spPr>
              <a:xfrm>
                <a:off x="2064779" y="2334793"/>
                <a:ext cx="274311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  <p:cxnSp>
            <p:nvCxnSpPr>
              <p:cNvPr id="87" name="直接连接符 86">
                <a:extLst>
                  <a:ext uri="{FF2B5EF4-FFF2-40B4-BE49-F238E27FC236}">
                    <a16:creationId xmlns:a16="http://schemas.microsoft.com/office/drawing/2014/main" id="{78226DB4-E54F-4181-8508-8EF79C201F23}"/>
                  </a:ext>
                </a:extLst>
              </p:cNvPr>
              <p:cNvCxnSpPr/>
              <p:nvPr/>
            </p:nvCxnSpPr>
            <p:spPr>
              <a:xfrm>
                <a:off x="2071130" y="2727706"/>
                <a:ext cx="274311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  <p:cxnSp>
            <p:nvCxnSpPr>
              <p:cNvPr id="88" name="直接连接符 87">
                <a:extLst>
                  <a:ext uri="{FF2B5EF4-FFF2-40B4-BE49-F238E27FC236}">
                    <a16:creationId xmlns:a16="http://schemas.microsoft.com/office/drawing/2014/main" id="{F9BB2835-FA4C-425C-AFDF-1BA3DAFEC437}"/>
                  </a:ext>
                </a:extLst>
              </p:cNvPr>
              <p:cNvCxnSpPr/>
              <p:nvPr/>
            </p:nvCxnSpPr>
            <p:spPr>
              <a:xfrm>
                <a:off x="2068014" y="3120619"/>
                <a:ext cx="274311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  <p:cxnSp>
            <p:nvCxnSpPr>
              <p:cNvPr id="89" name="直接连接符 88">
                <a:extLst>
                  <a:ext uri="{FF2B5EF4-FFF2-40B4-BE49-F238E27FC236}">
                    <a16:creationId xmlns:a16="http://schemas.microsoft.com/office/drawing/2014/main" id="{B4D5C308-5496-473F-B724-24E018C85F26}"/>
                  </a:ext>
                </a:extLst>
              </p:cNvPr>
              <p:cNvCxnSpPr/>
              <p:nvPr/>
            </p:nvCxnSpPr>
            <p:spPr>
              <a:xfrm>
                <a:off x="2071249" y="3513532"/>
                <a:ext cx="274311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  <p:cxnSp>
            <p:nvCxnSpPr>
              <p:cNvPr id="90" name="直接连接符 89">
                <a:extLst>
                  <a:ext uri="{FF2B5EF4-FFF2-40B4-BE49-F238E27FC236}">
                    <a16:creationId xmlns:a16="http://schemas.microsoft.com/office/drawing/2014/main" id="{1756DAEA-9134-4D84-B745-C664B63B4620}"/>
                  </a:ext>
                </a:extLst>
              </p:cNvPr>
              <p:cNvCxnSpPr/>
              <p:nvPr/>
            </p:nvCxnSpPr>
            <p:spPr>
              <a:xfrm>
                <a:off x="2071249" y="3906445"/>
                <a:ext cx="274311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  <p:cxnSp>
            <p:nvCxnSpPr>
              <p:cNvPr id="91" name="直接连接符 90">
                <a:extLst>
                  <a:ext uri="{FF2B5EF4-FFF2-40B4-BE49-F238E27FC236}">
                    <a16:creationId xmlns:a16="http://schemas.microsoft.com/office/drawing/2014/main" id="{5D0D2E38-9F63-4E21-95C8-071662369BA3}"/>
                  </a:ext>
                </a:extLst>
              </p:cNvPr>
              <p:cNvCxnSpPr/>
              <p:nvPr/>
            </p:nvCxnSpPr>
            <p:spPr>
              <a:xfrm>
                <a:off x="2067895" y="4299358"/>
                <a:ext cx="274311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  <p:cxnSp>
            <p:nvCxnSpPr>
              <p:cNvPr id="92" name="直接连接符 91">
                <a:extLst>
                  <a:ext uri="{FF2B5EF4-FFF2-40B4-BE49-F238E27FC236}">
                    <a16:creationId xmlns:a16="http://schemas.microsoft.com/office/drawing/2014/main" id="{C568AB83-B9EA-4AF7-BFD3-A99337D965F4}"/>
                  </a:ext>
                </a:extLst>
              </p:cNvPr>
              <p:cNvCxnSpPr/>
              <p:nvPr/>
            </p:nvCxnSpPr>
            <p:spPr>
              <a:xfrm>
                <a:off x="2068014" y="4692271"/>
                <a:ext cx="274311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  <p:cxnSp>
            <p:nvCxnSpPr>
              <p:cNvPr id="93" name="直接连接符 92">
                <a:extLst>
                  <a:ext uri="{FF2B5EF4-FFF2-40B4-BE49-F238E27FC236}">
                    <a16:creationId xmlns:a16="http://schemas.microsoft.com/office/drawing/2014/main" id="{A6CBD12A-9F1B-4AAC-8831-2B41ABC23F56}"/>
                  </a:ext>
                </a:extLst>
              </p:cNvPr>
              <p:cNvCxnSpPr/>
              <p:nvPr/>
            </p:nvCxnSpPr>
            <p:spPr>
              <a:xfrm>
                <a:off x="2067895" y="5085184"/>
                <a:ext cx="274311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</p:grpSp>
        <p:grpSp>
          <p:nvGrpSpPr>
            <p:cNvPr id="77" name="组合 76">
              <a:extLst>
                <a:ext uri="{FF2B5EF4-FFF2-40B4-BE49-F238E27FC236}">
                  <a16:creationId xmlns:a16="http://schemas.microsoft.com/office/drawing/2014/main" id="{164017BD-EF1E-4082-B12E-DF190B1F0222}"/>
                </a:ext>
              </a:extLst>
            </p:cNvPr>
            <p:cNvGrpSpPr/>
            <p:nvPr/>
          </p:nvGrpSpPr>
          <p:grpSpPr>
            <a:xfrm>
              <a:off x="3766648" y="2268830"/>
              <a:ext cx="452357" cy="3018061"/>
              <a:chOff x="3572693" y="2333436"/>
              <a:chExt cx="883051" cy="2750391"/>
            </a:xfrm>
          </p:grpSpPr>
          <p:cxnSp>
            <p:nvCxnSpPr>
              <p:cNvPr id="78" name="直接连接符 77">
                <a:extLst>
                  <a:ext uri="{FF2B5EF4-FFF2-40B4-BE49-F238E27FC236}">
                    <a16:creationId xmlns:a16="http://schemas.microsoft.com/office/drawing/2014/main" id="{63F99544-DD9E-4914-9DB5-123F4B27CC59}"/>
                  </a:ext>
                </a:extLst>
              </p:cNvPr>
              <p:cNvCxnSpPr/>
              <p:nvPr/>
            </p:nvCxnSpPr>
            <p:spPr>
              <a:xfrm>
                <a:off x="3593407" y="2333436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</a:ln>
              <a:effectLst/>
            </p:spPr>
          </p:cxnSp>
          <p:cxnSp>
            <p:nvCxnSpPr>
              <p:cNvPr id="79" name="直接连接符 78">
                <a:extLst>
                  <a:ext uri="{FF2B5EF4-FFF2-40B4-BE49-F238E27FC236}">
                    <a16:creationId xmlns:a16="http://schemas.microsoft.com/office/drawing/2014/main" id="{E587179A-F50E-40E4-BD53-574BC95505AD}"/>
                  </a:ext>
                </a:extLst>
              </p:cNvPr>
              <p:cNvCxnSpPr/>
              <p:nvPr/>
            </p:nvCxnSpPr>
            <p:spPr>
              <a:xfrm>
                <a:off x="3584567" y="2726349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</a:ln>
              <a:effectLst/>
            </p:spPr>
          </p:cxnSp>
          <p:cxnSp>
            <p:nvCxnSpPr>
              <p:cNvPr id="80" name="直接连接符 79">
                <a:extLst>
                  <a:ext uri="{FF2B5EF4-FFF2-40B4-BE49-F238E27FC236}">
                    <a16:creationId xmlns:a16="http://schemas.microsoft.com/office/drawing/2014/main" id="{E458B02F-1555-45A8-BB97-CA0B85B43210}"/>
                  </a:ext>
                </a:extLst>
              </p:cNvPr>
              <p:cNvCxnSpPr/>
              <p:nvPr/>
            </p:nvCxnSpPr>
            <p:spPr>
              <a:xfrm>
                <a:off x="3593407" y="3119262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</a:ln>
              <a:effectLst/>
            </p:spPr>
          </p:cxnSp>
          <p:cxnSp>
            <p:nvCxnSpPr>
              <p:cNvPr id="81" name="直接连接符 80">
                <a:extLst>
                  <a:ext uri="{FF2B5EF4-FFF2-40B4-BE49-F238E27FC236}">
                    <a16:creationId xmlns:a16="http://schemas.microsoft.com/office/drawing/2014/main" id="{AE8B5C8A-7CEB-4182-9F86-1B8224347E2D}"/>
                  </a:ext>
                </a:extLst>
              </p:cNvPr>
              <p:cNvCxnSpPr/>
              <p:nvPr/>
            </p:nvCxnSpPr>
            <p:spPr>
              <a:xfrm>
                <a:off x="3593407" y="3512175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</a:ln>
              <a:effectLst/>
            </p:spPr>
          </p:cxnSp>
          <p:cxnSp>
            <p:nvCxnSpPr>
              <p:cNvPr id="82" name="直接连接符 81">
                <a:extLst>
                  <a:ext uri="{FF2B5EF4-FFF2-40B4-BE49-F238E27FC236}">
                    <a16:creationId xmlns:a16="http://schemas.microsoft.com/office/drawing/2014/main" id="{E0B62AF4-415F-496D-A074-EC4FBE055EAE}"/>
                  </a:ext>
                </a:extLst>
              </p:cNvPr>
              <p:cNvCxnSpPr/>
              <p:nvPr/>
            </p:nvCxnSpPr>
            <p:spPr>
              <a:xfrm>
                <a:off x="3572693" y="3905088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</a:ln>
              <a:effectLst/>
            </p:spPr>
          </p:cxnSp>
          <p:cxnSp>
            <p:nvCxnSpPr>
              <p:cNvPr id="83" name="直接连接符 82">
                <a:extLst>
                  <a:ext uri="{FF2B5EF4-FFF2-40B4-BE49-F238E27FC236}">
                    <a16:creationId xmlns:a16="http://schemas.microsoft.com/office/drawing/2014/main" id="{685387ED-4651-48D6-96C4-ACD874266C2E}"/>
                  </a:ext>
                </a:extLst>
              </p:cNvPr>
              <p:cNvCxnSpPr/>
              <p:nvPr/>
            </p:nvCxnSpPr>
            <p:spPr>
              <a:xfrm>
                <a:off x="3572693" y="4298001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</a:ln>
              <a:effectLst/>
            </p:spPr>
          </p:cxnSp>
          <p:cxnSp>
            <p:nvCxnSpPr>
              <p:cNvPr id="84" name="直接连接符 83">
                <a:extLst>
                  <a:ext uri="{FF2B5EF4-FFF2-40B4-BE49-F238E27FC236}">
                    <a16:creationId xmlns:a16="http://schemas.microsoft.com/office/drawing/2014/main" id="{A73CE565-88A2-43CF-95AD-FF9B1E3808CB}"/>
                  </a:ext>
                </a:extLst>
              </p:cNvPr>
              <p:cNvCxnSpPr/>
              <p:nvPr/>
            </p:nvCxnSpPr>
            <p:spPr>
              <a:xfrm>
                <a:off x="3593407" y="4690914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</a:ln>
              <a:effectLst/>
            </p:spPr>
          </p:cxnSp>
          <p:cxnSp>
            <p:nvCxnSpPr>
              <p:cNvPr id="85" name="直接连接符 84">
                <a:extLst>
                  <a:ext uri="{FF2B5EF4-FFF2-40B4-BE49-F238E27FC236}">
                    <a16:creationId xmlns:a16="http://schemas.microsoft.com/office/drawing/2014/main" id="{99C826D6-8D22-4CC9-8EC6-D518039A25A0}"/>
                  </a:ext>
                </a:extLst>
              </p:cNvPr>
              <p:cNvCxnSpPr/>
              <p:nvPr/>
            </p:nvCxnSpPr>
            <p:spPr>
              <a:xfrm>
                <a:off x="3572693" y="5083827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</a:ln>
              <a:effectLst/>
            </p:spPr>
          </p:cxnSp>
        </p:grpSp>
      </p:grpSp>
      <p:grpSp>
        <p:nvGrpSpPr>
          <p:cNvPr id="94" name="组合 93">
            <a:extLst>
              <a:ext uri="{FF2B5EF4-FFF2-40B4-BE49-F238E27FC236}">
                <a16:creationId xmlns:a16="http://schemas.microsoft.com/office/drawing/2014/main" id="{8F2970EB-8A0F-460D-8EA1-53A947055CE2}"/>
              </a:ext>
            </a:extLst>
          </p:cNvPr>
          <p:cNvGrpSpPr/>
          <p:nvPr/>
        </p:nvGrpSpPr>
        <p:grpSpPr>
          <a:xfrm>
            <a:off x="2198881" y="2040348"/>
            <a:ext cx="350760" cy="573861"/>
            <a:chOff x="4058507" y="1455174"/>
            <a:chExt cx="350760" cy="573861"/>
          </a:xfrm>
        </p:grpSpPr>
        <p:sp>
          <p:nvSpPr>
            <p:cNvPr id="95" name="文本框 94">
              <a:extLst>
                <a:ext uri="{FF2B5EF4-FFF2-40B4-BE49-F238E27FC236}">
                  <a16:creationId xmlns:a16="http://schemas.microsoft.com/office/drawing/2014/main" id="{693D8500-3EE6-4545-AA2C-FDFCC13D52F8}"/>
                </a:ext>
              </a:extLst>
            </p:cNvPr>
            <p:cNvSpPr txBox="1"/>
            <p:nvPr/>
          </p:nvSpPr>
          <p:spPr>
            <a:xfrm>
              <a:off x="4058507" y="1646044"/>
              <a:ext cx="28405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1" hangingPunct="1"/>
              <a:r>
                <a:rPr lang="en-US" altLang="zh-CN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1</a:t>
              </a:r>
              <a:endParaRPr lang="zh-CN" altLang="en-US" sz="1400" i="1" dirty="0">
                <a:solidFill>
                  <a:srgbClr val="000000"/>
                </a:solidFill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96" name="直接连接符 95">
              <a:extLst>
                <a:ext uri="{FF2B5EF4-FFF2-40B4-BE49-F238E27FC236}">
                  <a16:creationId xmlns:a16="http://schemas.microsoft.com/office/drawing/2014/main" id="{2D1B9C49-22A3-4F80-A85C-10D8154F7D4A}"/>
                </a:ext>
              </a:extLst>
            </p:cNvPr>
            <p:cNvCxnSpPr/>
            <p:nvPr/>
          </p:nvCxnSpPr>
          <p:spPr>
            <a:xfrm>
              <a:off x="4275358" y="1756885"/>
              <a:ext cx="0" cy="272150"/>
            </a:xfrm>
            <a:prstGeom prst="line">
              <a:avLst/>
            </a:prstGeom>
            <a:noFill/>
            <a:ln w="9525" cap="flat" cmpd="sng" algn="ctr">
              <a:solidFill>
                <a:srgbClr val="FF6600"/>
              </a:solidFill>
              <a:prstDash val="solid"/>
            </a:ln>
            <a:effectLst/>
          </p:spPr>
        </p:cxnSp>
        <p:cxnSp>
          <p:nvCxnSpPr>
            <p:cNvPr id="97" name="直接连接符 96">
              <a:extLst>
                <a:ext uri="{FF2B5EF4-FFF2-40B4-BE49-F238E27FC236}">
                  <a16:creationId xmlns:a16="http://schemas.microsoft.com/office/drawing/2014/main" id="{64CA1893-C6A3-4DEB-AD9A-6D5ECECF8C84}"/>
                </a:ext>
              </a:extLst>
            </p:cNvPr>
            <p:cNvCxnSpPr/>
            <p:nvPr/>
          </p:nvCxnSpPr>
          <p:spPr>
            <a:xfrm>
              <a:off x="4409267" y="1455174"/>
              <a:ext cx="0" cy="550817"/>
            </a:xfrm>
            <a:prstGeom prst="line">
              <a:avLst/>
            </a:prstGeom>
            <a:noFill/>
            <a:ln w="25400" cap="flat" cmpd="sng" algn="ctr">
              <a:solidFill>
                <a:srgbClr val="00B0F0"/>
              </a:solidFill>
              <a:prstDash val="solid"/>
            </a:ln>
            <a:effectLst/>
          </p:spPr>
        </p:cxnSp>
      </p:grpSp>
      <p:sp>
        <p:nvSpPr>
          <p:cNvPr id="98" name="矩形 97">
            <a:extLst>
              <a:ext uri="{FF2B5EF4-FFF2-40B4-BE49-F238E27FC236}">
                <a16:creationId xmlns:a16="http://schemas.microsoft.com/office/drawing/2014/main" id="{A344A4E6-700F-4C7B-A2F5-76152263575B}"/>
              </a:ext>
            </a:extLst>
          </p:cNvPr>
          <p:cNvSpPr/>
          <p:nvPr/>
        </p:nvSpPr>
        <p:spPr>
          <a:xfrm>
            <a:off x="2336716" y="2600274"/>
            <a:ext cx="303763" cy="3411617"/>
          </a:xfrm>
          <a:prstGeom prst="rect">
            <a:avLst/>
          </a:prstGeom>
          <a:solidFill>
            <a:srgbClr val="00B050"/>
          </a:solidFill>
          <a:ln w="1270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zh-CN" altLang="en-US" sz="1400" kern="0" dirty="0">
                <a:solidFill>
                  <a:srgbClr val="FFFFFF"/>
                </a:solidFill>
                <a:latin typeface="微软雅黑"/>
                <a:ea typeface="微软雅黑"/>
              </a:rPr>
              <a:t>多路并发比较电路</a:t>
            </a:r>
            <a:endParaRPr lang="en-US" altLang="zh-CN" sz="1400" kern="0" dirty="0">
              <a:solidFill>
                <a:srgbClr val="FFFFFF"/>
              </a:solidFill>
              <a:latin typeface="微软雅黑"/>
              <a:ea typeface="微软雅黑"/>
            </a:endParaRPr>
          </a:p>
          <a:p>
            <a:pPr algn="ctr" eaLnBrk="1" hangingPunct="1">
              <a:defRPr/>
            </a:pPr>
            <a:endParaRPr lang="en-US" altLang="zh-CN" sz="1400" kern="0" dirty="0">
              <a:solidFill>
                <a:srgbClr val="FFFFFF"/>
              </a:solidFill>
              <a:latin typeface="微软雅黑"/>
              <a:ea typeface="微软雅黑"/>
            </a:endParaRPr>
          </a:p>
          <a:p>
            <a:pPr algn="ctr" eaLnBrk="1" hangingPunct="1">
              <a:defRPr/>
            </a:pPr>
            <a:endParaRPr lang="zh-CN" altLang="en-US" sz="1400" kern="0" dirty="0">
              <a:solidFill>
                <a:srgbClr val="FFFFFF"/>
              </a:solidFill>
              <a:latin typeface="微软雅黑"/>
              <a:ea typeface="微软雅黑"/>
            </a:endParaRPr>
          </a:p>
        </p:txBody>
      </p:sp>
      <p:grpSp>
        <p:nvGrpSpPr>
          <p:cNvPr id="99" name="组合 98">
            <a:extLst>
              <a:ext uri="{FF2B5EF4-FFF2-40B4-BE49-F238E27FC236}">
                <a16:creationId xmlns:a16="http://schemas.microsoft.com/office/drawing/2014/main" id="{D0C730BB-0269-4348-9C6B-A88F3B73D3F8}"/>
              </a:ext>
            </a:extLst>
          </p:cNvPr>
          <p:cNvGrpSpPr/>
          <p:nvPr/>
        </p:nvGrpSpPr>
        <p:grpSpPr>
          <a:xfrm>
            <a:off x="6992367" y="2513193"/>
            <a:ext cx="1488472" cy="3418732"/>
            <a:chOff x="8840270" y="1928019"/>
            <a:chExt cx="1488472" cy="3418732"/>
          </a:xfrm>
        </p:grpSpPr>
        <p:cxnSp>
          <p:nvCxnSpPr>
            <p:cNvPr id="100" name="直接连接符 99">
              <a:extLst>
                <a:ext uri="{FF2B5EF4-FFF2-40B4-BE49-F238E27FC236}">
                  <a16:creationId xmlns:a16="http://schemas.microsoft.com/office/drawing/2014/main" id="{39A45E27-43AB-442C-82E4-D4C11B1ACAE9}"/>
                </a:ext>
              </a:extLst>
            </p:cNvPr>
            <p:cNvCxnSpPr/>
            <p:nvPr/>
          </p:nvCxnSpPr>
          <p:spPr>
            <a:xfrm flipH="1">
              <a:off x="9486440" y="3760694"/>
              <a:ext cx="31653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grpSp>
          <p:nvGrpSpPr>
            <p:cNvPr id="101" name="组合 100">
              <a:extLst>
                <a:ext uri="{FF2B5EF4-FFF2-40B4-BE49-F238E27FC236}">
                  <a16:creationId xmlns:a16="http://schemas.microsoft.com/office/drawing/2014/main" id="{B5C5AE58-E094-40A3-B234-8706BAB21A0B}"/>
                </a:ext>
              </a:extLst>
            </p:cNvPr>
            <p:cNvGrpSpPr/>
            <p:nvPr/>
          </p:nvGrpSpPr>
          <p:grpSpPr>
            <a:xfrm>
              <a:off x="8840270" y="1928019"/>
              <a:ext cx="1488472" cy="3418732"/>
              <a:chOff x="8840270" y="1928019"/>
              <a:chExt cx="1488472" cy="3418732"/>
            </a:xfrm>
          </p:grpSpPr>
          <p:sp>
            <p:nvSpPr>
              <p:cNvPr id="102" name="矩形 101">
                <a:extLst>
                  <a:ext uri="{FF2B5EF4-FFF2-40B4-BE49-F238E27FC236}">
                    <a16:creationId xmlns:a16="http://schemas.microsoft.com/office/drawing/2014/main" id="{3F7A2066-D8C9-42AF-A005-8FBD939E5F25}"/>
                  </a:ext>
                </a:extLst>
              </p:cNvPr>
              <p:cNvSpPr/>
              <p:nvPr/>
            </p:nvSpPr>
            <p:spPr>
              <a:xfrm>
                <a:off x="9241319" y="4610726"/>
                <a:ext cx="1087423" cy="204777"/>
              </a:xfrm>
              <a:prstGeom prst="rect">
                <a:avLst/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2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95000"/>
                        <a:lumOff val="5000"/>
                      </a:srgbClr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SlotData</a:t>
                </a:r>
                <a:endPara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grpSp>
            <p:nvGrpSpPr>
              <p:cNvPr id="103" name="组合 102">
                <a:extLst>
                  <a:ext uri="{FF2B5EF4-FFF2-40B4-BE49-F238E27FC236}">
                    <a16:creationId xmlns:a16="http://schemas.microsoft.com/office/drawing/2014/main" id="{CCB73A4E-972A-49E9-9925-D8FAC2F4EE76}"/>
                  </a:ext>
                </a:extLst>
              </p:cNvPr>
              <p:cNvGrpSpPr/>
              <p:nvPr/>
            </p:nvGrpSpPr>
            <p:grpSpPr>
              <a:xfrm>
                <a:off x="8840270" y="1928019"/>
                <a:ext cx="669619" cy="3418732"/>
                <a:chOff x="8840270" y="1928019"/>
                <a:chExt cx="669619" cy="3418732"/>
              </a:xfrm>
            </p:grpSpPr>
            <p:grpSp>
              <p:nvGrpSpPr>
                <p:cNvPr id="104" name="组合 103">
                  <a:extLst>
                    <a:ext uri="{FF2B5EF4-FFF2-40B4-BE49-F238E27FC236}">
                      <a16:creationId xmlns:a16="http://schemas.microsoft.com/office/drawing/2014/main" id="{00D633B3-8057-4C78-BC9F-9DBEEB84F7D3}"/>
                    </a:ext>
                  </a:extLst>
                </p:cNvPr>
                <p:cNvGrpSpPr/>
                <p:nvPr/>
              </p:nvGrpSpPr>
              <p:grpSpPr>
                <a:xfrm>
                  <a:off x="8840270" y="1928019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148" name="等腰三角形 147">
                    <a:extLst>
                      <a:ext uri="{FF2B5EF4-FFF2-40B4-BE49-F238E27FC236}">
                        <a16:creationId xmlns:a16="http://schemas.microsoft.com/office/drawing/2014/main" id="{EC7B279A-D5DB-4712-A11C-2A56C0B9CF54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792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149" name="直接连接符 148">
                    <a:extLst>
                      <a:ext uri="{FF2B5EF4-FFF2-40B4-BE49-F238E27FC236}">
                        <a16:creationId xmlns:a16="http://schemas.microsoft.com/office/drawing/2014/main" id="{DDC41B91-401C-4B20-B448-57067B4B22D5}"/>
                      </a:ext>
                    </a:extLst>
                  </p:cNvPr>
                  <p:cNvCxnSpPr>
                    <a:endCxn id="148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50" name="直接连接符 149">
                    <a:extLst>
                      <a:ext uri="{FF2B5EF4-FFF2-40B4-BE49-F238E27FC236}">
                        <a16:creationId xmlns:a16="http://schemas.microsoft.com/office/drawing/2014/main" id="{429CA6F7-359B-42C0-AD74-8FBE4A48A891}"/>
                      </a:ext>
                    </a:extLst>
                  </p:cNvPr>
                  <p:cNvCxnSpPr>
                    <a:stCxn id="148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51" name="直接连接符 150">
                    <a:extLst>
                      <a:ext uri="{FF2B5EF4-FFF2-40B4-BE49-F238E27FC236}">
                        <a16:creationId xmlns:a16="http://schemas.microsoft.com/office/drawing/2014/main" id="{C6F72515-3F7E-45EF-8AB6-5F1F6535D468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152" name="文本框 151">
                    <a:extLst>
                      <a:ext uri="{FF2B5EF4-FFF2-40B4-BE49-F238E27FC236}">
                        <a16:creationId xmlns:a16="http://schemas.microsoft.com/office/drawing/2014/main" id="{CFF69FDC-52F2-4F7B-8632-F5536910E745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L0</a:t>
                    </a:r>
                    <a:endParaRPr kumimoji="0" lang="zh-CN" altLang="en-US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105" name="组合 104">
                  <a:extLst>
                    <a:ext uri="{FF2B5EF4-FFF2-40B4-BE49-F238E27FC236}">
                      <a16:creationId xmlns:a16="http://schemas.microsoft.com/office/drawing/2014/main" id="{0C8712B7-7EB7-4B70-967C-75E2B7DDE9C8}"/>
                    </a:ext>
                  </a:extLst>
                </p:cNvPr>
                <p:cNvGrpSpPr/>
                <p:nvPr/>
              </p:nvGrpSpPr>
              <p:grpSpPr>
                <a:xfrm>
                  <a:off x="8840270" y="2343840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143" name="等腰三角形 142">
                    <a:extLst>
                      <a:ext uri="{FF2B5EF4-FFF2-40B4-BE49-F238E27FC236}">
                        <a16:creationId xmlns:a16="http://schemas.microsoft.com/office/drawing/2014/main" id="{06791E87-D0A5-4071-83E5-5FFDC42ECB35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792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144" name="直接连接符 143">
                    <a:extLst>
                      <a:ext uri="{FF2B5EF4-FFF2-40B4-BE49-F238E27FC236}">
                        <a16:creationId xmlns:a16="http://schemas.microsoft.com/office/drawing/2014/main" id="{B28AA2A7-0047-4695-97C6-40AE4930143C}"/>
                      </a:ext>
                    </a:extLst>
                  </p:cNvPr>
                  <p:cNvCxnSpPr>
                    <a:endCxn id="143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45" name="直接连接符 144">
                    <a:extLst>
                      <a:ext uri="{FF2B5EF4-FFF2-40B4-BE49-F238E27FC236}">
                        <a16:creationId xmlns:a16="http://schemas.microsoft.com/office/drawing/2014/main" id="{FF69D32E-2B80-45BC-BB37-E108A2603EE3}"/>
                      </a:ext>
                    </a:extLst>
                  </p:cNvPr>
                  <p:cNvCxnSpPr>
                    <a:stCxn id="143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46" name="直接连接符 145">
                    <a:extLst>
                      <a:ext uri="{FF2B5EF4-FFF2-40B4-BE49-F238E27FC236}">
                        <a16:creationId xmlns:a16="http://schemas.microsoft.com/office/drawing/2014/main" id="{092E2348-7AF4-45E3-A825-5CD62D830E22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147" name="文本框 146">
                    <a:extLst>
                      <a:ext uri="{FF2B5EF4-FFF2-40B4-BE49-F238E27FC236}">
                        <a16:creationId xmlns:a16="http://schemas.microsoft.com/office/drawing/2014/main" id="{FEB761E8-8067-4953-B5D3-8AA4CC1B43A3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L1</a:t>
                    </a:r>
                    <a:endParaRPr kumimoji="0" lang="zh-CN" altLang="en-US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106" name="组合 105">
                  <a:extLst>
                    <a:ext uri="{FF2B5EF4-FFF2-40B4-BE49-F238E27FC236}">
                      <a16:creationId xmlns:a16="http://schemas.microsoft.com/office/drawing/2014/main" id="{C91D4627-E803-423C-A9ED-88BF11ED2DD6}"/>
                    </a:ext>
                  </a:extLst>
                </p:cNvPr>
                <p:cNvGrpSpPr/>
                <p:nvPr/>
              </p:nvGrpSpPr>
              <p:grpSpPr>
                <a:xfrm>
                  <a:off x="8840270" y="2774665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138" name="等腰三角形 137">
                    <a:extLst>
                      <a:ext uri="{FF2B5EF4-FFF2-40B4-BE49-F238E27FC236}">
                        <a16:creationId xmlns:a16="http://schemas.microsoft.com/office/drawing/2014/main" id="{B40B3C76-916E-4C56-9F07-241542F26075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792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139" name="直接连接符 138">
                    <a:extLst>
                      <a:ext uri="{FF2B5EF4-FFF2-40B4-BE49-F238E27FC236}">
                        <a16:creationId xmlns:a16="http://schemas.microsoft.com/office/drawing/2014/main" id="{1FC074BE-5FEC-4EC0-8D0B-78C3AEB4D3D1}"/>
                      </a:ext>
                    </a:extLst>
                  </p:cNvPr>
                  <p:cNvCxnSpPr>
                    <a:endCxn id="138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40" name="直接连接符 139">
                    <a:extLst>
                      <a:ext uri="{FF2B5EF4-FFF2-40B4-BE49-F238E27FC236}">
                        <a16:creationId xmlns:a16="http://schemas.microsoft.com/office/drawing/2014/main" id="{177B5972-5AE9-4303-9D42-540355BC210D}"/>
                      </a:ext>
                    </a:extLst>
                  </p:cNvPr>
                  <p:cNvCxnSpPr>
                    <a:stCxn id="138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41" name="直接连接符 140">
                    <a:extLst>
                      <a:ext uri="{FF2B5EF4-FFF2-40B4-BE49-F238E27FC236}">
                        <a16:creationId xmlns:a16="http://schemas.microsoft.com/office/drawing/2014/main" id="{0D56D01D-3C27-41A7-98E6-68EE1EC1AEB8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142" name="文本框 141">
                    <a:extLst>
                      <a:ext uri="{FF2B5EF4-FFF2-40B4-BE49-F238E27FC236}">
                        <a16:creationId xmlns:a16="http://schemas.microsoft.com/office/drawing/2014/main" id="{1987C0B9-6CC3-400C-B6CB-38384738FAF2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L2</a:t>
                    </a:r>
                    <a:endParaRPr kumimoji="0" lang="zh-CN" altLang="en-US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107" name="组合 106">
                  <a:extLst>
                    <a:ext uri="{FF2B5EF4-FFF2-40B4-BE49-F238E27FC236}">
                      <a16:creationId xmlns:a16="http://schemas.microsoft.com/office/drawing/2014/main" id="{6C30FCE5-CDFE-4B62-B5E5-7641018C852C}"/>
                    </a:ext>
                  </a:extLst>
                </p:cNvPr>
                <p:cNvGrpSpPr/>
                <p:nvPr/>
              </p:nvGrpSpPr>
              <p:grpSpPr>
                <a:xfrm>
                  <a:off x="8840270" y="3210824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133" name="等腰三角形 132">
                    <a:extLst>
                      <a:ext uri="{FF2B5EF4-FFF2-40B4-BE49-F238E27FC236}">
                        <a16:creationId xmlns:a16="http://schemas.microsoft.com/office/drawing/2014/main" id="{4439CF68-40B8-4932-B725-CDAB58C80F4A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792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134" name="直接连接符 133">
                    <a:extLst>
                      <a:ext uri="{FF2B5EF4-FFF2-40B4-BE49-F238E27FC236}">
                        <a16:creationId xmlns:a16="http://schemas.microsoft.com/office/drawing/2014/main" id="{590015C6-7A7F-4ED9-90E6-2111F7D94E1C}"/>
                      </a:ext>
                    </a:extLst>
                  </p:cNvPr>
                  <p:cNvCxnSpPr>
                    <a:endCxn id="133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35" name="直接连接符 134">
                    <a:extLst>
                      <a:ext uri="{FF2B5EF4-FFF2-40B4-BE49-F238E27FC236}">
                        <a16:creationId xmlns:a16="http://schemas.microsoft.com/office/drawing/2014/main" id="{B1E1CBAE-D240-49AA-BC45-FD3C10BD69CD}"/>
                      </a:ext>
                    </a:extLst>
                  </p:cNvPr>
                  <p:cNvCxnSpPr>
                    <a:stCxn id="133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36" name="直接连接符 135">
                    <a:extLst>
                      <a:ext uri="{FF2B5EF4-FFF2-40B4-BE49-F238E27FC236}">
                        <a16:creationId xmlns:a16="http://schemas.microsoft.com/office/drawing/2014/main" id="{E029ABC8-9C95-45B1-AE54-99207A912AA1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137" name="文本框 136">
                    <a:extLst>
                      <a:ext uri="{FF2B5EF4-FFF2-40B4-BE49-F238E27FC236}">
                        <a16:creationId xmlns:a16="http://schemas.microsoft.com/office/drawing/2014/main" id="{E7C61B53-92CF-4F9C-9D64-7239C7360E2B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L3</a:t>
                    </a:r>
                    <a:endParaRPr kumimoji="0" lang="zh-CN" altLang="en-US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108" name="组合 107">
                  <a:extLst>
                    <a:ext uri="{FF2B5EF4-FFF2-40B4-BE49-F238E27FC236}">
                      <a16:creationId xmlns:a16="http://schemas.microsoft.com/office/drawing/2014/main" id="{B4594024-2CC5-4684-A68A-FAB9547A0D3F}"/>
                    </a:ext>
                  </a:extLst>
                </p:cNvPr>
                <p:cNvGrpSpPr/>
                <p:nvPr/>
              </p:nvGrpSpPr>
              <p:grpSpPr>
                <a:xfrm>
                  <a:off x="8840270" y="3642688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128" name="等腰三角形 127">
                    <a:extLst>
                      <a:ext uri="{FF2B5EF4-FFF2-40B4-BE49-F238E27FC236}">
                        <a16:creationId xmlns:a16="http://schemas.microsoft.com/office/drawing/2014/main" id="{64A9B1F2-7FE2-4791-A65D-5B4F49B8AD9A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792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129" name="直接连接符 128">
                    <a:extLst>
                      <a:ext uri="{FF2B5EF4-FFF2-40B4-BE49-F238E27FC236}">
                        <a16:creationId xmlns:a16="http://schemas.microsoft.com/office/drawing/2014/main" id="{E0ED1DA6-F36A-4697-924B-C922AAF55C49}"/>
                      </a:ext>
                    </a:extLst>
                  </p:cNvPr>
                  <p:cNvCxnSpPr>
                    <a:endCxn id="128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30" name="直接连接符 129">
                    <a:extLst>
                      <a:ext uri="{FF2B5EF4-FFF2-40B4-BE49-F238E27FC236}">
                        <a16:creationId xmlns:a16="http://schemas.microsoft.com/office/drawing/2014/main" id="{E6FAB911-071B-482C-81DE-FBEA73EA565B}"/>
                      </a:ext>
                    </a:extLst>
                  </p:cNvPr>
                  <p:cNvCxnSpPr>
                    <a:stCxn id="128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31" name="直接连接符 130">
                    <a:extLst>
                      <a:ext uri="{FF2B5EF4-FFF2-40B4-BE49-F238E27FC236}">
                        <a16:creationId xmlns:a16="http://schemas.microsoft.com/office/drawing/2014/main" id="{393E5F7A-C8A0-4CEB-BD62-48205A930850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132" name="文本框 131">
                    <a:extLst>
                      <a:ext uri="{FF2B5EF4-FFF2-40B4-BE49-F238E27FC236}">
                        <a16:creationId xmlns:a16="http://schemas.microsoft.com/office/drawing/2014/main" id="{E9CB1A7C-E6A1-4A4F-9F09-C751A142020A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L4</a:t>
                    </a:r>
                    <a:endParaRPr kumimoji="0" lang="zh-CN" altLang="en-US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109" name="组合 108">
                  <a:extLst>
                    <a:ext uri="{FF2B5EF4-FFF2-40B4-BE49-F238E27FC236}">
                      <a16:creationId xmlns:a16="http://schemas.microsoft.com/office/drawing/2014/main" id="{344F3C97-5BCE-4515-99FC-13538C0517D9}"/>
                    </a:ext>
                  </a:extLst>
                </p:cNvPr>
                <p:cNvGrpSpPr/>
                <p:nvPr/>
              </p:nvGrpSpPr>
              <p:grpSpPr>
                <a:xfrm>
                  <a:off x="8840270" y="4057482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123" name="等腰三角形 122">
                    <a:extLst>
                      <a:ext uri="{FF2B5EF4-FFF2-40B4-BE49-F238E27FC236}">
                        <a16:creationId xmlns:a16="http://schemas.microsoft.com/office/drawing/2014/main" id="{0B7F96A7-A4D3-4ABA-B455-B74B9E5520CA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792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124" name="直接连接符 123">
                    <a:extLst>
                      <a:ext uri="{FF2B5EF4-FFF2-40B4-BE49-F238E27FC236}">
                        <a16:creationId xmlns:a16="http://schemas.microsoft.com/office/drawing/2014/main" id="{9996A1F4-F101-4EA3-839D-45C34183C97D}"/>
                      </a:ext>
                    </a:extLst>
                  </p:cNvPr>
                  <p:cNvCxnSpPr>
                    <a:endCxn id="123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25" name="直接连接符 124">
                    <a:extLst>
                      <a:ext uri="{FF2B5EF4-FFF2-40B4-BE49-F238E27FC236}">
                        <a16:creationId xmlns:a16="http://schemas.microsoft.com/office/drawing/2014/main" id="{105E1B0D-E23C-4C0E-8576-A084FD5460EC}"/>
                      </a:ext>
                    </a:extLst>
                  </p:cNvPr>
                  <p:cNvCxnSpPr>
                    <a:stCxn id="123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26" name="直接连接符 125">
                    <a:extLst>
                      <a:ext uri="{FF2B5EF4-FFF2-40B4-BE49-F238E27FC236}">
                        <a16:creationId xmlns:a16="http://schemas.microsoft.com/office/drawing/2014/main" id="{1ACF7995-66C4-4963-AE30-90D913AC3F6E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127" name="文本框 126">
                    <a:extLst>
                      <a:ext uri="{FF2B5EF4-FFF2-40B4-BE49-F238E27FC236}">
                        <a16:creationId xmlns:a16="http://schemas.microsoft.com/office/drawing/2014/main" id="{24450E06-70C4-49D5-9E5F-ECC914941F6E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L5</a:t>
                    </a:r>
                    <a:endParaRPr kumimoji="0" lang="zh-CN" altLang="en-US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110" name="组合 109">
                  <a:extLst>
                    <a:ext uri="{FF2B5EF4-FFF2-40B4-BE49-F238E27FC236}">
                      <a16:creationId xmlns:a16="http://schemas.microsoft.com/office/drawing/2014/main" id="{C0DF3267-A01A-44DD-8C89-A72BE8BEB0DB}"/>
                    </a:ext>
                  </a:extLst>
                </p:cNvPr>
                <p:cNvGrpSpPr/>
                <p:nvPr/>
              </p:nvGrpSpPr>
              <p:grpSpPr>
                <a:xfrm>
                  <a:off x="8840270" y="4503833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118" name="等腰三角形 117">
                    <a:extLst>
                      <a:ext uri="{FF2B5EF4-FFF2-40B4-BE49-F238E27FC236}">
                        <a16:creationId xmlns:a16="http://schemas.microsoft.com/office/drawing/2014/main" id="{8935F6A2-2248-4E81-96BD-681692FF38AD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792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119" name="直接连接符 118">
                    <a:extLst>
                      <a:ext uri="{FF2B5EF4-FFF2-40B4-BE49-F238E27FC236}">
                        <a16:creationId xmlns:a16="http://schemas.microsoft.com/office/drawing/2014/main" id="{914F53BE-15A9-495B-85C5-8DAB0D13EF68}"/>
                      </a:ext>
                    </a:extLst>
                  </p:cNvPr>
                  <p:cNvCxnSpPr>
                    <a:endCxn id="118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20" name="直接连接符 119">
                    <a:extLst>
                      <a:ext uri="{FF2B5EF4-FFF2-40B4-BE49-F238E27FC236}">
                        <a16:creationId xmlns:a16="http://schemas.microsoft.com/office/drawing/2014/main" id="{CF784598-4D19-4699-BFC9-4A850E98D5BC}"/>
                      </a:ext>
                    </a:extLst>
                  </p:cNvPr>
                  <p:cNvCxnSpPr>
                    <a:stCxn id="118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21" name="直接连接符 120">
                    <a:extLst>
                      <a:ext uri="{FF2B5EF4-FFF2-40B4-BE49-F238E27FC236}">
                        <a16:creationId xmlns:a16="http://schemas.microsoft.com/office/drawing/2014/main" id="{E3E0A829-8DC7-46B9-87C8-3EF864E1CFA2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122" name="文本框 121">
                    <a:extLst>
                      <a:ext uri="{FF2B5EF4-FFF2-40B4-BE49-F238E27FC236}">
                        <a16:creationId xmlns:a16="http://schemas.microsoft.com/office/drawing/2014/main" id="{57822384-8791-4F3A-B137-86536C901678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L6</a:t>
                    </a:r>
                    <a:endParaRPr kumimoji="0" lang="zh-CN" altLang="en-US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111" name="组合 110">
                  <a:extLst>
                    <a:ext uri="{FF2B5EF4-FFF2-40B4-BE49-F238E27FC236}">
                      <a16:creationId xmlns:a16="http://schemas.microsoft.com/office/drawing/2014/main" id="{F9CAD0A2-725D-488D-8275-FDCC9CDFDC3E}"/>
                    </a:ext>
                  </a:extLst>
                </p:cNvPr>
                <p:cNvGrpSpPr/>
                <p:nvPr/>
              </p:nvGrpSpPr>
              <p:grpSpPr>
                <a:xfrm>
                  <a:off x="8840270" y="4929575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113" name="等腰三角形 112">
                    <a:extLst>
                      <a:ext uri="{FF2B5EF4-FFF2-40B4-BE49-F238E27FC236}">
                        <a16:creationId xmlns:a16="http://schemas.microsoft.com/office/drawing/2014/main" id="{B024FFA6-36C6-40BE-B15C-775FCAAA38B8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792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114" name="直接连接符 113">
                    <a:extLst>
                      <a:ext uri="{FF2B5EF4-FFF2-40B4-BE49-F238E27FC236}">
                        <a16:creationId xmlns:a16="http://schemas.microsoft.com/office/drawing/2014/main" id="{7E184BC9-40F4-445B-BC2C-E9252FD93CCE}"/>
                      </a:ext>
                    </a:extLst>
                  </p:cNvPr>
                  <p:cNvCxnSpPr>
                    <a:endCxn id="113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15" name="直接连接符 114">
                    <a:extLst>
                      <a:ext uri="{FF2B5EF4-FFF2-40B4-BE49-F238E27FC236}">
                        <a16:creationId xmlns:a16="http://schemas.microsoft.com/office/drawing/2014/main" id="{2AC4F8F1-6EE6-45FC-8CEF-8C419E93373A}"/>
                      </a:ext>
                    </a:extLst>
                  </p:cNvPr>
                  <p:cNvCxnSpPr>
                    <a:stCxn id="113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116" name="直接连接符 115">
                    <a:extLst>
                      <a:ext uri="{FF2B5EF4-FFF2-40B4-BE49-F238E27FC236}">
                        <a16:creationId xmlns:a16="http://schemas.microsoft.com/office/drawing/2014/main" id="{7D4DD983-919A-4F08-AFC4-3EC012C3EC26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117" name="文本框 116">
                    <a:extLst>
                      <a:ext uri="{FF2B5EF4-FFF2-40B4-BE49-F238E27FC236}">
                        <a16:creationId xmlns:a16="http://schemas.microsoft.com/office/drawing/2014/main" id="{B2E62867-2188-41AC-AE82-388C90715A8E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L7</a:t>
                    </a:r>
                    <a:endParaRPr kumimoji="0" lang="zh-CN" altLang="en-US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cxnSp>
              <p:nvCxnSpPr>
                <p:cNvPr id="112" name="直接连接符 111">
                  <a:extLst>
                    <a:ext uri="{FF2B5EF4-FFF2-40B4-BE49-F238E27FC236}">
                      <a16:creationId xmlns:a16="http://schemas.microsoft.com/office/drawing/2014/main" id="{D73A0D05-A708-4926-AF62-A0605369993F}"/>
                    </a:ext>
                  </a:extLst>
                </p:cNvPr>
                <p:cNvCxnSpPr/>
                <p:nvPr/>
              </p:nvCxnSpPr>
              <p:spPr>
                <a:xfrm>
                  <a:off x="9488974" y="2259917"/>
                  <a:ext cx="0" cy="3001557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</p:grpSp>
        </p:grpSp>
      </p:grpSp>
      <p:grpSp>
        <p:nvGrpSpPr>
          <p:cNvPr id="153" name="组合 152">
            <a:extLst>
              <a:ext uri="{FF2B5EF4-FFF2-40B4-BE49-F238E27FC236}">
                <a16:creationId xmlns:a16="http://schemas.microsoft.com/office/drawing/2014/main" id="{A16F77DA-C082-4E51-80F8-F7DAB82B2B07}"/>
              </a:ext>
            </a:extLst>
          </p:cNvPr>
          <p:cNvGrpSpPr/>
          <p:nvPr/>
        </p:nvGrpSpPr>
        <p:grpSpPr>
          <a:xfrm>
            <a:off x="7872766" y="3454043"/>
            <a:ext cx="1271031" cy="1748398"/>
            <a:chOff x="9732392" y="2868869"/>
            <a:chExt cx="1271031" cy="1748398"/>
          </a:xfrm>
        </p:grpSpPr>
        <p:cxnSp>
          <p:nvCxnSpPr>
            <p:cNvPr id="154" name="直接连接符 153">
              <a:extLst>
                <a:ext uri="{FF2B5EF4-FFF2-40B4-BE49-F238E27FC236}">
                  <a16:creationId xmlns:a16="http://schemas.microsoft.com/office/drawing/2014/main" id="{785C7B7A-42FD-42B8-A5FE-4EB33A789901}"/>
                </a:ext>
              </a:extLst>
            </p:cNvPr>
            <p:cNvCxnSpPr/>
            <p:nvPr/>
          </p:nvCxnSpPr>
          <p:spPr>
            <a:xfrm rot="16200000">
              <a:off x="10569332" y="3616415"/>
              <a:ext cx="0" cy="292376"/>
            </a:xfrm>
            <a:prstGeom prst="line">
              <a:avLst/>
            </a:prstGeom>
            <a:noFill/>
            <a:ln w="25400" cap="flat" cmpd="sng" algn="ctr">
              <a:solidFill>
                <a:srgbClr val="5B9BD5"/>
              </a:solidFill>
              <a:prstDash val="solid"/>
              <a:miter lim="800000"/>
              <a:tailEnd type="triangle"/>
            </a:ln>
            <a:effectLst/>
          </p:spPr>
        </p:cxnSp>
        <p:grpSp>
          <p:nvGrpSpPr>
            <p:cNvPr id="155" name="组合 154">
              <a:extLst>
                <a:ext uri="{FF2B5EF4-FFF2-40B4-BE49-F238E27FC236}">
                  <a16:creationId xmlns:a16="http://schemas.microsoft.com/office/drawing/2014/main" id="{BCAAF249-FE36-4CC9-993D-8D0922BEFC03}"/>
                </a:ext>
              </a:extLst>
            </p:cNvPr>
            <p:cNvGrpSpPr/>
            <p:nvPr/>
          </p:nvGrpSpPr>
          <p:grpSpPr>
            <a:xfrm>
              <a:off x="9814701" y="3248737"/>
              <a:ext cx="330665" cy="995546"/>
              <a:chOff x="7766536" y="3451012"/>
              <a:chExt cx="300016" cy="903269"/>
            </a:xfrm>
          </p:grpSpPr>
          <p:cxnSp>
            <p:nvCxnSpPr>
              <p:cNvPr id="165" name="直接连接符 164">
                <a:extLst>
                  <a:ext uri="{FF2B5EF4-FFF2-40B4-BE49-F238E27FC236}">
                    <a16:creationId xmlns:a16="http://schemas.microsoft.com/office/drawing/2014/main" id="{DB0B19F3-355D-47C0-BA38-22EF21A27BF6}"/>
                  </a:ext>
                </a:extLst>
              </p:cNvPr>
              <p:cNvCxnSpPr/>
              <p:nvPr/>
            </p:nvCxnSpPr>
            <p:spPr>
              <a:xfrm>
                <a:off x="7766536" y="3451012"/>
                <a:ext cx="0" cy="903269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166" name="直接连接符 165">
                <a:extLst>
                  <a:ext uri="{FF2B5EF4-FFF2-40B4-BE49-F238E27FC236}">
                    <a16:creationId xmlns:a16="http://schemas.microsoft.com/office/drawing/2014/main" id="{E2BEE1C7-793D-4DAA-96A1-585F82F083F4}"/>
                  </a:ext>
                </a:extLst>
              </p:cNvPr>
              <p:cNvCxnSpPr/>
              <p:nvPr/>
            </p:nvCxnSpPr>
            <p:spPr>
              <a:xfrm flipH="1">
                <a:off x="7774273" y="3451012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167" name="直接连接符 166">
                <a:extLst>
                  <a:ext uri="{FF2B5EF4-FFF2-40B4-BE49-F238E27FC236}">
                    <a16:creationId xmlns:a16="http://schemas.microsoft.com/office/drawing/2014/main" id="{533A7618-7147-42C6-A4C4-9D5148796685}"/>
                  </a:ext>
                </a:extLst>
              </p:cNvPr>
              <p:cNvCxnSpPr/>
              <p:nvPr/>
            </p:nvCxnSpPr>
            <p:spPr>
              <a:xfrm flipH="1">
                <a:off x="7779354" y="3752884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168" name="直接连接符 167">
                <a:extLst>
                  <a:ext uri="{FF2B5EF4-FFF2-40B4-BE49-F238E27FC236}">
                    <a16:creationId xmlns:a16="http://schemas.microsoft.com/office/drawing/2014/main" id="{2A62EC41-9FA7-47CF-BE6B-2F6EDDD3AED3}"/>
                  </a:ext>
                </a:extLst>
              </p:cNvPr>
              <p:cNvCxnSpPr/>
              <p:nvPr/>
            </p:nvCxnSpPr>
            <p:spPr>
              <a:xfrm flipH="1">
                <a:off x="7766536" y="4052868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169" name="直接连接符 168">
                <a:extLst>
                  <a:ext uri="{FF2B5EF4-FFF2-40B4-BE49-F238E27FC236}">
                    <a16:creationId xmlns:a16="http://schemas.microsoft.com/office/drawing/2014/main" id="{CAC05F4A-9A26-4A82-9AEE-E943DD01245B}"/>
                  </a:ext>
                </a:extLst>
              </p:cNvPr>
              <p:cNvCxnSpPr/>
              <p:nvPr/>
            </p:nvCxnSpPr>
            <p:spPr>
              <a:xfrm flipH="1">
                <a:off x="7766536" y="4354281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</p:grpSp>
        <p:sp>
          <p:nvSpPr>
            <p:cNvPr id="156" name="文本框 155">
              <a:extLst>
                <a:ext uri="{FF2B5EF4-FFF2-40B4-BE49-F238E27FC236}">
                  <a16:creationId xmlns:a16="http://schemas.microsoft.com/office/drawing/2014/main" id="{DB558D9B-8882-4FE4-9481-A4F02213895F}"/>
                </a:ext>
              </a:extLst>
            </p:cNvPr>
            <p:cNvSpPr txBox="1"/>
            <p:nvPr/>
          </p:nvSpPr>
          <p:spPr>
            <a:xfrm rot="16200000">
              <a:off x="10485248" y="3670774"/>
              <a:ext cx="814125" cy="222225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字输出</a:t>
              </a:r>
            </a:p>
          </p:txBody>
        </p:sp>
        <p:sp>
          <p:nvSpPr>
            <p:cNvPr id="157" name="矩形 156">
              <a:extLst>
                <a:ext uri="{FF2B5EF4-FFF2-40B4-BE49-F238E27FC236}">
                  <a16:creationId xmlns:a16="http://schemas.microsoft.com/office/drawing/2014/main" id="{C860B7C8-094B-4127-8897-B3D551680E79}"/>
                </a:ext>
              </a:extLst>
            </p:cNvPr>
            <p:cNvSpPr/>
            <p:nvPr/>
          </p:nvSpPr>
          <p:spPr>
            <a:xfrm>
              <a:off x="9732392" y="3016213"/>
              <a:ext cx="452586" cy="274803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0</a:t>
              </a:r>
            </a:p>
          </p:txBody>
        </p:sp>
        <p:sp>
          <p:nvSpPr>
            <p:cNvPr id="158" name="矩形 157">
              <a:extLst>
                <a:ext uri="{FF2B5EF4-FFF2-40B4-BE49-F238E27FC236}">
                  <a16:creationId xmlns:a16="http://schemas.microsoft.com/office/drawing/2014/main" id="{31843151-3B55-4C8B-8D91-1557C20EFB0B}"/>
                </a:ext>
              </a:extLst>
            </p:cNvPr>
            <p:cNvSpPr/>
            <p:nvPr/>
          </p:nvSpPr>
          <p:spPr>
            <a:xfrm>
              <a:off x="9741950" y="3361277"/>
              <a:ext cx="452586" cy="274803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1</a:t>
              </a:r>
            </a:p>
          </p:txBody>
        </p:sp>
        <p:sp>
          <p:nvSpPr>
            <p:cNvPr id="159" name="矩形 158">
              <a:extLst>
                <a:ext uri="{FF2B5EF4-FFF2-40B4-BE49-F238E27FC236}">
                  <a16:creationId xmlns:a16="http://schemas.microsoft.com/office/drawing/2014/main" id="{6A3529B9-489B-4134-848C-B44025736F65}"/>
                </a:ext>
              </a:extLst>
            </p:cNvPr>
            <p:cNvSpPr/>
            <p:nvPr/>
          </p:nvSpPr>
          <p:spPr>
            <a:xfrm>
              <a:off x="9743250" y="3687634"/>
              <a:ext cx="452586" cy="274803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2</a:t>
              </a:r>
            </a:p>
          </p:txBody>
        </p:sp>
        <p:sp>
          <p:nvSpPr>
            <p:cNvPr id="160" name="矩形 159">
              <a:extLst>
                <a:ext uri="{FF2B5EF4-FFF2-40B4-BE49-F238E27FC236}">
                  <a16:creationId xmlns:a16="http://schemas.microsoft.com/office/drawing/2014/main" id="{590EA803-C2D8-4795-943E-BB8813714237}"/>
                </a:ext>
              </a:extLst>
            </p:cNvPr>
            <p:cNvSpPr/>
            <p:nvPr/>
          </p:nvSpPr>
          <p:spPr>
            <a:xfrm>
              <a:off x="9743909" y="4011952"/>
              <a:ext cx="452586" cy="274803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3</a:t>
              </a:r>
            </a:p>
          </p:txBody>
        </p:sp>
        <p:grpSp>
          <p:nvGrpSpPr>
            <p:cNvPr id="161" name="组合 160">
              <a:extLst>
                <a:ext uri="{FF2B5EF4-FFF2-40B4-BE49-F238E27FC236}">
                  <a16:creationId xmlns:a16="http://schemas.microsoft.com/office/drawing/2014/main" id="{1AD2FB72-45AE-4D0D-A5CF-596AFB46E2D5}"/>
                </a:ext>
              </a:extLst>
            </p:cNvPr>
            <p:cNvGrpSpPr/>
            <p:nvPr/>
          </p:nvGrpSpPr>
          <p:grpSpPr>
            <a:xfrm>
              <a:off x="10143408" y="2868869"/>
              <a:ext cx="407560" cy="1748398"/>
              <a:chOff x="8088601" y="3262692"/>
              <a:chExt cx="324657" cy="1288723"/>
            </a:xfrm>
          </p:grpSpPr>
          <p:sp>
            <p:nvSpPr>
              <p:cNvPr id="163" name="梯形 162">
                <a:extLst>
                  <a:ext uri="{FF2B5EF4-FFF2-40B4-BE49-F238E27FC236}">
                    <a16:creationId xmlns:a16="http://schemas.microsoft.com/office/drawing/2014/main" id="{92D4FA76-F1B3-42AA-8652-8C78571DE4F1}"/>
                  </a:ext>
                </a:extLst>
              </p:cNvPr>
              <p:cNvSpPr/>
              <p:nvPr/>
            </p:nvSpPr>
            <p:spPr>
              <a:xfrm rot="5400000">
                <a:off x="7570153" y="3781140"/>
                <a:ext cx="1288723" cy="251827"/>
              </a:xfrm>
              <a:prstGeom prst="trapezoid">
                <a:avLst>
                  <a:gd name="adj" fmla="val 72150"/>
                </a:avLst>
              </a:prstGeom>
              <a:solidFill>
                <a:srgbClr val="FFC000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164" name="文本框 163">
                <a:extLst>
                  <a:ext uri="{FF2B5EF4-FFF2-40B4-BE49-F238E27FC236}">
                    <a16:creationId xmlns:a16="http://schemas.microsoft.com/office/drawing/2014/main" id="{6501AAC0-378A-48EA-9EBE-F26F00A65281}"/>
                  </a:ext>
                </a:extLst>
              </p:cNvPr>
              <p:cNvSpPr txBox="1"/>
              <p:nvPr/>
            </p:nvSpPr>
            <p:spPr>
              <a:xfrm rot="16200000">
                <a:off x="7959329" y="3812431"/>
                <a:ext cx="600082" cy="307777"/>
              </a:xfrm>
              <a:prstGeom prst="rect">
                <a:avLst/>
              </a:prstGeom>
              <a:noFill/>
            </p:spPr>
            <p:txBody>
              <a:bodyPr vert="eaVert"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字选择</a:t>
                </a:r>
              </a:p>
            </p:txBody>
          </p:sp>
        </p:grpSp>
        <p:sp>
          <p:nvSpPr>
            <p:cNvPr id="162" name="矩形 161">
              <a:extLst>
                <a:ext uri="{FF2B5EF4-FFF2-40B4-BE49-F238E27FC236}">
                  <a16:creationId xmlns:a16="http://schemas.microsoft.com/office/drawing/2014/main" id="{F31DBE9D-B3A2-45F8-9A15-7E116D573F3E}"/>
                </a:ext>
              </a:extLst>
            </p:cNvPr>
            <p:cNvSpPr/>
            <p:nvPr/>
          </p:nvSpPr>
          <p:spPr>
            <a:xfrm>
              <a:off x="9994569" y="4208096"/>
              <a:ext cx="521057" cy="250203"/>
            </a:xfrm>
            <a:prstGeom prst="rect">
              <a:avLst/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OE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170" name="组合 169">
            <a:extLst>
              <a:ext uri="{FF2B5EF4-FFF2-40B4-BE49-F238E27FC236}">
                <a16:creationId xmlns:a16="http://schemas.microsoft.com/office/drawing/2014/main" id="{5062DD8F-BF5F-416A-8B47-D10C364F482F}"/>
              </a:ext>
            </a:extLst>
          </p:cNvPr>
          <p:cNvGrpSpPr/>
          <p:nvPr/>
        </p:nvGrpSpPr>
        <p:grpSpPr>
          <a:xfrm>
            <a:off x="2571811" y="2600550"/>
            <a:ext cx="963027" cy="3518120"/>
            <a:chOff x="4431437" y="2015376"/>
            <a:chExt cx="963027" cy="3518120"/>
          </a:xfrm>
        </p:grpSpPr>
        <p:sp>
          <p:nvSpPr>
            <p:cNvPr id="171" name="矩形 170">
              <a:extLst>
                <a:ext uri="{FF2B5EF4-FFF2-40B4-BE49-F238E27FC236}">
                  <a16:creationId xmlns:a16="http://schemas.microsoft.com/office/drawing/2014/main" id="{31F6DC9A-A506-499F-8068-76B2813AE874}"/>
                </a:ext>
              </a:extLst>
            </p:cNvPr>
            <p:cNvSpPr/>
            <p:nvPr/>
          </p:nvSpPr>
          <p:spPr>
            <a:xfrm>
              <a:off x="4536642" y="5259899"/>
              <a:ext cx="857822" cy="273597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译码信号</a:t>
              </a:r>
              <a:endParaRPr kumimoji="0" lang="en-US" altLang="zh-CN" sz="1200" b="1" i="0" u="none" strike="noStrike" kern="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72" name="矩形 171">
              <a:extLst>
                <a:ext uri="{FF2B5EF4-FFF2-40B4-BE49-F238E27FC236}">
                  <a16:creationId xmlns:a16="http://schemas.microsoft.com/office/drawing/2014/main" id="{EBC96305-1064-4F0D-8939-7579AF551F6E}"/>
                </a:ext>
              </a:extLst>
            </p:cNvPr>
            <p:cNvSpPr/>
            <p:nvPr/>
          </p:nvSpPr>
          <p:spPr>
            <a:xfrm>
              <a:off x="4433297" y="2015376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L0</a:t>
              </a:r>
            </a:p>
          </p:txBody>
        </p:sp>
        <p:sp>
          <p:nvSpPr>
            <p:cNvPr id="173" name="矩形 172">
              <a:extLst>
                <a:ext uri="{FF2B5EF4-FFF2-40B4-BE49-F238E27FC236}">
                  <a16:creationId xmlns:a16="http://schemas.microsoft.com/office/drawing/2014/main" id="{1726ACBD-C7DE-4C7D-B27D-B081C94243CD}"/>
                </a:ext>
              </a:extLst>
            </p:cNvPr>
            <p:cNvSpPr/>
            <p:nvPr/>
          </p:nvSpPr>
          <p:spPr>
            <a:xfrm>
              <a:off x="4432627" y="2424671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L1</a:t>
              </a:r>
            </a:p>
          </p:txBody>
        </p:sp>
        <p:sp>
          <p:nvSpPr>
            <p:cNvPr id="174" name="矩形 173">
              <a:extLst>
                <a:ext uri="{FF2B5EF4-FFF2-40B4-BE49-F238E27FC236}">
                  <a16:creationId xmlns:a16="http://schemas.microsoft.com/office/drawing/2014/main" id="{4CF092FB-EC91-4223-8367-5BC5185A48AD}"/>
                </a:ext>
              </a:extLst>
            </p:cNvPr>
            <p:cNvSpPr/>
            <p:nvPr/>
          </p:nvSpPr>
          <p:spPr>
            <a:xfrm>
              <a:off x="4434071" y="2860019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L2</a:t>
              </a:r>
            </a:p>
          </p:txBody>
        </p:sp>
        <p:sp>
          <p:nvSpPr>
            <p:cNvPr id="175" name="矩形 174">
              <a:extLst>
                <a:ext uri="{FF2B5EF4-FFF2-40B4-BE49-F238E27FC236}">
                  <a16:creationId xmlns:a16="http://schemas.microsoft.com/office/drawing/2014/main" id="{B46D6B2F-6295-4F75-9E24-3CE9D2E043A9}"/>
                </a:ext>
              </a:extLst>
            </p:cNvPr>
            <p:cNvSpPr/>
            <p:nvPr/>
          </p:nvSpPr>
          <p:spPr>
            <a:xfrm>
              <a:off x="4433297" y="3275008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L3</a:t>
              </a:r>
            </a:p>
          </p:txBody>
        </p:sp>
        <p:sp>
          <p:nvSpPr>
            <p:cNvPr id="176" name="矩形 175">
              <a:extLst>
                <a:ext uri="{FF2B5EF4-FFF2-40B4-BE49-F238E27FC236}">
                  <a16:creationId xmlns:a16="http://schemas.microsoft.com/office/drawing/2014/main" id="{7792DA0C-7F97-4B3E-9480-0A64FBB5D52E}"/>
                </a:ext>
              </a:extLst>
            </p:cNvPr>
            <p:cNvSpPr/>
            <p:nvPr/>
          </p:nvSpPr>
          <p:spPr>
            <a:xfrm>
              <a:off x="4433297" y="3746611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L4</a:t>
              </a:r>
            </a:p>
          </p:txBody>
        </p:sp>
        <p:sp>
          <p:nvSpPr>
            <p:cNvPr id="177" name="矩形 176">
              <a:extLst>
                <a:ext uri="{FF2B5EF4-FFF2-40B4-BE49-F238E27FC236}">
                  <a16:creationId xmlns:a16="http://schemas.microsoft.com/office/drawing/2014/main" id="{9F9533DF-6FC0-4292-B847-110D3FFE3133}"/>
                </a:ext>
              </a:extLst>
            </p:cNvPr>
            <p:cNvSpPr/>
            <p:nvPr/>
          </p:nvSpPr>
          <p:spPr>
            <a:xfrm>
              <a:off x="4433297" y="4178902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L5</a:t>
              </a:r>
            </a:p>
          </p:txBody>
        </p:sp>
        <p:sp>
          <p:nvSpPr>
            <p:cNvPr id="178" name="矩形 177">
              <a:extLst>
                <a:ext uri="{FF2B5EF4-FFF2-40B4-BE49-F238E27FC236}">
                  <a16:creationId xmlns:a16="http://schemas.microsoft.com/office/drawing/2014/main" id="{2A1ADE0C-E8F8-4679-A384-6CE654A72F19}"/>
                </a:ext>
              </a:extLst>
            </p:cNvPr>
            <p:cNvSpPr/>
            <p:nvPr/>
          </p:nvSpPr>
          <p:spPr>
            <a:xfrm>
              <a:off x="4431437" y="4605948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L6</a:t>
              </a:r>
            </a:p>
          </p:txBody>
        </p:sp>
        <p:sp>
          <p:nvSpPr>
            <p:cNvPr id="179" name="矩形 178">
              <a:extLst>
                <a:ext uri="{FF2B5EF4-FFF2-40B4-BE49-F238E27FC236}">
                  <a16:creationId xmlns:a16="http://schemas.microsoft.com/office/drawing/2014/main" id="{7032250C-2803-427A-83D4-8C43420FD51D}"/>
                </a:ext>
              </a:extLst>
            </p:cNvPr>
            <p:cNvSpPr/>
            <p:nvPr/>
          </p:nvSpPr>
          <p:spPr>
            <a:xfrm>
              <a:off x="4434071" y="5020714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L7</a:t>
              </a:r>
            </a:p>
          </p:txBody>
        </p:sp>
      </p:grpSp>
      <p:grpSp>
        <p:nvGrpSpPr>
          <p:cNvPr id="180" name="组合 179">
            <a:extLst>
              <a:ext uri="{FF2B5EF4-FFF2-40B4-BE49-F238E27FC236}">
                <a16:creationId xmlns:a16="http://schemas.microsoft.com/office/drawing/2014/main" id="{31EAC541-D454-4331-AAE6-7872E5C19AFA}"/>
              </a:ext>
            </a:extLst>
          </p:cNvPr>
          <p:cNvGrpSpPr/>
          <p:nvPr/>
        </p:nvGrpSpPr>
        <p:grpSpPr>
          <a:xfrm>
            <a:off x="2428968" y="2753627"/>
            <a:ext cx="128522" cy="3157949"/>
            <a:chOff x="3491880" y="2228006"/>
            <a:chExt cx="144016" cy="2930726"/>
          </a:xfrm>
        </p:grpSpPr>
        <p:sp>
          <p:nvSpPr>
            <p:cNvPr id="181" name="矩形 180">
              <a:extLst>
                <a:ext uri="{FF2B5EF4-FFF2-40B4-BE49-F238E27FC236}">
                  <a16:creationId xmlns:a16="http://schemas.microsoft.com/office/drawing/2014/main" id="{2858077C-7F9E-40E6-84AB-45A7228B7AEC}"/>
                </a:ext>
              </a:extLst>
            </p:cNvPr>
            <p:cNvSpPr/>
            <p:nvPr/>
          </p:nvSpPr>
          <p:spPr>
            <a:xfrm>
              <a:off x="3491880" y="2228006"/>
              <a:ext cx="144016" cy="220759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solidFill>
                <a:srgbClr val="2E4E7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=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82" name="矩形 181">
              <a:extLst>
                <a:ext uri="{FF2B5EF4-FFF2-40B4-BE49-F238E27FC236}">
                  <a16:creationId xmlns:a16="http://schemas.microsoft.com/office/drawing/2014/main" id="{5904DFAA-5F29-4F1C-B7F2-7460AF4126A9}"/>
                </a:ext>
              </a:extLst>
            </p:cNvPr>
            <p:cNvSpPr/>
            <p:nvPr/>
          </p:nvSpPr>
          <p:spPr>
            <a:xfrm>
              <a:off x="3491880" y="2625771"/>
              <a:ext cx="144016" cy="220759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solidFill>
                <a:srgbClr val="2E4E7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=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83" name="矩形 182">
              <a:extLst>
                <a:ext uri="{FF2B5EF4-FFF2-40B4-BE49-F238E27FC236}">
                  <a16:creationId xmlns:a16="http://schemas.microsoft.com/office/drawing/2014/main" id="{939D31F0-A905-497C-8112-EBF386026B09}"/>
                </a:ext>
              </a:extLst>
            </p:cNvPr>
            <p:cNvSpPr/>
            <p:nvPr/>
          </p:nvSpPr>
          <p:spPr>
            <a:xfrm>
              <a:off x="3491880" y="3011138"/>
              <a:ext cx="144016" cy="220759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solidFill>
                <a:srgbClr val="2E4E7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=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84" name="矩形 183">
              <a:extLst>
                <a:ext uri="{FF2B5EF4-FFF2-40B4-BE49-F238E27FC236}">
                  <a16:creationId xmlns:a16="http://schemas.microsoft.com/office/drawing/2014/main" id="{0A0E2687-3C4E-41E4-8472-147EEFA26DD8}"/>
                </a:ext>
              </a:extLst>
            </p:cNvPr>
            <p:cNvSpPr/>
            <p:nvPr/>
          </p:nvSpPr>
          <p:spPr>
            <a:xfrm>
              <a:off x="3491880" y="3396505"/>
              <a:ext cx="144016" cy="220759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solidFill>
                <a:srgbClr val="2E4E7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=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85" name="矩形 184">
              <a:extLst>
                <a:ext uri="{FF2B5EF4-FFF2-40B4-BE49-F238E27FC236}">
                  <a16:creationId xmlns:a16="http://schemas.microsoft.com/office/drawing/2014/main" id="{B4F2961E-7EA8-4B23-8C30-2ACDDCDA9D94}"/>
                </a:ext>
              </a:extLst>
            </p:cNvPr>
            <p:cNvSpPr/>
            <p:nvPr/>
          </p:nvSpPr>
          <p:spPr>
            <a:xfrm>
              <a:off x="3491880" y="3781872"/>
              <a:ext cx="144016" cy="220759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solidFill>
                <a:srgbClr val="2E4E7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=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86" name="矩形 185">
              <a:extLst>
                <a:ext uri="{FF2B5EF4-FFF2-40B4-BE49-F238E27FC236}">
                  <a16:creationId xmlns:a16="http://schemas.microsoft.com/office/drawing/2014/main" id="{FA3F36D0-8658-4B9D-AA62-56619C3BAB72}"/>
                </a:ext>
              </a:extLst>
            </p:cNvPr>
            <p:cNvSpPr/>
            <p:nvPr/>
          </p:nvSpPr>
          <p:spPr>
            <a:xfrm>
              <a:off x="3491880" y="4167239"/>
              <a:ext cx="144016" cy="220759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solidFill>
                <a:srgbClr val="2E4E7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=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87" name="矩形 186">
              <a:extLst>
                <a:ext uri="{FF2B5EF4-FFF2-40B4-BE49-F238E27FC236}">
                  <a16:creationId xmlns:a16="http://schemas.microsoft.com/office/drawing/2014/main" id="{5F0F9902-FB9B-48CF-ADA5-E6131F5A8311}"/>
                </a:ext>
              </a:extLst>
            </p:cNvPr>
            <p:cNvSpPr/>
            <p:nvPr/>
          </p:nvSpPr>
          <p:spPr>
            <a:xfrm>
              <a:off x="3491880" y="4552606"/>
              <a:ext cx="144016" cy="220759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solidFill>
                <a:srgbClr val="2E4E7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=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88" name="矩形 187">
              <a:extLst>
                <a:ext uri="{FF2B5EF4-FFF2-40B4-BE49-F238E27FC236}">
                  <a16:creationId xmlns:a16="http://schemas.microsoft.com/office/drawing/2014/main" id="{EFEE1770-FE64-4026-ADAC-58DEBF799F9D}"/>
                </a:ext>
              </a:extLst>
            </p:cNvPr>
            <p:cNvSpPr/>
            <p:nvPr/>
          </p:nvSpPr>
          <p:spPr>
            <a:xfrm>
              <a:off x="3491880" y="4937973"/>
              <a:ext cx="144016" cy="220759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solidFill>
                <a:srgbClr val="2E4E7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=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</p:grpSp>
      <p:grpSp>
        <p:nvGrpSpPr>
          <p:cNvPr id="189" name="组合 188">
            <a:extLst>
              <a:ext uri="{FF2B5EF4-FFF2-40B4-BE49-F238E27FC236}">
                <a16:creationId xmlns:a16="http://schemas.microsoft.com/office/drawing/2014/main" id="{A64AF685-8ECD-4CBE-B796-1F411848C37B}"/>
              </a:ext>
            </a:extLst>
          </p:cNvPr>
          <p:cNvGrpSpPr/>
          <p:nvPr/>
        </p:nvGrpSpPr>
        <p:grpSpPr>
          <a:xfrm>
            <a:off x="-104369" y="2346086"/>
            <a:ext cx="2328227" cy="3980704"/>
            <a:chOff x="1755257" y="1760912"/>
            <a:chExt cx="2328227" cy="3980704"/>
          </a:xfrm>
        </p:grpSpPr>
        <p:sp>
          <p:nvSpPr>
            <p:cNvPr id="190" name="矩形 189">
              <a:extLst>
                <a:ext uri="{FF2B5EF4-FFF2-40B4-BE49-F238E27FC236}">
                  <a16:creationId xmlns:a16="http://schemas.microsoft.com/office/drawing/2014/main" id="{ABE34A08-87D5-401A-954F-5A63DCC82950}"/>
                </a:ext>
              </a:extLst>
            </p:cNvPr>
            <p:cNvSpPr/>
            <p:nvPr/>
          </p:nvSpPr>
          <p:spPr>
            <a:xfrm>
              <a:off x="1755257" y="1760912"/>
              <a:ext cx="868386" cy="238654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zh-CN" altLang="en-US" sz="1600" kern="0" dirty="0">
                  <a:solidFill>
                    <a:srgbClr val="ED7D31">
                      <a:lumMod val="75000"/>
                    </a:srgbClr>
                  </a:solidFill>
                  <a:ea typeface="微软雅黑"/>
                  <a:cs typeface="Arial" pitchFamily="34" charset="0"/>
                </a:rPr>
                <a:t>有效位</a:t>
              </a:r>
            </a:p>
          </p:txBody>
        </p:sp>
        <p:sp>
          <p:nvSpPr>
            <p:cNvPr id="191" name="矩形 190">
              <a:extLst>
                <a:ext uri="{FF2B5EF4-FFF2-40B4-BE49-F238E27FC236}">
                  <a16:creationId xmlns:a16="http://schemas.microsoft.com/office/drawing/2014/main" id="{1E3AA91A-ACB8-4BF6-8BF9-1222D1E27B83}"/>
                </a:ext>
              </a:extLst>
            </p:cNvPr>
            <p:cNvSpPr/>
            <p:nvPr/>
          </p:nvSpPr>
          <p:spPr>
            <a:xfrm>
              <a:off x="2375043" y="1765994"/>
              <a:ext cx="1708441" cy="243585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r" eaLnBrk="1" hangingPunct="1">
                <a:defRPr/>
              </a:pPr>
              <a:r>
                <a:rPr lang="en-US" altLang="zh-CN" sz="1600" kern="0" dirty="0">
                  <a:solidFill>
                    <a:srgbClr val="005D9C"/>
                  </a:solidFill>
                  <a:ea typeface="微软雅黑"/>
                  <a:cs typeface="Arial" pitchFamily="34" charset="0"/>
                </a:rPr>
                <a:t>TAG</a:t>
              </a:r>
              <a:r>
                <a:rPr lang="zh-CN" altLang="en-US" sz="1600" kern="0" dirty="0">
                  <a:solidFill>
                    <a:srgbClr val="005D9C"/>
                  </a:solidFill>
                  <a:ea typeface="微软雅黑"/>
                  <a:cs typeface="Arial" pitchFamily="34" charset="0"/>
                </a:rPr>
                <a:t>主存块地址</a:t>
              </a:r>
            </a:p>
          </p:txBody>
        </p:sp>
        <p:sp>
          <p:nvSpPr>
            <p:cNvPr id="192" name="矩形 191">
              <a:extLst>
                <a:ext uri="{FF2B5EF4-FFF2-40B4-BE49-F238E27FC236}">
                  <a16:creationId xmlns:a16="http://schemas.microsoft.com/office/drawing/2014/main" id="{2E9C4659-48B1-4672-9B35-3AE5EDB06F20}"/>
                </a:ext>
              </a:extLst>
            </p:cNvPr>
            <p:cNvSpPr/>
            <p:nvPr/>
          </p:nvSpPr>
          <p:spPr>
            <a:xfrm>
              <a:off x="2084016" y="2029034"/>
              <a:ext cx="1761876" cy="371346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93" name="矩形 192">
              <a:extLst>
                <a:ext uri="{FF2B5EF4-FFF2-40B4-BE49-F238E27FC236}">
                  <a16:creationId xmlns:a16="http://schemas.microsoft.com/office/drawing/2014/main" id="{F283CD3E-18D3-4A12-98CD-F256A7492181}"/>
                </a:ext>
              </a:extLst>
            </p:cNvPr>
            <p:cNvSpPr/>
            <p:nvPr/>
          </p:nvSpPr>
          <p:spPr>
            <a:xfrm>
              <a:off x="2491242" y="2097354"/>
              <a:ext cx="1277789" cy="250848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666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94" name="矩形 193">
              <a:extLst>
                <a:ext uri="{FF2B5EF4-FFF2-40B4-BE49-F238E27FC236}">
                  <a16:creationId xmlns:a16="http://schemas.microsoft.com/office/drawing/2014/main" id="{C4CA61EF-1234-4329-AC6A-7D5EF5470C2E}"/>
                </a:ext>
              </a:extLst>
            </p:cNvPr>
            <p:cNvSpPr/>
            <p:nvPr/>
          </p:nvSpPr>
          <p:spPr>
            <a:xfrm>
              <a:off x="2163032" y="2099476"/>
              <a:ext cx="249193" cy="250848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95" name="矩形 194">
              <a:extLst>
                <a:ext uri="{FF2B5EF4-FFF2-40B4-BE49-F238E27FC236}">
                  <a16:creationId xmlns:a16="http://schemas.microsoft.com/office/drawing/2014/main" id="{A52A20A5-7245-488F-A2A0-D746CD999DE6}"/>
                </a:ext>
              </a:extLst>
            </p:cNvPr>
            <p:cNvSpPr/>
            <p:nvPr/>
          </p:nvSpPr>
          <p:spPr>
            <a:xfrm>
              <a:off x="2084016" y="2454088"/>
              <a:ext cx="1761876" cy="371346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96" name="矩形 195">
              <a:extLst>
                <a:ext uri="{FF2B5EF4-FFF2-40B4-BE49-F238E27FC236}">
                  <a16:creationId xmlns:a16="http://schemas.microsoft.com/office/drawing/2014/main" id="{052BEDA0-B2D7-466C-9117-E13BF39D23E9}"/>
                </a:ext>
              </a:extLst>
            </p:cNvPr>
            <p:cNvSpPr/>
            <p:nvPr/>
          </p:nvSpPr>
          <p:spPr>
            <a:xfrm>
              <a:off x="2491242" y="2522408"/>
              <a:ext cx="1277789" cy="250848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97" name="矩形 196">
              <a:extLst>
                <a:ext uri="{FF2B5EF4-FFF2-40B4-BE49-F238E27FC236}">
                  <a16:creationId xmlns:a16="http://schemas.microsoft.com/office/drawing/2014/main" id="{55E1F303-BC07-48EC-9360-7777B63C73C3}"/>
                </a:ext>
              </a:extLst>
            </p:cNvPr>
            <p:cNvSpPr/>
            <p:nvPr/>
          </p:nvSpPr>
          <p:spPr>
            <a:xfrm>
              <a:off x="2163032" y="2524530"/>
              <a:ext cx="249193" cy="250848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98" name="矩形 197">
              <a:extLst>
                <a:ext uri="{FF2B5EF4-FFF2-40B4-BE49-F238E27FC236}">
                  <a16:creationId xmlns:a16="http://schemas.microsoft.com/office/drawing/2014/main" id="{897A34E1-AD4B-43B0-A3AE-52CE688B91CF}"/>
                </a:ext>
              </a:extLst>
            </p:cNvPr>
            <p:cNvSpPr/>
            <p:nvPr/>
          </p:nvSpPr>
          <p:spPr>
            <a:xfrm>
              <a:off x="2084016" y="2879141"/>
              <a:ext cx="1761876" cy="371346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99" name="矩形 198">
              <a:extLst>
                <a:ext uri="{FF2B5EF4-FFF2-40B4-BE49-F238E27FC236}">
                  <a16:creationId xmlns:a16="http://schemas.microsoft.com/office/drawing/2014/main" id="{D5D99D42-F7F7-4B3B-AED1-F3141E82924F}"/>
                </a:ext>
              </a:extLst>
            </p:cNvPr>
            <p:cNvSpPr/>
            <p:nvPr/>
          </p:nvSpPr>
          <p:spPr>
            <a:xfrm>
              <a:off x="2491242" y="2947462"/>
              <a:ext cx="1277789" cy="250848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0" name="矩形 199">
              <a:extLst>
                <a:ext uri="{FF2B5EF4-FFF2-40B4-BE49-F238E27FC236}">
                  <a16:creationId xmlns:a16="http://schemas.microsoft.com/office/drawing/2014/main" id="{C09B7E3B-7640-4506-B52A-32311615C353}"/>
                </a:ext>
              </a:extLst>
            </p:cNvPr>
            <p:cNvSpPr/>
            <p:nvPr/>
          </p:nvSpPr>
          <p:spPr>
            <a:xfrm>
              <a:off x="2163032" y="2949584"/>
              <a:ext cx="249193" cy="250848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1" name="矩形 200">
              <a:extLst>
                <a:ext uri="{FF2B5EF4-FFF2-40B4-BE49-F238E27FC236}">
                  <a16:creationId xmlns:a16="http://schemas.microsoft.com/office/drawing/2014/main" id="{DE9E29CC-FF22-4661-A3F0-511BDB19A5B4}"/>
                </a:ext>
              </a:extLst>
            </p:cNvPr>
            <p:cNvSpPr/>
            <p:nvPr/>
          </p:nvSpPr>
          <p:spPr>
            <a:xfrm>
              <a:off x="2084016" y="3304195"/>
              <a:ext cx="1761876" cy="371346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2" name="矩形 201">
              <a:extLst>
                <a:ext uri="{FF2B5EF4-FFF2-40B4-BE49-F238E27FC236}">
                  <a16:creationId xmlns:a16="http://schemas.microsoft.com/office/drawing/2014/main" id="{ED910B3E-9ADE-46CB-8932-9FE4A55540FA}"/>
                </a:ext>
              </a:extLst>
            </p:cNvPr>
            <p:cNvSpPr/>
            <p:nvPr/>
          </p:nvSpPr>
          <p:spPr>
            <a:xfrm>
              <a:off x="2491242" y="3372515"/>
              <a:ext cx="1277789" cy="250848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3" name="矩形 202">
              <a:extLst>
                <a:ext uri="{FF2B5EF4-FFF2-40B4-BE49-F238E27FC236}">
                  <a16:creationId xmlns:a16="http://schemas.microsoft.com/office/drawing/2014/main" id="{9BCAC80D-4DE2-4CAC-9FE0-F1025308E9D4}"/>
                </a:ext>
              </a:extLst>
            </p:cNvPr>
            <p:cNvSpPr/>
            <p:nvPr/>
          </p:nvSpPr>
          <p:spPr>
            <a:xfrm>
              <a:off x="2163032" y="3374638"/>
              <a:ext cx="249193" cy="250848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4" name="矩形 203">
              <a:extLst>
                <a:ext uri="{FF2B5EF4-FFF2-40B4-BE49-F238E27FC236}">
                  <a16:creationId xmlns:a16="http://schemas.microsoft.com/office/drawing/2014/main" id="{960BD55C-CDA8-41B2-86D7-CE132180A636}"/>
                </a:ext>
              </a:extLst>
            </p:cNvPr>
            <p:cNvSpPr/>
            <p:nvPr/>
          </p:nvSpPr>
          <p:spPr>
            <a:xfrm>
              <a:off x="2084017" y="3780209"/>
              <a:ext cx="1756777" cy="371346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5" name="矩形 204">
              <a:extLst>
                <a:ext uri="{FF2B5EF4-FFF2-40B4-BE49-F238E27FC236}">
                  <a16:creationId xmlns:a16="http://schemas.microsoft.com/office/drawing/2014/main" id="{650E3133-76E5-4E82-A5B4-AEA50EF1F56D}"/>
                </a:ext>
              </a:extLst>
            </p:cNvPr>
            <p:cNvSpPr/>
            <p:nvPr/>
          </p:nvSpPr>
          <p:spPr>
            <a:xfrm>
              <a:off x="2491242" y="3848529"/>
              <a:ext cx="1277789" cy="250848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6" name="矩形 205">
              <a:extLst>
                <a:ext uri="{FF2B5EF4-FFF2-40B4-BE49-F238E27FC236}">
                  <a16:creationId xmlns:a16="http://schemas.microsoft.com/office/drawing/2014/main" id="{9786D459-8477-439D-BDFE-A5B91363251E}"/>
                </a:ext>
              </a:extLst>
            </p:cNvPr>
            <p:cNvSpPr/>
            <p:nvPr/>
          </p:nvSpPr>
          <p:spPr>
            <a:xfrm>
              <a:off x="2163032" y="3850651"/>
              <a:ext cx="249193" cy="250848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7" name="矩形 206">
              <a:extLst>
                <a:ext uri="{FF2B5EF4-FFF2-40B4-BE49-F238E27FC236}">
                  <a16:creationId xmlns:a16="http://schemas.microsoft.com/office/drawing/2014/main" id="{72D1DDED-C002-4207-81E1-B14B744C1CA3}"/>
                </a:ext>
              </a:extLst>
            </p:cNvPr>
            <p:cNvSpPr/>
            <p:nvPr/>
          </p:nvSpPr>
          <p:spPr>
            <a:xfrm>
              <a:off x="2084017" y="4205262"/>
              <a:ext cx="1771900" cy="371346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8" name="矩形 207">
              <a:extLst>
                <a:ext uri="{FF2B5EF4-FFF2-40B4-BE49-F238E27FC236}">
                  <a16:creationId xmlns:a16="http://schemas.microsoft.com/office/drawing/2014/main" id="{F8D8FEE3-46E3-4FD9-8B28-499BF8198A25}"/>
                </a:ext>
              </a:extLst>
            </p:cNvPr>
            <p:cNvSpPr/>
            <p:nvPr/>
          </p:nvSpPr>
          <p:spPr>
            <a:xfrm>
              <a:off x="2491242" y="4273583"/>
              <a:ext cx="1277789" cy="250848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9" name="矩形 208">
              <a:extLst>
                <a:ext uri="{FF2B5EF4-FFF2-40B4-BE49-F238E27FC236}">
                  <a16:creationId xmlns:a16="http://schemas.microsoft.com/office/drawing/2014/main" id="{095707D8-70CA-4B70-BA0F-B76BC1AF91BA}"/>
                </a:ext>
              </a:extLst>
            </p:cNvPr>
            <p:cNvSpPr/>
            <p:nvPr/>
          </p:nvSpPr>
          <p:spPr>
            <a:xfrm>
              <a:off x="2163032" y="4275705"/>
              <a:ext cx="249193" cy="250848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10" name="矩形 209">
              <a:extLst>
                <a:ext uri="{FF2B5EF4-FFF2-40B4-BE49-F238E27FC236}">
                  <a16:creationId xmlns:a16="http://schemas.microsoft.com/office/drawing/2014/main" id="{A55F3835-AA6D-4991-8494-D16734A08825}"/>
                </a:ext>
              </a:extLst>
            </p:cNvPr>
            <p:cNvSpPr/>
            <p:nvPr/>
          </p:nvSpPr>
          <p:spPr>
            <a:xfrm>
              <a:off x="2084017" y="4630316"/>
              <a:ext cx="1771900" cy="371346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11" name="矩形 210">
              <a:extLst>
                <a:ext uri="{FF2B5EF4-FFF2-40B4-BE49-F238E27FC236}">
                  <a16:creationId xmlns:a16="http://schemas.microsoft.com/office/drawing/2014/main" id="{CC0C71AD-0D8A-4F30-A092-E86D6C92F06A}"/>
                </a:ext>
              </a:extLst>
            </p:cNvPr>
            <p:cNvSpPr/>
            <p:nvPr/>
          </p:nvSpPr>
          <p:spPr>
            <a:xfrm>
              <a:off x="2491242" y="4698636"/>
              <a:ext cx="1277789" cy="250848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12" name="矩形 211">
              <a:extLst>
                <a:ext uri="{FF2B5EF4-FFF2-40B4-BE49-F238E27FC236}">
                  <a16:creationId xmlns:a16="http://schemas.microsoft.com/office/drawing/2014/main" id="{9373E5C7-6EE1-4BA4-8DCF-E6C7D3ADDF34}"/>
                </a:ext>
              </a:extLst>
            </p:cNvPr>
            <p:cNvSpPr/>
            <p:nvPr/>
          </p:nvSpPr>
          <p:spPr>
            <a:xfrm>
              <a:off x="2163032" y="4700759"/>
              <a:ext cx="249193" cy="250848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13" name="矩形 212">
              <a:extLst>
                <a:ext uri="{FF2B5EF4-FFF2-40B4-BE49-F238E27FC236}">
                  <a16:creationId xmlns:a16="http://schemas.microsoft.com/office/drawing/2014/main" id="{B02A4070-04C4-4EA3-9634-0DA4C495FFDB}"/>
                </a:ext>
              </a:extLst>
            </p:cNvPr>
            <p:cNvSpPr/>
            <p:nvPr/>
          </p:nvSpPr>
          <p:spPr>
            <a:xfrm>
              <a:off x="2084017" y="5055370"/>
              <a:ext cx="1771900" cy="371346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14" name="矩形 213">
              <a:extLst>
                <a:ext uri="{FF2B5EF4-FFF2-40B4-BE49-F238E27FC236}">
                  <a16:creationId xmlns:a16="http://schemas.microsoft.com/office/drawing/2014/main" id="{4D8B3F13-8C99-4EA1-99A2-E48629655C69}"/>
                </a:ext>
              </a:extLst>
            </p:cNvPr>
            <p:cNvSpPr/>
            <p:nvPr/>
          </p:nvSpPr>
          <p:spPr>
            <a:xfrm>
              <a:off x="2491242" y="5123690"/>
              <a:ext cx="1277789" cy="250848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15" name="矩形 214">
              <a:extLst>
                <a:ext uri="{FF2B5EF4-FFF2-40B4-BE49-F238E27FC236}">
                  <a16:creationId xmlns:a16="http://schemas.microsoft.com/office/drawing/2014/main" id="{327C73FA-1122-4CCE-91D3-8F2C048B6E75}"/>
                </a:ext>
              </a:extLst>
            </p:cNvPr>
            <p:cNvSpPr/>
            <p:nvPr/>
          </p:nvSpPr>
          <p:spPr>
            <a:xfrm>
              <a:off x="2163032" y="5125812"/>
              <a:ext cx="249193" cy="250848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16" name="矩形 215">
              <a:extLst>
                <a:ext uri="{FF2B5EF4-FFF2-40B4-BE49-F238E27FC236}">
                  <a16:creationId xmlns:a16="http://schemas.microsoft.com/office/drawing/2014/main" id="{9F4A6980-9595-4B19-BF39-B0C2F5681885}"/>
                </a:ext>
              </a:extLst>
            </p:cNvPr>
            <p:cNvSpPr/>
            <p:nvPr/>
          </p:nvSpPr>
          <p:spPr>
            <a:xfrm>
              <a:off x="2014365" y="5492511"/>
              <a:ext cx="1841552" cy="249105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r" eaLnBrk="1" hangingPunct="1">
                <a:defRPr/>
              </a:pPr>
              <a:r>
                <a:rPr lang="zh-CN" altLang="en-US" sz="1600" b="1" kern="0" dirty="0">
                  <a:solidFill>
                    <a:srgbClr val="000000">
                      <a:lumMod val="95000"/>
                      <a:lumOff val="5000"/>
                    </a:srgbClr>
                  </a:solidFill>
                  <a:ea typeface="微软雅黑"/>
                  <a:cs typeface="Arial" pitchFamily="34" charset="0"/>
                </a:rPr>
                <a:t>查找表</a:t>
              </a:r>
            </a:p>
          </p:txBody>
        </p:sp>
      </p:grpSp>
      <p:cxnSp>
        <p:nvCxnSpPr>
          <p:cNvPr id="217" name="直接连接符 216">
            <a:extLst>
              <a:ext uri="{FF2B5EF4-FFF2-40B4-BE49-F238E27FC236}">
                <a16:creationId xmlns:a16="http://schemas.microsoft.com/office/drawing/2014/main" id="{5529D7B7-3089-42EC-B1B8-034812361FAF}"/>
              </a:ext>
            </a:extLst>
          </p:cNvPr>
          <p:cNvCxnSpPr/>
          <p:nvPr/>
        </p:nvCxnSpPr>
        <p:spPr>
          <a:xfrm flipH="1">
            <a:off x="7649336" y="4340782"/>
            <a:ext cx="294939" cy="0"/>
          </a:xfrm>
          <a:prstGeom prst="line">
            <a:avLst/>
          </a:prstGeom>
          <a:solidFill>
            <a:sysClr val="window" lastClr="FFFFFF"/>
          </a:solidFill>
          <a:ln w="38100" cap="sq">
            <a:solidFill>
              <a:srgbClr val="1FB965"/>
            </a:solidFill>
            <a:miter lim="800000"/>
            <a:headEnd/>
            <a:tailEnd type="none" w="lg" len="lg"/>
          </a:ln>
        </p:spPr>
      </p:cxnSp>
      <p:grpSp>
        <p:nvGrpSpPr>
          <p:cNvPr id="218" name="组合 217">
            <a:extLst>
              <a:ext uri="{FF2B5EF4-FFF2-40B4-BE49-F238E27FC236}">
                <a16:creationId xmlns:a16="http://schemas.microsoft.com/office/drawing/2014/main" id="{BE7CDF58-9C36-48C4-8090-6BDB0A4947EF}"/>
              </a:ext>
            </a:extLst>
          </p:cNvPr>
          <p:cNvGrpSpPr/>
          <p:nvPr/>
        </p:nvGrpSpPr>
        <p:grpSpPr>
          <a:xfrm>
            <a:off x="6991365" y="2508107"/>
            <a:ext cx="639505" cy="417176"/>
            <a:chOff x="6944101" y="2283225"/>
            <a:chExt cx="580229" cy="378508"/>
          </a:xfrm>
        </p:grpSpPr>
        <p:sp>
          <p:nvSpPr>
            <p:cNvPr id="219" name="等腰三角形 218">
              <a:extLst>
                <a:ext uri="{FF2B5EF4-FFF2-40B4-BE49-F238E27FC236}">
                  <a16:creationId xmlns:a16="http://schemas.microsoft.com/office/drawing/2014/main" id="{6A23D16B-5D6B-4E41-8638-EF7BD186B0E7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38100">
              <a:solidFill>
                <a:srgbClr val="1FB96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220" name="直接连接符 219">
              <a:extLst>
                <a:ext uri="{FF2B5EF4-FFF2-40B4-BE49-F238E27FC236}">
                  <a16:creationId xmlns:a16="http://schemas.microsoft.com/office/drawing/2014/main" id="{8A8CB16C-2549-41F8-945C-A295DB316560}"/>
                </a:ext>
              </a:extLst>
            </p:cNvPr>
            <p:cNvCxnSpPr>
              <a:endCxn id="219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38100">
              <a:solidFill>
                <a:srgbClr val="1FB965"/>
              </a:solidFill>
              <a:round/>
              <a:headEnd/>
              <a:tailEnd type="none" w="lg" len="lg"/>
            </a:ln>
          </p:spPr>
        </p:cxnSp>
        <p:cxnSp>
          <p:nvCxnSpPr>
            <p:cNvPr id="221" name="直接连接符 220">
              <a:extLst>
                <a:ext uri="{FF2B5EF4-FFF2-40B4-BE49-F238E27FC236}">
                  <a16:creationId xmlns:a16="http://schemas.microsoft.com/office/drawing/2014/main" id="{590CFD3B-6084-4E81-A9E8-F15858221706}"/>
                </a:ext>
              </a:extLst>
            </p:cNvPr>
            <p:cNvCxnSpPr>
              <a:stCxn id="219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38100">
              <a:solidFill>
                <a:srgbClr val="1FB965"/>
              </a:solidFill>
              <a:round/>
              <a:headEnd/>
              <a:tailEnd type="none" w="lg" len="lg"/>
            </a:ln>
          </p:spPr>
        </p:cxnSp>
        <p:cxnSp>
          <p:nvCxnSpPr>
            <p:cNvPr id="222" name="直接连接符 221">
              <a:extLst>
                <a:ext uri="{FF2B5EF4-FFF2-40B4-BE49-F238E27FC236}">
                  <a16:creationId xmlns:a16="http://schemas.microsoft.com/office/drawing/2014/main" id="{FE92718D-20FE-4C46-8DC1-1172529D8612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38100" cap="sq">
              <a:solidFill>
                <a:srgbClr val="1FB965"/>
              </a:solidFill>
              <a:miter lim="800000"/>
              <a:headEnd/>
              <a:tailEnd type="none" w="lg" len="lg"/>
            </a:ln>
          </p:spPr>
        </p:cxnSp>
        <p:sp>
          <p:nvSpPr>
            <p:cNvPr id="223" name="文本框 222">
              <a:extLst>
                <a:ext uri="{FF2B5EF4-FFF2-40B4-BE49-F238E27FC236}">
                  <a16:creationId xmlns:a16="http://schemas.microsoft.com/office/drawing/2014/main" id="{4284D207-8CE3-4BD3-8C7C-44CDA40B2F03}"/>
                </a:ext>
              </a:extLst>
            </p:cNvPr>
            <p:cNvSpPr txBox="1"/>
            <p:nvPr/>
          </p:nvSpPr>
          <p:spPr>
            <a:xfrm>
              <a:off x="7211495" y="2283225"/>
              <a:ext cx="308629" cy="237361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1FB965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L0</a:t>
              </a:r>
              <a:endParaRPr kumimoji="0" lang="zh-CN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1FB965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cxnSp>
        <p:nvCxnSpPr>
          <p:cNvPr id="224" name="直接连接符 223">
            <a:extLst>
              <a:ext uri="{FF2B5EF4-FFF2-40B4-BE49-F238E27FC236}">
                <a16:creationId xmlns:a16="http://schemas.microsoft.com/office/drawing/2014/main" id="{DCE38DC6-225B-4EB7-BD2C-8A78C955C076}"/>
              </a:ext>
            </a:extLst>
          </p:cNvPr>
          <p:cNvCxnSpPr/>
          <p:nvPr/>
        </p:nvCxnSpPr>
        <p:spPr>
          <a:xfrm>
            <a:off x="7640065" y="2840005"/>
            <a:ext cx="0" cy="1500777"/>
          </a:xfrm>
          <a:prstGeom prst="line">
            <a:avLst/>
          </a:prstGeom>
          <a:solidFill>
            <a:sysClr val="window" lastClr="FFFFFF"/>
          </a:solidFill>
          <a:ln w="38100" cap="sq">
            <a:solidFill>
              <a:srgbClr val="1FB965"/>
            </a:solidFill>
            <a:miter lim="800000"/>
            <a:headEnd/>
            <a:tailEnd type="none" w="lg" len="lg"/>
          </a:ln>
        </p:spPr>
      </p:cxnSp>
      <p:grpSp>
        <p:nvGrpSpPr>
          <p:cNvPr id="225" name="组合 224">
            <a:extLst>
              <a:ext uri="{FF2B5EF4-FFF2-40B4-BE49-F238E27FC236}">
                <a16:creationId xmlns:a16="http://schemas.microsoft.com/office/drawing/2014/main" id="{ED601CC8-9684-4D96-835E-16782E149AD4}"/>
              </a:ext>
            </a:extLst>
          </p:cNvPr>
          <p:cNvGrpSpPr/>
          <p:nvPr/>
        </p:nvGrpSpPr>
        <p:grpSpPr>
          <a:xfrm>
            <a:off x="2576163" y="2600882"/>
            <a:ext cx="1141896" cy="249332"/>
            <a:chOff x="4426674" y="2039432"/>
            <a:chExt cx="1141896" cy="249332"/>
          </a:xfrm>
        </p:grpSpPr>
        <p:cxnSp>
          <p:nvCxnSpPr>
            <p:cNvPr id="226" name="直接连接符 225">
              <a:extLst>
                <a:ext uri="{FF2B5EF4-FFF2-40B4-BE49-F238E27FC236}">
                  <a16:creationId xmlns:a16="http://schemas.microsoft.com/office/drawing/2014/main" id="{DD9CB45E-49CC-4174-995E-A695D348072F}"/>
                </a:ext>
              </a:extLst>
            </p:cNvPr>
            <p:cNvCxnSpPr/>
            <p:nvPr/>
          </p:nvCxnSpPr>
          <p:spPr>
            <a:xfrm>
              <a:off x="4500105" y="2248332"/>
              <a:ext cx="1068465" cy="0"/>
            </a:xfrm>
            <a:prstGeom prst="line">
              <a:avLst/>
            </a:prstGeom>
            <a:noFill/>
            <a:ln w="38100" cap="flat" cmpd="sng" algn="ctr">
              <a:solidFill>
                <a:srgbClr val="1FB965"/>
              </a:solidFill>
              <a:prstDash val="solid"/>
            </a:ln>
            <a:effectLst/>
          </p:spPr>
        </p:cxnSp>
        <p:sp>
          <p:nvSpPr>
            <p:cNvPr id="227" name="矩形 226">
              <a:extLst>
                <a:ext uri="{FF2B5EF4-FFF2-40B4-BE49-F238E27FC236}">
                  <a16:creationId xmlns:a16="http://schemas.microsoft.com/office/drawing/2014/main" id="{F33A256F-2B30-42CD-8B69-C2855E336FA1}"/>
                </a:ext>
              </a:extLst>
            </p:cNvPr>
            <p:cNvSpPr/>
            <p:nvPr/>
          </p:nvSpPr>
          <p:spPr>
            <a:xfrm>
              <a:off x="4426674" y="2039432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1FB965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L0</a:t>
              </a:r>
            </a:p>
          </p:txBody>
        </p:sp>
      </p:grpSp>
      <p:sp>
        <p:nvSpPr>
          <p:cNvPr id="228" name="矩形 227">
            <a:extLst>
              <a:ext uri="{FF2B5EF4-FFF2-40B4-BE49-F238E27FC236}">
                <a16:creationId xmlns:a16="http://schemas.microsoft.com/office/drawing/2014/main" id="{BAF716B2-3202-4534-ACBC-DDD864F988A0}"/>
              </a:ext>
            </a:extLst>
          </p:cNvPr>
          <p:cNvSpPr/>
          <p:nvPr/>
        </p:nvSpPr>
        <p:spPr>
          <a:xfrm>
            <a:off x="5374283" y="2690117"/>
            <a:ext cx="790867" cy="250847"/>
          </a:xfrm>
          <a:prstGeom prst="rect">
            <a:avLst/>
          </a:prstGeom>
          <a:solidFill>
            <a:srgbClr val="1FB965"/>
          </a:solidFill>
          <a:ln w="3175" cap="flat" cmpd="sng" algn="ctr">
            <a:solidFill>
              <a:srgbClr val="333333"/>
            </a:solidFill>
            <a:prstDash val="sysDot"/>
          </a:ln>
          <a:effectLst/>
        </p:spPr>
        <p:txBody>
          <a:bodyPr anchor="ctr"/>
          <a:lstStyle/>
          <a:p>
            <a:pPr algn="ctr" eaLnBrk="1" hangingPunct="1"/>
            <a:r>
              <a:rPr lang="en-US" altLang="zh-CN" sz="1600" kern="0" dirty="0">
                <a:solidFill>
                  <a:prstClr val="white"/>
                </a:solidFill>
                <a:ea typeface="微软雅黑"/>
                <a:cs typeface="Arial" pitchFamily="34" charset="0"/>
              </a:rPr>
              <a:t>2</a:t>
            </a:r>
            <a:endParaRPr lang="zh-CN" altLang="en-US" sz="1600" kern="0" dirty="0">
              <a:solidFill>
                <a:prstClr val="white"/>
              </a:solidFill>
              <a:ea typeface="微软雅黑"/>
              <a:cs typeface="Arial" pitchFamily="34" charset="0"/>
            </a:endParaRPr>
          </a:p>
        </p:txBody>
      </p:sp>
      <p:grpSp>
        <p:nvGrpSpPr>
          <p:cNvPr id="229" name="组合 228">
            <a:extLst>
              <a:ext uri="{FF2B5EF4-FFF2-40B4-BE49-F238E27FC236}">
                <a16:creationId xmlns:a16="http://schemas.microsoft.com/office/drawing/2014/main" id="{03F9A256-DF10-4BBA-9ACA-BD2F7842F1AE}"/>
              </a:ext>
            </a:extLst>
          </p:cNvPr>
          <p:cNvGrpSpPr/>
          <p:nvPr/>
        </p:nvGrpSpPr>
        <p:grpSpPr>
          <a:xfrm>
            <a:off x="1755590" y="1780389"/>
            <a:ext cx="2400227" cy="250903"/>
            <a:chOff x="3615216" y="1195215"/>
            <a:chExt cx="2400227" cy="250903"/>
          </a:xfrm>
        </p:grpSpPr>
        <p:sp>
          <p:nvSpPr>
            <p:cNvPr id="230" name="矩形 229">
              <a:extLst>
                <a:ext uri="{FF2B5EF4-FFF2-40B4-BE49-F238E27FC236}">
                  <a16:creationId xmlns:a16="http://schemas.microsoft.com/office/drawing/2014/main" id="{DEC3D0CD-328A-470F-99FD-8CD2E5B2B6C7}"/>
                </a:ext>
              </a:extLst>
            </p:cNvPr>
            <p:cNvSpPr/>
            <p:nvPr/>
          </p:nvSpPr>
          <p:spPr>
            <a:xfrm>
              <a:off x="5213663" y="1195270"/>
              <a:ext cx="801780" cy="250848"/>
            </a:xfrm>
            <a:prstGeom prst="rect">
              <a:avLst/>
            </a:prstGeom>
            <a:solidFill>
              <a:srgbClr val="FFC000">
                <a:lumMod val="20000"/>
                <a:lumOff val="80000"/>
              </a:srgbClr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rPr>
                <a:t>2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微软雅黑"/>
                <a:cs typeface="Arial" pitchFamily="34" charset="0"/>
              </a:endParaRPr>
            </a:p>
          </p:txBody>
        </p:sp>
        <p:sp>
          <p:nvSpPr>
            <p:cNvPr id="231" name="矩形 230">
              <a:extLst>
                <a:ext uri="{FF2B5EF4-FFF2-40B4-BE49-F238E27FC236}">
                  <a16:creationId xmlns:a16="http://schemas.microsoft.com/office/drawing/2014/main" id="{818BC579-7832-4D1F-AC8D-3FDD348DF67E}"/>
                </a:ext>
              </a:extLst>
            </p:cNvPr>
            <p:cNvSpPr/>
            <p:nvPr/>
          </p:nvSpPr>
          <p:spPr>
            <a:xfrm>
              <a:off x="3615216" y="1195215"/>
              <a:ext cx="1592645" cy="250848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微软雅黑"/>
                  <a:cs typeface="Arial" pitchFamily="34" charset="0"/>
                </a:rPr>
                <a:t>666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232" name="组合 231">
            <a:extLst>
              <a:ext uri="{FF2B5EF4-FFF2-40B4-BE49-F238E27FC236}">
                <a16:creationId xmlns:a16="http://schemas.microsoft.com/office/drawing/2014/main" id="{1E360C2F-D512-4747-828A-46F92E83D42C}"/>
              </a:ext>
            </a:extLst>
          </p:cNvPr>
          <p:cNvGrpSpPr/>
          <p:nvPr/>
        </p:nvGrpSpPr>
        <p:grpSpPr>
          <a:xfrm>
            <a:off x="2494748" y="6014639"/>
            <a:ext cx="1000569" cy="774617"/>
            <a:chOff x="4354374" y="5429465"/>
            <a:chExt cx="1000569" cy="774617"/>
          </a:xfrm>
        </p:grpSpPr>
        <p:sp>
          <p:nvSpPr>
            <p:cNvPr id="233" name="文本框 232">
              <a:extLst>
                <a:ext uri="{FF2B5EF4-FFF2-40B4-BE49-F238E27FC236}">
                  <a16:creationId xmlns:a16="http://schemas.microsoft.com/office/drawing/2014/main" id="{D736DC0E-E0EE-42F6-A95B-AAF225607316}"/>
                </a:ext>
              </a:extLst>
            </p:cNvPr>
            <p:cNvSpPr txBox="1"/>
            <p:nvPr/>
          </p:nvSpPr>
          <p:spPr>
            <a:xfrm>
              <a:off x="4472970" y="5896305"/>
              <a:ext cx="8819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1" hangingPunct="1"/>
              <a:r>
                <a:rPr lang="en-US" altLang="zh-CN" sz="1400" b="1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Hit/miss</a:t>
              </a:r>
              <a:endParaRPr lang="zh-CN" altLang="en-US" sz="1400" b="1" i="1" dirty="0">
                <a:solidFill>
                  <a:srgbClr val="000000"/>
                </a:solidFill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234" name="直接连接符 233">
              <a:extLst>
                <a:ext uri="{FF2B5EF4-FFF2-40B4-BE49-F238E27FC236}">
                  <a16:creationId xmlns:a16="http://schemas.microsoft.com/office/drawing/2014/main" id="{CDFF9AB4-6B32-4C79-97E6-E4BEF67FDF4A}"/>
                </a:ext>
              </a:extLst>
            </p:cNvPr>
            <p:cNvCxnSpPr>
              <a:cxnSpLocks/>
            </p:cNvCxnSpPr>
            <p:nvPr/>
          </p:nvCxnSpPr>
          <p:spPr>
            <a:xfrm>
              <a:off x="4354374" y="5429465"/>
              <a:ext cx="9525" cy="620728"/>
            </a:xfrm>
            <a:prstGeom prst="line">
              <a:avLst/>
            </a:prstGeom>
            <a:noFill/>
            <a:ln w="12700" cap="flat" cmpd="sng" algn="ctr">
              <a:solidFill>
                <a:srgbClr val="333333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</p:grpSp>
      <p:grpSp>
        <p:nvGrpSpPr>
          <p:cNvPr id="235" name="组合 234">
            <a:extLst>
              <a:ext uri="{FF2B5EF4-FFF2-40B4-BE49-F238E27FC236}">
                <a16:creationId xmlns:a16="http://schemas.microsoft.com/office/drawing/2014/main" id="{D44BB39B-AB14-48EB-A945-1CDEA8CCE66F}"/>
              </a:ext>
            </a:extLst>
          </p:cNvPr>
          <p:cNvGrpSpPr/>
          <p:nvPr/>
        </p:nvGrpSpPr>
        <p:grpSpPr>
          <a:xfrm>
            <a:off x="7872766" y="3454043"/>
            <a:ext cx="1271031" cy="1748398"/>
            <a:chOff x="9732392" y="2868869"/>
            <a:chExt cx="1271031" cy="1748398"/>
          </a:xfrm>
        </p:grpSpPr>
        <p:cxnSp>
          <p:nvCxnSpPr>
            <p:cNvPr id="236" name="直接连接符 235">
              <a:extLst>
                <a:ext uri="{FF2B5EF4-FFF2-40B4-BE49-F238E27FC236}">
                  <a16:creationId xmlns:a16="http://schemas.microsoft.com/office/drawing/2014/main" id="{A2A04BF4-63A7-402C-97D6-57A204F48006}"/>
                </a:ext>
              </a:extLst>
            </p:cNvPr>
            <p:cNvCxnSpPr/>
            <p:nvPr/>
          </p:nvCxnSpPr>
          <p:spPr>
            <a:xfrm rot="16200000">
              <a:off x="10569332" y="3616415"/>
              <a:ext cx="0" cy="292376"/>
            </a:xfrm>
            <a:prstGeom prst="line">
              <a:avLst/>
            </a:prstGeom>
            <a:noFill/>
            <a:ln w="38100" cap="flat" cmpd="sng" algn="ctr">
              <a:solidFill>
                <a:srgbClr val="1FB965"/>
              </a:solidFill>
              <a:prstDash val="solid"/>
              <a:miter lim="800000"/>
              <a:tailEnd type="triangle"/>
            </a:ln>
            <a:effectLst/>
          </p:spPr>
        </p:cxnSp>
        <p:grpSp>
          <p:nvGrpSpPr>
            <p:cNvPr id="237" name="组合 236">
              <a:extLst>
                <a:ext uri="{FF2B5EF4-FFF2-40B4-BE49-F238E27FC236}">
                  <a16:creationId xmlns:a16="http://schemas.microsoft.com/office/drawing/2014/main" id="{AB9D5A92-70D3-41E8-8B15-CF79EA83249F}"/>
                </a:ext>
              </a:extLst>
            </p:cNvPr>
            <p:cNvGrpSpPr/>
            <p:nvPr/>
          </p:nvGrpSpPr>
          <p:grpSpPr>
            <a:xfrm>
              <a:off x="9814714" y="3755603"/>
              <a:ext cx="316538" cy="156470"/>
              <a:chOff x="7766536" y="3910901"/>
              <a:chExt cx="287198" cy="141967"/>
            </a:xfrm>
          </p:grpSpPr>
          <p:cxnSp>
            <p:nvCxnSpPr>
              <p:cNvPr id="247" name="直接连接符 246">
                <a:extLst>
                  <a:ext uri="{FF2B5EF4-FFF2-40B4-BE49-F238E27FC236}">
                    <a16:creationId xmlns:a16="http://schemas.microsoft.com/office/drawing/2014/main" id="{1A09366B-A96A-4161-9646-4C54155733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66536" y="3910901"/>
                <a:ext cx="0" cy="141967"/>
              </a:xfrm>
              <a:prstGeom prst="line">
                <a:avLst/>
              </a:prstGeom>
              <a:solidFill>
                <a:sysClr val="window" lastClr="FFFFFF"/>
              </a:solidFill>
              <a:ln w="38100" cap="sq">
                <a:solidFill>
                  <a:srgbClr val="1FB96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248" name="直接连接符 247">
                <a:extLst>
                  <a:ext uri="{FF2B5EF4-FFF2-40B4-BE49-F238E27FC236}">
                    <a16:creationId xmlns:a16="http://schemas.microsoft.com/office/drawing/2014/main" id="{A4C1C875-DF5B-470D-B7AE-6B59DE5B2C20}"/>
                  </a:ext>
                </a:extLst>
              </p:cNvPr>
              <p:cNvCxnSpPr/>
              <p:nvPr/>
            </p:nvCxnSpPr>
            <p:spPr>
              <a:xfrm flipH="1">
                <a:off x="7766536" y="4052868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38100" cap="sq">
                <a:solidFill>
                  <a:srgbClr val="1FB965"/>
                </a:solidFill>
                <a:miter lim="800000"/>
                <a:headEnd/>
                <a:tailEnd type="none" w="lg" len="lg"/>
              </a:ln>
            </p:spPr>
          </p:cxnSp>
        </p:grpSp>
        <p:sp>
          <p:nvSpPr>
            <p:cNvPr id="238" name="文本框 237">
              <a:extLst>
                <a:ext uri="{FF2B5EF4-FFF2-40B4-BE49-F238E27FC236}">
                  <a16:creationId xmlns:a16="http://schemas.microsoft.com/office/drawing/2014/main" id="{16024686-7C9A-49A2-9E19-8356DA84E717}"/>
                </a:ext>
              </a:extLst>
            </p:cNvPr>
            <p:cNvSpPr txBox="1"/>
            <p:nvPr/>
          </p:nvSpPr>
          <p:spPr>
            <a:xfrm rot="16200000">
              <a:off x="10485248" y="3670774"/>
              <a:ext cx="814125" cy="222225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字输出</a:t>
              </a:r>
            </a:p>
          </p:txBody>
        </p:sp>
        <p:sp>
          <p:nvSpPr>
            <p:cNvPr id="239" name="矩形 238">
              <a:extLst>
                <a:ext uri="{FF2B5EF4-FFF2-40B4-BE49-F238E27FC236}">
                  <a16:creationId xmlns:a16="http://schemas.microsoft.com/office/drawing/2014/main" id="{4FDE274F-C4C1-4C9E-8344-8B79629A2D8E}"/>
                </a:ext>
              </a:extLst>
            </p:cNvPr>
            <p:cNvSpPr/>
            <p:nvPr/>
          </p:nvSpPr>
          <p:spPr>
            <a:xfrm>
              <a:off x="9732392" y="3016213"/>
              <a:ext cx="452586" cy="274803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0</a:t>
              </a:r>
            </a:p>
          </p:txBody>
        </p:sp>
        <p:sp>
          <p:nvSpPr>
            <p:cNvPr id="240" name="矩形 239">
              <a:extLst>
                <a:ext uri="{FF2B5EF4-FFF2-40B4-BE49-F238E27FC236}">
                  <a16:creationId xmlns:a16="http://schemas.microsoft.com/office/drawing/2014/main" id="{55189029-A135-4303-BBB8-714E8AAEA881}"/>
                </a:ext>
              </a:extLst>
            </p:cNvPr>
            <p:cNvSpPr/>
            <p:nvPr/>
          </p:nvSpPr>
          <p:spPr>
            <a:xfrm>
              <a:off x="9741950" y="3361277"/>
              <a:ext cx="452586" cy="274803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1</a:t>
              </a:r>
            </a:p>
          </p:txBody>
        </p:sp>
        <p:sp>
          <p:nvSpPr>
            <p:cNvPr id="241" name="矩形 240">
              <a:extLst>
                <a:ext uri="{FF2B5EF4-FFF2-40B4-BE49-F238E27FC236}">
                  <a16:creationId xmlns:a16="http://schemas.microsoft.com/office/drawing/2014/main" id="{F87B5236-7960-4778-BB4B-DBF1B0615CD0}"/>
                </a:ext>
              </a:extLst>
            </p:cNvPr>
            <p:cNvSpPr/>
            <p:nvPr/>
          </p:nvSpPr>
          <p:spPr>
            <a:xfrm>
              <a:off x="9743250" y="3687634"/>
              <a:ext cx="452586" cy="274803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2</a:t>
              </a:r>
            </a:p>
          </p:txBody>
        </p:sp>
        <p:sp>
          <p:nvSpPr>
            <p:cNvPr id="242" name="矩形 241">
              <a:extLst>
                <a:ext uri="{FF2B5EF4-FFF2-40B4-BE49-F238E27FC236}">
                  <a16:creationId xmlns:a16="http://schemas.microsoft.com/office/drawing/2014/main" id="{6DE52D21-29EF-4F5D-B040-12ED83CE2DBB}"/>
                </a:ext>
              </a:extLst>
            </p:cNvPr>
            <p:cNvSpPr/>
            <p:nvPr/>
          </p:nvSpPr>
          <p:spPr>
            <a:xfrm>
              <a:off x="9743909" y="4011952"/>
              <a:ext cx="452586" cy="274803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3</a:t>
              </a:r>
            </a:p>
          </p:txBody>
        </p:sp>
        <p:grpSp>
          <p:nvGrpSpPr>
            <p:cNvPr id="243" name="组合 242">
              <a:extLst>
                <a:ext uri="{FF2B5EF4-FFF2-40B4-BE49-F238E27FC236}">
                  <a16:creationId xmlns:a16="http://schemas.microsoft.com/office/drawing/2014/main" id="{4C22D672-978B-41A3-8B57-700EBFCD3FB1}"/>
                </a:ext>
              </a:extLst>
            </p:cNvPr>
            <p:cNvGrpSpPr/>
            <p:nvPr/>
          </p:nvGrpSpPr>
          <p:grpSpPr>
            <a:xfrm>
              <a:off x="10143408" y="2868869"/>
              <a:ext cx="407560" cy="1748398"/>
              <a:chOff x="8088601" y="3262692"/>
              <a:chExt cx="324657" cy="1288723"/>
            </a:xfrm>
          </p:grpSpPr>
          <p:sp>
            <p:nvSpPr>
              <p:cNvPr id="245" name="梯形 244">
                <a:extLst>
                  <a:ext uri="{FF2B5EF4-FFF2-40B4-BE49-F238E27FC236}">
                    <a16:creationId xmlns:a16="http://schemas.microsoft.com/office/drawing/2014/main" id="{684436CB-50E4-4EDF-B550-0CD62D1DA530}"/>
                  </a:ext>
                </a:extLst>
              </p:cNvPr>
              <p:cNvSpPr/>
              <p:nvPr/>
            </p:nvSpPr>
            <p:spPr>
              <a:xfrm rot="5400000">
                <a:off x="7570153" y="3781140"/>
                <a:ext cx="1288723" cy="251827"/>
              </a:xfrm>
              <a:prstGeom prst="trapezoid">
                <a:avLst>
                  <a:gd name="adj" fmla="val 72150"/>
                </a:avLst>
              </a:prstGeom>
              <a:solidFill>
                <a:srgbClr val="FFC000">
                  <a:lumMod val="20000"/>
                  <a:lumOff val="80000"/>
                </a:srgbClr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246" name="文本框 245">
                <a:extLst>
                  <a:ext uri="{FF2B5EF4-FFF2-40B4-BE49-F238E27FC236}">
                    <a16:creationId xmlns:a16="http://schemas.microsoft.com/office/drawing/2014/main" id="{F569C98C-F042-499D-8CE1-9CC38BAB7ED5}"/>
                  </a:ext>
                </a:extLst>
              </p:cNvPr>
              <p:cNvSpPr txBox="1"/>
              <p:nvPr/>
            </p:nvSpPr>
            <p:spPr>
              <a:xfrm rot="16200000">
                <a:off x="7959329" y="3812431"/>
                <a:ext cx="600082" cy="307777"/>
              </a:xfrm>
              <a:prstGeom prst="rect">
                <a:avLst/>
              </a:prstGeom>
              <a:noFill/>
            </p:spPr>
            <p:txBody>
              <a:bodyPr vert="eaVert"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字选择</a:t>
                </a:r>
              </a:p>
            </p:txBody>
          </p:sp>
        </p:grpSp>
        <p:sp>
          <p:nvSpPr>
            <p:cNvPr id="244" name="矩形 243">
              <a:extLst>
                <a:ext uri="{FF2B5EF4-FFF2-40B4-BE49-F238E27FC236}">
                  <a16:creationId xmlns:a16="http://schemas.microsoft.com/office/drawing/2014/main" id="{7AD64C2C-3C6F-4C81-B017-BFCC544E1FFA}"/>
                </a:ext>
              </a:extLst>
            </p:cNvPr>
            <p:cNvSpPr/>
            <p:nvPr/>
          </p:nvSpPr>
          <p:spPr>
            <a:xfrm>
              <a:off x="9994569" y="4208096"/>
              <a:ext cx="521057" cy="250203"/>
            </a:xfrm>
            <a:prstGeom prst="rect">
              <a:avLst/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OE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725789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500"/>
                            </p:stCondLst>
                            <p:childTnLst>
                              <p:par>
                                <p:cTn id="10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1000"/>
                            </p:stCondLst>
                            <p:childTnLst>
                              <p:par>
                                <p:cTn id="10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 animBg="1"/>
      <p:bldP spid="228" grpId="0" animBg="1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>
            <a:extLst>
              <a:ext uri="{FF2B5EF4-FFF2-40B4-BE49-F238E27FC236}">
                <a16:creationId xmlns:a16="http://schemas.microsoft.com/office/drawing/2014/main" id="{AA00A818-48E8-4564-85E6-16AC4C3F8296}"/>
              </a:ext>
            </a:extLst>
          </p:cNvPr>
          <p:cNvSpPr/>
          <p:nvPr/>
        </p:nvSpPr>
        <p:spPr>
          <a:xfrm>
            <a:off x="539445" y="1939745"/>
            <a:ext cx="1881557" cy="3295758"/>
          </a:xfrm>
          <a:prstGeom prst="rect">
            <a:avLst/>
          </a:prstGeom>
          <a:solidFill>
            <a:srgbClr val="33CC33">
              <a:alpha val="21000"/>
            </a:srgbClr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eaLnBrk="1" hangingPunct="1">
              <a:defRPr/>
            </a:pPr>
            <a:endParaRPr lang="en-US" altLang="zh-CN" sz="4800" b="1" kern="0" dirty="0">
              <a:solidFill>
                <a:srgbClr val="7030A0"/>
              </a:solidFill>
              <a:latin typeface="微软雅黑"/>
              <a:ea typeface="微软雅黑"/>
            </a:endParaRPr>
          </a:p>
          <a:p>
            <a:pPr algn="ctr" eaLnBrk="1" hangingPunct="1">
              <a:defRPr/>
            </a:pPr>
            <a:endParaRPr lang="en-US" altLang="zh-CN" sz="4800" b="1" kern="0" dirty="0">
              <a:solidFill>
                <a:srgbClr val="7030A0"/>
              </a:solidFill>
              <a:latin typeface="微软雅黑"/>
              <a:ea typeface="微软雅黑"/>
            </a:endParaRPr>
          </a:p>
          <a:p>
            <a:pPr algn="ctr" eaLnBrk="1" hangingPunct="1">
              <a:defRPr/>
            </a:pPr>
            <a:endParaRPr lang="en-US" altLang="zh-CN" sz="4800" b="1" kern="0" dirty="0">
              <a:solidFill>
                <a:srgbClr val="7030A0"/>
              </a:solidFill>
              <a:latin typeface="微软雅黑"/>
              <a:ea typeface="微软雅黑"/>
            </a:endParaRPr>
          </a:p>
          <a:p>
            <a:pPr algn="ctr" eaLnBrk="1" hangingPunct="1">
              <a:defRPr/>
            </a:pPr>
            <a:endParaRPr lang="en-US" altLang="zh-CN" sz="4800" b="1" kern="0" dirty="0">
              <a:solidFill>
                <a:srgbClr val="7030A0"/>
              </a:solidFill>
              <a:latin typeface="微软雅黑"/>
              <a:ea typeface="微软雅黑"/>
            </a:endParaRPr>
          </a:p>
          <a:p>
            <a:pPr algn="ctr" eaLnBrk="1" hangingPunct="1">
              <a:defRPr/>
            </a:pPr>
            <a:endParaRPr lang="en-US" altLang="zh-CN" sz="4800" b="1" kern="0" dirty="0">
              <a:solidFill>
                <a:srgbClr val="7030A0"/>
              </a:solidFill>
              <a:latin typeface="微软雅黑"/>
              <a:ea typeface="微软雅黑"/>
            </a:endParaRP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8C85104C-008F-4FE0-B8F5-8306385EF206}"/>
              </a:ext>
            </a:extLst>
          </p:cNvPr>
          <p:cNvGrpSpPr/>
          <p:nvPr/>
        </p:nvGrpSpPr>
        <p:grpSpPr>
          <a:xfrm>
            <a:off x="6639624" y="1911976"/>
            <a:ext cx="607552" cy="378508"/>
            <a:chOff x="6944101" y="2283225"/>
            <a:chExt cx="607552" cy="378508"/>
          </a:xfrm>
        </p:grpSpPr>
        <p:sp>
          <p:nvSpPr>
            <p:cNvPr id="7" name="等腰三角形 6">
              <a:extLst>
                <a:ext uri="{FF2B5EF4-FFF2-40B4-BE49-F238E27FC236}">
                  <a16:creationId xmlns:a16="http://schemas.microsoft.com/office/drawing/2014/main" id="{DB320C26-41D4-48FD-9366-1BAD53D542D1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8" name="直接连接符 7">
              <a:extLst>
                <a:ext uri="{FF2B5EF4-FFF2-40B4-BE49-F238E27FC236}">
                  <a16:creationId xmlns:a16="http://schemas.microsoft.com/office/drawing/2014/main" id="{517DDAC4-66D1-4E99-84E0-32DC3C398E42}"/>
                </a:ext>
              </a:extLst>
            </p:cNvPr>
            <p:cNvCxnSpPr>
              <a:endCxn id="7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9" name="直接连接符 8">
              <a:extLst>
                <a:ext uri="{FF2B5EF4-FFF2-40B4-BE49-F238E27FC236}">
                  <a16:creationId xmlns:a16="http://schemas.microsoft.com/office/drawing/2014/main" id="{D3033484-A6D4-4CB8-B1BC-F0955F38E992}"/>
                </a:ext>
              </a:extLst>
            </p:cNvPr>
            <p:cNvCxnSpPr>
              <a:stCxn id="7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10" name="直接连接符 9">
              <a:extLst>
                <a:ext uri="{FF2B5EF4-FFF2-40B4-BE49-F238E27FC236}">
                  <a16:creationId xmlns:a16="http://schemas.microsoft.com/office/drawing/2014/main" id="{1D6FC06B-8127-4E4F-AF60-3D70C0545A6E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0496F077-BC00-48C4-B857-3B32F5A64A2B}"/>
                </a:ext>
              </a:extLst>
            </p:cNvPr>
            <p:cNvSpPr txBox="1"/>
            <p:nvPr/>
          </p:nvSpPr>
          <p:spPr>
            <a:xfrm>
              <a:off x="7211495" y="2283225"/>
              <a:ext cx="3401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L0</a:t>
              </a:r>
              <a:endParaRPr kumimoji="0" lang="zh-CN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sp>
        <p:nvSpPr>
          <p:cNvPr id="12" name="标题 1">
            <a:extLst>
              <a:ext uri="{FF2B5EF4-FFF2-40B4-BE49-F238E27FC236}">
                <a16:creationId xmlns:a16="http://schemas.microsoft.com/office/drawing/2014/main" id="{4E63B214-1A69-43AF-A34D-172588068323}"/>
              </a:ext>
            </a:extLst>
          </p:cNvPr>
          <p:cNvSpPr txBox="1">
            <a:spLocks/>
          </p:cNvSpPr>
          <p:nvPr/>
        </p:nvSpPr>
        <p:spPr>
          <a:xfrm>
            <a:off x="-29006" y="0"/>
            <a:ext cx="7781803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1.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全相联映射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—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数据访问过程举例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117CB2C6-3066-4151-A9E1-A8098888EA14}"/>
              </a:ext>
            </a:extLst>
          </p:cNvPr>
          <p:cNvSpPr/>
          <p:nvPr/>
        </p:nvSpPr>
        <p:spPr>
          <a:xfrm>
            <a:off x="482076" y="1794663"/>
            <a:ext cx="791369" cy="217488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有效位</a:t>
            </a: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77F40CFC-6CD4-4D47-9F31-796835CF663C}"/>
              </a:ext>
            </a:extLst>
          </p:cNvPr>
          <p:cNvSpPr/>
          <p:nvPr/>
        </p:nvSpPr>
        <p:spPr>
          <a:xfrm>
            <a:off x="1274163" y="1790614"/>
            <a:ext cx="558910" cy="227012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TAG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45E5DD7D-4840-4F31-8E9C-35D9B593A297}"/>
              </a:ext>
            </a:extLst>
          </p:cNvPr>
          <p:cNvSpPr/>
          <p:nvPr/>
        </p:nvSpPr>
        <p:spPr>
          <a:xfrm>
            <a:off x="4179847" y="1782312"/>
            <a:ext cx="1678225" cy="227012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数据块副本缓冲区</a:t>
            </a:r>
          </a:p>
        </p:txBody>
      </p:sp>
      <p:grpSp>
        <p:nvGrpSpPr>
          <p:cNvPr id="16" name="组合 15">
            <a:extLst>
              <a:ext uri="{FF2B5EF4-FFF2-40B4-BE49-F238E27FC236}">
                <a16:creationId xmlns:a16="http://schemas.microsoft.com/office/drawing/2014/main" id="{F25F2C35-297E-495C-9E69-EEE062D336A0}"/>
              </a:ext>
            </a:extLst>
          </p:cNvPr>
          <p:cNvGrpSpPr/>
          <p:nvPr/>
        </p:nvGrpSpPr>
        <p:grpSpPr>
          <a:xfrm>
            <a:off x="3985863" y="1377619"/>
            <a:ext cx="3975080" cy="1635644"/>
            <a:chOff x="5508104" y="1477646"/>
            <a:chExt cx="2952328" cy="1564138"/>
          </a:xfrm>
        </p:grpSpPr>
        <p:cxnSp>
          <p:nvCxnSpPr>
            <p:cNvPr id="17" name="直接连接符 16">
              <a:extLst>
                <a:ext uri="{FF2B5EF4-FFF2-40B4-BE49-F238E27FC236}">
                  <a16:creationId xmlns:a16="http://schemas.microsoft.com/office/drawing/2014/main" id="{06366DF4-1262-4DC1-B552-F304F7086240}"/>
                </a:ext>
              </a:extLst>
            </p:cNvPr>
            <p:cNvCxnSpPr/>
            <p:nvPr/>
          </p:nvCxnSpPr>
          <p:spPr>
            <a:xfrm>
              <a:off x="5508104" y="1477646"/>
              <a:ext cx="2952328" cy="0"/>
            </a:xfrm>
            <a:prstGeom prst="line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B2503AD3-2085-4BA3-BB81-E3A0F636F2CF}"/>
                </a:ext>
              </a:extLst>
            </p:cNvPr>
            <p:cNvCxnSpPr/>
            <p:nvPr/>
          </p:nvCxnSpPr>
          <p:spPr>
            <a:xfrm>
              <a:off x="8460432" y="1484784"/>
              <a:ext cx="0" cy="1557000"/>
            </a:xfrm>
            <a:prstGeom prst="line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</p:grpSp>
      <p:sp>
        <p:nvSpPr>
          <p:cNvPr id="19" name="矩形 18">
            <a:extLst>
              <a:ext uri="{FF2B5EF4-FFF2-40B4-BE49-F238E27FC236}">
                <a16:creationId xmlns:a16="http://schemas.microsoft.com/office/drawing/2014/main" id="{344D72B3-37E7-4AEA-93B1-5B922214AEC1}"/>
              </a:ext>
            </a:extLst>
          </p:cNvPr>
          <p:cNvSpPr/>
          <p:nvPr/>
        </p:nvSpPr>
        <p:spPr>
          <a:xfrm>
            <a:off x="645323" y="2030325"/>
            <a:ext cx="1605616" cy="338412"/>
          </a:xfrm>
          <a:prstGeom prst="rect">
            <a:avLst/>
          </a:prstGeom>
          <a:solidFill>
            <a:srgbClr val="E7E6E6">
              <a:lumMod val="40000"/>
              <a:lumOff val="60000"/>
            </a:srgbClr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20" name="组合 19">
            <a:extLst>
              <a:ext uri="{FF2B5EF4-FFF2-40B4-BE49-F238E27FC236}">
                <a16:creationId xmlns:a16="http://schemas.microsoft.com/office/drawing/2014/main" id="{65E18040-1B60-44AE-B468-5E63690234B8}"/>
              </a:ext>
            </a:extLst>
          </p:cNvPr>
          <p:cNvGrpSpPr/>
          <p:nvPr/>
        </p:nvGrpSpPr>
        <p:grpSpPr>
          <a:xfrm>
            <a:off x="3473001" y="2032829"/>
            <a:ext cx="3168352" cy="338412"/>
            <a:chOff x="4355976" y="2130352"/>
            <a:chExt cx="3168352" cy="338412"/>
          </a:xfrm>
        </p:grpSpPr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0927F9F9-7234-44CE-A13F-EAC627E97B43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E7E6E6">
                <a:lumMod val="40000"/>
                <a:lumOff val="60000"/>
              </a:srgbClr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2" name="矩形 21">
              <a:extLst>
                <a:ext uri="{FF2B5EF4-FFF2-40B4-BE49-F238E27FC236}">
                  <a16:creationId xmlns:a16="http://schemas.microsoft.com/office/drawing/2014/main" id="{E5952157-660A-4CDD-897C-A0C40F8270D4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C08E07D7-4D5C-4E85-A17E-852FF8362953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4" name="矩形 23">
              <a:extLst>
                <a:ext uri="{FF2B5EF4-FFF2-40B4-BE49-F238E27FC236}">
                  <a16:creationId xmlns:a16="http://schemas.microsoft.com/office/drawing/2014/main" id="{B5FCC7F9-2234-4562-9153-3E6482FEFEBD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5" name="矩形 24">
              <a:extLst>
                <a:ext uri="{FF2B5EF4-FFF2-40B4-BE49-F238E27FC236}">
                  <a16:creationId xmlns:a16="http://schemas.microsoft.com/office/drawing/2014/main" id="{134D3676-560E-4CD9-B8E8-650AE55251FF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26" name="矩形 25">
            <a:extLst>
              <a:ext uri="{FF2B5EF4-FFF2-40B4-BE49-F238E27FC236}">
                <a16:creationId xmlns:a16="http://schemas.microsoft.com/office/drawing/2014/main" id="{CD96A3C3-EF46-4DC8-A16E-6B5A2E1EC175}"/>
              </a:ext>
            </a:extLst>
          </p:cNvPr>
          <p:cNvSpPr/>
          <p:nvPr/>
        </p:nvSpPr>
        <p:spPr>
          <a:xfrm>
            <a:off x="1016432" y="2092586"/>
            <a:ext cx="116446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12642310-0CB3-413E-99C7-028F1F44DC00}"/>
              </a:ext>
            </a:extLst>
          </p:cNvPr>
          <p:cNvSpPr/>
          <p:nvPr/>
        </p:nvSpPr>
        <p:spPr>
          <a:xfrm>
            <a:off x="717331" y="2094520"/>
            <a:ext cx="22709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FF6600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0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A80B0624-CC87-4FDC-BBA5-A98ACA525FA9}"/>
              </a:ext>
            </a:extLst>
          </p:cNvPr>
          <p:cNvSpPr/>
          <p:nvPr/>
        </p:nvSpPr>
        <p:spPr>
          <a:xfrm>
            <a:off x="645323" y="2417681"/>
            <a:ext cx="1605616" cy="338412"/>
          </a:xfrm>
          <a:prstGeom prst="rect">
            <a:avLst/>
          </a:prstGeom>
          <a:solidFill>
            <a:srgbClr val="E7E6E6">
              <a:lumMod val="40000"/>
              <a:lumOff val="60000"/>
            </a:srgbClr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29" name="组合 28">
            <a:extLst>
              <a:ext uri="{FF2B5EF4-FFF2-40B4-BE49-F238E27FC236}">
                <a16:creationId xmlns:a16="http://schemas.microsoft.com/office/drawing/2014/main" id="{029E7C15-90B1-400B-934A-2E13013FCF18}"/>
              </a:ext>
            </a:extLst>
          </p:cNvPr>
          <p:cNvGrpSpPr/>
          <p:nvPr/>
        </p:nvGrpSpPr>
        <p:grpSpPr>
          <a:xfrm>
            <a:off x="3473001" y="2420185"/>
            <a:ext cx="3168352" cy="338412"/>
            <a:chOff x="4355976" y="2130352"/>
            <a:chExt cx="3168352" cy="338412"/>
          </a:xfrm>
        </p:grpSpPr>
        <p:sp>
          <p:nvSpPr>
            <p:cNvPr id="30" name="矩形 29">
              <a:extLst>
                <a:ext uri="{FF2B5EF4-FFF2-40B4-BE49-F238E27FC236}">
                  <a16:creationId xmlns:a16="http://schemas.microsoft.com/office/drawing/2014/main" id="{069BE962-534F-47D4-BEC6-44DE56A52918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E7E6E6">
                <a:lumMod val="40000"/>
                <a:lumOff val="60000"/>
              </a:srgbClr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31" name="矩形 30">
              <a:extLst>
                <a:ext uri="{FF2B5EF4-FFF2-40B4-BE49-F238E27FC236}">
                  <a16:creationId xmlns:a16="http://schemas.microsoft.com/office/drawing/2014/main" id="{174B585A-6B19-4F41-82DF-E4FCE1177481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32" name="矩形 31">
              <a:extLst>
                <a:ext uri="{FF2B5EF4-FFF2-40B4-BE49-F238E27FC236}">
                  <a16:creationId xmlns:a16="http://schemas.microsoft.com/office/drawing/2014/main" id="{ED177830-7AF1-4232-87CA-6EDB162BE2E3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33" name="矩形 32">
              <a:extLst>
                <a:ext uri="{FF2B5EF4-FFF2-40B4-BE49-F238E27FC236}">
                  <a16:creationId xmlns:a16="http://schemas.microsoft.com/office/drawing/2014/main" id="{49D4DD5B-1319-48E3-A9E3-A41C9B72F505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34" name="矩形 33">
              <a:extLst>
                <a:ext uri="{FF2B5EF4-FFF2-40B4-BE49-F238E27FC236}">
                  <a16:creationId xmlns:a16="http://schemas.microsoft.com/office/drawing/2014/main" id="{65C80A14-2F43-458F-B3BF-A4EE27096830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35" name="矩形 34">
            <a:extLst>
              <a:ext uri="{FF2B5EF4-FFF2-40B4-BE49-F238E27FC236}">
                <a16:creationId xmlns:a16="http://schemas.microsoft.com/office/drawing/2014/main" id="{5989A765-9115-4192-BB8A-0C91A937A1A1}"/>
              </a:ext>
            </a:extLst>
          </p:cNvPr>
          <p:cNvSpPr/>
          <p:nvPr/>
        </p:nvSpPr>
        <p:spPr>
          <a:xfrm>
            <a:off x="1016432" y="2479942"/>
            <a:ext cx="116446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8B6A9287-CC04-4D5B-9BF2-50AC446E9F06}"/>
              </a:ext>
            </a:extLst>
          </p:cNvPr>
          <p:cNvSpPr/>
          <p:nvPr/>
        </p:nvSpPr>
        <p:spPr>
          <a:xfrm>
            <a:off x="717331" y="2481876"/>
            <a:ext cx="22709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FF6600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0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D633DC5F-FCBB-4208-8C8E-CF857E6D934B}"/>
              </a:ext>
            </a:extLst>
          </p:cNvPr>
          <p:cNvSpPr/>
          <p:nvPr/>
        </p:nvSpPr>
        <p:spPr>
          <a:xfrm>
            <a:off x="645323" y="2816140"/>
            <a:ext cx="1605616" cy="338412"/>
          </a:xfrm>
          <a:prstGeom prst="rect">
            <a:avLst/>
          </a:prstGeom>
          <a:solidFill>
            <a:srgbClr val="E7E6E6">
              <a:lumMod val="40000"/>
              <a:lumOff val="60000"/>
            </a:srgbClr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38" name="组合 37">
            <a:extLst>
              <a:ext uri="{FF2B5EF4-FFF2-40B4-BE49-F238E27FC236}">
                <a16:creationId xmlns:a16="http://schemas.microsoft.com/office/drawing/2014/main" id="{D5A88E5E-6DC1-45E8-9386-D71A11591542}"/>
              </a:ext>
            </a:extLst>
          </p:cNvPr>
          <p:cNvGrpSpPr/>
          <p:nvPr/>
        </p:nvGrpSpPr>
        <p:grpSpPr>
          <a:xfrm>
            <a:off x="3473001" y="2807541"/>
            <a:ext cx="3168352" cy="338412"/>
            <a:chOff x="4355976" y="2130352"/>
            <a:chExt cx="3168352" cy="338412"/>
          </a:xfrm>
        </p:grpSpPr>
        <p:sp>
          <p:nvSpPr>
            <p:cNvPr id="39" name="矩形 38">
              <a:extLst>
                <a:ext uri="{FF2B5EF4-FFF2-40B4-BE49-F238E27FC236}">
                  <a16:creationId xmlns:a16="http://schemas.microsoft.com/office/drawing/2014/main" id="{9C7D1724-4FFB-48DD-B5E7-CA0E323EABD2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E7E6E6">
                <a:lumMod val="40000"/>
                <a:lumOff val="60000"/>
              </a:srgbClr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40" name="矩形 39">
              <a:extLst>
                <a:ext uri="{FF2B5EF4-FFF2-40B4-BE49-F238E27FC236}">
                  <a16:creationId xmlns:a16="http://schemas.microsoft.com/office/drawing/2014/main" id="{9811688A-6425-4ED4-9FEB-22E1EFC35587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41" name="矩形 40">
              <a:extLst>
                <a:ext uri="{FF2B5EF4-FFF2-40B4-BE49-F238E27FC236}">
                  <a16:creationId xmlns:a16="http://schemas.microsoft.com/office/drawing/2014/main" id="{06DE78EE-27C0-4FEF-9E75-04C92B27B6D4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42" name="矩形 41">
              <a:extLst>
                <a:ext uri="{FF2B5EF4-FFF2-40B4-BE49-F238E27FC236}">
                  <a16:creationId xmlns:a16="http://schemas.microsoft.com/office/drawing/2014/main" id="{6749682B-4673-42A5-B9E8-A7C30CE37ADB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43" name="矩形 42">
              <a:extLst>
                <a:ext uri="{FF2B5EF4-FFF2-40B4-BE49-F238E27FC236}">
                  <a16:creationId xmlns:a16="http://schemas.microsoft.com/office/drawing/2014/main" id="{90092DA2-3F16-4D5E-8D65-3CBCEABADFD9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44" name="矩形 43">
            <a:extLst>
              <a:ext uri="{FF2B5EF4-FFF2-40B4-BE49-F238E27FC236}">
                <a16:creationId xmlns:a16="http://schemas.microsoft.com/office/drawing/2014/main" id="{AF106E51-C1C1-4D04-904E-6BAA7627ED06}"/>
              </a:ext>
            </a:extLst>
          </p:cNvPr>
          <p:cNvSpPr/>
          <p:nvPr/>
        </p:nvSpPr>
        <p:spPr>
          <a:xfrm>
            <a:off x="1016432" y="2878401"/>
            <a:ext cx="116446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45" name="矩形 44">
            <a:extLst>
              <a:ext uri="{FF2B5EF4-FFF2-40B4-BE49-F238E27FC236}">
                <a16:creationId xmlns:a16="http://schemas.microsoft.com/office/drawing/2014/main" id="{F08B6355-F39A-49F7-8355-BE388EB42CBE}"/>
              </a:ext>
            </a:extLst>
          </p:cNvPr>
          <p:cNvSpPr/>
          <p:nvPr/>
        </p:nvSpPr>
        <p:spPr>
          <a:xfrm>
            <a:off x="717331" y="2880335"/>
            <a:ext cx="22709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FF6600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0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03FDDE65-057B-4A0B-A6A1-922387ADE8D1}"/>
              </a:ext>
            </a:extLst>
          </p:cNvPr>
          <p:cNvSpPr/>
          <p:nvPr/>
        </p:nvSpPr>
        <p:spPr>
          <a:xfrm>
            <a:off x="653068" y="3220167"/>
            <a:ext cx="1605616" cy="338412"/>
          </a:xfrm>
          <a:prstGeom prst="rect">
            <a:avLst/>
          </a:prstGeom>
          <a:solidFill>
            <a:srgbClr val="E7E6E6">
              <a:lumMod val="40000"/>
              <a:lumOff val="60000"/>
            </a:srgbClr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5338B32C-256B-48C1-8FF3-9AA32E271B00}"/>
              </a:ext>
            </a:extLst>
          </p:cNvPr>
          <p:cNvGrpSpPr/>
          <p:nvPr/>
        </p:nvGrpSpPr>
        <p:grpSpPr>
          <a:xfrm>
            <a:off x="3473001" y="3194897"/>
            <a:ext cx="3168352" cy="338412"/>
            <a:chOff x="4355976" y="2130352"/>
            <a:chExt cx="3168352" cy="338412"/>
          </a:xfrm>
        </p:grpSpPr>
        <p:sp>
          <p:nvSpPr>
            <p:cNvPr id="48" name="矩形 47">
              <a:extLst>
                <a:ext uri="{FF2B5EF4-FFF2-40B4-BE49-F238E27FC236}">
                  <a16:creationId xmlns:a16="http://schemas.microsoft.com/office/drawing/2014/main" id="{7BF7861F-2999-431E-9161-FA1AF06EF2F8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E7E6E6">
                <a:lumMod val="40000"/>
                <a:lumOff val="60000"/>
              </a:srgbClr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49" name="矩形 48">
              <a:extLst>
                <a:ext uri="{FF2B5EF4-FFF2-40B4-BE49-F238E27FC236}">
                  <a16:creationId xmlns:a16="http://schemas.microsoft.com/office/drawing/2014/main" id="{FF4BDEEE-586E-4EAD-AC09-ECF78F656BDB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50" name="矩形 49">
              <a:extLst>
                <a:ext uri="{FF2B5EF4-FFF2-40B4-BE49-F238E27FC236}">
                  <a16:creationId xmlns:a16="http://schemas.microsoft.com/office/drawing/2014/main" id="{F8DD2C78-53A4-42A0-9CEB-A412BED5C0AC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51" name="矩形 50">
              <a:extLst>
                <a:ext uri="{FF2B5EF4-FFF2-40B4-BE49-F238E27FC236}">
                  <a16:creationId xmlns:a16="http://schemas.microsoft.com/office/drawing/2014/main" id="{5736F1D5-A12C-4DCE-AB3F-86D2FE9D43A3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52" name="矩形 51">
              <a:extLst>
                <a:ext uri="{FF2B5EF4-FFF2-40B4-BE49-F238E27FC236}">
                  <a16:creationId xmlns:a16="http://schemas.microsoft.com/office/drawing/2014/main" id="{1D9EA899-2FDD-4A50-85A1-C4755C73E620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53" name="矩形 52">
            <a:extLst>
              <a:ext uri="{FF2B5EF4-FFF2-40B4-BE49-F238E27FC236}">
                <a16:creationId xmlns:a16="http://schemas.microsoft.com/office/drawing/2014/main" id="{394D05BE-B8BF-4FA6-B717-F8092DFF81EF}"/>
              </a:ext>
            </a:extLst>
          </p:cNvPr>
          <p:cNvSpPr/>
          <p:nvPr/>
        </p:nvSpPr>
        <p:spPr>
          <a:xfrm>
            <a:off x="1024177" y="3282428"/>
            <a:ext cx="116446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54" name="矩形 53">
            <a:extLst>
              <a:ext uri="{FF2B5EF4-FFF2-40B4-BE49-F238E27FC236}">
                <a16:creationId xmlns:a16="http://schemas.microsoft.com/office/drawing/2014/main" id="{1D6B9D8B-C473-4100-8DC5-E9763B9E36DB}"/>
              </a:ext>
            </a:extLst>
          </p:cNvPr>
          <p:cNvSpPr/>
          <p:nvPr/>
        </p:nvSpPr>
        <p:spPr>
          <a:xfrm>
            <a:off x="725076" y="3284362"/>
            <a:ext cx="22709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FF6600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0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55" name="矩形 54">
            <a:extLst>
              <a:ext uri="{FF2B5EF4-FFF2-40B4-BE49-F238E27FC236}">
                <a16:creationId xmlns:a16="http://schemas.microsoft.com/office/drawing/2014/main" id="{93583419-1C00-443A-AE91-E65BDDAB8E83}"/>
              </a:ext>
            </a:extLst>
          </p:cNvPr>
          <p:cNvSpPr/>
          <p:nvPr/>
        </p:nvSpPr>
        <p:spPr>
          <a:xfrm>
            <a:off x="645324" y="3626189"/>
            <a:ext cx="1600969" cy="338412"/>
          </a:xfrm>
          <a:prstGeom prst="rect">
            <a:avLst/>
          </a:prstGeom>
          <a:solidFill>
            <a:srgbClr val="E7E6E6">
              <a:lumMod val="40000"/>
              <a:lumOff val="60000"/>
            </a:srgbClr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E57A6657-F116-4BFB-8C4E-5661BEE4672F}"/>
              </a:ext>
            </a:extLst>
          </p:cNvPr>
          <p:cNvGrpSpPr/>
          <p:nvPr/>
        </p:nvGrpSpPr>
        <p:grpSpPr>
          <a:xfrm>
            <a:off x="3473001" y="3591330"/>
            <a:ext cx="3168352" cy="338412"/>
            <a:chOff x="4355976" y="2130352"/>
            <a:chExt cx="3168352" cy="338412"/>
          </a:xfrm>
        </p:grpSpPr>
        <p:sp>
          <p:nvSpPr>
            <p:cNvPr id="57" name="矩形 56">
              <a:extLst>
                <a:ext uri="{FF2B5EF4-FFF2-40B4-BE49-F238E27FC236}">
                  <a16:creationId xmlns:a16="http://schemas.microsoft.com/office/drawing/2014/main" id="{20B6B357-F8CC-4B0E-B84C-28DE8D68ADBD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E7E6E6">
                <a:lumMod val="40000"/>
                <a:lumOff val="60000"/>
              </a:srgbClr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58" name="矩形 57">
              <a:extLst>
                <a:ext uri="{FF2B5EF4-FFF2-40B4-BE49-F238E27FC236}">
                  <a16:creationId xmlns:a16="http://schemas.microsoft.com/office/drawing/2014/main" id="{438AB4CD-33BF-4C69-8684-840695448807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59" name="矩形 58">
              <a:extLst>
                <a:ext uri="{FF2B5EF4-FFF2-40B4-BE49-F238E27FC236}">
                  <a16:creationId xmlns:a16="http://schemas.microsoft.com/office/drawing/2014/main" id="{8AC48850-6900-4C25-A34E-4AB3412F194B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60" name="矩形 59">
              <a:extLst>
                <a:ext uri="{FF2B5EF4-FFF2-40B4-BE49-F238E27FC236}">
                  <a16:creationId xmlns:a16="http://schemas.microsoft.com/office/drawing/2014/main" id="{C3CC44E2-F863-412F-BFFA-FFDCA08E2BA1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61" name="矩形 60">
              <a:extLst>
                <a:ext uri="{FF2B5EF4-FFF2-40B4-BE49-F238E27FC236}">
                  <a16:creationId xmlns:a16="http://schemas.microsoft.com/office/drawing/2014/main" id="{6EE506FC-4307-4DB5-BFFD-277E324DDC84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62" name="矩形 61">
            <a:extLst>
              <a:ext uri="{FF2B5EF4-FFF2-40B4-BE49-F238E27FC236}">
                <a16:creationId xmlns:a16="http://schemas.microsoft.com/office/drawing/2014/main" id="{88F9711D-16AD-466F-A26C-1BB0338AF153}"/>
              </a:ext>
            </a:extLst>
          </p:cNvPr>
          <p:cNvSpPr/>
          <p:nvPr/>
        </p:nvSpPr>
        <p:spPr>
          <a:xfrm>
            <a:off x="1016432" y="3688450"/>
            <a:ext cx="116446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63" name="矩形 62">
            <a:extLst>
              <a:ext uri="{FF2B5EF4-FFF2-40B4-BE49-F238E27FC236}">
                <a16:creationId xmlns:a16="http://schemas.microsoft.com/office/drawing/2014/main" id="{B717D697-96A8-49D1-AB5C-6E4BD5AFF01C}"/>
              </a:ext>
            </a:extLst>
          </p:cNvPr>
          <p:cNvSpPr/>
          <p:nvPr/>
        </p:nvSpPr>
        <p:spPr>
          <a:xfrm>
            <a:off x="717331" y="3690384"/>
            <a:ext cx="22709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FF6600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0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64" name="矩形 63">
            <a:extLst>
              <a:ext uri="{FF2B5EF4-FFF2-40B4-BE49-F238E27FC236}">
                <a16:creationId xmlns:a16="http://schemas.microsoft.com/office/drawing/2014/main" id="{CD3AC160-62A5-433D-9393-AAE5F3348CD7}"/>
              </a:ext>
            </a:extLst>
          </p:cNvPr>
          <p:cNvSpPr/>
          <p:nvPr/>
        </p:nvSpPr>
        <p:spPr>
          <a:xfrm>
            <a:off x="645324" y="4013545"/>
            <a:ext cx="1614751" cy="338412"/>
          </a:xfrm>
          <a:prstGeom prst="rect">
            <a:avLst/>
          </a:prstGeom>
          <a:solidFill>
            <a:srgbClr val="E7E6E6">
              <a:lumMod val="40000"/>
              <a:lumOff val="60000"/>
            </a:srgbClr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65" name="组合 64">
            <a:extLst>
              <a:ext uri="{FF2B5EF4-FFF2-40B4-BE49-F238E27FC236}">
                <a16:creationId xmlns:a16="http://schemas.microsoft.com/office/drawing/2014/main" id="{0B90FAEB-1395-4D01-8F58-7B500F662BD3}"/>
              </a:ext>
            </a:extLst>
          </p:cNvPr>
          <p:cNvGrpSpPr/>
          <p:nvPr/>
        </p:nvGrpSpPr>
        <p:grpSpPr>
          <a:xfrm>
            <a:off x="3473001" y="3978686"/>
            <a:ext cx="3168352" cy="338412"/>
            <a:chOff x="4355976" y="2130352"/>
            <a:chExt cx="3168352" cy="338412"/>
          </a:xfrm>
        </p:grpSpPr>
        <p:sp>
          <p:nvSpPr>
            <p:cNvPr id="66" name="矩形 65">
              <a:extLst>
                <a:ext uri="{FF2B5EF4-FFF2-40B4-BE49-F238E27FC236}">
                  <a16:creationId xmlns:a16="http://schemas.microsoft.com/office/drawing/2014/main" id="{2566D47D-340D-40FB-A9B7-5BBE0A5512E0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E7E6E6">
                <a:lumMod val="40000"/>
                <a:lumOff val="60000"/>
              </a:srgbClr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67" name="矩形 66">
              <a:extLst>
                <a:ext uri="{FF2B5EF4-FFF2-40B4-BE49-F238E27FC236}">
                  <a16:creationId xmlns:a16="http://schemas.microsoft.com/office/drawing/2014/main" id="{3E7221FB-0B15-4EC5-9EEC-CF5F175B4FC9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68" name="矩形 67">
              <a:extLst>
                <a:ext uri="{FF2B5EF4-FFF2-40B4-BE49-F238E27FC236}">
                  <a16:creationId xmlns:a16="http://schemas.microsoft.com/office/drawing/2014/main" id="{9D30FA2A-8B6F-4E3F-BF18-D528B3DE067A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69" name="矩形 68">
              <a:extLst>
                <a:ext uri="{FF2B5EF4-FFF2-40B4-BE49-F238E27FC236}">
                  <a16:creationId xmlns:a16="http://schemas.microsoft.com/office/drawing/2014/main" id="{2267F892-C6DC-4B6A-8AEE-1377B9823E22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70" name="矩形 69">
              <a:extLst>
                <a:ext uri="{FF2B5EF4-FFF2-40B4-BE49-F238E27FC236}">
                  <a16:creationId xmlns:a16="http://schemas.microsoft.com/office/drawing/2014/main" id="{0287AEF6-3706-4C7C-8578-F3128E59D3F3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71" name="矩形 70">
            <a:extLst>
              <a:ext uri="{FF2B5EF4-FFF2-40B4-BE49-F238E27FC236}">
                <a16:creationId xmlns:a16="http://schemas.microsoft.com/office/drawing/2014/main" id="{6D352CF8-487F-466D-937F-5456D4E03C1E}"/>
              </a:ext>
            </a:extLst>
          </p:cNvPr>
          <p:cNvSpPr/>
          <p:nvPr/>
        </p:nvSpPr>
        <p:spPr>
          <a:xfrm>
            <a:off x="1016432" y="4075806"/>
            <a:ext cx="116446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72" name="矩形 71">
            <a:extLst>
              <a:ext uri="{FF2B5EF4-FFF2-40B4-BE49-F238E27FC236}">
                <a16:creationId xmlns:a16="http://schemas.microsoft.com/office/drawing/2014/main" id="{84EE8BCD-5A51-4A7E-AADB-173C02D51694}"/>
              </a:ext>
            </a:extLst>
          </p:cNvPr>
          <p:cNvSpPr/>
          <p:nvPr/>
        </p:nvSpPr>
        <p:spPr>
          <a:xfrm>
            <a:off x="717331" y="4077740"/>
            <a:ext cx="22709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FF6600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0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73" name="矩形 72">
            <a:extLst>
              <a:ext uri="{FF2B5EF4-FFF2-40B4-BE49-F238E27FC236}">
                <a16:creationId xmlns:a16="http://schemas.microsoft.com/office/drawing/2014/main" id="{CF6D953C-4BE8-47F5-8FE1-16B92E445031}"/>
              </a:ext>
            </a:extLst>
          </p:cNvPr>
          <p:cNvSpPr/>
          <p:nvPr/>
        </p:nvSpPr>
        <p:spPr>
          <a:xfrm>
            <a:off x="645324" y="4400901"/>
            <a:ext cx="1614751" cy="338412"/>
          </a:xfrm>
          <a:prstGeom prst="rect">
            <a:avLst/>
          </a:prstGeom>
          <a:solidFill>
            <a:srgbClr val="E7E6E6">
              <a:lumMod val="40000"/>
              <a:lumOff val="60000"/>
            </a:srgbClr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74" name="组合 73">
            <a:extLst>
              <a:ext uri="{FF2B5EF4-FFF2-40B4-BE49-F238E27FC236}">
                <a16:creationId xmlns:a16="http://schemas.microsoft.com/office/drawing/2014/main" id="{2140FB79-281A-4C99-8946-DB5089E7B4B7}"/>
              </a:ext>
            </a:extLst>
          </p:cNvPr>
          <p:cNvGrpSpPr/>
          <p:nvPr/>
        </p:nvGrpSpPr>
        <p:grpSpPr>
          <a:xfrm>
            <a:off x="3473001" y="4366042"/>
            <a:ext cx="3168352" cy="338412"/>
            <a:chOff x="4355976" y="2130352"/>
            <a:chExt cx="3168352" cy="338412"/>
          </a:xfrm>
        </p:grpSpPr>
        <p:sp>
          <p:nvSpPr>
            <p:cNvPr id="75" name="矩形 74">
              <a:extLst>
                <a:ext uri="{FF2B5EF4-FFF2-40B4-BE49-F238E27FC236}">
                  <a16:creationId xmlns:a16="http://schemas.microsoft.com/office/drawing/2014/main" id="{E7D05FBD-FF30-4994-91F8-48E3C205087B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E7E6E6">
                <a:lumMod val="40000"/>
                <a:lumOff val="60000"/>
              </a:srgbClr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76" name="矩形 75">
              <a:extLst>
                <a:ext uri="{FF2B5EF4-FFF2-40B4-BE49-F238E27FC236}">
                  <a16:creationId xmlns:a16="http://schemas.microsoft.com/office/drawing/2014/main" id="{E35D54FF-8007-49BD-8EF8-1F5D0874D2CE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77" name="矩形 76">
              <a:extLst>
                <a:ext uri="{FF2B5EF4-FFF2-40B4-BE49-F238E27FC236}">
                  <a16:creationId xmlns:a16="http://schemas.microsoft.com/office/drawing/2014/main" id="{7557B60D-156D-486B-8E80-99684D18EF58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78" name="矩形 77">
              <a:extLst>
                <a:ext uri="{FF2B5EF4-FFF2-40B4-BE49-F238E27FC236}">
                  <a16:creationId xmlns:a16="http://schemas.microsoft.com/office/drawing/2014/main" id="{13F8BE6C-0B02-4AAE-9810-38258EC41EE2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79" name="矩形 78">
              <a:extLst>
                <a:ext uri="{FF2B5EF4-FFF2-40B4-BE49-F238E27FC236}">
                  <a16:creationId xmlns:a16="http://schemas.microsoft.com/office/drawing/2014/main" id="{081FCB18-A8FF-4575-8328-5D96E05920F2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80" name="矩形 79">
            <a:extLst>
              <a:ext uri="{FF2B5EF4-FFF2-40B4-BE49-F238E27FC236}">
                <a16:creationId xmlns:a16="http://schemas.microsoft.com/office/drawing/2014/main" id="{44D2E1AE-3E66-4C7A-81A0-35DD1ED94FF4}"/>
              </a:ext>
            </a:extLst>
          </p:cNvPr>
          <p:cNvSpPr/>
          <p:nvPr/>
        </p:nvSpPr>
        <p:spPr>
          <a:xfrm>
            <a:off x="1016432" y="4463162"/>
            <a:ext cx="116446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81" name="矩形 80">
            <a:extLst>
              <a:ext uri="{FF2B5EF4-FFF2-40B4-BE49-F238E27FC236}">
                <a16:creationId xmlns:a16="http://schemas.microsoft.com/office/drawing/2014/main" id="{872F89E7-97CC-4B43-97BA-BDF2B08B3324}"/>
              </a:ext>
            </a:extLst>
          </p:cNvPr>
          <p:cNvSpPr/>
          <p:nvPr/>
        </p:nvSpPr>
        <p:spPr>
          <a:xfrm>
            <a:off x="717331" y="4465096"/>
            <a:ext cx="22709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FF6600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0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82" name="矩形 81">
            <a:extLst>
              <a:ext uri="{FF2B5EF4-FFF2-40B4-BE49-F238E27FC236}">
                <a16:creationId xmlns:a16="http://schemas.microsoft.com/office/drawing/2014/main" id="{C060CE81-26E8-4917-B102-3AA81346F6DE}"/>
              </a:ext>
            </a:extLst>
          </p:cNvPr>
          <p:cNvSpPr/>
          <p:nvPr/>
        </p:nvSpPr>
        <p:spPr>
          <a:xfrm>
            <a:off x="645324" y="4788257"/>
            <a:ext cx="1614751" cy="338412"/>
          </a:xfrm>
          <a:prstGeom prst="rect">
            <a:avLst/>
          </a:prstGeom>
          <a:solidFill>
            <a:srgbClr val="E7E6E6">
              <a:lumMod val="40000"/>
              <a:lumOff val="60000"/>
            </a:srgbClr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83" name="组合 82">
            <a:extLst>
              <a:ext uri="{FF2B5EF4-FFF2-40B4-BE49-F238E27FC236}">
                <a16:creationId xmlns:a16="http://schemas.microsoft.com/office/drawing/2014/main" id="{067300CC-724F-4351-A75C-4B983EBF97C5}"/>
              </a:ext>
            </a:extLst>
          </p:cNvPr>
          <p:cNvGrpSpPr/>
          <p:nvPr/>
        </p:nvGrpSpPr>
        <p:grpSpPr>
          <a:xfrm>
            <a:off x="3473001" y="4753398"/>
            <a:ext cx="3168352" cy="338412"/>
            <a:chOff x="4355976" y="2130352"/>
            <a:chExt cx="3168352" cy="338412"/>
          </a:xfrm>
        </p:grpSpPr>
        <p:sp>
          <p:nvSpPr>
            <p:cNvPr id="84" name="矩形 83">
              <a:extLst>
                <a:ext uri="{FF2B5EF4-FFF2-40B4-BE49-F238E27FC236}">
                  <a16:creationId xmlns:a16="http://schemas.microsoft.com/office/drawing/2014/main" id="{DF71CE5F-1C3E-4243-8C95-0128F66742E2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E7E6E6">
                <a:lumMod val="40000"/>
                <a:lumOff val="60000"/>
              </a:srgbClr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85" name="矩形 84">
              <a:extLst>
                <a:ext uri="{FF2B5EF4-FFF2-40B4-BE49-F238E27FC236}">
                  <a16:creationId xmlns:a16="http://schemas.microsoft.com/office/drawing/2014/main" id="{4F3BA3F5-A637-4841-9932-0714D9A3CA30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W</a:t>
              </a:r>
              <a:r>
                <a:rPr kumimoji="0" lang="en-US" altLang="zh-CN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</a:t>
              </a:r>
              <a:endParaRPr kumimoji="0" lang="zh-CN" altLang="en-US" sz="14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86" name="矩形 85">
              <a:extLst>
                <a:ext uri="{FF2B5EF4-FFF2-40B4-BE49-F238E27FC236}">
                  <a16:creationId xmlns:a16="http://schemas.microsoft.com/office/drawing/2014/main" id="{25C4B70A-43E5-4A5F-A19B-01D4770405B6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W</a:t>
              </a:r>
              <a:r>
                <a:rPr kumimoji="0" lang="en-US" altLang="zh-CN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1</a:t>
              </a:r>
              <a:endParaRPr kumimoji="0" lang="zh-CN" altLang="en-US" sz="14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87" name="矩形 86">
              <a:extLst>
                <a:ext uri="{FF2B5EF4-FFF2-40B4-BE49-F238E27FC236}">
                  <a16:creationId xmlns:a16="http://schemas.microsoft.com/office/drawing/2014/main" id="{DC418064-BA78-4AF8-A56A-385BE2086065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W</a:t>
              </a:r>
              <a:r>
                <a:rPr kumimoji="0" lang="en-US" altLang="zh-CN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2</a:t>
              </a:r>
              <a:endParaRPr kumimoji="0" lang="zh-CN" altLang="en-US" sz="14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88" name="矩形 87">
              <a:extLst>
                <a:ext uri="{FF2B5EF4-FFF2-40B4-BE49-F238E27FC236}">
                  <a16:creationId xmlns:a16="http://schemas.microsoft.com/office/drawing/2014/main" id="{9283D8EE-0B81-4DA1-9FEC-DE7CEBEC5B97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W</a:t>
              </a:r>
              <a:r>
                <a:rPr kumimoji="0" lang="en-US" altLang="zh-CN" sz="14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3</a:t>
              </a:r>
              <a:endParaRPr kumimoji="0" lang="zh-CN" altLang="en-US" sz="14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89" name="矩形 88">
            <a:extLst>
              <a:ext uri="{FF2B5EF4-FFF2-40B4-BE49-F238E27FC236}">
                <a16:creationId xmlns:a16="http://schemas.microsoft.com/office/drawing/2014/main" id="{18F2A6CA-D99B-4F3A-A7D9-5EE787BC282D}"/>
              </a:ext>
            </a:extLst>
          </p:cNvPr>
          <p:cNvSpPr/>
          <p:nvPr/>
        </p:nvSpPr>
        <p:spPr>
          <a:xfrm>
            <a:off x="1016432" y="4850518"/>
            <a:ext cx="116446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5B9BD5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90" name="矩形 89">
            <a:extLst>
              <a:ext uri="{FF2B5EF4-FFF2-40B4-BE49-F238E27FC236}">
                <a16:creationId xmlns:a16="http://schemas.microsoft.com/office/drawing/2014/main" id="{DF89DDA7-D292-43A4-A3EC-F2D81857FB69}"/>
              </a:ext>
            </a:extLst>
          </p:cNvPr>
          <p:cNvSpPr/>
          <p:nvPr/>
        </p:nvSpPr>
        <p:spPr>
          <a:xfrm>
            <a:off x="717331" y="4852452"/>
            <a:ext cx="227092" cy="2286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rgbClr val="FF6600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0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91" name="组合 90">
            <a:extLst>
              <a:ext uri="{FF2B5EF4-FFF2-40B4-BE49-F238E27FC236}">
                <a16:creationId xmlns:a16="http://schemas.microsoft.com/office/drawing/2014/main" id="{B8423DC1-0FF9-46C5-9670-90C083C4347A}"/>
              </a:ext>
            </a:extLst>
          </p:cNvPr>
          <p:cNvGrpSpPr/>
          <p:nvPr/>
        </p:nvGrpSpPr>
        <p:grpSpPr>
          <a:xfrm>
            <a:off x="2834707" y="2233409"/>
            <a:ext cx="747230" cy="2703044"/>
            <a:chOff x="3582256" y="2333436"/>
            <a:chExt cx="873488" cy="2703044"/>
          </a:xfrm>
        </p:grpSpPr>
        <p:cxnSp>
          <p:nvCxnSpPr>
            <p:cNvPr id="92" name="直接连接符 91">
              <a:extLst>
                <a:ext uri="{FF2B5EF4-FFF2-40B4-BE49-F238E27FC236}">
                  <a16:creationId xmlns:a16="http://schemas.microsoft.com/office/drawing/2014/main" id="{6739CF9B-C108-49DA-A2EC-F9515629B21A}"/>
                </a:ext>
              </a:extLst>
            </p:cNvPr>
            <p:cNvCxnSpPr/>
            <p:nvPr/>
          </p:nvCxnSpPr>
          <p:spPr>
            <a:xfrm>
              <a:off x="3593407" y="2333436"/>
              <a:ext cx="862337" cy="0"/>
            </a:xfrm>
            <a:prstGeom prst="line">
              <a:avLst/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</p:cxnSp>
        <p:cxnSp>
          <p:nvCxnSpPr>
            <p:cNvPr id="93" name="直接连接符 92">
              <a:extLst>
                <a:ext uri="{FF2B5EF4-FFF2-40B4-BE49-F238E27FC236}">
                  <a16:creationId xmlns:a16="http://schemas.microsoft.com/office/drawing/2014/main" id="{40D64115-412F-4872-8B0B-FB79D107BD6C}"/>
                </a:ext>
              </a:extLst>
            </p:cNvPr>
            <p:cNvCxnSpPr/>
            <p:nvPr/>
          </p:nvCxnSpPr>
          <p:spPr>
            <a:xfrm>
              <a:off x="3588647" y="2690416"/>
              <a:ext cx="862337" cy="0"/>
            </a:xfrm>
            <a:prstGeom prst="line">
              <a:avLst/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</p:cxnSp>
        <p:cxnSp>
          <p:nvCxnSpPr>
            <p:cNvPr id="94" name="直接连接符 93">
              <a:extLst>
                <a:ext uri="{FF2B5EF4-FFF2-40B4-BE49-F238E27FC236}">
                  <a16:creationId xmlns:a16="http://schemas.microsoft.com/office/drawing/2014/main" id="{05153268-D946-4B4A-9923-2154068997BF}"/>
                </a:ext>
              </a:extLst>
            </p:cNvPr>
            <p:cNvCxnSpPr/>
            <p:nvPr/>
          </p:nvCxnSpPr>
          <p:spPr>
            <a:xfrm>
              <a:off x="3588647" y="3083716"/>
              <a:ext cx="862337" cy="0"/>
            </a:xfrm>
            <a:prstGeom prst="line">
              <a:avLst/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</p:cxnSp>
        <p:cxnSp>
          <p:nvCxnSpPr>
            <p:cNvPr id="95" name="直接连接符 94">
              <a:extLst>
                <a:ext uri="{FF2B5EF4-FFF2-40B4-BE49-F238E27FC236}">
                  <a16:creationId xmlns:a16="http://schemas.microsoft.com/office/drawing/2014/main" id="{8205A58C-AE35-4F01-BC8F-7BD09F7BAD31}"/>
                </a:ext>
              </a:extLst>
            </p:cNvPr>
            <p:cNvCxnSpPr/>
            <p:nvPr/>
          </p:nvCxnSpPr>
          <p:spPr>
            <a:xfrm>
              <a:off x="3588647" y="3483770"/>
              <a:ext cx="862337" cy="0"/>
            </a:xfrm>
            <a:prstGeom prst="line">
              <a:avLst/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</p:cxnSp>
        <p:cxnSp>
          <p:nvCxnSpPr>
            <p:cNvPr id="96" name="直接连接符 95">
              <a:extLst>
                <a:ext uri="{FF2B5EF4-FFF2-40B4-BE49-F238E27FC236}">
                  <a16:creationId xmlns:a16="http://schemas.microsoft.com/office/drawing/2014/main" id="{044675BB-44F5-453D-A8A1-85F6C99BFB8C}"/>
                </a:ext>
              </a:extLst>
            </p:cNvPr>
            <p:cNvCxnSpPr/>
            <p:nvPr/>
          </p:nvCxnSpPr>
          <p:spPr>
            <a:xfrm>
              <a:off x="3582256" y="3868874"/>
              <a:ext cx="862337" cy="0"/>
            </a:xfrm>
            <a:prstGeom prst="line">
              <a:avLst/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</p:cxnSp>
        <p:cxnSp>
          <p:nvCxnSpPr>
            <p:cNvPr id="97" name="直接连接符 96">
              <a:extLst>
                <a:ext uri="{FF2B5EF4-FFF2-40B4-BE49-F238E27FC236}">
                  <a16:creationId xmlns:a16="http://schemas.microsoft.com/office/drawing/2014/main" id="{166F0182-4DC1-400E-82EC-95B5AAD0EEEB}"/>
                </a:ext>
              </a:extLst>
            </p:cNvPr>
            <p:cNvCxnSpPr/>
            <p:nvPr/>
          </p:nvCxnSpPr>
          <p:spPr>
            <a:xfrm>
              <a:off x="3588647" y="4241437"/>
              <a:ext cx="862337" cy="0"/>
            </a:xfrm>
            <a:prstGeom prst="line">
              <a:avLst/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</p:cxnSp>
        <p:cxnSp>
          <p:nvCxnSpPr>
            <p:cNvPr id="98" name="直接连接符 97">
              <a:extLst>
                <a:ext uri="{FF2B5EF4-FFF2-40B4-BE49-F238E27FC236}">
                  <a16:creationId xmlns:a16="http://schemas.microsoft.com/office/drawing/2014/main" id="{4DE3B15D-E4F8-4FAF-B1DE-51CA548E2D8C}"/>
                </a:ext>
              </a:extLst>
            </p:cNvPr>
            <p:cNvCxnSpPr/>
            <p:nvPr/>
          </p:nvCxnSpPr>
          <p:spPr>
            <a:xfrm>
              <a:off x="3588647" y="4650200"/>
              <a:ext cx="862337" cy="0"/>
            </a:xfrm>
            <a:prstGeom prst="line">
              <a:avLst/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</p:cxnSp>
        <p:cxnSp>
          <p:nvCxnSpPr>
            <p:cNvPr id="99" name="直接连接符 98">
              <a:extLst>
                <a:ext uri="{FF2B5EF4-FFF2-40B4-BE49-F238E27FC236}">
                  <a16:creationId xmlns:a16="http://schemas.microsoft.com/office/drawing/2014/main" id="{66B792BC-D891-4D90-A8C5-DF7C97FEF50B}"/>
                </a:ext>
              </a:extLst>
            </p:cNvPr>
            <p:cNvCxnSpPr/>
            <p:nvPr/>
          </p:nvCxnSpPr>
          <p:spPr>
            <a:xfrm>
              <a:off x="3582256" y="5036480"/>
              <a:ext cx="862337" cy="0"/>
            </a:xfrm>
            <a:prstGeom prst="line">
              <a:avLst/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</p:cxnSp>
      </p:grpSp>
      <p:cxnSp>
        <p:nvCxnSpPr>
          <p:cNvPr id="100" name="直接连接符 99">
            <a:extLst>
              <a:ext uri="{FF2B5EF4-FFF2-40B4-BE49-F238E27FC236}">
                <a16:creationId xmlns:a16="http://schemas.microsoft.com/office/drawing/2014/main" id="{6AB820A9-EDA6-4499-8BAB-1DAA25A5C752}"/>
              </a:ext>
            </a:extLst>
          </p:cNvPr>
          <p:cNvCxnSpPr/>
          <p:nvPr/>
        </p:nvCxnSpPr>
        <p:spPr>
          <a:xfrm rot="16200000">
            <a:off x="8208420" y="3443875"/>
            <a:ext cx="0" cy="265276"/>
          </a:xfrm>
          <a:prstGeom prst="line">
            <a:avLst/>
          </a:prstGeom>
          <a:noFill/>
          <a:ln w="25400" cap="flat" cmpd="sng" algn="ctr">
            <a:solidFill>
              <a:srgbClr val="5B9BD5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101" name="组合 100">
            <a:extLst>
              <a:ext uri="{FF2B5EF4-FFF2-40B4-BE49-F238E27FC236}">
                <a16:creationId xmlns:a16="http://schemas.microsoft.com/office/drawing/2014/main" id="{F978950B-5AC7-46F9-8FF9-F1B7D9BCDB63}"/>
              </a:ext>
            </a:extLst>
          </p:cNvPr>
          <p:cNvGrpSpPr/>
          <p:nvPr/>
        </p:nvGrpSpPr>
        <p:grpSpPr>
          <a:xfrm>
            <a:off x="2175117" y="2176846"/>
            <a:ext cx="415846" cy="2822399"/>
            <a:chOff x="3456730" y="2276872"/>
            <a:chExt cx="415846" cy="2822399"/>
          </a:xfrm>
        </p:grpSpPr>
        <p:grpSp>
          <p:nvGrpSpPr>
            <p:cNvPr id="102" name="组合 101">
              <a:extLst>
                <a:ext uri="{FF2B5EF4-FFF2-40B4-BE49-F238E27FC236}">
                  <a16:creationId xmlns:a16="http://schemas.microsoft.com/office/drawing/2014/main" id="{B2D54448-591F-457D-A9DC-12E0BB5CC6DE}"/>
                </a:ext>
              </a:extLst>
            </p:cNvPr>
            <p:cNvGrpSpPr/>
            <p:nvPr/>
          </p:nvGrpSpPr>
          <p:grpSpPr>
            <a:xfrm>
              <a:off x="3460335" y="2348880"/>
              <a:ext cx="412238" cy="2750391"/>
              <a:chOff x="3572693" y="2333436"/>
              <a:chExt cx="883051" cy="2750391"/>
            </a:xfrm>
          </p:grpSpPr>
          <p:cxnSp>
            <p:nvCxnSpPr>
              <p:cNvPr id="111" name="直接连接符 110">
                <a:extLst>
                  <a:ext uri="{FF2B5EF4-FFF2-40B4-BE49-F238E27FC236}">
                    <a16:creationId xmlns:a16="http://schemas.microsoft.com/office/drawing/2014/main" id="{20A8D7FB-6835-4FB9-B9F9-D952DC48AF0D}"/>
                  </a:ext>
                </a:extLst>
              </p:cNvPr>
              <p:cNvCxnSpPr/>
              <p:nvPr/>
            </p:nvCxnSpPr>
            <p:spPr>
              <a:xfrm>
                <a:off x="3593407" y="2333436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2" name="直接连接符 111">
                <a:extLst>
                  <a:ext uri="{FF2B5EF4-FFF2-40B4-BE49-F238E27FC236}">
                    <a16:creationId xmlns:a16="http://schemas.microsoft.com/office/drawing/2014/main" id="{A19802B8-0AE4-4AAF-858B-80FA144DB538}"/>
                  </a:ext>
                </a:extLst>
              </p:cNvPr>
              <p:cNvCxnSpPr/>
              <p:nvPr/>
            </p:nvCxnSpPr>
            <p:spPr>
              <a:xfrm>
                <a:off x="3584567" y="2726349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3" name="直接连接符 112">
                <a:extLst>
                  <a:ext uri="{FF2B5EF4-FFF2-40B4-BE49-F238E27FC236}">
                    <a16:creationId xmlns:a16="http://schemas.microsoft.com/office/drawing/2014/main" id="{4EC4D438-EDFA-46FD-B8B4-3AD287E34CAC}"/>
                  </a:ext>
                </a:extLst>
              </p:cNvPr>
              <p:cNvCxnSpPr/>
              <p:nvPr/>
            </p:nvCxnSpPr>
            <p:spPr>
              <a:xfrm>
                <a:off x="3593407" y="3119262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4" name="直接连接符 113">
                <a:extLst>
                  <a:ext uri="{FF2B5EF4-FFF2-40B4-BE49-F238E27FC236}">
                    <a16:creationId xmlns:a16="http://schemas.microsoft.com/office/drawing/2014/main" id="{11BD55F3-DAD8-4443-A720-C60F45BCDCB0}"/>
                  </a:ext>
                </a:extLst>
              </p:cNvPr>
              <p:cNvCxnSpPr/>
              <p:nvPr/>
            </p:nvCxnSpPr>
            <p:spPr>
              <a:xfrm>
                <a:off x="3593407" y="3512175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5" name="直接连接符 114">
                <a:extLst>
                  <a:ext uri="{FF2B5EF4-FFF2-40B4-BE49-F238E27FC236}">
                    <a16:creationId xmlns:a16="http://schemas.microsoft.com/office/drawing/2014/main" id="{58357F55-38A6-43F5-A71B-7EF8B1E7BD53}"/>
                  </a:ext>
                </a:extLst>
              </p:cNvPr>
              <p:cNvCxnSpPr/>
              <p:nvPr/>
            </p:nvCxnSpPr>
            <p:spPr>
              <a:xfrm>
                <a:off x="3572693" y="3905088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6" name="直接连接符 115">
                <a:extLst>
                  <a:ext uri="{FF2B5EF4-FFF2-40B4-BE49-F238E27FC236}">
                    <a16:creationId xmlns:a16="http://schemas.microsoft.com/office/drawing/2014/main" id="{C7448DC9-B2E2-451F-A5E6-3DE1E4E5D6C1}"/>
                  </a:ext>
                </a:extLst>
              </p:cNvPr>
              <p:cNvCxnSpPr/>
              <p:nvPr/>
            </p:nvCxnSpPr>
            <p:spPr>
              <a:xfrm>
                <a:off x="3572693" y="4298001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7" name="直接连接符 116">
                <a:extLst>
                  <a:ext uri="{FF2B5EF4-FFF2-40B4-BE49-F238E27FC236}">
                    <a16:creationId xmlns:a16="http://schemas.microsoft.com/office/drawing/2014/main" id="{571312B6-78D7-49CA-A962-90491C260B44}"/>
                  </a:ext>
                </a:extLst>
              </p:cNvPr>
              <p:cNvCxnSpPr/>
              <p:nvPr/>
            </p:nvCxnSpPr>
            <p:spPr>
              <a:xfrm>
                <a:off x="3593407" y="4690914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8" name="直接连接符 117">
                <a:extLst>
                  <a:ext uri="{FF2B5EF4-FFF2-40B4-BE49-F238E27FC236}">
                    <a16:creationId xmlns:a16="http://schemas.microsoft.com/office/drawing/2014/main" id="{6EF60312-A3CC-413A-A4F2-D187C2463782}"/>
                  </a:ext>
                </a:extLst>
              </p:cNvPr>
              <p:cNvCxnSpPr/>
              <p:nvPr/>
            </p:nvCxnSpPr>
            <p:spPr>
              <a:xfrm>
                <a:off x="3572693" y="5083827"/>
                <a:ext cx="862337" cy="0"/>
              </a:xfrm>
              <a:prstGeom prst="line">
                <a:avLst/>
              </a:prstGeom>
              <a:noFill/>
              <a:ln w="25400" cap="flat" cmpd="sng" algn="ctr">
                <a:solidFill>
                  <a:srgbClr val="00B0F0"/>
                </a:solidFill>
                <a:prstDash val="solid"/>
                <a:miter lim="800000"/>
              </a:ln>
              <a:effectLst/>
            </p:spPr>
          </p:cxnSp>
        </p:grpSp>
        <p:cxnSp>
          <p:nvCxnSpPr>
            <p:cNvPr id="103" name="直接连接符 102">
              <a:extLst>
                <a:ext uri="{FF2B5EF4-FFF2-40B4-BE49-F238E27FC236}">
                  <a16:creationId xmlns:a16="http://schemas.microsoft.com/office/drawing/2014/main" id="{81434264-386D-4EFD-A82B-829152760243}"/>
                </a:ext>
              </a:extLst>
            </p:cNvPr>
            <p:cNvCxnSpPr/>
            <p:nvPr/>
          </p:nvCxnSpPr>
          <p:spPr>
            <a:xfrm>
              <a:off x="3465571" y="2276872"/>
              <a:ext cx="397337" cy="0"/>
            </a:xfrm>
            <a:prstGeom prst="line">
              <a:avLst/>
            </a:prstGeom>
            <a:noFill/>
            <a:ln w="6350" cap="flat" cmpd="sng" algn="ctr">
              <a:solidFill>
                <a:srgbClr val="FF6600"/>
              </a:solidFill>
              <a:prstDash val="solid"/>
              <a:miter lim="800000"/>
            </a:ln>
            <a:effectLst/>
          </p:spPr>
        </p:cxnSp>
        <p:cxnSp>
          <p:nvCxnSpPr>
            <p:cNvPr id="104" name="直接连接符 103">
              <a:extLst>
                <a:ext uri="{FF2B5EF4-FFF2-40B4-BE49-F238E27FC236}">
                  <a16:creationId xmlns:a16="http://schemas.microsoft.com/office/drawing/2014/main" id="{69D372E5-2496-4360-ACCA-9AC3F11A2B68}"/>
                </a:ext>
              </a:extLst>
            </p:cNvPr>
            <p:cNvCxnSpPr/>
            <p:nvPr/>
          </p:nvCxnSpPr>
          <p:spPr>
            <a:xfrm>
              <a:off x="3456730" y="2669785"/>
              <a:ext cx="406176" cy="0"/>
            </a:xfrm>
            <a:prstGeom prst="line">
              <a:avLst/>
            </a:prstGeom>
            <a:noFill/>
            <a:ln w="6350" cap="flat" cmpd="sng" algn="ctr">
              <a:solidFill>
                <a:srgbClr val="FF6600"/>
              </a:solidFill>
              <a:prstDash val="solid"/>
              <a:miter lim="800000"/>
            </a:ln>
            <a:effectLst/>
          </p:spPr>
        </p:cxnSp>
        <p:cxnSp>
          <p:nvCxnSpPr>
            <p:cNvPr id="105" name="直接连接符 104">
              <a:extLst>
                <a:ext uri="{FF2B5EF4-FFF2-40B4-BE49-F238E27FC236}">
                  <a16:creationId xmlns:a16="http://schemas.microsoft.com/office/drawing/2014/main" id="{1BD491B4-D087-4278-B90E-CB0C521EAE62}"/>
                </a:ext>
              </a:extLst>
            </p:cNvPr>
            <p:cNvCxnSpPr/>
            <p:nvPr/>
          </p:nvCxnSpPr>
          <p:spPr>
            <a:xfrm>
              <a:off x="3465571" y="3062698"/>
              <a:ext cx="397335" cy="0"/>
            </a:xfrm>
            <a:prstGeom prst="line">
              <a:avLst/>
            </a:prstGeom>
            <a:noFill/>
            <a:ln w="6350" cap="flat" cmpd="sng" algn="ctr">
              <a:solidFill>
                <a:srgbClr val="FF6600"/>
              </a:solidFill>
              <a:prstDash val="solid"/>
              <a:miter lim="800000"/>
            </a:ln>
            <a:effectLst/>
          </p:spPr>
        </p:cxnSp>
        <p:cxnSp>
          <p:nvCxnSpPr>
            <p:cNvPr id="106" name="直接连接符 105">
              <a:extLst>
                <a:ext uri="{FF2B5EF4-FFF2-40B4-BE49-F238E27FC236}">
                  <a16:creationId xmlns:a16="http://schemas.microsoft.com/office/drawing/2014/main" id="{27EE96B1-5BEB-4BFC-A3E9-11B7B3D100D9}"/>
                </a:ext>
              </a:extLst>
            </p:cNvPr>
            <p:cNvCxnSpPr/>
            <p:nvPr/>
          </p:nvCxnSpPr>
          <p:spPr>
            <a:xfrm>
              <a:off x="3465571" y="3455611"/>
              <a:ext cx="397335" cy="0"/>
            </a:xfrm>
            <a:prstGeom prst="line">
              <a:avLst/>
            </a:prstGeom>
            <a:noFill/>
            <a:ln w="6350" cap="flat" cmpd="sng" algn="ctr">
              <a:solidFill>
                <a:srgbClr val="FF6600"/>
              </a:solidFill>
              <a:prstDash val="solid"/>
              <a:miter lim="800000"/>
            </a:ln>
            <a:effectLst/>
          </p:spPr>
        </p:cxnSp>
        <p:cxnSp>
          <p:nvCxnSpPr>
            <p:cNvPr id="107" name="直接连接符 106">
              <a:extLst>
                <a:ext uri="{FF2B5EF4-FFF2-40B4-BE49-F238E27FC236}">
                  <a16:creationId xmlns:a16="http://schemas.microsoft.com/office/drawing/2014/main" id="{241E2C0A-3A3B-44C0-9680-3724D8792D65}"/>
                </a:ext>
              </a:extLst>
            </p:cNvPr>
            <p:cNvCxnSpPr/>
            <p:nvPr/>
          </p:nvCxnSpPr>
          <p:spPr>
            <a:xfrm>
              <a:off x="3465571" y="3848524"/>
              <a:ext cx="386352" cy="0"/>
            </a:xfrm>
            <a:prstGeom prst="line">
              <a:avLst/>
            </a:prstGeom>
            <a:noFill/>
            <a:ln w="6350" cap="flat" cmpd="sng" algn="ctr">
              <a:solidFill>
                <a:srgbClr val="FF6600"/>
              </a:solidFill>
              <a:prstDash val="solid"/>
              <a:miter lim="800000"/>
            </a:ln>
            <a:effectLst/>
          </p:spPr>
        </p:cxnSp>
        <p:cxnSp>
          <p:nvCxnSpPr>
            <p:cNvPr id="108" name="直接连接符 107">
              <a:extLst>
                <a:ext uri="{FF2B5EF4-FFF2-40B4-BE49-F238E27FC236}">
                  <a16:creationId xmlns:a16="http://schemas.microsoft.com/office/drawing/2014/main" id="{CB0D6668-1D72-4791-85BF-F5B1A3B8D0AD}"/>
                </a:ext>
              </a:extLst>
            </p:cNvPr>
            <p:cNvCxnSpPr/>
            <p:nvPr/>
          </p:nvCxnSpPr>
          <p:spPr>
            <a:xfrm>
              <a:off x="3456730" y="4241437"/>
              <a:ext cx="406176" cy="0"/>
            </a:xfrm>
            <a:prstGeom prst="line">
              <a:avLst/>
            </a:prstGeom>
            <a:noFill/>
            <a:ln w="6350" cap="flat" cmpd="sng" algn="ctr">
              <a:solidFill>
                <a:srgbClr val="FF6600"/>
              </a:solidFill>
              <a:prstDash val="solid"/>
              <a:miter lim="800000"/>
            </a:ln>
            <a:effectLst/>
          </p:spPr>
        </p:cxnSp>
        <p:cxnSp>
          <p:nvCxnSpPr>
            <p:cNvPr id="109" name="直接连接符 108">
              <a:extLst>
                <a:ext uri="{FF2B5EF4-FFF2-40B4-BE49-F238E27FC236}">
                  <a16:creationId xmlns:a16="http://schemas.microsoft.com/office/drawing/2014/main" id="{4B261654-3ABF-45FB-8694-E9B39C181782}"/>
                </a:ext>
              </a:extLst>
            </p:cNvPr>
            <p:cNvCxnSpPr/>
            <p:nvPr/>
          </p:nvCxnSpPr>
          <p:spPr>
            <a:xfrm>
              <a:off x="3465571" y="4634350"/>
              <a:ext cx="407005" cy="0"/>
            </a:xfrm>
            <a:prstGeom prst="line">
              <a:avLst/>
            </a:prstGeom>
            <a:noFill/>
            <a:ln w="6350" cap="flat" cmpd="sng" algn="ctr">
              <a:solidFill>
                <a:srgbClr val="FF6600"/>
              </a:solidFill>
              <a:prstDash val="solid"/>
              <a:miter lim="800000"/>
            </a:ln>
            <a:effectLst/>
          </p:spPr>
        </p:cxnSp>
        <p:cxnSp>
          <p:nvCxnSpPr>
            <p:cNvPr id="110" name="直接连接符 109">
              <a:extLst>
                <a:ext uri="{FF2B5EF4-FFF2-40B4-BE49-F238E27FC236}">
                  <a16:creationId xmlns:a16="http://schemas.microsoft.com/office/drawing/2014/main" id="{8E8820ED-BB3A-4B3F-BAA1-816A771BE207}"/>
                </a:ext>
              </a:extLst>
            </p:cNvPr>
            <p:cNvCxnSpPr/>
            <p:nvPr/>
          </p:nvCxnSpPr>
          <p:spPr>
            <a:xfrm>
              <a:off x="3456730" y="5027263"/>
              <a:ext cx="395190" cy="0"/>
            </a:xfrm>
            <a:prstGeom prst="line">
              <a:avLst/>
            </a:prstGeom>
            <a:noFill/>
            <a:ln w="6350" cap="flat" cmpd="sng" algn="ctr">
              <a:solidFill>
                <a:srgbClr val="FF6600"/>
              </a:solidFill>
              <a:prstDash val="solid"/>
              <a:miter lim="800000"/>
            </a:ln>
            <a:effectLst/>
          </p:spPr>
        </p:cxnSp>
      </p:grpSp>
      <p:grpSp>
        <p:nvGrpSpPr>
          <p:cNvPr id="119" name="组合 118">
            <a:extLst>
              <a:ext uri="{FF2B5EF4-FFF2-40B4-BE49-F238E27FC236}">
                <a16:creationId xmlns:a16="http://schemas.microsoft.com/office/drawing/2014/main" id="{8314FA13-D799-468B-8CE8-BD4DFA7E1FEE}"/>
              </a:ext>
            </a:extLst>
          </p:cNvPr>
          <p:cNvGrpSpPr/>
          <p:nvPr/>
        </p:nvGrpSpPr>
        <p:grpSpPr>
          <a:xfrm>
            <a:off x="2444698" y="1507359"/>
            <a:ext cx="319651" cy="522966"/>
            <a:chOff x="3726310" y="1607386"/>
            <a:chExt cx="319651" cy="522966"/>
          </a:xfrm>
        </p:grpSpPr>
        <p:grpSp>
          <p:nvGrpSpPr>
            <p:cNvPr id="120" name="组合 119">
              <a:extLst>
                <a:ext uri="{FF2B5EF4-FFF2-40B4-BE49-F238E27FC236}">
                  <a16:creationId xmlns:a16="http://schemas.microsoft.com/office/drawing/2014/main" id="{994BF220-03C2-4F99-9ABD-1F32DA534BEE}"/>
                </a:ext>
              </a:extLst>
            </p:cNvPr>
            <p:cNvGrpSpPr/>
            <p:nvPr/>
          </p:nvGrpSpPr>
          <p:grpSpPr>
            <a:xfrm>
              <a:off x="3726310" y="1781328"/>
              <a:ext cx="269626" cy="349024"/>
              <a:chOff x="3726310" y="1781328"/>
              <a:chExt cx="269626" cy="349024"/>
            </a:xfrm>
          </p:grpSpPr>
          <p:sp>
            <p:nvSpPr>
              <p:cNvPr id="122" name="文本框 121">
                <a:extLst>
                  <a:ext uri="{FF2B5EF4-FFF2-40B4-BE49-F238E27FC236}">
                    <a16:creationId xmlns:a16="http://schemas.microsoft.com/office/drawing/2014/main" id="{341ADAF1-CDE9-4473-89BA-3D8AED48BDE4}"/>
                  </a:ext>
                </a:extLst>
              </p:cNvPr>
              <p:cNvSpPr txBox="1"/>
              <p:nvPr/>
            </p:nvSpPr>
            <p:spPr>
              <a:xfrm>
                <a:off x="3726310" y="1781328"/>
                <a:ext cx="26962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rPr>
                  <a:t>1</a:t>
                </a:r>
                <a:endParaRPr kumimoji="0" lang="zh-CN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123" name="直接连接符 122">
                <a:extLst>
                  <a:ext uri="{FF2B5EF4-FFF2-40B4-BE49-F238E27FC236}">
                    <a16:creationId xmlns:a16="http://schemas.microsoft.com/office/drawing/2014/main" id="{A47F3E4B-B323-4372-8642-5E331956742C}"/>
                  </a:ext>
                </a:extLst>
              </p:cNvPr>
              <p:cNvCxnSpPr/>
              <p:nvPr/>
            </p:nvCxnSpPr>
            <p:spPr>
              <a:xfrm>
                <a:off x="3923928" y="1882339"/>
                <a:ext cx="0" cy="248013"/>
              </a:xfrm>
              <a:prstGeom prst="line">
                <a:avLst/>
              </a:prstGeom>
              <a:noFill/>
              <a:ln w="6350" cap="flat" cmpd="sng" algn="ctr">
                <a:solidFill>
                  <a:srgbClr val="FF6600"/>
                </a:solidFill>
                <a:prstDash val="solid"/>
                <a:miter lim="800000"/>
              </a:ln>
              <a:effectLst/>
            </p:spPr>
          </p:cxnSp>
        </p:grpSp>
        <p:cxnSp>
          <p:nvCxnSpPr>
            <p:cNvPr id="121" name="直接连接符 120">
              <a:extLst>
                <a:ext uri="{FF2B5EF4-FFF2-40B4-BE49-F238E27FC236}">
                  <a16:creationId xmlns:a16="http://schemas.microsoft.com/office/drawing/2014/main" id="{3F3151E7-5754-4A29-B6E7-A7341A7A746A}"/>
                </a:ext>
              </a:extLst>
            </p:cNvPr>
            <p:cNvCxnSpPr/>
            <p:nvPr/>
          </p:nvCxnSpPr>
          <p:spPr>
            <a:xfrm>
              <a:off x="4045961" y="1607386"/>
              <a:ext cx="0" cy="501965"/>
            </a:xfrm>
            <a:prstGeom prst="line">
              <a:avLst/>
            </a:prstGeom>
            <a:noFill/>
            <a:ln w="25400" cap="flat" cmpd="sng" algn="ctr">
              <a:solidFill>
                <a:srgbClr val="00B0F0"/>
              </a:solidFill>
              <a:prstDash val="solid"/>
              <a:miter lim="800000"/>
            </a:ln>
            <a:effectLst/>
          </p:spPr>
        </p:cxnSp>
      </p:grpSp>
      <p:grpSp>
        <p:nvGrpSpPr>
          <p:cNvPr id="132" name="组合 131">
            <a:extLst>
              <a:ext uri="{FF2B5EF4-FFF2-40B4-BE49-F238E27FC236}">
                <a16:creationId xmlns:a16="http://schemas.microsoft.com/office/drawing/2014/main" id="{DF905B45-E54B-458C-A548-4931BDE31E6E}"/>
              </a:ext>
            </a:extLst>
          </p:cNvPr>
          <p:cNvGrpSpPr/>
          <p:nvPr/>
        </p:nvGrpSpPr>
        <p:grpSpPr>
          <a:xfrm>
            <a:off x="2403985" y="978729"/>
            <a:ext cx="1805818" cy="235955"/>
            <a:chOff x="3065708" y="979389"/>
            <a:chExt cx="1805818" cy="235955"/>
          </a:xfrm>
          <a:solidFill>
            <a:sysClr val="window" lastClr="FFFFFF"/>
          </a:solidFill>
        </p:grpSpPr>
        <p:sp>
          <p:nvSpPr>
            <p:cNvPr id="133" name="矩形 132">
              <a:extLst>
                <a:ext uri="{FF2B5EF4-FFF2-40B4-BE49-F238E27FC236}">
                  <a16:creationId xmlns:a16="http://schemas.microsoft.com/office/drawing/2014/main" id="{E3C12C0E-2A2B-4072-88AE-72A017168FBD}"/>
                </a:ext>
              </a:extLst>
            </p:cNvPr>
            <p:cNvSpPr/>
            <p:nvPr/>
          </p:nvSpPr>
          <p:spPr>
            <a:xfrm>
              <a:off x="3065708" y="979389"/>
              <a:ext cx="720725" cy="228600"/>
            </a:xfrm>
            <a:prstGeom prst="rect">
              <a:avLst/>
            </a:prstGeom>
            <a:noFill/>
            <a:ln w="15875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tag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134" name="矩形 133">
              <a:extLst>
                <a:ext uri="{FF2B5EF4-FFF2-40B4-BE49-F238E27FC236}">
                  <a16:creationId xmlns:a16="http://schemas.microsoft.com/office/drawing/2014/main" id="{C1A20BC3-DE3D-49FB-8573-342B98424F26}"/>
                </a:ext>
              </a:extLst>
            </p:cNvPr>
            <p:cNvSpPr/>
            <p:nvPr/>
          </p:nvSpPr>
          <p:spPr>
            <a:xfrm>
              <a:off x="4140856" y="986744"/>
              <a:ext cx="730670" cy="228600"/>
            </a:xfrm>
            <a:prstGeom prst="rect">
              <a:avLst/>
            </a:prstGeom>
            <a:noFill/>
            <a:ln w="15875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offset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135" name="组合 134">
            <a:extLst>
              <a:ext uri="{FF2B5EF4-FFF2-40B4-BE49-F238E27FC236}">
                <a16:creationId xmlns:a16="http://schemas.microsoft.com/office/drawing/2014/main" id="{54C36116-FF9B-4057-ABE3-2FE69BA27DB9}"/>
              </a:ext>
            </a:extLst>
          </p:cNvPr>
          <p:cNvGrpSpPr/>
          <p:nvPr/>
        </p:nvGrpSpPr>
        <p:grpSpPr>
          <a:xfrm>
            <a:off x="714719" y="2088787"/>
            <a:ext cx="1463563" cy="230534"/>
            <a:chOff x="-1462786" y="1200410"/>
            <a:chExt cx="1463563" cy="230534"/>
          </a:xfrm>
        </p:grpSpPr>
        <p:sp>
          <p:nvSpPr>
            <p:cNvPr id="136" name="矩形 135">
              <a:extLst>
                <a:ext uri="{FF2B5EF4-FFF2-40B4-BE49-F238E27FC236}">
                  <a16:creationId xmlns:a16="http://schemas.microsoft.com/office/drawing/2014/main" id="{4AF082A9-342C-4601-A6DE-D0C3AEC9D2F1}"/>
                </a:ext>
              </a:extLst>
            </p:cNvPr>
            <p:cNvSpPr/>
            <p:nvPr/>
          </p:nvSpPr>
          <p:spPr>
            <a:xfrm>
              <a:off x="-1163685" y="1200410"/>
              <a:ext cx="1164462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0000111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137" name="矩形 136">
              <a:extLst>
                <a:ext uri="{FF2B5EF4-FFF2-40B4-BE49-F238E27FC236}">
                  <a16:creationId xmlns:a16="http://schemas.microsoft.com/office/drawing/2014/main" id="{2EE6D4EF-D2A1-4A71-B22B-0A56F7051686}"/>
                </a:ext>
              </a:extLst>
            </p:cNvPr>
            <p:cNvSpPr/>
            <p:nvPr/>
          </p:nvSpPr>
          <p:spPr>
            <a:xfrm>
              <a:off x="-1462786" y="1202344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138" name="组合 137">
            <a:extLst>
              <a:ext uri="{FF2B5EF4-FFF2-40B4-BE49-F238E27FC236}">
                <a16:creationId xmlns:a16="http://schemas.microsoft.com/office/drawing/2014/main" id="{AA544DDE-2215-4452-9AE1-F9B79308AB54}"/>
              </a:ext>
            </a:extLst>
          </p:cNvPr>
          <p:cNvGrpSpPr/>
          <p:nvPr/>
        </p:nvGrpSpPr>
        <p:grpSpPr>
          <a:xfrm>
            <a:off x="714719" y="2476143"/>
            <a:ext cx="5858333" cy="235080"/>
            <a:chOff x="2560640" y="2999029"/>
            <a:chExt cx="5858333" cy="235080"/>
          </a:xfrm>
        </p:grpSpPr>
        <p:grpSp>
          <p:nvGrpSpPr>
            <p:cNvPr id="139" name="组合 138">
              <a:extLst>
                <a:ext uri="{FF2B5EF4-FFF2-40B4-BE49-F238E27FC236}">
                  <a16:creationId xmlns:a16="http://schemas.microsoft.com/office/drawing/2014/main" id="{642C7D84-C499-4840-9040-896979727755}"/>
                </a:ext>
              </a:extLst>
            </p:cNvPr>
            <p:cNvGrpSpPr/>
            <p:nvPr/>
          </p:nvGrpSpPr>
          <p:grpSpPr>
            <a:xfrm>
              <a:off x="2560640" y="2999029"/>
              <a:ext cx="1463563" cy="230534"/>
              <a:chOff x="-1462786" y="1587766"/>
              <a:chExt cx="1463563" cy="230534"/>
            </a:xfrm>
          </p:grpSpPr>
          <p:sp>
            <p:nvSpPr>
              <p:cNvPr id="145" name="矩形 144">
                <a:extLst>
                  <a:ext uri="{FF2B5EF4-FFF2-40B4-BE49-F238E27FC236}">
                    <a16:creationId xmlns:a16="http://schemas.microsoft.com/office/drawing/2014/main" id="{1BE53E40-0CFE-4F77-AFD5-5299F9EAC9FA}"/>
                  </a:ext>
                </a:extLst>
              </p:cNvPr>
              <p:cNvSpPr/>
              <p:nvPr/>
            </p:nvSpPr>
            <p:spPr>
              <a:xfrm>
                <a:off x="-1163685" y="1587766"/>
                <a:ext cx="1164462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0001000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46" name="矩形 145">
                <a:extLst>
                  <a:ext uri="{FF2B5EF4-FFF2-40B4-BE49-F238E27FC236}">
                    <a16:creationId xmlns:a16="http://schemas.microsoft.com/office/drawing/2014/main" id="{64BC1DA1-1A1C-4BF5-89D7-6E6A53406B12}"/>
                  </a:ext>
                </a:extLst>
              </p:cNvPr>
              <p:cNvSpPr/>
              <p:nvPr/>
            </p:nvSpPr>
            <p:spPr>
              <a:xfrm>
                <a:off x="-1462786" y="1589700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140" name="组合 139">
              <a:extLst>
                <a:ext uri="{FF2B5EF4-FFF2-40B4-BE49-F238E27FC236}">
                  <a16:creationId xmlns:a16="http://schemas.microsoft.com/office/drawing/2014/main" id="{945C659C-109E-4C87-B12B-AA2967AF7DBD}"/>
                </a:ext>
              </a:extLst>
            </p:cNvPr>
            <p:cNvGrpSpPr/>
            <p:nvPr/>
          </p:nvGrpSpPr>
          <p:grpSpPr>
            <a:xfrm>
              <a:off x="5434268" y="3005509"/>
              <a:ext cx="2984705" cy="228600"/>
              <a:chOff x="5112580" y="1043086"/>
              <a:chExt cx="2984705" cy="228600"/>
            </a:xfrm>
            <a:solidFill>
              <a:srgbClr val="99FF66"/>
            </a:solidFill>
          </p:grpSpPr>
          <p:sp>
            <p:nvSpPr>
              <p:cNvPr id="141" name="矩形 140">
                <a:extLst>
                  <a:ext uri="{FF2B5EF4-FFF2-40B4-BE49-F238E27FC236}">
                    <a16:creationId xmlns:a16="http://schemas.microsoft.com/office/drawing/2014/main" id="{7479FCFD-4F74-4870-9C0A-397136D09F57}"/>
                  </a:ext>
                </a:extLst>
              </p:cNvPr>
              <p:cNvSpPr/>
              <p:nvPr/>
            </p:nvSpPr>
            <p:spPr>
              <a:xfrm>
                <a:off x="511258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20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42" name="矩形 141">
                <a:extLst>
                  <a:ext uri="{FF2B5EF4-FFF2-40B4-BE49-F238E27FC236}">
                    <a16:creationId xmlns:a16="http://schemas.microsoft.com/office/drawing/2014/main" id="{10585021-0923-4B32-80A1-ECABFF0411BB}"/>
                  </a:ext>
                </a:extLst>
              </p:cNvPr>
              <p:cNvSpPr/>
              <p:nvPr/>
            </p:nvSpPr>
            <p:spPr>
              <a:xfrm>
                <a:off x="586724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21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43" name="矩形 142">
                <a:extLst>
                  <a:ext uri="{FF2B5EF4-FFF2-40B4-BE49-F238E27FC236}">
                    <a16:creationId xmlns:a16="http://schemas.microsoft.com/office/drawing/2014/main" id="{FB11C6EA-FC5C-4CCC-88BC-790505656F62}"/>
                  </a:ext>
                </a:extLst>
              </p:cNvPr>
              <p:cNvSpPr/>
              <p:nvPr/>
            </p:nvSpPr>
            <p:spPr>
              <a:xfrm>
                <a:off x="662190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22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44" name="矩形 143">
                <a:extLst>
                  <a:ext uri="{FF2B5EF4-FFF2-40B4-BE49-F238E27FC236}">
                    <a16:creationId xmlns:a16="http://schemas.microsoft.com/office/drawing/2014/main" id="{E47C64B7-0567-40F7-AF4D-55D9C5594352}"/>
                  </a:ext>
                </a:extLst>
              </p:cNvPr>
              <p:cNvSpPr/>
              <p:nvPr/>
            </p:nvSpPr>
            <p:spPr>
              <a:xfrm>
                <a:off x="737656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23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</p:grpSp>
      <p:grpSp>
        <p:nvGrpSpPr>
          <p:cNvPr id="147" name="组合 146">
            <a:extLst>
              <a:ext uri="{FF2B5EF4-FFF2-40B4-BE49-F238E27FC236}">
                <a16:creationId xmlns:a16="http://schemas.microsoft.com/office/drawing/2014/main" id="{FB6F08ED-96C7-4965-AD80-D46DF50826FC}"/>
              </a:ext>
            </a:extLst>
          </p:cNvPr>
          <p:cNvGrpSpPr/>
          <p:nvPr/>
        </p:nvGrpSpPr>
        <p:grpSpPr>
          <a:xfrm>
            <a:off x="714719" y="2867604"/>
            <a:ext cx="5851018" cy="237532"/>
            <a:chOff x="2560640" y="3390490"/>
            <a:chExt cx="5851018" cy="237532"/>
          </a:xfrm>
        </p:grpSpPr>
        <p:grpSp>
          <p:nvGrpSpPr>
            <p:cNvPr id="148" name="组合 147">
              <a:extLst>
                <a:ext uri="{FF2B5EF4-FFF2-40B4-BE49-F238E27FC236}">
                  <a16:creationId xmlns:a16="http://schemas.microsoft.com/office/drawing/2014/main" id="{224D4823-B41F-4E84-A950-8E09213AB0D8}"/>
                </a:ext>
              </a:extLst>
            </p:cNvPr>
            <p:cNvGrpSpPr/>
            <p:nvPr/>
          </p:nvGrpSpPr>
          <p:grpSpPr>
            <a:xfrm>
              <a:off x="2560640" y="3397488"/>
              <a:ext cx="1463563" cy="230534"/>
              <a:chOff x="-1462786" y="1986225"/>
              <a:chExt cx="1463563" cy="230534"/>
            </a:xfrm>
          </p:grpSpPr>
          <p:sp>
            <p:nvSpPr>
              <p:cNvPr id="154" name="矩形 153">
                <a:extLst>
                  <a:ext uri="{FF2B5EF4-FFF2-40B4-BE49-F238E27FC236}">
                    <a16:creationId xmlns:a16="http://schemas.microsoft.com/office/drawing/2014/main" id="{F336F68B-74E5-4D4A-A33D-C01F18AEF94C}"/>
                  </a:ext>
                </a:extLst>
              </p:cNvPr>
              <p:cNvSpPr/>
              <p:nvPr/>
            </p:nvSpPr>
            <p:spPr>
              <a:xfrm>
                <a:off x="-1163685" y="1986225"/>
                <a:ext cx="1164462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0001001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55" name="矩形 154">
                <a:extLst>
                  <a:ext uri="{FF2B5EF4-FFF2-40B4-BE49-F238E27FC236}">
                    <a16:creationId xmlns:a16="http://schemas.microsoft.com/office/drawing/2014/main" id="{C61CF931-FA81-47EC-8C46-A7C88A40C5BD}"/>
                  </a:ext>
                </a:extLst>
              </p:cNvPr>
              <p:cNvSpPr/>
              <p:nvPr/>
            </p:nvSpPr>
            <p:spPr>
              <a:xfrm>
                <a:off x="-1462786" y="1988159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149" name="组合 148">
              <a:extLst>
                <a:ext uri="{FF2B5EF4-FFF2-40B4-BE49-F238E27FC236}">
                  <a16:creationId xmlns:a16="http://schemas.microsoft.com/office/drawing/2014/main" id="{2225EE67-8B21-4365-BD0E-354580D083B1}"/>
                </a:ext>
              </a:extLst>
            </p:cNvPr>
            <p:cNvGrpSpPr/>
            <p:nvPr/>
          </p:nvGrpSpPr>
          <p:grpSpPr>
            <a:xfrm>
              <a:off x="5426953" y="3390490"/>
              <a:ext cx="2984705" cy="228600"/>
              <a:chOff x="5112580" y="1043086"/>
              <a:chExt cx="2984705" cy="228600"/>
            </a:xfrm>
            <a:solidFill>
              <a:srgbClr val="99FF66"/>
            </a:solidFill>
          </p:grpSpPr>
          <p:sp>
            <p:nvSpPr>
              <p:cNvPr id="150" name="矩形 149">
                <a:extLst>
                  <a:ext uri="{FF2B5EF4-FFF2-40B4-BE49-F238E27FC236}">
                    <a16:creationId xmlns:a16="http://schemas.microsoft.com/office/drawing/2014/main" id="{78533A97-22B4-45D6-819F-CA4F86C8465C}"/>
                  </a:ext>
                </a:extLst>
              </p:cNvPr>
              <p:cNvSpPr/>
              <p:nvPr/>
            </p:nvSpPr>
            <p:spPr>
              <a:xfrm>
                <a:off x="511258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24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51" name="矩形 150">
                <a:extLst>
                  <a:ext uri="{FF2B5EF4-FFF2-40B4-BE49-F238E27FC236}">
                    <a16:creationId xmlns:a16="http://schemas.microsoft.com/office/drawing/2014/main" id="{2F44546E-4D0E-4353-BC99-479AF199E7F1}"/>
                  </a:ext>
                </a:extLst>
              </p:cNvPr>
              <p:cNvSpPr/>
              <p:nvPr/>
            </p:nvSpPr>
            <p:spPr>
              <a:xfrm>
                <a:off x="586724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25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52" name="矩形 151">
                <a:extLst>
                  <a:ext uri="{FF2B5EF4-FFF2-40B4-BE49-F238E27FC236}">
                    <a16:creationId xmlns:a16="http://schemas.microsoft.com/office/drawing/2014/main" id="{0AE34CDD-EB26-40C8-801C-4022B73FF7F0}"/>
                  </a:ext>
                </a:extLst>
              </p:cNvPr>
              <p:cNvSpPr/>
              <p:nvPr/>
            </p:nvSpPr>
            <p:spPr>
              <a:xfrm>
                <a:off x="662190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26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53" name="矩形 152">
                <a:extLst>
                  <a:ext uri="{FF2B5EF4-FFF2-40B4-BE49-F238E27FC236}">
                    <a16:creationId xmlns:a16="http://schemas.microsoft.com/office/drawing/2014/main" id="{6170FAEA-CA5A-4BC5-B6E6-88381662431E}"/>
                  </a:ext>
                </a:extLst>
              </p:cNvPr>
              <p:cNvSpPr/>
              <p:nvPr/>
            </p:nvSpPr>
            <p:spPr>
              <a:xfrm>
                <a:off x="737656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27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</p:grpSp>
      <p:grpSp>
        <p:nvGrpSpPr>
          <p:cNvPr id="156" name="组合 155">
            <a:extLst>
              <a:ext uri="{FF2B5EF4-FFF2-40B4-BE49-F238E27FC236}">
                <a16:creationId xmlns:a16="http://schemas.microsoft.com/office/drawing/2014/main" id="{3D5C8B1A-51CE-45CC-93B3-5E4CF0722E6E}"/>
              </a:ext>
            </a:extLst>
          </p:cNvPr>
          <p:cNvGrpSpPr/>
          <p:nvPr/>
        </p:nvGrpSpPr>
        <p:grpSpPr>
          <a:xfrm>
            <a:off x="722464" y="3263095"/>
            <a:ext cx="5843273" cy="246068"/>
            <a:chOff x="2568385" y="3785981"/>
            <a:chExt cx="5843273" cy="246068"/>
          </a:xfrm>
        </p:grpSpPr>
        <p:grpSp>
          <p:nvGrpSpPr>
            <p:cNvPr id="157" name="组合 156">
              <a:extLst>
                <a:ext uri="{FF2B5EF4-FFF2-40B4-BE49-F238E27FC236}">
                  <a16:creationId xmlns:a16="http://schemas.microsoft.com/office/drawing/2014/main" id="{24AA574C-B2F1-47A7-954A-89557A998339}"/>
                </a:ext>
              </a:extLst>
            </p:cNvPr>
            <p:cNvGrpSpPr/>
            <p:nvPr/>
          </p:nvGrpSpPr>
          <p:grpSpPr>
            <a:xfrm>
              <a:off x="2568385" y="3801515"/>
              <a:ext cx="1463563" cy="230534"/>
              <a:chOff x="-1455041" y="2390252"/>
              <a:chExt cx="1463563" cy="230534"/>
            </a:xfrm>
          </p:grpSpPr>
          <p:sp>
            <p:nvSpPr>
              <p:cNvPr id="163" name="矩形 162">
                <a:extLst>
                  <a:ext uri="{FF2B5EF4-FFF2-40B4-BE49-F238E27FC236}">
                    <a16:creationId xmlns:a16="http://schemas.microsoft.com/office/drawing/2014/main" id="{8587C275-6AEA-4754-92CF-5D126E9DD0F0}"/>
                  </a:ext>
                </a:extLst>
              </p:cNvPr>
              <p:cNvSpPr/>
              <p:nvPr/>
            </p:nvSpPr>
            <p:spPr>
              <a:xfrm>
                <a:off x="-1155940" y="2390252"/>
                <a:ext cx="1164462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0010010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64" name="矩形 163">
                <a:extLst>
                  <a:ext uri="{FF2B5EF4-FFF2-40B4-BE49-F238E27FC236}">
                    <a16:creationId xmlns:a16="http://schemas.microsoft.com/office/drawing/2014/main" id="{EAB79B5E-0A4F-42AF-BBB1-7B7DCB322439}"/>
                  </a:ext>
                </a:extLst>
              </p:cNvPr>
              <p:cNvSpPr/>
              <p:nvPr/>
            </p:nvSpPr>
            <p:spPr>
              <a:xfrm>
                <a:off x="-1455041" y="2392186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158" name="组合 157">
              <a:extLst>
                <a:ext uri="{FF2B5EF4-FFF2-40B4-BE49-F238E27FC236}">
                  <a16:creationId xmlns:a16="http://schemas.microsoft.com/office/drawing/2014/main" id="{4272EC57-E652-47E2-89F5-623E7FE87B3F}"/>
                </a:ext>
              </a:extLst>
            </p:cNvPr>
            <p:cNvGrpSpPr/>
            <p:nvPr/>
          </p:nvGrpSpPr>
          <p:grpSpPr>
            <a:xfrm>
              <a:off x="5426953" y="3785981"/>
              <a:ext cx="2984705" cy="228600"/>
              <a:chOff x="5112580" y="1043086"/>
              <a:chExt cx="2984705" cy="228600"/>
            </a:xfrm>
          </p:grpSpPr>
          <p:sp>
            <p:nvSpPr>
              <p:cNvPr id="159" name="矩形 158">
                <a:extLst>
                  <a:ext uri="{FF2B5EF4-FFF2-40B4-BE49-F238E27FC236}">
                    <a16:creationId xmlns:a16="http://schemas.microsoft.com/office/drawing/2014/main" id="{517B66AF-DF0D-450B-B035-01A735BD5DC8}"/>
                  </a:ext>
                </a:extLst>
              </p:cNvPr>
              <p:cNvSpPr/>
              <p:nvPr/>
            </p:nvSpPr>
            <p:spPr>
              <a:xfrm>
                <a:off x="5112580" y="1043086"/>
                <a:ext cx="720725" cy="228600"/>
              </a:xfrm>
              <a:prstGeom prst="rect">
                <a:avLst/>
              </a:prstGeom>
              <a:solidFill>
                <a:srgbClr val="99FF66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48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60" name="矩形 159">
                <a:extLst>
                  <a:ext uri="{FF2B5EF4-FFF2-40B4-BE49-F238E27FC236}">
                    <a16:creationId xmlns:a16="http://schemas.microsoft.com/office/drawing/2014/main" id="{23781F0A-333D-430A-A87F-498F10035609}"/>
                  </a:ext>
                </a:extLst>
              </p:cNvPr>
              <p:cNvSpPr/>
              <p:nvPr/>
            </p:nvSpPr>
            <p:spPr>
              <a:xfrm>
                <a:off x="5867240" y="1043086"/>
                <a:ext cx="720725" cy="228600"/>
              </a:xfrm>
              <a:prstGeom prst="rect">
                <a:avLst/>
              </a:prstGeom>
              <a:solidFill>
                <a:srgbClr val="99FF66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49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61" name="矩形 160">
                <a:extLst>
                  <a:ext uri="{FF2B5EF4-FFF2-40B4-BE49-F238E27FC236}">
                    <a16:creationId xmlns:a16="http://schemas.microsoft.com/office/drawing/2014/main" id="{5B634514-B1A7-4575-8B17-92BF72E3075B}"/>
                  </a:ext>
                </a:extLst>
              </p:cNvPr>
              <p:cNvSpPr/>
              <p:nvPr/>
            </p:nvSpPr>
            <p:spPr>
              <a:xfrm>
                <a:off x="6621900" y="1043086"/>
                <a:ext cx="720725" cy="228600"/>
              </a:xfrm>
              <a:prstGeom prst="rect">
                <a:avLst/>
              </a:prstGeom>
              <a:solidFill>
                <a:srgbClr val="99FF66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4A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62" name="矩形 161">
                <a:extLst>
                  <a:ext uri="{FF2B5EF4-FFF2-40B4-BE49-F238E27FC236}">
                    <a16:creationId xmlns:a16="http://schemas.microsoft.com/office/drawing/2014/main" id="{7BF364FB-4016-49C5-A24F-13EC8F7EA457}"/>
                  </a:ext>
                </a:extLst>
              </p:cNvPr>
              <p:cNvSpPr/>
              <p:nvPr/>
            </p:nvSpPr>
            <p:spPr>
              <a:xfrm>
                <a:off x="7376560" y="1043086"/>
                <a:ext cx="720725" cy="228600"/>
              </a:xfrm>
              <a:prstGeom prst="rect">
                <a:avLst/>
              </a:prstGeom>
              <a:solidFill>
                <a:srgbClr val="99FF66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4B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</p:grpSp>
      <p:grpSp>
        <p:nvGrpSpPr>
          <p:cNvPr id="165" name="组合 164">
            <a:extLst>
              <a:ext uri="{FF2B5EF4-FFF2-40B4-BE49-F238E27FC236}">
                <a16:creationId xmlns:a16="http://schemas.microsoft.com/office/drawing/2014/main" id="{13941F07-CFCA-4A44-96B6-59D4977134A3}"/>
              </a:ext>
            </a:extLst>
          </p:cNvPr>
          <p:cNvGrpSpPr/>
          <p:nvPr/>
        </p:nvGrpSpPr>
        <p:grpSpPr>
          <a:xfrm>
            <a:off x="714719" y="4040149"/>
            <a:ext cx="5851018" cy="262392"/>
            <a:chOff x="2560640" y="4563035"/>
            <a:chExt cx="5851018" cy="262392"/>
          </a:xfrm>
        </p:grpSpPr>
        <p:grpSp>
          <p:nvGrpSpPr>
            <p:cNvPr id="166" name="组合 165">
              <a:extLst>
                <a:ext uri="{FF2B5EF4-FFF2-40B4-BE49-F238E27FC236}">
                  <a16:creationId xmlns:a16="http://schemas.microsoft.com/office/drawing/2014/main" id="{436214D8-55C5-4548-AC0D-91B2DB69688F}"/>
                </a:ext>
              </a:extLst>
            </p:cNvPr>
            <p:cNvGrpSpPr/>
            <p:nvPr/>
          </p:nvGrpSpPr>
          <p:grpSpPr>
            <a:xfrm>
              <a:off x="2560640" y="4594893"/>
              <a:ext cx="1463563" cy="230534"/>
              <a:chOff x="-1462786" y="3183630"/>
              <a:chExt cx="1463563" cy="230534"/>
            </a:xfrm>
          </p:grpSpPr>
          <p:sp>
            <p:nvSpPr>
              <p:cNvPr id="172" name="矩形 171">
                <a:extLst>
                  <a:ext uri="{FF2B5EF4-FFF2-40B4-BE49-F238E27FC236}">
                    <a16:creationId xmlns:a16="http://schemas.microsoft.com/office/drawing/2014/main" id="{B575AA34-4FDC-47DC-BA71-0F1FD43DF4CE}"/>
                  </a:ext>
                </a:extLst>
              </p:cNvPr>
              <p:cNvSpPr/>
              <p:nvPr/>
            </p:nvSpPr>
            <p:spPr>
              <a:xfrm>
                <a:off x="-1163685" y="3183630"/>
                <a:ext cx="1164462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1000001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73" name="矩形 172">
                <a:extLst>
                  <a:ext uri="{FF2B5EF4-FFF2-40B4-BE49-F238E27FC236}">
                    <a16:creationId xmlns:a16="http://schemas.microsoft.com/office/drawing/2014/main" id="{EC69A7C0-5483-48A1-820E-AEC1AD89245D}"/>
                  </a:ext>
                </a:extLst>
              </p:cNvPr>
              <p:cNvSpPr/>
              <p:nvPr/>
            </p:nvSpPr>
            <p:spPr>
              <a:xfrm>
                <a:off x="-1462786" y="3185564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167" name="组合 166">
              <a:extLst>
                <a:ext uri="{FF2B5EF4-FFF2-40B4-BE49-F238E27FC236}">
                  <a16:creationId xmlns:a16="http://schemas.microsoft.com/office/drawing/2014/main" id="{E3226E8C-E46A-48CC-8C52-D97097FA3D50}"/>
                </a:ext>
              </a:extLst>
            </p:cNvPr>
            <p:cNvGrpSpPr/>
            <p:nvPr/>
          </p:nvGrpSpPr>
          <p:grpSpPr>
            <a:xfrm>
              <a:off x="5426953" y="4563035"/>
              <a:ext cx="2984705" cy="228829"/>
              <a:chOff x="5112580" y="1042857"/>
              <a:chExt cx="2984705" cy="228829"/>
            </a:xfrm>
            <a:solidFill>
              <a:srgbClr val="99FF66"/>
            </a:solidFill>
          </p:grpSpPr>
          <p:sp>
            <p:nvSpPr>
              <p:cNvPr id="168" name="矩形 167">
                <a:extLst>
                  <a:ext uri="{FF2B5EF4-FFF2-40B4-BE49-F238E27FC236}">
                    <a16:creationId xmlns:a16="http://schemas.microsoft.com/office/drawing/2014/main" id="{D10737C8-EFBB-4554-9FD4-BEE513521C1B}"/>
                  </a:ext>
                </a:extLst>
              </p:cNvPr>
              <p:cNvSpPr/>
              <p:nvPr/>
            </p:nvSpPr>
            <p:spPr>
              <a:xfrm>
                <a:off x="511258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104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69" name="矩形 168">
                <a:extLst>
                  <a:ext uri="{FF2B5EF4-FFF2-40B4-BE49-F238E27FC236}">
                    <a16:creationId xmlns:a16="http://schemas.microsoft.com/office/drawing/2014/main" id="{B76DC500-5541-4F94-9927-BBD24F76806C}"/>
                  </a:ext>
                </a:extLst>
              </p:cNvPr>
              <p:cNvSpPr/>
              <p:nvPr/>
            </p:nvSpPr>
            <p:spPr>
              <a:xfrm>
                <a:off x="586724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105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70" name="矩形 169">
                <a:extLst>
                  <a:ext uri="{FF2B5EF4-FFF2-40B4-BE49-F238E27FC236}">
                    <a16:creationId xmlns:a16="http://schemas.microsoft.com/office/drawing/2014/main" id="{C1C6B966-E79E-412A-A118-BD9EA0C9C2BA}"/>
                  </a:ext>
                </a:extLst>
              </p:cNvPr>
              <p:cNvSpPr/>
              <p:nvPr/>
            </p:nvSpPr>
            <p:spPr>
              <a:xfrm>
                <a:off x="662190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106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71" name="矩形 170">
                <a:extLst>
                  <a:ext uri="{FF2B5EF4-FFF2-40B4-BE49-F238E27FC236}">
                    <a16:creationId xmlns:a16="http://schemas.microsoft.com/office/drawing/2014/main" id="{D8DF9AE1-F7A1-483D-988A-38E726191C68}"/>
                  </a:ext>
                </a:extLst>
              </p:cNvPr>
              <p:cNvSpPr/>
              <p:nvPr/>
            </p:nvSpPr>
            <p:spPr>
              <a:xfrm>
                <a:off x="7376560" y="1042857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107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</p:grpSp>
      <p:grpSp>
        <p:nvGrpSpPr>
          <p:cNvPr id="174" name="组合 173">
            <a:extLst>
              <a:ext uri="{FF2B5EF4-FFF2-40B4-BE49-F238E27FC236}">
                <a16:creationId xmlns:a16="http://schemas.microsoft.com/office/drawing/2014/main" id="{4F935392-5E60-42B7-8F8D-CD1761AAD229}"/>
              </a:ext>
            </a:extLst>
          </p:cNvPr>
          <p:cNvGrpSpPr/>
          <p:nvPr/>
        </p:nvGrpSpPr>
        <p:grpSpPr>
          <a:xfrm>
            <a:off x="714719" y="3646685"/>
            <a:ext cx="5851018" cy="268500"/>
            <a:chOff x="2560640" y="4169571"/>
            <a:chExt cx="5851018" cy="268500"/>
          </a:xfrm>
        </p:grpSpPr>
        <p:grpSp>
          <p:nvGrpSpPr>
            <p:cNvPr id="175" name="组合 174">
              <a:extLst>
                <a:ext uri="{FF2B5EF4-FFF2-40B4-BE49-F238E27FC236}">
                  <a16:creationId xmlns:a16="http://schemas.microsoft.com/office/drawing/2014/main" id="{A1C5F2FE-397D-47CE-BFFE-A78CE60EEA89}"/>
                </a:ext>
              </a:extLst>
            </p:cNvPr>
            <p:cNvGrpSpPr/>
            <p:nvPr/>
          </p:nvGrpSpPr>
          <p:grpSpPr>
            <a:xfrm>
              <a:off x="2560640" y="4207537"/>
              <a:ext cx="1463563" cy="230534"/>
              <a:chOff x="-1462786" y="2796274"/>
              <a:chExt cx="1463563" cy="230534"/>
            </a:xfrm>
          </p:grpSpPr>
          <p:sp>
            <p:nvSpPr>
              <p:cNvPr id="181" name="矩形 180">
                <a:extLst>
                  <a:ext uri="{FF2B5EF4-FFF2-40B4-BE49-F238E27FC236}">
                    <a16:creationId xmlns:a16="http://schemas.microsoft.com/office/drawing/2014/main" id="{3A830890-5AA8-49C5-87A0-2508B33207ED}"/>
                  </a:ext>
                </a:extLst>
              </p:cNvPr>
              <p:cNvSpPr/>
              <p:nvPr/>
            </p:nvSpPr>
            <p:spPr>
              <a:xfrm>
                <a:off x="-1163685" y="2796274"/>
                <a:ext cx="1164462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0010101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82" name="矩形 181">
                <a:extLst>
                  <a:ext uri="{FF2B5EF4-FFF2-40B4-BE49-F238E27FC236}">
                    <a16:creationId xmlns:a16="http://schemas.microsoft.com/office/drawing/2014/main" id="{208342B0-07E9-40C4-8D64-B16A6D9A56EF}"/>
                  </a:ext>
                </a:extLst>
              </p:cNvPr>
              <p:cNvSpPr/>
              <p:nvPr/>
            </p:nvSpPr>
            <p:spPr>
              <a:xfrm>
                <a:off x="-1462786" y="2798208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176" name="组合 175">
              <a:extLst>
                <a:ext uri="{FF2B5EF4-FFF2-40B4-BE49-F238E27FC236}">
                  <a16:creationId xmlns:a16="http://schemas.microsoft.com/office/drawing/2014/main" id="{91E03B7A-9288-4CE5-96EA-E1518BEEB762}"/>
                </a:ext>
              </a:extLst>
            </p:cNvPr>
            <p:cNvGrpSpPr/>
            <p:nvPr/>
          </p:nvGrpSpPr>
          <p:grpSpPr>
            <a:xfrm>
              <a:off x="5426953" y="4169571"/>
              <a:ext cx="2984705" cy="228600"/>
              <a:chOff x="5112580" y="1043086"/>
              <a:chExt cx="2984705" cy="228600"/>
            </a:xfrm>
            <a:solidFill>
              <a:srgbClr val="99FF66"/>
            </a:solidFill>
          </p:grpSpPr>
          <p:sp>
            <p:nvSpPr>
              <p:cNvPr id="177" name="矩形 176">
                <a:extLst>
                  <a:ext uri="{FF2B5EF4-FFF2-40B4-BE49-F238E27FC236}">
                    <a16:creationId xmlns:a16="http://schemas.microsoft.com/office/drawing/2014/main" id="{809B6337-BC13-4F77-B9F0-8295A7E945D5}"/>
                  </a:ext>
                </a:extLst>
              </p:cNvPr>
              <p:cNvSpPr/>
              <p:nvPr/>
            </p:nvSpPr>
            <p:spPr>
              <a:xfrm>
                <a:off x="511258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54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78" name="矩形 177">
                <a:extLst>
                  <a:ext uri="{FF2B5EF4-FFF2-40B4-BE49-F238E27FC236}">
                    <a16:creationId xmlns:a16="http://schemas.microsoft.com/office/drawing/2014/main" id="{4C6942F8-0B7F-4755-B92E-BEDAFFAFA77A}"/>
                  </a:ext>
                </a:extLst>
              </p:cNvPr>
              <p:cNvSpPr/>
              <p:nvPr/>
            </p:nvSpPr>
            <p:spPr>
              <a:xfrm>
                <a:off x="586724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55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79" name="矩形 178">
                <a:extLst>
                  <a:ext uri="{FF2B5EF4-FFF2-40B4-BE49-F238E27FC236}">
                    <a16:creationId xmlns:a16="http://schemas.microsoft.com/office/drawing/2014/main" id="{96B3DA34-AC67-434B-9B91-ED894E570C82}"/>
                  </a:ext>
                </a:extLst>
              </p:cNvPr>
              <p:cNvSpPr/>
              <p:nvPr/>
            </p:nvSpPr>
            <p:spPr>
              <a:xfrm>
                <a:off x="662190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56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180" name="矩形 179">
                <a:extLst>
                  <a:ext uri="{FF2B5EF4-FFF2-40B4-BE49-F238E27FC236}">
                    <a16:creationId xmlns:a16="http://schemas.microsoft.com/office/drawing/2014/main" id="{87163E5C-7AE4-4797-92F1-28012D1269BC}"/>
                  </a:ext>
                </a:extLst>
              </p:cNvPr>
              <p:cNvSpPr/>
              <p:nvPr/>
            </p:nvSpPr>
            <p:spPr>
              <a:xfrm>
                <a:off x="7376560" y="104308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5B9BD5"/>
                </a:solidFill>
                <a:prstDash val="sysDot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57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</p:grpSp>
      <p:grpSp>
        <p:nvGrpSpPr>
          <p:cNvPr id="183" name="组合 182">
            <a:extLst>
              <a:ext uri="{FF2B5EF4-FFF2-40B4-BE49-F238E27FC236}">
                <a16:creationId xmlns:a16="http://schemas.microsoft.com/office/drawing/2014/main" id="{582168A3-D1D2-4483-8BDD-CE3A4E44E2BB}"/>
              </a:ext>
            </a:extLst>
          </p:cNvPr>
          <p:cNvGrpSpPr/>
          <p:nvPr/>
        </p:nvGrpSpPr>
        <p:grpSpPr>
          <a:xfrm>
            <a:off x="3581032" y="2089525"/>
            <a:ext cx="2984705" cy="228600"/>
            <a:chOff x="5112580" y="1043086"/>
            <a:chExt cx="2984705" cy="228600"/>
          </a:xfrm>
          <a:solidFill>
            <a:srgbClr val="99FF66"/>
          </a:solidFill>
        </p:grpSpPr>
        <p:sp>
          <p:nvSpPr>
            <p:cNvPr id="184" name="矩形 183">
              <a:extLst>
                <a:ext uri="{FF2B5EF4-FFF2-40B4-BE49-F238E27FC236}">
                  <a16:creationId xmlns:a16="http://schemas.microsoft.com/office/drawing/2014/main" id="{0BFB91A5-126C-4BBE-B47A-7E66783EA5BB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1C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185" name="矩形 184">
              <a:extLst>
                <a:ext uri="{FF2B5EF4-FFF2-40B4-BE49-F238E27FC236}">
                  <a16:creationId xmlns:a16="http://schemas.microsoft.com/office/drawing/2014/main" id="{F2D36F50-CE11-4166-924E-561F989CAC61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1D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186" name="矩形 185">
              <a:extLst>
                <a:ext uri="{FF2B5EF4-FFF2-40B4-BE49-F238E27FC236}">
                  <a16:creationId xmlns:a16="http://schemas.microsoft.com/office/drawing/2014/main" id="{26D5092A-FC4A-4384-9671-91BBD7E6019E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1E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187" name="矩形 186">
              <a:extLst>
                <a:ext uri="{FF2B5EF4-FFF2-40B4-BE49-F238E27FC236}">
                  <a16:creationId xmlns:a16="http://schemas.microsoft.com/office/drawing/2014/main" id="{95FE0E7E-EFD3-4269-A6D2-038652353FE3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5B9BD5"/>
              </a:solidFill>
              <a:prstDash val="sysDot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1F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188" name="文本框 187">
            <a:extLst>
              <a:ext uri="{FF2B5EF4-FFF2-40B4-BE49-F238E27FC236}">
                <a16:creationId xmlns:a16="http://schemas.microsoft.com/office/drawing/2014/main" id="{32D41FD4-98CD-49FF-BB35-634FBB8609F7}"/>
              </a:ext>
            </a:extLst>
          </p:cNvPr>
          <p:cNvSpPr txBox="1"/>
          <p:nvPr/>
        </p:nvSpPr>
        <p:spPr>
          <a:xfrm>
            <a:off x="1850000" y="5343082"/>
            <a:ext cx="731290" cy="276999"/>
          </a:xfrm>
          <a:prstGeom prst="rect">
            <a:avLst/>
          </a:prstGeom>
          <a:solidFill>
            <a:srgbClr val="5B9BD5">
              <a:lumMod val="40000"/>
              <a:lumOff val="60000"/>
            </a:srgbClr>
          </a:solidFill>
        </p:spPr>
        <p:txBody>
          <a:bodyPr wrap="square" lIns="0" rIns="0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1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rPr>
              <a:t>miss</a:t>
            </a:r>
            <a:endParaRPr kumimoji="0" lang="zh-CN" altLang="en-US" sz="1200" b="1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华文细黑" pitchFamily="2" charset="-122"/>
            </a:endParaRPr>
          </a:p>
        </p:txBody>
      </p:sp>
      <p:grpSp>
        <p:nvGrpSpPr>
          <p:cNvPr id="189" name="组合 188">
            <a:extLst>
              <a:ext uri="{FF2B5EF4-FFF2-40B4-BE49-F238E27FC236}">
                <a16:creationId xmlns:a16="http://schemas.microsoft.com/office/drawing/2014/main" id="{1BB42A88-807E-4C80-BD89-A5FEB8C62C87}"/>
              </a:ext>
            </a:extLst>
          </p:cNvPr>
          <p:cNvGrpSpPr/>
          <p:nvPr/>
        </p:nvGrpSpPr>
        <p:grpSpPr>
          <a:xfrm>
            <a:off x="2714324" y="4082563"/>
            <a:ext cx="5246620" cy="1639485"/>
            <a:chOff x="3995936" y="4182589"/>
            <a:chExt cx="1274467" cy="1639485"/>
          </a:xfrm>
        </p:grpSpPr>
        <p:cxnSp>
          <p:nvCxnSpPr>
            <p:cNvPr id="190" name="直接连接符 189">
              <a:extLst>
                <a:ext uri="{FF2B5EF4-FFF2-40B4-BE49-F238E27FC236}">
                  <a16:creationId xmlns:a16="http://schemas.microsoft.com/office/drawing/2014/main" id="{A1D128F1-F629-4502-958A-3E379834E848}"/>
                </a:ext>
              </a:extLst>
            </p:cNvPr>
            <p:cNvCxnSpPr/>
            <p:nvPr/>
          </p:nvCxnSpPr>
          <p:spPr>
            <a:xfrm>
              <a:off x="3995936" y="5229200"/>
              <a:ext cx="0" cy="592874"/>
            </a:xfrm>
            <a:prstGeom prst="line">
              <a:avLst/>
            </a:prstGeom>
            <a:noFill/>
            <a:ln w="28575" cap="flat" cmpd="sng" algn="ctr">
              <a:solidFill>
                <a:srgbClr val="5B9BD5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91" name="直接连接符 190">
              <a:extLst>
                <a:ext uri="{FF2B5EF4-FFF2-40B4-BE49-F238E27FC236}">
                  <a16:creationId xmlns:a16="http://schemas.microsoft.com/office/drawing/2014/main" id="{83118921-DAE7-4DC5-B3A0-A05091FD5E24}"/>
                </a:ext>
              </a:extLst>
            </p:cNvPr>
            <p:cNvCxnSpPr/>
            <p:nvPr/>
          </p:nvCxnSpPr>
          <p:spPr>
            <a:xfrm>
              <a:off x="3996807" y="5620139"/>
              <a:ext cx="1273596" cy="0"/>
            </a:xfrm>
            <a:prstGeom prst="line">
              <a:avLst/>
            </a:prstGeom>
            <a:noFill/>
            <a:ln w="285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</p:cxnSp>
        <p:cxnSp>
          <p:nvCxnSpPr>
            <p:cNvPr id="192" name="直接连接符 191">
              <a:extLst>
                <a:ext uri="{FF2B5EF4-FFF2-40B4-BE49-F238E27FC236}">
                  <a16:creationId xmlns:a16="http://schemas.microsoft.com/office/drawing/2014/main" id="{D3B177FC-3BF1-4F20-A913-A18FE1833F52}"/>
                </a:ext>
              </a:extLst>
            </p:cNvPr>
            <p:cNvCxnSpPr/>
            <p:nvPr/>
          </p:nvCxnSpPr>
          <p:spPr>
            <a:xfrm>
              <a:off x="5270403" y="4182589"/>
              <a:ext cx="0" cy="1437550"/>
            </a:xfrm>
            <a:prstGeom prst="line">
              <a:avLst/>
            </a:prstGeom>
            <a:noFill/>
            <a:ln w="28575" cap="sq" cmpd="sng" algn="ctr">
              <a:solidFill>
                <a:srgbClr val="5B9BD5"/>
              </a:solidFill>
              <a:prstDash val="solid"/>
              <a:miter lim="800000"/>
            </a:ln>
            <a:effectLst/>
          </p:spPr>
        </p:cxnSp>
      </p:grpSp>
      <p:sp>
        <p:nvSpPr>
          <p:cNvPr id="193" name="Text Box 51">
            <a:extLst>
              <a:ext uri="{FF2B5EF4-FFF2-40B4-BE49-F238E27FC236}">
                <a16:creationId xmlns:a16="http://schemas.microsoft.com/office/drawing/2014/main" id="{D3092A93-1AB8-4F4F-9424-0B74447BD5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909" y="506165"/>
            <a:ext cx="8895866" cy="409728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9525">
            <a:noFill/>
            <a:miter lim="800000"/>
            <a:headEnd/>
            <a:tailEnd/>
          </a:ln>
        </p:spPr>
        <p:txBody>
          <a:bodyPr wrap="square" anchor="ctr" anchorCtr="1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Cache 8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行，块大小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4W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，主存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2</a:t>
            </a:r>
            <a:r>
              <a:rPr kumimoji="0" lang="en-US" altLang="zh-CN" sz="1400" b="1" i="0" u="none" strike="noStrike" kern="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9  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W    Cache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总容量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=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rPr>
              <a:t>（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valid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rPr>
              <a:t>+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/>
                <a:ea typeface="微软雅黑"/>
              </a:rPr>
              <a:t>标记位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rPr>
              <a:t>+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标志位</a:t>
            </a: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rPr>
              <a:t>+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339933"/>
                </a:solidFill>
                <a:effectLst/>
                <a:uLnTx/>
                <a:uFillTx/>
                <a:latin typeface="微软雅黑"/>
                <a:ea typeface="微软雅黑"/>
              </a:rPr>
              <a:t>副本容量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rPr>
              <a:t>）*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总行数</a:t>
            </a:r>
            <a:endParaRPr kumimoji="0" lang="en-US" altLang="zh-CN" sz="1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sp>
        <p:nvSpPr>
          <p:cNvPr id="194" name="矩形 193">
            <a:extLst>
              <a:ext uri="{FF2B5EF4-FFF2-40B4-BE49-F238E27FC236}">
                <a16:creationId xmlns:a16="http://schemas.microsoft.com/office/drawing/2014/main" id="{1C94CAAA-A654-4E24-BF6F-237A532386F8}"/>
              </a:ext>
            </a:extLst>
          </p:cNvPr>
          <p:cNvSpPr/>
          <p:nvPr/>
        </p:nvSpPr>
        <p:spPr>
          <a:xfrm>
            <a:off x="2767005" y="4952697"/>
            <a:ext cx="781742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比较结果</a:t>
            </a:r>
            <a:endParaRPr kumimoji="0" lang="en-US" altLang="zh-CN" sz="11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195" name="直接连接符 194">
            <a:extLst>
              <a:ext uri="{FF2B5EF4-FFF2-40B4-BE49-F238E27FC236}">
                <a16:creationId xmlns:a16="http://schemas.microsoft.com/office/drawing/2014/main" id="{DB6A196C-8D6A-4B90-9DBE-8285946DC39B}"/>
              </a:ext>
            </a:extLst>
          </p:cNvPr>
          <p:cNvCxnSpPr/>
          <p:nvPr/>
        </p:nvCxnSpPr>
        <p:spPr>
          <a:xfrm>
            <a:off x="2834708" y="2233409"/>
            <a:ext cx="753639" cy="0"/>
          </a:xfrm>
          <a:prstGeom prst="line">
            <a:avLst/>
          </a:prstGeom>
          <a:noFill/>
          <a:ln w="38100" cap="flat" cmpd="sng" algn="ctr">
            <a:solidFill>
              <a:srgbClr val="00CC00"/>
            </a:solidFill>
            <a:prstDash val="solid"/>
            <a:miter lim="800000"/>
          </a:ln>
          <a:effectLst/>
        </p:spPr>
      </p:cxnSp>
      <p:sp>
        <p:nvSpPr>
          <p:cNvPr id="196" name="文本框 195">
            <a:extLst>
              <a:ext uri="{FF2B5EF4-FFF2-40B4-BE49-F238E27FC236}">
                <a16:creationId xmlns:a16="http://schemas.microsoft.com/office/drawing/2014/main" id="{B647267C-3D53-4768-A3BE-3BBDD835FB8A}"/>
              </a:ext>
            </a:extLst>
          </p:cNvPr>
          <p:cNvSpPr txBox="1"/>
          <p:nvPr/>
        </p:nvSpPr>
        <p:spPr>
          <a:xfrm>
            <a:off x="1850000" y="5343082"/>
            <a:ext cx="731290" cy="276999"/>
          </a:xfrm>
          <a:prstGeom prst="rect">
            <a:avLst/>
          </a:prstGeom>
          <a:solidFill>
            <a:srgbClr val="FFFF00"/>
          </a:solidFill>
        </p:spPr>
        <p:txBody>
          <a:bodyPr wrap="square" lIns="0" rIns="0" rtlCol="0">
            <a:spAutoFit/>
          </a:bodyPr>
          <a:lstStyle/>
          <a:p>
            <a:pPr algn="ctr" eaLnBrk="1" hangingPunct="1">
              <a:defRPr/>
            </a:pPr>
            <a:r>
              <a:rPr lang="en-US" altLang="zh-CN" sz="1200" b="1" i="1" dirty="0">
                <a:solidFill>
                  <a:srgbClr val="000000"/>
                </a:solidFill>
                <a:latin typeface="Arial" charset="0"/>
                <a:ea typeface="华文细黑" pitchFamily="2" charset="-122"/>
              </a:rPr>
              <a:t>Hit</a:t>
            </a:r>
            <a:endParaRPr lang="zh-CN" altLang="en-US" sz="1200" b="1" i="1" dirty="0">
              <a:solidFill>
                <a:srgbClr val="000000"/>
              </a:solidFill>
              <a:latin typeface="Arial" charset="0"/>
              <a:ea typeface="华文细黑" pitchFamily="2" charset="-122"/>
            </a:endParaRPr>
          </a:p>
        </p:txBody>
      </p:sp>
      <p:sp>
        <p:nvSpPr>
          <p:cNvPr id="197" name="矩形 196">
            <a:extLst>
              <a:ext uri="{FF2B5EF4-FFF2-40B4-BE49-F238E27FC236}">
                <a16:creationId xmlns:a16="http://schemas.microsoft.com/office/drawing/2014/main" id="{189A4002-FF2C-4647-8EC9-4B41F6AE9719}"/>
              </a:ext>
            </a:extLst>
          </p:cNvPr>
          <p:cNvSpPr/>
          <p:nvPr/>
        </p:nvSpPr>
        <p:spPr>
          <a:xfrm>
            <a:off x="5851626" y="2086577"/>
            <a:ext cx="720725" cy="228600"/>
          </a:xfrm>
          <a:prstGeom prst="rect">
            <a:avLst/>
          </a:prstGeom>
          <a:solidFill>
            <a:srgbClr val="00B050"/>
          </a:solidFill>
          <a:ln w="3175" cap="flat" cmpd="sng" algn="ctr">
            <a:solidFill>
              <a:srgbClr val="339933"/>
            </a:solidFill>
            <a:prstDash val="sysDot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1F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198" name="组合 197">
            <a:extLst>
              <a:ext uri="{FF2B5EF4-FFF2-40B4-BE49-F238E27FC236}">
                <a16:creationId xmlns:a16="http://schemas.microsoft.com/office/drawing/2014/main" id="{77E90017-C8B3-4D1A-A610-56BC5BF574E2}"/>
              </a:ext>
            </a:extLst>
          </p:cNvPr>
          <p:cNvGrpSpPr/>
          <p:nvPr/>
        </p:nvGrpSpPr>
        <p:grpSpPr>
          <a:xfrm>
            <a:off x="4007604" y="1364714"/>
            <a:ext cx="3953338" cy="1642544"/>
            <a:chOff x="5512474" y="1477646"/>
            <a:chExt cx="2952328" cy="1642544"/>
          </a:xfrm>
        </p:grpSpPr>
        <p:cxnSp>
          <p:nvCxnSpPr>
            <p:cNvPr id="199" name="直接连接符 198">
              <a:extLst>
                <a:ext uri="{FF2B5EF4-FFF2-40B4-BE49-F238E27FC236}">
                  <a16:creationId xmlns:a16="http://schemas.microsoft.com/office/drawing/2014/main" id="{58166A46-36EE-441B-925D-409A04C21703}"/>
                </a:ext>
              </a:extLst>
            </p:cNvPr>
            <p:cNvCxnSpPr/>
            <p:nvPr/>
          </p:nvCxnSpPr>
          <p:spPr>
            <a:xfrm>
              <a:off x="5512474" y="1490551"/>
              <a:ext cx="2952328" cy="0"/>
            </a:xfrm>
            <a:prstGeom prst="line">
              <a:avLst/>
            </a:prstGeom>
            <a:noFill/>
            <a:ln w="25400" cap="flat" cmpd="sng" algn="ctr">
              <a:solidFill>
                <a:srgbClr val="FF9900"/>
              </a:solidFill>
              <a:prstDash val="solid"/>
              <a:miter lim="800000"/>
            </a:ln>
            <a:effectLst/>
          </p:spPr>
        </p:cxnSp>
        <p:cxnSp>
          <p:nvCxnSpPr>
            <p:cNvPr id="200" name="直接连接符 199">
              <a:extLst>
                <a:ext uri="{FF2B5EF4-FFF2-40B4-BE49-F238E27FC236}">
                  <a16:creationId xmlns:a16="http://schemas.microsoft.com/office/drawing/2014/main" id="{2D4E8591-07B5-42A8-826A-754987124180}"/>
                </a:ext>
              </a:extLst>
            </p:cNvPr>
            <p:cNvCxnSpPr/>
            <p:nvPr/>
          </p:nvCxnSpPr>
          <p:spPr>
            <a:xfrm>
              <a:off x="8464802" y="1477646"/>
              <a:ext cx="0" cy="1642544"/>
            </a:xfrm>
            <a:prstGeom prst="line">
              <a:avLst/>
            </a:prstGeom>
            <a:noFill/>
            <a:ln w="25400" cap="flat" cmpd="sng" algn="ctr">
              <a:solidFill>
                <a:srgbClr val="FF9900"/>
              </a:solidFill>
              <a:prstDash val="solid"/>
              <a:miter lim="800000"/>
            </a:ln>
            <a:effectLst/>
          </p:spPr>
        </p:cxnSp>
      </p:grpSp>
      <p:cxnSp>
        <p:nvCxnSpPr>
          <p:cNvPr id="201" name="直接连接符 200">
            <a:extLst>
              <a:ext uri="{FF2B5EF4-FFF2-40B4-BE49-F238E27FC236}">
                <a16:creationId xmlns:a16="http://schemas.microsoft.com/office/drawing/2014/main" id="{CF24CCC1-1619-4E56-97B4-ADA947C671C0}"/>
              </a:ext>
            </a:extLst>
          </p:cNvPr>
          <p:cNvCxnSpPr/>
          <p:nvPr/>
        </p:nvCxnSpPr>
        <p:spPr>
          <a:xfrm>
            <a:off x="8071544" y="3591330"/>
            <a:ext cx="302870" cy="0"/>
          </a:xfrm>
          <a:prstGeom prst="line">
            <a:avLst/>
          </a:prstGeom>
          <a:noFill/>
          <a:ln w="38100" cap="flat" cmpd="sng" algn="ctr">
            <a:solidFill>
              <a:srgbClr val="339933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202" name="组合 201">
            <a:extLst>
              <a:ext uri="{FF2B5EF4-FFF2-40B4-BE49-F238E27FC236}">
                <a16:creationId xmlns:a16="http://schemas.microsoft.com/office/drawing/2014/main" id="{1EEC29B3-6229-48F8-BFA6-32EB395352A9}"/>
              </a:ext>
            </a:extLst>
          </p:cNvPr>
          <p:cNvGrpSpPr/>
          <p:nvPr/>
        </p:nvGrpSpPr>
        <p:grpSpPr>
          <a:xfrm>
            <a:off x="6639624" y="2289255"/>
            <a:ext cx="607552" cy="378508"/>
            <a:chOff x="6944101" y="2283225"/>
            <a:chExt cx="607552" cy="378508"/>
          </a:xfrm>
        </p:grpSpPr>
        <p:sp>
          <p:nvSpPr>
            <p:cNvPr id="203" name="等腰三角形 202">
              <a:extLst>
                <a:ext uri="{FF2B5EF4-FFF2-40B4-BE49-F238E27FC236}">
                  <a16:creationId xmlns:a16="http://schemas.microsoft.com/office/drawing/2014/main" id="{60BEA75F-49D9-411C-8D30-4647BA650170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204" name="直接连接符 203">
              <a:extLst>
                <a:ext uri="{FF2B5EF4-FFF2-40B4-BE49-F238E27FC236}">
                  <a16:creationId xmlns:a16="http://schemas.microsoft.com/office/drawing/2014/main" id="{D9E25AF9-5542-452F-990D-281B27B833F7}"/>
                </a:ext>
              </a:extLst>
            </p:cNvPr>
            <p:cNvCxnSpPr>
              <a:endCxn id="203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05" name="直接连接符 204">
              <a:extLst>
                <a:ext uri="{FF2B5EF4-FFF2-40B4-BE49-F238E27FC236}">
                  <a16:creationId xmlns:a16="http://schemas.microsoft.com/office/drawing/2014/main" id="{3DABD1EA-0223-4651-9993-BDC30730F073}"/>
                </a:ext>
              </a:extLst>
            </p:cNvPr>
            <p:cNvCxnSpPr>
              <a:stCxn id="203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06" name="直接连接符 205">
              <a:extLst>
                <a:ext uri="{FF2B5EF4-FFF2-40B4-BE49-F238E27FC236}">
                  <a16:creationId xmlns:a16="http://schemas.microsoft.com/office/drawing/2014/main" id="{6EB778A6-11FA-4A0A-A8E6-C8DF9740F373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sp>
          <p:nvSpPr>
            <p:cNvPr id="207" name="文本框 206">
              <a:extLst>
                <a:ext uri="{FF2B5EF4-FFF2-40B4-BE49-F238E27FC236}">
                  <a16:creationId xmlns:a16="http://schemas.microsoft.com/office/drawing/2014/main" id="{97A5C807-DD92-48DF-957C-FAF5148367ED}"/>
                </a:ext>
              </a:extLst>
            </p:cNvPr>
            <p:cNvSpPr txBox="1"/>
            <p:nvPr/>
          </p:nvSpPr>
          <p:spPr>
            <a:xfrm>
              <a:off x="7211495" y="2283225"/>
              <a:ext cx="3401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L1</a:t>
              </a:r>
              <a:endParaRPr kumimoji="0" lang="zh-CN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08" name="组合 207">
            <a:extLst>
              <a:ext uri="{FF2B5EF4-FFF2-40B4-BE49-F238E27FC236}">
                <a16:creationId xmlns:a16="http://schemas.microsoft.com/office/drawing/2014/main" id="{DA6B9EBF-2556-4186-96F6-CC1F4350C464}"/>
              </a:ext>
            </a:extLst>
          </p:cNvPr>
          <p:cNvGrpSpPr/>
          <p:nvPr/>
        </p:nvGrpSpPr>
        <p:grpSpPr>
          <a:xfrm>
            <a:off x="6639624" y="2680147"/>
            <a:ext cx="607552" cy="378508"/>
            <a:chOff x="6944101" y="2283225"/>
            <a:chExt cx="607552" cy="378508"/>
          </a:xfrm>
        </p:grpSpPr>
        <p:sp>
          <p:nvSpPr>
            <p:cNvPr id="209" name="等腰三角形 208">
              <a:extLst>
                <a:ext uri="{FF2B5EF4-FFF2-40B4-BE49-F238E27FC236}">
                  <a16:creationId xmlns:a16="http://schemas.microsoft.com/office/drawing/2014/main" id="{CAA4754F-FF7C-49A9-8830-F6B6301E5D06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210" name="直接连接符 209">
              <a:extLst>
                <a:ext uri="{FF2B5EF4-FFF2-40B4-BE49-F238E27FC236}">
                  <a16:creationId xmlns:a16="http://schemas.microsoft.com/office/drawing/2014/main" id="{3FDC31FC-705E-4910-945A-1DEBDF4E6BDA}"/>
                </a:ext>
              </a:extLst>
            </p:cNvPr>
            <p:cNvCxnSpPr>
              <a:endCxn id="209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11" name="直接连接符 210">
              <a:extLst>
                <a:ext uri="{FF2B5EF4-FFF2-40B4-BE49-F238E27FC236}">
                  <a16:creationId xmlns:a16="http://schemas.microsoft.com/office/drawing/2014/main" id="{2087EE39-C789-493E-BE11-3EDC48ADAA27}"/>
                </a:ext>
              </a:extLst>
            </p:cNvPr>
            <p:cNvCxnSpPr>
              <a:stCxn id="209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12" name="直接连接符 211">
              <a:extLst>
                <a:ext uri="{FF2B5EF4-FFF2-40B4-BE49-F238E27FC236}">
                  <a16:creationId xmlns:a16="http://schemas.microsoft.com/office/drawing/2014/main" id="{03E3600A-E8D8-4CA6-A28F-7B9FD069513E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sp>
          <p:nvSpPr>
            <p:cNvPr id="213" name="文本框 212">
              <a:extLst>
                <a:ext uri="{FF2B5EF4-FFF2-40B4-BE49-F238E27FC236}">
                  <a16:creationId xmlns:a16="http://schemas.microsoft.com/office/drawing/2014/main" id="{3FBDCFFF-86C7-47DE-8BA4-E2A1A0B8E555}"/>
                </a:ext>
              </a:extLst>
            </p:cNvPr>
            <p:cNvSpPr txBox="1"/>
            <p:nvPr/>
          </p:nvSpPr>
          <p:spPr>
            <a:xfrm>
              <a:off x="7211495" y="2283225"/>
              <a:ext cx="3401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L2</a:t>
              </a:r>
              <a:endParaRPr kumimoji="0" lang="zh-CN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14" name="组合 213">
            <a:extLst>
              <a:ext uri="{FF2B5EF4-FFF2-40B4-BE49-F238E27FC236}">
                <a16:creationId xmlns:a16="http://schemas.microsoft.com/office/drawing/2014/main" id="{A1ABD825-1EA3-475E-86AD-4E34B963FD32}"/>
              </a:ext>
            </a:extLst>
          </p:cNvPr>
          <p:cNvGrpSpPr/>
          <p:nvPr/>
        </p:nvGrpSpPr>
        <p:grpSpPr>
          <a:xfrm>
            <a:off x="6639624" y="3075879"/>
            <a:ext cx="607552" cy="378508"/>
            <a:chOff x="6944101" y="2283225"/>
            <a:chExt cx="607552" cy="378508"/>
          </a:xfrm>
        </p:grpSpPr>
        <p:sp>
          <p:nvSpPr>
            <p:cNvPr id="215" name="等腰三角形 214">
              <a:extLst>
                <a:ext uri="{FF2B5EF4-FFF2-40B4-BE49-F238E27FC236}">
                  <a16:creationId xmlns:a16="http://schemas.microsoft.com/office/drawing/2014/main" id="{FB142E17-78DA-4F35-BE0D-DC8750020A8A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216" name="直接连接符 215">
              <a:extLst>
                <a:ext uri="{FF2B5EF4-FFF2-40B4-BE49-F238E27FC236}">
                  <a16:creationId xmlns:a16="http://schemas.microsoft.com/office/drawing/2014/main" id="{EA7D2223-4404-4B5B-A7C8-A8FEB3E77C63}"/>
                </a:ext>
              </a:extLst>
            </p:cNvPr>
            <p:cNvCxnSpPr>
              <a:endCxn id="215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17" name="直接连接符 216">
              <a:extLst>
                <a:ext uri="{FF2B5EF4-FFF2-40B4-BE49-F238E27FC236}">
                  <a16:creationId xmlns:a16="http://schemas.microsoft.com/office/drawing/2014/main" id="{D6712104-1A93-49D1-A854-68DC1737B595}"/>
                </a:ext>
              </a:extLst>
            </p:cNvPr>
            <p:cNvCxnSpPr>
              <a:stCxn id="215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18" name="直接连接符 217">
              <a:extLst>
                <a:ext uri="{FF2B5EF4-FFF2-40B4-BE49-F238E27FC236}">
                  <a16:creationId xmlns:a16="http://schemas.microsoft.com/office/drawing/2014/main" id="{B7B73B3E-2EF3-428A-9474-F391C2657252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sp>
          <p:nvSpPr>
            <p:cNvPr id="219" name="文本框 218">
              <a:extLst>
                <a:ext uri="{FF2B5EF4-FFF2-40B4-BE49-F238E27FC236}">
                  <a16:creationId xmlns:a16="http://schemas.microsoft.com/office/drawing/2014/main" id="{B342A4E0-23F2-433A-920C-0F36F28E5CEF}"/>
                </a:ext>
              </a:extLst>
            </p:cNvPr>
            <p:cNvSpPr txBox="1"/>
            <p:nvPr/>
          </p:nvSpPr>
          <p:spPr>
            <a:xfrm>
              <a:off x="7211495" y="2283225"/>
              <a:ext cx="3401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L3</a:t>
              </a:r>
              <a:endParaRPr kumimoji="0" lang="zh-CN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20" name="组合 219">
            <a:extLst>
              <a:ext uri="{FF2B5EF4-FFF2-40B4-BE49-F238E27FC236}">
                <a16:creationId xmlns:a16="http://schemas.microsoft.com/office/drawing/2014/main" id="{86E01BE3-1C6F-4459-9AC1-C893A482A146}"/>
              </a:ext>
            </a:extLst>
          </p:cNvPr>
          <p:cNvGrpSpPr/>
          <p:nvPr/>
        </p:nvGrpSpPr>
        <p:grpSpPr>
          <a:xfrm>
            <a:off x="6639624" y="3467713"/>
            <a:ext cx="607552" cy="378508"/>
            <a:chOff x="6944101" y="2283225"/>
            <a:chExt cx="607552" cy="378508"/>
          </a:xfrm>
        </p:grpSpPr>
        <p:sp>
          <p:nvSpPr>
            <p:cNvPr id="221" name="等腰三角形 220">
              <a:extLst>
                <a:ext uri="{FF2B5EF4-FFF2-40B4-BE49-F238E27FC236}">
                  <a16:creationId xmlns:a16="http://schemas.microsoft.com/office/drawing/2014/main" id="{10C68796-704C-410A-9FD8-9CFED7ADCCD5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222" name="直接连接符 221">
              <a:extLst>
                <a:ext uri="{FF2B5EF4-FFF2-40B4-BE49-F238E27FC236}">
                  <a16:creationId xmlns:a16="http://schemas.microsoft.com/office/drawing/2014/main" id="{CA252814-1A59-4F63-B12B-B9CC68307410}"/>
                </a:ext>
              </a:extLst>
            </p:cNvPr>
            <p:cNvCxnSpPr>
              <a:endCxn id="221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23" name="直接连接符 222">
              <a:extLst>
                <a:ext uri="{FF2B5EF4-FFF2-40B4-BE49-F238E27FC236}">
                  <a16:creationId xmlns:a16="http://schemas.microsoft.com/office/drawing/2014/main" id="{B929E396-5D6C-4129-B2E6-A0506973855D}"/>
                </a:ext>
              </a:extLst>
            </p:cNvPr>
            <p:cNvCxnSpPr>
              <a:stCxn id="221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24" name="直接连接符 223">
              <a:extLst>
                <a:ext uri="{FF2B5EF4-FFF2-40B4-BE49-F238E27FC236}">
                  <a16:creationId xmlns:a16="http://schemas.microsoft.com/office/drawing/2014/main" id="{24452B9C-8669-4829-94B4-EEF66B9DE517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sp>
          <p:nvSpPr>
            <p:cNvPr id="225" name="文本框 224">
              <a:extLst>
                <a:ext uri="{FF2B5EF4-FFF2-40B4-BE49-F238E27FC236}">
                  <a16:creationId xmlns:a16="http://schemas.microsoft.com/office/drawing/2014/main" id="{2C60CD15-2749-4827-A2FE-C69D57610E5A}"/>
                </a:ext>
              </a:extLst>
            </p:cNvPr>
            <p:cNvSpPr txBox="1"/>
            <p:nvPr/>
          </p:nvSpPr>
          <p:spPr>
            <a:xfrm>
              <a:off x="7211495" y="2283225"/>
              <a:ext cx="3401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L4</a:t>
              </a:r>
              <a:endParaRPr kumimoji="0" lang="zh-CN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26" name="组合 225">
            <a:extLst>
              <a:ext uri="{FF2B5EF4-FFF2-40B4-BE49-F238E27FC236}">
                <a16:creationId xmlns:a16="http://schemas.microsoft.com/office/drawing/2014/main" id="{96EEDB90-6365-4224-BDA3-435D604B0976}"/>
              </a:ext>
            </a:extLst>
          </p:cNvPr>
          <p:cNvGrpSpPr/>
          <p:nvPr/>
        </p:nvGrpSpPr>
        <p:grpSpPr>
          <a:xfrm>
            <a:off x="6639624" y="3844060"/>
            <a:ext cx="607552" cy="378508"/>
            <a:chOff x="6944101" y="2283225"/>
            <a:chExt cx="607552" cy="378508"/>
          </a:xfrm>
        </p:grpSpPr>
        <p:sp>
          <p:nvSpPr>
            <p:cNvPr id="227" name="等腰三角形 226">
              <a:extLst>
                <a:ext uri="{FF2B5EF4-FFF2-40B4-BE49-F238E27FC236}">
                  <a16:creationId xmlns:a16="http://schemas.microsoft.com/office/drawing/2014/main" id="{82A1A132-2E2C-4034-860D-4F9E77FC688D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228" name="直接连接符 227">
              <a:extLst>
                <a:ext uri="{FF2B5EF4-FFF2-40B4-BE49-F238E27FC236}">
                  <a16:creationId xmlns:a16="http://schemas.microsoft.com/office/drawing/2014/main" id="{10962F54-5967-4699-8C6D-0FE6D8F46474}"/>
                </a:ext>
              </a:extLst>
            </p:cNvPr>
            <p:cNvCxnSpPr>
              <a:endCxn id="227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29" name="直接连接符 228">
              <a:extLst>
                <a:ext uri="{FF2B5EF4-FFF2-40B4-BE49-F238E27FC236}">
                  <a16:creationId xmlns:a16="http://schemas.microsoft.com/office/drawing/2014/main" id="{D5999F66-DBC8-4698-9444-639C6C1E8C8D}"/>
                </a:ext>
              </a:extLst>
            </p:cNvPr>
            <p:cNvCxnSpPr>
              <a:stCxn id="227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30" name="直接连接符 229">
              <a:extLst>
                <a:ext uri="{FF2B5EF4-FFF2-40B4-BE49-F238E27FC236}">
                  <a16:creationId xmlns:a16="http://schemas.microsoft.com/office/drawing/2014/main" id="{D6AA2DC0-8C07-44E3-815F-E1FB4FFFE4ED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sp>
          <p:nvSpPr>
            <p:cNvPr id="231" name="文本框 230">
              <a:extLst>
                <a:ext uri="{FF2B5EF4-FFF2-40B4-BE49-F238E27FC236}">
                  <a16:creationId xmlns:a16="http://schemas.microsoft.com/office/drawing/2014/main" id="{E86CC643-AB5C-43F1-990B-2B1D74B4A6A6}"/>
                </a:ext>
              </a:extLst>
            </p:cNvPr>
            <p:cNvSpPr txBox="1"/>
            <p:nvPr/>
          </p:nvSpPr>
          <p:spPr>
            <a:xfrm>
              <a:off x="7211495" y="2283225"/>
              <a:ext cx="3401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L5</a:t>
              </a:r>
              <a:endParaRPr kumimoji="0" lang="zh-CN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32" name="组合 231">
            <a:extLst>
              <a:ext uri="{FF2B5EF4-FFF2-40B4-BE49-F238E27FC236}">
                <a16:creationId xmlns:a16="http://schemas.microsoft.com/office/drawing/2014/main" id="{437613D3-F4E9-4DCC-BD8F-3F4C9E525816}"/>
              </a:ext>
            </a:extLst>
          </p:cNvPr>
          <p:cNvGrpSpPr/>
          <p:nvPr/>
        </p:nvGrpSpPr>
        <p:grpSpPr>
          <a:xfrm>
            <a:off x="6639624" y="4249039"/>
            <a:ext cx="607552" cy="378508"/>
            <a:chOff x="6944101" y="2283225"/>
            <a:chExt cx="607552" cy="378508"/>
          </a:xfrm>
        </p:grpSpPr>
        <p:sp>
          <p:nvSpPr>
            <p:cNvPr id="233" name="等腰三角形 232">
              <a:extLst>
                <a:ext uri="{FF2B5EF4-FFF2-40B4-BE49-F238E27FC236}">
                  <a16:creationId xmlns:a16="http://schemas.microsoft.com/office/drawing/2014/main" id="{F985D72E-25F0-4BB9-912E-68FA39490293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234" name="直接连接符 233">
              <a:extLst>
                <a:ext uri="{FF2B5EF4-FFF2-40B4-BE49-F238E27FC236}">
                  <a16:creationId xmlns:a16="http://schemas.microsoft.com/office/drawing/2014/main" id="{410C5363-18F9-4F37-AEA1-A450348398CC}"/>
                </a:ext>
              </a:extLst>
            </p:cNvPr>
            <p:cNvCxnSpPr>
              <a:endCxn id="233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35" name="直接连接符 234">
              <a:extLst>
                <a:ext uri="{FF2B5EF4-FFF2-40B4-BE49-F238E27FC236}">
                  <a16:creationId xmlns:a16="http://schemas.microsoft.com/office/drawing/2014/main" id="{F8B000B4-7BE6-48FF-9877-A912AAD54ECB}"/>
                </a:ext>
              </a:extLst>
            </p:cNvPr>
            <p:cNvCxnSpPr>
              <a:stCxn id="233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36" name="直接连接符 235">
              <a:extLst>
                <a:ext uri="{FF2B5EF4-FFF2-40B4-BE49-F238E27FC236}">
                  <a16:creationId xmlns:a16="http://schemas.microsoft.com/office/drawing/2014/main" id="{FC4D9311-E068-4BA6-A34C-0DE449EA9FFE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sp>
          <p:nvSpPr>
            <p:cNvPr id="237" name="文本框 236">
              <a:extLst>
                <a:ext uri="{FF2B5EF4-FFF2-40B4-BE49-F238E27FC236}">
                  <a16:creationId xmlns:a16="http://schemas.microsoft.com/office/drawing/2014/main" id="{54B3C5DD-C393-4BF6-A739-05CC04F550D5}"/>
                </a:ext>
              </a:extLst>
            </p:cNvPr>
            <p:cNvSpPr txBox="1"/>
            <p:nvPr/>
          </p:nvSpPr>
          <p:spPr>
            <a:xfrm>
              <a:off x="7211495" y="2283225"/>
              <a:ext cx="3401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L6</a:t>
              </a:r>
              <a:endParaRPr kumimoji="0" lang="zh-CN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238" name="组合 237">
            <a:extLst>
              <a:ext uri="{FF2B5EF4-FFF2-40B4-BE49-F238E27FC236}">
                <a16:creationId xmlns:a16="http://schemas.microsoft.com/office/drawing/2014/main" id="{7C69623F-29A8-46A6-B6E1-C48A3578D303}"/>
              </a:ext>
            </a:extLst>
          </p:cNvPr>
          <p:cNvGrpSpPr/>
          <p:nvPr/>
        </p:nvGrpSpPr>
        <p:grpSpPr>
          <a:xfrm>
            <a:off x="6639624" y="4635319"/>
            <a:ext cx="607552" cy="378508"/>
            <a:chOff x="6944101" y="2283225"/>
            <a:chExt cx="607552" cy="378508"/>
          </a:xfrm>
        </p:grpSpPr>
        <p:sp>
          <p:nvSpPr>
            <p:cNvPr id="239" name="等腰三角形 238">
              <a:extLst>
                <a:ext uri="{FF2B5EF4-FFF2-40B4-BE49-F238E27FC236}">
                  <a16:creationId xmlns:a16="http://schemas.microsoft.com/office/drawing/2014/main" id="{6DD458F9-DF50-4951-A9E8-5D1DBE96DC5D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240" name="直接连接符 239">
              <a:extLst>
                <a:ext uri="{FF2B5EF4-FFF2-40B4-BE49-F238E27FC236}">
                  <a16:creationId xmlns:a16="http://schemas.microsoft.com/office/drawing/2014/main" id="{DA183E54-4E34-457D-BA51-EDFB7125EA86}"/>
                </a:ext>
              </a:extLst>
            </p:cNvPr>
            <p:cNvCxnSpPr>
              <a:endCxn id="239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41" name="直接连接符 240">
              <a:extLst>
                <a:ext uri="{FF2B5EF4-FFF2-40B4-BE49-F238E27FC236}">
                  <a16:creationId xmlns:a16="http://schemas.microsoft.com/office/drawing/2014/main" id="{5CB9F6E4-2731-45F4-8E10-3F880D80665E}"/>
                </a:ext>
              </a:extLst>
            </p:cNvPr>
            <p:cNvCxnSpPr>
              <a:stCxn id="239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19050">
              <a:solidFill>
                <a:srgbClr val="5B9BD5"/>
              </a:solidFill>
              <a:round/>
              <a:headEnd/>
              <a:tailEnd type="none" w="lg" len="lg"/>
            </a:ln>
          </p:spPr>
        </p:cxnSp>
        <p:cxnSp>
          <p:nvCxnSpPr>
            <p:cNvPr id="242" name="直接连接符 241">
              <a:extLst>
                <a:ext uri="{FF2B5EF4-FFF2-40B4-BE49-F238E27FC236}">
                  <a16:creationId xmlns:a16="http://schemas.microsoft.com/office/drawing/2014/main" id="{2E901FB9-3AA0-47F7-B84D-68F200D94553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sp>
          <p:nvSpPr>
            <p:cNvPr id="243" name="文本框 242">
              <a:extLst>
                <a:ext uri="{FF2B5EF4-FFF2-40B4-BE49-F238E27FC236}">
                  <a16:creationId xmlns:a16="http://schemas.microsoft.com/office/drawing/2014/main" id="{046BB662-F39E-42A7-8656-C076E9392CDD}"/>
                </a:ext>
              </a:extLst>
            </p:cNvPr>
            <p:cNvSpPr txBox="1"/>
            <p:nvPr/>
          </p:nvSpPr>
          <p:spPr>
            <a:xfrm>
              <a:off x="7211495" y="2283225"/>
              <a:ext cx="3401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L7</a:t>
              </a:r>
              <a:endParaRPr kumimoji="0" lang="zh-CN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cxnSp>
        <p:nvCxnSpPr>
          <p:cNvPr id="244" name="直接连接符 243">
            <a:extLst>
              <a:ext uri="{FF2B5EF4-FFF2-40B4-BE49-F238E27FC236}">
                <a16:creationId xmlns:a16="http://schemas.microsoft.com/office/drawing/2014/main" id="{7908A402-3EB0-490E-9A48-34779A0CCF25}"/>
              </a:ext>
            </a:extLst>
          </p:cNvPr>
          <p:cNvCxnSpPr/>
          <p:nvPr/>
        </p:nvCxnSpPr>
        <p:spPr>
          <a:xfrm>
            <a:off x="7228200" y="2213111"/>
            <a:ext cx="0" cy="2723343"/>
          </a:xfrm>
          <a:prstGeom prst="line">
            <a:avLst/>
          </a:prstGeom>
          <a:solidFill>
            <a:sysClr val="window" lastClr="FFFFFF"/>
          </a:solidFill>
          <a:ln w="19050" cap="sq">
            <a:solidFill>
              <a:srgbClr val="5B9BD5"/>
            </a:solidFill>
            <a:miter lim="800000"/>
            <a:headEnd/>
            <a:tailEnd type="none" w="lg" len="lg"/>
          </a:ln>
        </p:spPr>
      </p:cxnSp>
      <p:cxnSp>
        <p:nvCxnSpPr>
          <p:cNvPr id="245" name="直接连接符 244">
            <a:extLst>
              <a:ext uri="{FF2B5EF4-FFF2-40B4-BE49-F238E27FC236}">
                <a16:creationId xmlns:a16="http://schemas.microsoft.com/office/drawing/2014/main" id="{ABC641F2-6DE5-49B9-A803-035AF3889970}"/>
              </a:ext>
            </a:extLst>
          </p:cNvPr>
          <p:cNvCxnSpPr/>
          <p:nvPr/>
        </p:nvCxnSpPr>
        <p:spPr>
          <a:xfrm flipH="1">
            <a:off x="7236537" y="3574781"/>
            <a:ext cx="287198" cy="0"/>
          </a:xfrm>
          <a:prstGeom prst="line">
            <a:avLst/>
          </a:prstGeom>
          <a:solidFill>
            <a:sysClr val="window" lastClr="FFFFFF"/>
          </a:solidFill>
          <a:ln w="19050" cap="sq">
            <a:solidFill>
              <a:srgbClr val="5B9BD5"/>
            </a:solidFill>
            <a:miter lim="800000"/>
            <a:headEnd/>
            <a:tailEnd type="none" w="lg" len="lg"/>
          </a:ln>
        </p:spPr>
      </p:cxnSp>
      <p:grpSp>
        <p:nvGrpSpPr>
          <p:cNvPr id="246" name="组合 245">
            <a:extLst>
              <a:ext uri="{FF2B5EF4-FFF2-40B4-BE49-F238E27FC236}">
                <a16:creationId xmlns:a16="http://schemas.microsoft.com/office/drawing/2014/main" id="{385A1D20-11D2-454B-B30F-3FA326B971AD}"/>
              </a:ext>
            </a:extLst>
          </p:cNvPr>
          <p:cNvGrpSpPr/>
          <p:nvPr/>
        </p:nvGrpSpPr>
        <p:grpSpPr>
          <a:xfrm>
            <a:off x="7523735" y="3110277"/>
            <a:ext cx="300016" cy="903269"/>
            <a:chOff x="7766536" y="3451012"/>
            <a:chExt cx="300016" cy="903269"/>
          </a:xfrm>
        </p:grpSpPr>
        <p:cxnSp>
          <p:nvCxnSpPr>
            <p:cNvPr id="247" name="直接连接符 246">
              <a:extLst>
                <a:ext uri="{FF2B5EF4-FFF2-40B4-BE49-F238E27FC236}">
                  <a16:creationId xmlns:a16="http://schemas.microsoft.com/office/drawing/2014/main" id="{2166B4B3-9833-4DCC-85C0-1202B38A7C73}"/>
                </a:ext>
              </a:extLst>
            </p:cNvPr>
            <p:cNvCxnSpPr/>
            <p:nvPr/>
          </p:nvCxnSpPr>
          <p:spPr>
            <a:xfrm>
              <a:off x="7766536" y="3451012"/>
              <a:ext cx="0" cy="903269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cxnSp>
          <p:nvCxnSpPr>
            <p:cNvPr id="248" name="直接连接符 247">
              <a:extLst>
                <a:ext uri="{FF2B5EF4-FFF2-40B4-BE49-F238E27FC236}">
                  <a16:creationId xmlns:a16="http://schemas.microsoft.com/office/drawing/2014/main" id="{1C9BA333-306E-4480-A72D-B01DEE528E7D}"/>
                </a:ext>
              </a:extLst>
            </p:cNvPr>
            <p:cNvCxnSpPr/>
            <p:nvPr/>
          </p:nvCxnSpPr>
          <p:spPr>
            <a:xfrm flipH="1">
              <a:off x="7774273" y="3451012"/>
              <a:ext cx="28719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cxnSp>
          <p:nvCxnSpPr>
            <p:cNvPr id="249" name="直接连接符 248">
              <a:extLst>
                <a:ext uri="{FF2B5EF4-FFF2-40B4-BE49-F238E27FC236}">
                  <a16:creationId xmlns:a16="http://schemas.microsoft.com/office/drawing/2014/main" id="{AEB69B28-258B-450F-9335-8DCD23BC780C}"/>
                </a:ext>
              </a:extLst>
            </p:cNvPr>
            <p:cNvCxnSpPr/>
            <p:nvPr/>
          </p:nvCxnSpPr>
          <p:spPr>
            <a:xfrm flipH="1">
              <a:off x="7779354" y="3752884"/>
              <a:ext cx="28719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cxnSp>
          <p:nvCxnSpPr>
            <p:cNvPr id="250" name="直接连接符 249">
              <a:extLst>
                <a:ext uri="{FF2B5EF4-FFF2-40B4-BE49-F238E27FC236}">
                  <a16:creationId xmlns:a16="http://schemas.microsoft.com/office/drawing/2014/main" id="{AD0DEC88-2629-4566-B24C-C83B13943CAD}"/>
                </a:ext>
              </a:extLst>
            </p:cNvPr>
            <p:cNvCxnSpPr/>
            <p:nvPr/>
          </p:nvCxnSpPr>
          <p:spPr>
            <a:xfrm flipH="1">
              <a:off x="7766536" y="4052868"/>
              <a:ext cx="28719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cxnSp>
          <p:nvCxnSpPr>
            <p:cNvPr id="251" name="直接连接符 250">
              <a:extLst>
                <a:ext uri="{FF2B5EF4-FFF2-40B4-BE49-F238E27FC236}">
                  <a16:creationId xmlns:a16="http://schemas.microsoft.com/office/drawing/2014/main" id="{80FDA573-EA72-447D-8BA0-E4D2FFB50A13}"/>
                </a:ext>
              </a:extLst>
            </p:cNvPr>
            <p:cNvCxnSpPr/>
            <p:nvPr/>
          </p:nvCxnSpPr>
          <p:spPr>
            <a:xfrm flipH="1">
              <a:off x="7766536" y="4354281"/>
              <a:ext cx="28719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</p:grpSp>
      <p:sp>
        <p:nvSpPr>
          <p:cNvPr id="252" name="矩形 251">
            <a:extLst>
              <a:ext uri="{FF2B5EF4-FFF2-40B4-BE49-F238E27FC236}">
                <a16:creationId xmlns:a16="http://schemas.microsoft.com/office/drawing/2014/main" id="{EC65BDB9-9538-4272-A6FA-4415E565A280}"/>
              </a:ext>
            </a:extLst>
          </p:cNvPr>
          <p:cNvSpPr/>
          <p:nvPr/>
        </p:nvSpPr>
        <p:spPr>
          <a:xfrm>
            <a:off x="2764017" y="2001886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L0</a:t>
            </a:r>
          </a:p>
        </p:txBody>
      </p:sp>
      <p:sp>
        <p:nvSpPr>
          <p:cNvPr id="253" name="矩形 252">
            <a:extLst>
              <a:ext uri="{FF2B5EF4-FFF2-40B4-BE49-F238E27FC236}">
                <a16:creationId xmlns:a16="http://schemas.microsoft.com/office/drawing/2014/main" id="{2E847458-9B41-4034-9FB3-90636F5AD4DD}"/>
              </a:ext>
            </a:extLst>
          </p:cNvPr>
          <p:cNvSpPr/>
          <p:nvPr/>
        </p:nvSpPr>
        <p:spPr>
          <a:xfrm>
            <a:off x="2763347" y="2384131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L1</a:t>
            </a:r>
          </a:p>
        </p:txBody>
      </p:sp>
      <p:sp>
        <p:nvSpPr>
          <p:cNvPr id="254" name="矩形 253">
            <a:extLst>
              <a:ext uri="{FF2B5EF4-FFF2-40B4-BE49-F238E27FC236}">
                <a16:creationId xmlns:a16="http://schemas.microsoft.com/office/drawing/2014/main" id="{CF294428-0578-4B18-9C38-0CC91C8F7EEA}"/>
              </a:ext>
            </a:extLst>
          </p:cNvPr>
          <p:cNvSpPr/>
          <p:nvPr/>
        </p:nvSpPr>
        <p:spPr>
          <a:xfrm>
            <a:off x="2764791" y="2768614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L2</a:t>
            </a:r>
          </a:p>
        </p:txBody>
      </p:sp>
      <p:sp>
        <p:nvSpPr>
          <p:cNvPr id="255" name="矩形 254">
            <a:extLst>
              <a:ext uri="{FF2B5EF4-FFF2-40B4-BE49-F238E27FC236}">
                <a16:creationId xmlns:a16="http://schemas.microsoft.com/office/drawing/2014/main" id="{8CE8B463-DEE4-4C7A-BFF3-21CF6C58AB98}"/>
              </a:ext>
            </a:extLst>
          </p:cNvPr>
          <p:cNvSpPr/>
          <p:nvPr/>
        </p:nvSpPr>
        <p:spPr>
          <a:xfrm>
            <a:off x="2764017" y="3178840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L3</a:t>
            </a:r>
          </a:p>
        </p:txBody>
      </p:sp>
      <p:sp>
        <p:nvSpPr>
          <p:cNvPr id="256" name="矩形 255">
            <a:extLst>
              <a:ext uri="{FF2B5EF4-FFF2-40B4-BE49-F238E27FC236}">
                <a16:creationId xmlns:a16="http://schemas.microsoft.com/office/drawing/2014/main" id="{39D84835-54A3-453A-A620-98579990CBA0}"/>
              </a:ext>
            </a:extLst>
          </p:cNvPr>
          <p:cNvSpPr/>
          <p:nvPr/>
        </p:nvSpPr>
        <p:spPr>
          <a:xfrm>
            <a:off x="2764017" y="3559377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L4</a:t>
            </a:r>
          </a:p>
        </p:txBody>
      </p:sp>
      <p:sp>
        <p:nvSpPr>
          <p:cNvPr id="257" name="矩形 256">
            <a:extLst>
              <a:ext uri="{FF2B5EF4-FFF2-40B4-BE49-F238E27FC236}">
                <a16:creationId xmlns:a16="http://schemas.microsoft.com/office/drawing/2014/main" id="{1D263B32-320F-4359-8E27-8632345FA174}"/>
              </a:ext>
            </a:extLst>
          </p:cNvPr>
          <p:cNvSpPr/>
          <p:nvPr/>
        </p:nvSpPr>
        <p:spPr>
          <a:xfrm>
            <a:off x="2764017" y="3940234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L5</a:t>
            </a:r>
          </a:p>
        </p:txBody>
      </p:sp>
      <p:sp>
        <p:nvSpPr>
          <p:cNvPr id="258" name="矩形 257">
            <a:extLst>
              <a:ext uri="{FF2B5EF4-FFF2-40B4-BE49-F238E27FC236}">
                <a16:creationId xmlns:a16="http://schemas.microsoft.com/office/drawing/2014/main" id="{AABD56EB-11C8-4F70-BF5D-58BCD5F4955F}"/>
              </a:ext>
            </a:extLst>
          </p:cNvPr>
          <p:cNvSpPr/>
          <p:nvPr/>
        </p:nvSpPr>
        <p:spPr>
          <a:xfrm>
            <a:off x="2762157" y="4347659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L6</a:t>
            </a:r>
          </a:p>
        </p:txBody>
      </p:sp>
      <p:sp>
        <p:nvSpPr>
          <p:cNvPr id="259" name="矩形 258">
            <a:extLst>
              <a:ext uri="{FF2B5EF4-FFF2-40B4-BE49-F238E27FC236}">
                <a16:creationId xmlns:a16="http://schemas.microsoft.com/office/drawing/2014/main" id="{E85751C6-3EA5-4233-A3A8-E62C3A816D44}"/>
              </a:ext>
            </a:extLst>
          </p:cNvPr>
          <p:cNvSpPr/>
          <p:nvPr/>
        </p:nvSpPr>
        <p:spPr>
          <a:xfrm>
            <a:off x="2764017" y="4734305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L7</a:t>
            </a:r>
          </a:p>
        </p:txBody>
      </p:sp>
      <p:grpSp>
        <p:nvGrpSpPr>
          <p:cNvPr id="260" name="组合 259">
            <a:extLst>
              <a:ext uri="{FF2B5EF4-FFF2-40B4-BE49-F238E27FC236}">
                <a16:creationId xmlns:a16="http://schemas.microsoft.com/office/drawing/2014/main" id="{4FD8DCD8-599D-49B2-B296-A8363336D13B}"/>
              </a:ext>
            </a:extLst>
          </p:cNvPr>
          <p:cNvGrpSpPr/>
          <p:nvPr/>
        </p:nvGrpSpPr>
        <p:grpSpPr>
          <a:xfrm>
            <a:off x="6635973" y="1910007"/>
            <a:ext cx="615566" cy="378508"/>
            <a:chOff x="6944101" y="2283225"/>
            <a:chExt cx="615566" cy="378508"/>
          </a:xfrm>
        </p:grpSpPr>
        <p:sp>
          <p:nvSpPr>
            <p:cNvPr id="261" name="等腰三角形 260">
              <a:extLst>
                <a:ext uri="{FF2B5EF4-FFF2-40B4-BE49-F238E27FC236}">
                  <a16:creationId xmlns:a16="http://schemas.microsoft.com/office/drawing/2014/main" id="{5B01CFA6-7397-4767-8690-21B556FAFD1E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28575">
              <a:solidFill>
                <a:srgbClr val="00B050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262" name="直接连接符 261">
              <a:extLst>
                <a:ext uri="{FF2B5EF4-FFF2-40B4-BE49-F238E27FC236}">
                  <a16:creationId xmlns:a16="http://schemas.microsoft.com/office/drawing/2014/main" id="{DD1275DB-2798-46C0-B8D9-90CB28D8E0B9}"/>
                </a:ext>
              </a:extLst>
            </p:cNvPr>
            <p:cNvCxnSpPr>
              <a:endCxn id="261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28575">
              <a:solidFill>
                <a:srgbClr val="00B050"/>
              </a:solidFill>
              <a:round/>
              <a:headEnd/>
              <a:tailEnd type="none" w="lg" len="lg"/>
            </a:ln>
          </p:spPr>
        </p:cxnSp>
        <p:cxnSp>
          <p:nvCxnSpPr>
            <p:cNvPr id="263" name="直接连接符 262">
              <a:extLst>
                <a:ext uri="{FF2B5EF4-FFF2-40B4-BE49-F238E27FC236}">
                  <a16:creationId xmlns:a16="http://schemas.microsoft.com/office/drawing/2014/main" id="{C6307237-62F4-4B56-8B5B-304E79465273}"/>
                </a:ext>
              </a:extLst>
            </p:cNvPr>
            <p:cNvCxnSpPr>
              <a:stCxn id="261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28575">
              <a:solidFill>
                <a:srgbClr val="00B050"/>
              </a:solidFill>
              <a:round/>
              <a:headEnd/>
              <a:tailEnd type="none" w="lg" len="lg"/>
            </a:ln>
          </p:spPr>
        </p:cxnSp>
        <p:cxnSp>
          <p:nvCxnSpPr>
            <p:cNvPr id="264" name="直接连接符 263">
              <a:extLst>
                <a:ext uri="{FF2B5EF4-FFF2-40B4-BE49-F238E27FC236}">
                  <a16:creationId xmlns:a16="http://schemas.microsoft.com/office/drawing/2014/main" id="{A76EDC00-5E77-4B48-960C-0E7BD3C9A719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28575" cap="sq">
              <a:solidFill>
                <a:srgbClr val="00B050"/>
              </a:solidFill>
              <a:miter lim="800000"/>
              <a:headEnd/>
              <a:tailEnd type="none" w="lg" len="lg"/>
            </a:ln>
          </p:spPr>
        </p:cxnSp>
        <p:sp>
          <p:nvSpPr>
            <p:cNvPr id="265" name="文本框 264">
              <a:extLst>
                <a:ext uri="{FF2B5EF4-FFF2-40B4-BE49-F238E27FC236}">
                  <a16:creationId xmlns:a16="http://schemas.microsoft.com/office/drawing/2014/main" id="{5606B8D1-17D1-4C57-8054-28BCE3B3809E}"/>
                </a:ext>
              </a:extLst>
            </p:cNvPr>
            <p:cNvSpPr txBox="1"/>
            <p:nvPr/>
          </p:nvSpPr>
          <p:spPr>
            <a:xfrm>
              <a:off x="7211495" y="2283225"/>
              <a:ext cx="348172" cy="26161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L0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cxnSp>
        <p:nvCxnSpPr>
          <p:cNvPr id="266" name="直接连接符 265">
            <a:extLst>
              <a:ext uri="{FF2B5EF4-FFF2-40B4-BE49-F238E27FC236}">
                <a16:creationId xmlns:a16="http://schemas.microsoft.com/office/drawing/2014/main" id="{E212DFC5-5109-4AA6-BC22-D2151B136DFE}"/>
              </a:ext>
            </a:extLst>
          </p:cNvPr>
          <p:cNvCxnSpPr/>
          <p:nvPr/>
        </p:nvCxnSpPr>
        <p:spPr>
          <a:xfrm>
            <a:off x="7228200" y="2213229"/>
            <a:ext cx="0" cy="2723343"/>
          </a:xfrm>
          <a:prstGeom prst="line">
            <a:avLst/>
          </a:prstGeom>
          <a:solidFill>
            <a:sysClr val="window" lastClr="FFFFFF"/>
          </a:solidFill>
          <a:ln w="28575" cap="sq">
            <a:solidFill>
              <a:srgbClr val="00B050"/>
            </a:solidFill>
            <a:miter lim="800000"/>
            <a:headEnd/>
            <a:tailEnd type="none" w="lg" len="lg"/>
          </a:ln>
        </p:spPr>
      </p:cxnSp>
      <p:cxnSp>
        <p:nvCxnSpPr>
          <p:cNvPr id="267" name="直接连接符 266">
            <a:extLst>
              <a:ext uri="{FF2B5EF4-FFF2-40B4-BE49-F238E27FC236}">
                <a16:creationId xmlns:a16="http://schemas.microsoft.com/office/drawing/2014/main" id="{F6F85AE9-445D-46BD-ADA6-3FBABFB95D42}"/>
              </a:ext>
            </a:extLst>
          </p:cNvPr>
          <p:cNvCxnSpPr/>
          <p:nvPr/>
        </p:nvCxnSpPr>
        <p:spPr>
          <a:xfrm flipH="1">
            <a:off x="7244275" y="3574781"/>
            <a:ext cx="279461" cy="0"/>
          </a:xfrm>
          <a:prstGeom prst="line">
            <a:avLst/>
          </a:prstGeom>
          <a:solidFill>
            <a:sysClr val="window" lastClr="FFFFFF"/>
          </a:solidFill>
          <a:ln w="28575" cap="sq">
            <a:solidFill>
              <a:srgbClr val="00B050"/>
            </a:solidFill>
            <a:miter lim="800000"/>
            <a:headEnd/>
            <a:tailEnd type="none" w="lg" len="lg"/>
          </a:ln>
        </p:spPr>
      </p:cxnSp>
      <p:grpSp>
        <p:nvGrpSpPr>
          <p:cNvPr id="268" name="组合 267">
            <a:extLst>
              <a:ext uri="{FF2B5EF4-FFF2-40B4-BE49-F238E27FC236}">
                <a16:creationId xmlns:a16="http://schemas.microsoft.com/office/drawing/2014/main" id="{137D68A6-377D-46B0-83B0-B90000890E02}"/>
              </a:ext>
            </a:extLst>
          </p:cNvPr>
          <p:cNvGrpSpPr/>
          <p:nvPr/>
        </p:nvGrpSpPr>
        <p:grpSpPr>
          <a:xfrm>
            <a:off x="7530144" y="3110277"/>
            <a:ext cx="300016" cy="903269"/>
            <a:chOff x="7766536" y="3451012"/>
            <a:chExt cx="300016" cy="903269"/>
          </a:xfrm>
        </p:grpSpPr>
        <p:cxnSp>
          <p:nvCxnSpPr>
            <p:cNvPr id="269" name="直接连接符 268">
              <a:extLst>
                <a:ext uri="{FF2B5EF4-FFF2-40B4-BE49-F238E27FC236}">
                  <a16:creationId xmlns:a16="http://schemas.microsoft.com/office/drawing/2014/main" id="{9F29581B-141B-44FE-ADFE-FF76D2028A28}"/>
                </a:ext>
              </a:extLst>
            </p:cNvPr>
            <p:cNvCxnSpPr/>
            <p:nvPr/>
          </p:nvCxnSpPr>
          <p:spPr>
            <a:xfrm>
              <a:off x="7766536" y="3451012"/>
              <a:ext cx="0" cy="903269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00B050"/>
              </a:solidFill>
              <a:miter lim="800000"/>
              <a:headEnd/>
              <a:tailEnd type="none" w="lg" len="lg"/>
            </a:ln>
          </p:spPr>
        </p:cxnSp>
        <p:cxnSp>
          <p:nvCxnSpPr>
            <p:cNvPr id="270" name="直接连接符 269">
              <a:extLst>
                <a:ext uri="{FF2B5EF4-FFF2-40B4-BE49-F238E27FC236}">
                  <a16:creationId xmlns:a16="http://schemas.microsoft.com/office/drawing/2014/main" id="{E3635039-7BBA-4494-9B02-2A0295564A8D}"/>
                </a:ext>
              </a:extLst>
            </p:cNvPr>
            <p:cNvCxnSpPr/>
            <p:nvPr/>
          </p:nvCxnSpPr>
          <p:spPr>
            <a:xfrm flipH="1">
              <a:off x="7774273" y="3451012"/>
              <a:ext cx="28719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00B050"/>
              </a:solidFill>
              <a:miter lim="800000"/>
              <a:headEnd/>
              <a:tailEnd type="none" w="lg" len="lg"/>
            </a:ln>
          </p:spPr>
        </p:cxnSp>
        <p:cxnSp>
          <p:nvCxnSpPr>
            <p:cNvPr id="271" name="直接连接符 270">
              <a:extLst>
                <a:ext uri="{FF2B5EF4-FFF2-40B4-BE49-F238E27FC236}">
                  <a16:creationId xmlns:a16="http://schemas.microsoft.com/office/drawing/2014/main" id="{EEE10772-E288-46CD-BD7C-511B3C44DD9E}"/>
                </a:ext>
              </a:extLst>
            </p:cNvPr>
            <p:cNvCxnSpPr/>
            <p:nvPr/>
          </p:nvCxnSpPr>
          <p:spPr>
            <a:xfrm flipH="1">
              <a:off x="7779354" y="3752884"/>
              <a:ext cx="28719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00B050"/>
              </a:solidFill>
              <a:miter lim="800000"/>
              <a:headEnd/>
              <a:tailEnd type="none" w="lg" len="lg"/>
            </a:ln>
          </p:spPr>
        </p:cxnSp>
        <p:cxnSp>
          <p:nvCxnSpPr>
            <p:cNvPr id="272" name="直接连接符 271">
              <a:extLst>
                <a:ext uri="{FF2B5EF4-FFF2-40B4-BE49-F238E27FC236}">
                  <a16:creationId xmlns:a16="http://schemas.microsoft.com/office/drawing/2014/main" id="{D6BBECA1-A04D-4C07-90F1-6C4D94E085BF}"/>
                </a:ext>
              </a:extLst>
            </p:cNvPr>
            <p:cNvCxnSpPr/>
            <p:nvPr/>
          </p:nvCxnSpPr>
          <p:spPr>
            <a:xfrm flipH="1">
              <a:off x="7766536" y="4052868"/>
              <a:ext cx="28719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00B050"/>
              </a:solidFill>
              <a:miter lim="800000"/>
              <a:headEnd/>
              <a:tailEnd type="none" w="lg" len="lg"/>
            </a:ln>
          </p:spPr>
        </p:cxnSp>
        <p:cxnSp>
          <p:nvCxnSpPr>
            <p:cNvPr id="273" name="直接连接符 272">
              <a:extLst>
                <a:ext uri="{FF2B5EF4-FFF2-40B4-BE49-F238E27FC236}">
                  <a16:creationId xmlns:a16="http://schemas.microsoft.com/office/drawing/2014/main" id="{E41A4D02-CB98-40F3-9F7D-976CAAD211D1}"/>
                </a:ext>
              </a:extLst>
            </p:cNvPr>
            <p:cNvCxnSpPr/>
            <p:nvPr/>
          </p:nvCxnSpPr>
          <p:spPr>
            <a:xfrm flipH="1">
              <a:off x="7766536" y="4354281"/>
              <a:ext cx="28719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00B050"/>
              </a:solidFill>
              <a:miter lim="800000"/>
              <a:headEnd/>
              <a:tailEnd type="none" w="lg" len="lg"/>
            </a:ln>
          </p:spPr>
        </p:cxnSp>
      </p:grpSp>
      <p:sp>
        <p:nvSpPr>
          <p:cNvPr id="274" name="文本框 273">
            <a:extLst>
              <a:ext uri="{FF2B5EF4-FFF2-40B4-BE49-F238E27FC236}">
                <a16:creationId xmlns:a16="http://schemas.microsoft.com/office/drawing/2014/main" id="{7562BC0E-7147-4A74-AAAF-01E863418558}"/>
              </a:ext>
            </a:extLst>
          </p:cNvPr>
          <p:cNvSpPr txBox="1"/>
          <p:nvPr/>
        </p:nvSpPr>
        <p:spPr>
          <a:xfrm rot="16200000">
            <a:off x="8083863" y="3471334"/>
            <a:ext cx="830997" cy="201627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eaLnBrk="1" hangingPunct="1">
              <a:defRPr/>
            </a:pPr>
            <a:r>
              <a:rPr lang="zh-CN" altLang="en-US" sz="14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字输出</a:t>
            </a:r>
          </a:p>
        </p:txBody>
      </p:sp>
      <p:sp>
        <p:nvSpPr>
          <p:cNvPr id="275" name="矩形 274">
            <a:extLst>
              <a:ext uri="{FF2B5EF4-FFF2-40B4-BE49-F238E27FC236}">
                <a16:creationId xmlns:a16="http://schemas.microsoft.com/office/drawing/2014/main" id="{EBBE9EDF-10F8-4E56-855A-D9928A14D897}"/>
              </a:ext>
            </a:extLst>
          </p:cNvPr>
          <p:cNvSpPr/>
          <p:nvPr/>
        </p:nvSpPr>
        <p:spPr>
          <a:xfrm>
            <a:off x="7003500" y="4346024"/>
            <a:ext cx="986630" cy="185796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1" i="0" u="none" strike="noStrike" kern="0" cap="none" spc="0" normalizeH="0" baseline="0" noProof="0" dirty="0" err="1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SlotData</a:t>
            </a:r>
            <a:endParaRPr kumimoji="0" lang="zh-CN" altLang="en-US" sz="1200" b="1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grpSp>
        <p:nvGrpSpPr>
          <p:cNvPr id="276" name="组合 275">
            <a:extLst>
              <a:ext uri="{FF2B5EF4-FFF2-40B4-BE49-F238E27FC236}">
                <a16:creationId xmlns:a16="http://schemas.microsoft.com/office/drawing/2014/main" id="{DFC610AF-3511-432A-8B79-4DBD24DDFCC8}"/>
              </a:ext>
            </a:extLst>
          </p:cNvPr>
          <p:cNvGrpSpPr/>
          <p:nvPr/>
        </p:nvGrpSpPr>
        <p:grpSpPr>
          <a:xfrm>
            <a:off x="2044427" y="1270457"/>
            <a:ext cx="2182065" cy="228600"/>
            <a:chOff x="2861077" y="969828"/>
            <a:chExt cx="2182065" cy="228600"/>
          </a:xfrm>
        </p:grpSpPr>
        <p:sp>
          <p:nvSpPr>
            <p:cNvPr id="277" name="矩形 276">
              <a:extLst>
                <a:ext uri="{FF2B5EF4-FFF2-40B4-BE49-F238E27FC236}">
                  <a16:creationId xmlns:a16="http://schemas.microsoft.com/office/drawing/2014/main" id="{21650318-CF46-4674-AA05-B0BD4DC9B2AE}"/>
                </a:ext>
              </a:extLst>
            </p:cNvPr>
            <p:cNvSpPr/>
            <p:nvPr/>
          </p:nvSpPr>
          <p:spPr>
            <a:xfrm>
              <a:off x="2861077" y="969828"/>
              <a:ext cx="1451394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Tag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78" name="矩形 277">
              <a:extLst>
                <a:ext uri="{FF2B5EF4-FFF2-40B4-BE49-F238E27FC236}">
                  <a16:creationId xmlns:a16="http://schemas.microsoft.com/office/drawing/2014/main" id="{CDBC0237-0D1C-4894-A1C5-F348476C2E56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offset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279" name="矩形 278">
            <a:extLst>
              <a:ext uri="{FF2B5EF4-FFF2-40B4-BE49-F238E27FC236}">
                <a16:creationId xmlns:a16="http://schemas.microsoft.com/office/drawing/2014/main" id="{81CD6027-597B-4DCF-B79E-47AB1FBFC903}"/>
              </a:ext>
            </a:extLst>
          </p:cNvPr>
          <p:cNvSpPr/>
          <p:nvPr/>
        </p:nvSpPr>
        <p:spPr>
          <a:xfrm>
            <a:off x="892103" y="1258410"/>
            <a:ext cx="1070365" cy="217488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主存地址</a:t>
            </a:r>
          </a:p>
        </p:txBody>
      </p:sp>
      <p:grpSp>
        <p:nvGrpSpPr>
          <p:cNvPr id="280" name="组合 279">
            <a:extLst>
              <a:ext uri="{FF2B5EF4-FFF2-40B4-BE49-F238E27FC236}">
                <a16:creationId xmlns:a16="http://schemas.microsoft.com/office/drawing/2014/main" id="{9B3B8D81-7CCA-4C31-965D-F15E040CE3FD}"/>
              </a:ext>
            </a:extLst>
          </p:cNvPr>
          <p:cNvGrpSpPr/>
          <p:nvPr/>
        </p:nvGrpSpPr>
        <p:grpSpPr>
          <a:xfrm>
            <a:off x="2044427" y="1270457"/>
            <a:ext cx="2182065" cy="228600"/>
            <a:chOff x="2861077" y="969828"/>
            <a:chExt cx="2182065" cy="228600"/>
          </a:xfrm>
        </p:grpSpPr>
        <p:sp>
          <p:nvSpPr>
            <p:cNvPr id="281" name="矩形 280">
              <a:extLst>
                <a:ext uri="{FF2B5EF4-FFF2-40B4-BE49-F238E27FC236}">
                  <a16:creationId xmlns:a16="http://schemas.microsoft.com/office/drawing/2014/main" id="{C4286184-E093-4EAB-9730-ABD34A23BBC4}"/>
                </a:ext>
              </a:extLst>
            </p:cNvPr>
            <p:cNvSpPr/>
            <p:nvPr/>
          </p:nvSpPr>
          <p:spPr>
            <a:xfrm>
              <a:off x="2861077" y="969828"/>
              <a:ext cx="1451394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0000111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82" name="矩形 281">
              <a:extLst>
                <a:ext uri="{FF2B5EF4-FFF2-40B4-BE49-F238E27FC236}">
                  <a16:creationId xmlns:a16="http://schemas.microsoft.com/office/drawing/2014/main" id="{A16F021C-9EDA-42DB-A143-286138F01753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11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283" name="组合 282">
            <a:extLst>
              <a:ext uri="{FF2B5EF4-FFF2-40B4-BE49-F238E27FC236}">
                <a16:creationId xmlns:a16="http://schemas.microsoft.com/office/drawing/2014/main" id="{D3FB4534-FC6C-4C41-A6C4-523F3476C0E3}"/>
              </a:ext>
            </a:extLst>
          </p:cNvPr>
          <p:cNvGrpSpPr/>
          <p:nvPr/>
        </p:nvGrpSpPr>
        <p:grpSpPr>
          <a:xfrm>
            <a:off x="2044427" y="1270457"/>
            <a:ext cx="2182065" cy="228600"/>
            <a:chOff x="2861077" y="969828"/>
            <a:chExt cx="2182065" cy="228600"/>
          </a:xfrm>
        </p:grpSpPr>
        <p:sp>
          <p:nvSpPr>
            <p:cNvPr id="284" name="矩形 283">
              <a:extLst>
                <a:ext uri="{FF2B5EF4-FFF2-40B4-BE49-F238E27FC236}">
                  <a16:creationId xmlns:a16="http://schemas.microsoft.com/office/drawing/2014/main" id="{030474F9-0A05-449E-B29B-5CAC0C774DB5}"/>
                </a:ext>
              </a:extLst>
            </p:cNvPr>
            <p:cNvSpPr/>
            <p:nvPr/>
          </p:nvSpPr>
          <p:spPr>
            <a:xfrm>
              <a:off x="2861077" y="969828"/>
              <a:ext cx="1451394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0001000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85" name="矩形 284">
              <a:extLst>
                <a:ext uri="{FF2B5EF4-FFF2-40B4-BE49-F238E27FC236}">
                  <a16:creationId xmlns:a16="http://schemas.microsoft.com/office/drawing/2014/main" id="{CD4C6C37-EFCF-4A8C-A3C3-0A01BC792DD0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286" name="组合 285">
            <a:extLst>
              <a:ext uri="{FF2B5EF4-FFF2-40B4-BE49-F238E27FC236}">
                <a16:creationId xmlns:a16="http://schemas.microsoft.com/office/drawing/2014/main" id="{DB1DF225-3CFC-41CF-8446-1676B0CC7463}"/>
              </a:ext>
            </a:extLst>
          </p:cNvPr>
          <p:cNvGrpSpPr/>
          <p:nvPr/>
        </p:nvGrpSpPr>
        <p:grpSpPr>
          <a:xfrm>
            <a:off x="2044427" y="1270457"/>
            <a:ext cx="2182065" cy="228600"/>
            <a:chOff x="2861077" y="969828"/>
            <a:chExt cx="2182065" cy="228600"/>
          </a:xfrm>
        </p:grpSpPr>
        <p:sp>
          <p:nvSpPr>
            <p:cNvPr id="287" name="矩形 286">
              <a:extLst>
                <a:ext uri="{FF2B5EF4-FFF2-40B4-BE49-F238E27FC236}">
                  <a16:creationId xmlns:a16="http://schemas.microsoft.com/office/drawing/2014/main" id="{9B1D1165-0FEE-428D-A1F7-E7912F7CC625}"/>
                </a:ext>
              </a:extLst>
            </p:cNvPr>
            <p:cNvSpPr/>
            <p:nvPr/>
          </p:nvSpPr>
          <p:spPr>
            <a:xfrm>
              <a:off x="2861077" y="969828"/>
              <a:ext cx="1451394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0001001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88" name="矩形 287">
              <a:extLst>
                <a:ext uri="{FF2B5EF4-FFF2-40B4-BE49-F238E27FC236}">
                  <a16:creationId xmlns:a16="http://schemas.microsoft.com/office/drawing/2014/main" id="{C627A6B9-5FEA-4F35-B64C-E48D2786FDB2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289" name="组合 288">
            <a:extLst>
              <a:ext uri="{FF2B5EF4-FFF2-40B4-BE49-F238E27FC236}">
                <a16:creationId xmlns:a16="http://schemas.microsoft.com/office/drawing/2014/main" id="{B3C2DE5C-6FE0-4BB8-9AB2-FA2F0363D137}"/>
              </a:ext>
            </a:extLst>
          </p:cNvPr>
          <p:cNvGrpSpPr/>
          <p:nvPr/>
        </p:nvGrpSpPr>
        <p:grpSpPr>
          <a:xfrm>
            <a:off x="2044427" y="1270457"/>
            <a:ext cx="2182065" cy="228600"/>
            <a:chOff x="2861077" y="969828"/>
            <a:chExt cx="2182065" cy="228600"/>
          </a:xfrm>
        </p:grpSpPr>
        <p:sp>
          <p:nvSpPr>
            <p:cNvPr id="290" name="矩形 289">
              <a:extLst>
                <a:ext uri="{FF2B5EF4-FFF2-40B4-BE49-F238E27FC236}">
                  <a16:creationId xmlns:a16="http://schemas.microsoft.com/office/drawing/2014/main" id="{EBC8DD1F-33C5-4158-A221-58E5F7FEEEC1}"/>
                </a:ext>
              </a:extLst>
            </p:cNvPr>
            <p:cNvSpPr/>
            <p:nvPr/>
          </p:nvSpPr>
          <p:spPr>
            <a:xfrm>
              <a:off x="2861077" y="969828"/>
              <a:ext cx="1451394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0000111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91" name="矩形 290">
              <a:extLst>
                <a:ext uri="{FF2B5EF4-FFF2-40B4-BE49-F238E27FC236}">
                  <a16:creationId xmlns:a16="http://schemas.microsoft.com/office/drawing/2014/main" id="{28F02642-151A-48B5-931A-E2D2FAC6A299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10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292" name="组合 291">
            <a:extLst>
              <a:ext uri="{FF2B5EF4-FFF2-40B4-BE49-F238E27FC236}">
                <a16:creationId xmlns:a16="http://schemas.microsoft.com/office/drawing/2014/main" id="{2885BC66-1CDB-4FED-81FD-B1050BB45A5F}"/>
              </a:ext>
            </a:extLst>
          </p:cNvPr>
          <p:cNvGrpSpPr/>
          <p:nvPr/>
        </p:nvGrpSpPr>
        <p:grpSpPr>
          <a:xfrm>
            <a:off x="2044427" y="1270457"/>
            <a:ext cx="2182065" cy="228600"/>
            <a:chOff x="2861077" y="969828"/>
            <a:chExt cx="2182065" cy="228600"/>
          </a:xfrm>
        </p:grpSpPr>
        <p:sp>
          <p:nvSpPr>
            <p:cNvPr id="293" name="矩形 292">
              <a:extLst>
                <a:ext uri="{FF2B5EF4-FFF2-40B4-BE49-F238E27FC236}">
                  <a16:creationId xmlns:a16="http://schemas.microsoft.com/office/drawing/2014/main" id="{67FC9795-4FAE-4DC4-BB6B-30653AE13C81}"/>
                </a:ext>
              </a:extLst>
            </p:cNvPr>
            <p:cNvSpPr/>
            <p:nvPr/>
          </p:nvSpPr>
          <p:spPr>
            <a:xfrm>
              <a:off x="2861077" y="969828"/>
              <a:ext cx="1451394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0010010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94" name="矩形 293">
              <a:extLst>
                <a:ext uri="{FF2B5EF4-FFF2-40B4-BE49-F238E27FC236}">
                  <a16:creationId xmlns:a16="http://schemas.microsoft.com/office/drawing/2014/main" id="{430751D5-D5DC-447C-B9D5-F66D1153BC2B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295" name="组合 294">
            <a:extLst>
              <a:ext uri="{FF2B5EF4-FFF2-40B4-BE49-F238E27FC236}">
                <a16:creationId xmlns:a16="http://schemas.microsoft.com/office/drawing/2014/main" id="{7B8698D4-817E-42B6-95ED-1CD9D890F16E}"/>
              </a:ext>
            </a:extLst>
          </p:cNvPr>
          <p:cNvGrpSpPr/>
          <p:nvPr/>
        </p:nvGrpSpPr>
        <p:grpSpPr>
          <a:xfrm>
            <a:off x="2044427" y="1270457"/>
            <a:ext cx="2182065" cy="228600"/>
            <a:chOff x="2861077" y="969828"/>
            <a:chExt cx="2182065" cy="228600"/>
          </a:xfrm>
        </p:grpSpPr>
        <p:sp>
          <p:nvSpPr>
            <p:cNvPr id="296" name="矩形 295">
              <a:extLst>
                <a:ext uri="{FF2B5EF4-FFF2-40B4-BE49-F238E27FC236}">
                  <a16:creationId xmlns:a16="http://schemas.microsoft.com/office/drawing/2014/main" id="{6ECF1CC5-9C23-47B8-8E45-EE0D4F5B2EA9}"/>
                </a:ext>
              </a:extLst>
            </p:cNvPr>
            <p:cNvSpPr/>
            <p:nvPr/>
          </p:nvSpPr>
          <p:spPr>
            <a:xfrm>
              <a:off x="2861077" y="969828"/>
              <a:ext cx="1451394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0010101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297" name="矩形 296">
              <a:extLst>
                <a:ext uri="{FF2B5EF4-FFF2-40B4-BE49-F238E27FC236}">
                  <a16:creationId xmlns:a16="http://schemas.microsoft.com/office/drawing/2014/main" id="{D8F443AA-4DD7-4AA4-BC2C-202955FB6623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298" name="组合 297">
            <a:extLst>
              <a:ext uri="{FF2B5EF4-FFF2-40B4-BE49-F238E27FC236}">
                <a16:creationId xmlns:a16="http://schemas.microsoft.com/office/drawing/2014/main" id="{DD22E1D5-02D1-4B1B-BC40-0D27548979B1}"/>
              </a:ext>
            </a:extLst>
          </p:cNvPr>
          <p:cNvGrpSpPr/>
          <p:nvPr/>
        </p:nvGrpSpPr>
        <p:grpSpPr>
          <a:xfrm>
            <a:off x="2044427" y="1270457"/>
            <a:ext cx="2182065" cy="228600"/>
            <a:chOff x="2861077" y="969828"/>
            <a:chExt cx="2182065" cy="228600"/>
          </a:xfrm>
        </p:grpSpPr>
        <p:sp>
          <p:nvSpPr>
            <p:cNvPr id="299" name="矩形 298">
              <a:extLst>
                <a:ext uri="{FF2B5EF4-FFF2-40B4-BE49-F238E27FC236}">
                  <a16:creationId xmlns:a16="http://schemas.microsoft.com/office/drawing/2014/main" id="{AA2E8DB3-52C6-49E4-99AF-C2170F0E9C13}"/>
                </a:ext>
              </a:extLst>
            </p:cNvPr>
            <p:cNvSpPr/>
            <p:nvPr/>
          </p:nvSpPr>
          <p:spPr>
            <a:xfrm>
              <a:off x="2861077" y="969828"/>
              <a:ext cx="1451394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1000001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300" name="矩形 299">
              <a:extLst>
                <a:ext uri="{FF2B5EF4-FFF2-40B4-BE49-F238E27FC236}">
                  <a16:creationId xmlns:a16="http://schemas.microsoft.com/office/drawing/2014/main" id="{450AD33A-461E-4A4A-B6F6-2A2DD74A5F40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5B9BD5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11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301" name="矩形 300">
            <a:extLst>
              <a:ext uri="{FF2B5EF4-FFF2-40B4-BE49-F238E27FC236}">
                <a16:creationId xmlns:a16="http://schemas.microsoft.com/office/drawing/2014/main" id="{D3DA0B3D-3FC4-45D1-AD7D-CA9EA7722D1C}"/>
              </a:ext>
            </a:extLst>
          </p:cNvPr>
          <p:cNvSpPr/>
          <p:nvPr/>
        </p:nvSpPr>
        <p:spPr>
          <a:xfrm>
            <a:off x="7449055" y="2899306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W</a:t>
            </a:r>
            <a:r>
              <a:rPr kumimoji="0" lang="en-US" altLang="zh-CN" sz="11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0</a:t>
            </a:r>
          </a:p>
        </p:txBody>
      </p:sp>
      <p:sp>
        <p:nvSpPr>
          <p:cNvPr id="302" name="矩形 301">
            <a:extLst>
              <a:ext uri="{FF2B5EF4-FFF2-40B4-BE49-F238E27FC236}">
                <a16:creationId xmlns:a16="http://schemas.microsoft.com/office/drawing/2014/main" id="{EA3594B7-90F9-46D7-A6BB-592148177551}"/>
              </a:ext>
            </a:extLst>
          </p:cNvPr>
          <p:cNvSpPr/>
          <p:nvPr/>
        </p:nvSpPr>
        <p:spPr>
          <a:xfrm>
            <a:off x="7457727" y="3212386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W</a:t>
            </a:r>
            <a:r>
              <a:rPr kumimoji="0" lang="en-US" altLang="zh-CN" sz="11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1</a:t>
            </a:r>
          </a:p>
        </p:txBody>
      </p:sp>
      <p:sp>
        <p:nvSpPr>
          <p:cNvPr id="303" name="矩形 302">
            <a:extLst>
              <a:ext uri="{FF2B5EF4-FFF2-40B4-BE49-F238E27FC236}">
                <a16:creationId xmlns:a16="http://schemas.microsoft.com/office/drawing/2014/main" id="{76B67607-256E-48B9-AD1C-114E9B629E82}"/>
              </a:ext>
            </a:extLst>
          </p:cNvPr>
          <p:cNvSpPr/>
          <p:nvPr/>
        </p:nvSpPr>
        <p:spPr>
          <a:xfrm>
            <a:off x="7458907" y="3508493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W</a:t>
            </a:r>
            <a:r>
              <a:rPr kumimoji="0" lang="en-US" altLang="zh-CN" sz="11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2</a:t>
            </a:r>
          </a:p>
        </p:txBody>
      </p:sp>
      <p:sp>
        <p:nvSpPr>
          <p:cNvPr id="304" name="矩形 303">
            <a:extLst>
              <a:ext uri="{FF2B5EF4-FFF2-40B4-BE49-F238E27FC236}">
                <a16:creationId xmlns:a16="http://schemas.microsoft.com/office/drawing/2014/main" id="{03719D28-6362-489B-B2FC-88E74183E72E}"/>
              </a:ext>
            </a:extLst>
          </p:cNvPr>
          <p:cNvSpPr/>
          <p:nvPr/>
        </p:nvSpPr>
        <p:spPr>
          <a:xfrm>
            <a:off x="7459505" y="3802750"/>
            <a:ext cx="410636" cy="2493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W</a:t>
            </a:r>
            <a:r>
              <a:rPr kumimoji="0" lang="en-US" altLang="zh-CN" sz="11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3</a:t>
            </a:r>
          </a:p>
        </p:txBody>
      </p:sp>
      <p:cxnSp>
        <p:nvCxnSpPr>
          <p:cNvPr id="305" name="直接连接符 304">
            <a:extLst>
              <a:ext uri="{FF2B5EF4-FFF2-40B4-BE49-F238E27FC236}">
                <a16:creationId xmlns:a16="http://schemas.microsoft.com/office/drawing/2014/main" id="{9EF341FC-1107-44BC-9846-F8047AE86C7B}"/>
              </a:ext>
            </a:extLst>
          </p:cNvPr>
          <p:cNvCxnSpPr/>
          <p:nvPr/>
        </p:nvCxnSpPr>
        <p:spPr>
          <a:xfrm>
            <a:off x="2827393" y="2233409"/>
            <a:ext cx="753639" cy="0"/>
          </a:xfrm>
          <a:prstGeom prst="line">
            <a:avLst/>
          </a:prstGeom>
          <a:noFill/>
          <a:ln w="38100" cap="flat" cmpd="sng" algn="ctr">
            <a:solidFill>
              <a:srgbClr val="00CC00"/>
            </a:solidFill>
            <a:prstDash val="solid"/>
            <a:miter lim="800000"/>
          </a:ln>
          <a:effectLst/>
        </p:spPr>
      </p:cxnSp>
      <p:sp>
        <p:nvSpPr>
          <p:cNvPr id="306" name="矩形 305">
            <a:extLst>
              <a:ext uri="{FF2B5EF4-FFF2-40B4-BE49-F238E27FC236}">
                <a16:creationId xmlns:a16="http://schemas.microsoft.com/office/drawing/2014/main" id="{6596E703-AF5D-40FC-856D-B15D5416794D}"/>
              </a:ext>
            </a:extLst>
          </p:cNvPr>
          <p:cNvSpPr/>
          <p:nvPr/>
        </p:nvSpPr>
        <p:spPr>
          <a:xfrm>
            <a:off x="2570307" y="2017627"/>
            <a:ext cx="276822" cy="3109043"/>
          </a:xfrm>
          <a:prstGeom prst="rect">
            <a:avLst/>
          </a:prstGeom>
          <a:solidFill>
            <a:srgbClr val="00B050"/>
          </a:solidFill>
          <a:ln w="12700" cap="flat" cmpd="sng" algn="ctr">
            <a:solidFill>
              <a:srgbClr val="5B9BD5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八路并发比较电路</a:t>
            </a:r>
            <a:endParaRPr kumimoji="0" lang="en-US" altLang="zh-CN" sz="12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307" name="文本框 306">
            <a:extLst>
              <a:ext uri="{FF2B5EF4-FFF2-40B4-BE49-F238E27FC236}">
                <a16:creationId xmlns:a16="http://schemas.microsoft.com/office/drawing/2014/main" id="{65FC3D69-2B67-4A1A-A862-EA4E2A97125A}"/>
              </a:ext>
            </a:extLst>
          </p:cNvPr>
          <p:cNvSpPr txBox="1"/>
          <p:nvPr/>
        </p:nvSpPr>
        <p:spPr>
          <a:xfrm>
            <a:off x="1850000" y="5343082"/>
            <a:ext cx="731290" cy="276999"/>
          </a:xfrm>
          <a:prstGeom prst="rect">
            <a:avLst/>
          </a:prstGeom>
          <a:solidFill>
            <a:srgbClr val="5B9BD5">
              <a:lumMod val="40000"/>
              <a:lumOff val="60000"/>
            </a:srgbClr>
          </a:solidFill>
        </p:spPr>
        <p:txBody>
          <a:bodyPr wrap="square" lIns="0" rIns="0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1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rPr>
              <a:t>miss</a:t>
            </a:r>
            <a:endParaRPr kumimoji="0" lang="zh-CN" altLang="en-US" sz="1200" b="1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华文细黑" pitchFamily="2" charset="-122"/>
            </a:endParaRPr>
          </a:p>
        </p:txBody>
      </p:sp>
      <p:sp>
        <p:nvSpPr>
          <p:cNvPr id="308" name="文本框 307">
            <a:extLst>
              <a:ext uri="{FF2B5EF4-FFF2-40B4-BE49-F238E27FC236}">
                <a16:creationId xmlns:a16="http://schemas.microsoft.com/office/drawing/2014/main" id="{92D7E598-B6EE-4CED-B0B0-76124615BAF0}"/>
              </a:ext>
            </a:extLst>
          </p:cNvPr>
          <p:cNvSpPr txBox="1"/>
          <p:nvPr/>
        </p:nvSpPr>
        <p:spPr>
          <a:xfrm>
            <a:off x="1850000" y="5343082"/>
            <a:ext cx="731290" cy="276999"/>
          </a:xfrm>
          <a:prstGeom prst="rect">
            <a:avLst/>
          </a:prstGeom>
          <a:solidFill>
            <a:srgbClr val="FFFF00"/>
          </a:solidFill>
        </p:spPr>
        <p:txBody>
          <a:bodyPr wrap="square" lIns="0" rIns="0" rtlCol="0">
            <a:spAutoFit/>
          </a:bodyPr>
          <a:lstStyle/>
          <a:p>
            <a:pPr algn="ctr" eaLnBrk="1" hangingPunct="1">
              <a:defRPr/>
            </a:pPr>
            <a:r>
              <a:rPr lang="en-US" altLang="zh-CN" sz="1200" b="1" i="1" dirty="0">
                <a:solidFill>
                  <a:srgbClr val="000000"/>
                </a:solidFill>
                <a:latin typeface="Arial" charset="0"/>
                <a:ea typeface="华文细黑" pitchFamily="2" charset="-122"/>
              </a:rPr>
              <a:t>Hit</a:t>
            </a:r>
            <a:endParaRPr lang="zh-CN" altLang="en-US" sz="1200" b="1" i="1" dirty="0">
              <a:solidFill>
                <a:srgbClr val="000000"/>
              </a:solidFill>
              <a:latin typeface="Arial" charset="0"/>
              <a:ea typeface="华文细黑" pitchFamily="2" charset="-122"/>
            </a:endParaRPr>
          </a:p>
        </p:txBody>
      </p:sp>
      <p:sp>
        <p:nvSpPr>
          <p:cNvPr id="309" name="文本框 308">
            <a:extLst>
              <a:ext uri="{FF2B5EF4-FFF2-40B4-BE49-F238E27FC236}">
                <a16:creationId xmlns:a16="http://schemas.microsoft.com/office/drawing/2014/main" id="{39EA842C-5BAD-412A-ACFD-DDD627BF0315}"/>
              </a:ext>
            </a:extLst>
          </p:cNvPr>
          <p:cNvSpPr txBox="1"/>
          <p:nvPr/>
        </p:nvSpPr>
        <p:spPr>
          <a:xfrm>
            <a:off x="1850000" y="5343082"/>
            <a:ext cx="731290" cy="276999"/>
          </a:xfrm>
          <a:prstGeom prst="rect">
            <a:avLst/>
          </a:prstGeom>
          <a:solidFill>
            <a:srgbClr val="5B9BD5">
              <a:lumMod val="40000"/>
              <a:lumOff val="60000"/>
            </a:srgbClr>
          </a:solidFill>
        </p:spPr>
        <p:txBody>
          <a:bodyPr wrap="square" lIns="0" rIns="0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1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rPr>
              <a:t>miss</a:t>
            </a:r>
            <a:endParaRPr kumimoji="0" lang="zh-CN" altLang="en-US" sz="1200" b="1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华文细黑" pitchFamily="2" charset="-122"/>
            </a:endParaRPr>
          </a:p>
        </p:txBody>
      </p:sp>
      <p:grpSp>
        <p:nvGrpSpPr>
          <p:cNvPr id="310" name="组合 309">
            <a:extLst>
              <a:ext uri="{FF2B5EF4-FFF2-40B4-BE49-F238E27FC236}">
                <a16:creationId xmlns:a16="http://schemas.microsoft.com/office/drawing/2014/main" id="{B76BE05D-D09C-4BE9-8D38-E5382D749EDB}"/>
              </a:ext>
            </a:extLst>
          </p:cNvPr>
          <p:cNvGrpSpPr/>
          <p:nvPr/>
        </p:nvGrpSpPr>
        <p:grpSpPr>
          <a:xfrm>
            <a:off x="7821974" y="2765619"/>
            <a:ext cx="369783" cy="1586339"/>
            <a:chOff x="8088601" y="3262692"/>
            <a:chExt cx="324657" cy="1288723"/>
          </a:xfrm>
        </p:grpSpPr>
        <p:sp>
          <p:nvSpPr>
            <p:cNvPr id="311" name="梯形 310">
              <a:extLst>
                <a:ext uri="{FF2B5EF4-FFF2-40B4-BE49-F238E27FC236}">
                  <a16:creationId xmlns:a16="http://schemas.microsoft.com/office/drawing/2014/main" id="{8BA25066-0FEF-4A67-9D1E-9B359C378FF9}"/>
                </a:ext>
              </a:extLst>
            </p:cNvPr>
            <p:cNvSpPr/>
            <p:nvPr/>
          </p:nvSpPr>
          <p:spPr>
            <a:xfrm rot="5400000">
              <a:off x="7570153" y="3781140"/>
              <a:ext cx="1288723" cy="251827"/>
            </a:xfrm>
            <a:prstGeom prst="trapezoid">
              <a:avLst>
                <a:gd name="adj" fmla="val 72150"/>
              </a:avLst>
            </a:prstGeom>
            <a:solidFill>
              <a:srgbClr val="FFC000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312" name="文本框 311">
              <a:extLst>
                <a:ext uri="{FF2B5EF4-FFF2-40B4-BE49-F238E27FC236}">
                  <a16:creationId xmlns:a16="http://schemas.microsoft.com/office/drawing/2014/main" id="{0CA3E6B7-645A-4602-81D8-7747A26DD137}"/>
                </a:ext>
              </a:extLst>
            </p:cNvPr>
            <p:cNvSpPr txBox="1"/>
            <p:nvPr/>
          </p:nvSpPr>
          <p:spPr>
            <a:xfrm rot="16200000">
              <a:off x="7959329" y="3812431"/>
              <a:ext cx="600082" cy="307777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字选择</a:t>
              </a:r>
            </a:p>
          </p:txBody>
        </p:sp>
      </p:grpSp>
      <p:sp>
        <p:nvSpPr>
          <p:cNvPr id="313" name="矩形 312">
            <a:extLst>
              <a:ext uri="{FF2B5EF4-FFF2-40B4-BE49-F238E27FC236}">
                <a16:creationId xmlns:a16="http://schemas.microsoft.com/office/drawing/2014/main" id="{5390063E-6B85-41E5-9E56-6B38731A17F3}"/>
              </a:ext>
            </a:extLst>
          </p:cNvPr>
          <p:cNvSpPr/>
          <p:nvPr/>
        </p:nvSpPr>
        <p:spPr>
          <a:xfrm>
            <a:off x="7686931" y="3980714"/>
            <a:ext cx="472760" cy="227012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OE</a:t>
            </a:r>
            <a:endParaRPr kumimoji="0" lang="zh-CN" altLang="en-US" sz="1200" b="1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315" name="矩形 314">
            <a:extLst>
              <a:ext uri="{FF2B5EF4-FFF2-40B4-BE49-F238E27FC236}">
                <a16:creationId xmlns:a16="http://schemas.microsoft.com/office/drawing/2014/main" id="{B5C9644B-A87C-4951-8B2B-5A1822E44ABB}"/>
              </a:ext>
            </a:extLst>
          </p:cNvPr>
          <p:cNvSpPr/>
          <p:nvPr/>
        </p:nvSpPr>
        <p:spPr>
          <a:xfrm>
            <a:off x="2762156" y="6046157"/>
            <a:ext cx="6381843" cy="401219"/>
          </a:xfrm>
          <a:prstGeom prst="rect">
            <a:avLst/>
          </a:prstGeom>
          <a:solidFill>
            <a:srgbClr val="38A5E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316" name="矩形 315">
            <a:extLst>
              <a:ext uri="{FF2B5EF4-FFF2-40B4-BE49-F238E27FC236}">
                <a16:creationId xmlns:a16="http://schemas.microsoft.com/office/drawing/2014/main" id="{B6F211CE-C2A8-4030-86FE-1FAA9A39DDA8}"/>
              </a:ext>
            </a:extLst>
          </p:cNvPr>
          <p:cNvSpPr/>
          <p:nvPr/>
        </p:nvSpPr>
        <p:spPr>
          <a:xfrm>
            <a:off x="4098453" y="6083435"/>
            <a:ext cx="562278" cy="26580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1F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317" name="矩形 316">
            <a:extLst>
              <a:ext uri="{FF2B5EF4-FFF2-40B4-BE49-F238E27FC236}">
                <a16:creationId xmlns:a16="http://schemas.microsoft.com/office/drawing/2014/main" id="{46660A9C-7289-46ED-917B-7FE4AFD25376}"/>
              </a:ext>
            </a:extLst>
          </p:cNvPr>
          <p:cNvSpPr/>
          <p:nvPr/>
        </p:nvSpPr>
        <p:spPr>
          <a:xfrm>
            <a:off x="4774183" y="6083435"/>
            <a:ext cx="562278" cy="26580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20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318" name="矩形 317">
            <a:extLst>
              <a:ext uri="{FF2B5EF4-FFF2-40B4-BE49-F238E27FC236}">
                <a16:creationId xmlns:a16="http://schemas.microsoft.com/office/drawing/2014/main" id="{E6F7A8FF-BFD9-485C-A550-8E7ADE8C18DE}"/>
              </a:ext>
            </a:extLst>
          </p:cNvPr>
          <p:cNvSpPr/>
          <p:nvPr/>
        </p:nvSpPr>
        <p:spPr>
          <a:xfrm>
            <a:off x="5449913" y="6083435"/>
            <a:ext cx="562278" cy="26580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24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319" name="矩形 318">
            <a:extLst>
              <a:ext uri="{FF2B5EF4-FFF2-40B4-BE49-F238E27FC236}">
                <a16:creationId xmlns:a16="http://schemas.microsoft.com/office/drawing/2014/main" id="{A5D50093-72BE-4C2B-9CC9-F71FDF68FF64}"/>
              </a:ext>
            </a:extLst>
          </p:cNvPr>
          <p:cNvSpPr/>
          <p:nvPr/>
        </p:nvSpPr>
        <p:spPr>
          <a:xfrm>
            <a:off x="6125643" y="6083435"/>
            <a:ext cx="562278" cy="26580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1E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320" name="矩形 319">
            <a:extLst>
              <a:ext uri="{FF2B5EF4-FFF2-40B4-BE49-F238E27FC236}">
                <a16:creationId xmlns:a16="http://schemas.microsoft.com/office/drawing/2014/main" id="{265724B6-08C1-4941-8703-66C3E0CD05F1}"/>
              </a:ext>
            </a:extLst>
          </p:cNvPr>
          <p:cNvSpPr/>
          <p:nvPr/>
        </p:nvSpPr>
        <p:spPr>
          <a:xfrm>
            <a:off x="6801373" y="6083435"/>
            <a:ext cx="562278" cy="26580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48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321" name="矩形 320">
            <a:extLst>
              <a:ext uri="{FF2B5EF4-FFF2-40B4-BE49-F238E27FC236}">
                <a16:creationId xmlns:a16="http://schemas.microsoft.com/office/drawing/2014/main" id="{0FE87D58-28BE-4A6B-927B-BB792C6A0FE3}"/>
              </a:ext>
            </a:extLst>
          </p:cNvPr>
          <p:cNvSpPr/>
          <p:nvPr/>
        </p:nvSpPr>
        <p:spPr>
          <a:xfrm>
            <a:off x="7477103" y="6083435"/>
            <a:ext cx="562278" cy="26580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54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322" name="矩形 321">
            <a:extLst>
              <a:ext uri="{FF2B5EF4-FFF2-40B4-BE49-F238E27FC236}">
                <a16:creationId xmlns:a16="http://schemas.microsoft.com/office/drawing/2014/main" id="{AB0E7295-13B1-4E01-84F2-69099819412F}"/>
              </a:ext>
            </a:extLst>
          </p:cNvPr>
          <p:cNvSpPr/>
          <p:nvPr/>
        </p:nvSpPr>
        <p:spPr>
          <a:xfrm>
            <a:off x="8152833" y="6083435"/>
            <a:ext cx="562278" cy="26580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107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Arial" pitchFamily="34" charset="0"/>
            </a:endParaRPr>
          </a:p>
        </p:txBody>
      </p:sp>
      <p:sp>
        <p:nvSpPr>
          <p:cNvPr id="323" name="矩形 322">
            <a:extLst>
              <a:ext uri="{FF2B5EF4-FFF2-40B4-BE49-F238E27FC236}">
                <a16:creationId xmlns:a16="http://schemas.microsoft.com/office/drawing/2014/main" id="{BF52AEB9-B56A-49D9-9F52-F4BA26236DF5}"/>
              </a:ext>
            </a:extLst>
          </p:cNvPr>
          <p:cNvSpPr/>
          <p:nvPr/>
        </p:nvSpPr>
        <p:spPr>
          <a:xfrm>
            <a:off x="3084718" y="6122308"/>
            <a:ext cx="998178" cy="217488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rPr>
              <a:t>访问序列</a:t>
            </a:r>
          </a:p>
        </p:txBody>
      </p:sp>
    </p:spTree>
    <p:extLst>
      <p:ext uri="{BB962C8B-B14F-4D97-AF65-F5344CB8AC3E}">
        <p14:creationId xmlns:p14="http://schemas.microsoft.com/office/powerpoint/2010/main" val="967242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1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6000"/>
                            </p:stCondLst>
                            <p:childTnLst>
                              <p:par>
                                <p:cTn id="20" presetID="35" presetClass="emph" presetSubtype="0" repeatCount="2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1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8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2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8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5" presetClass="emph" presetSubtype="0" repeatCount="3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1" dur="1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000"/>
                            </p:stCondLst>
                            <p:childTnLst>
                              <p:par>
                                <p:cTn id="43" presetID="22" presetClass="entr" presetSubtype="8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22" presetClass="entr" presetSubtype="1" repeatCount="2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0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22" presetClass="entr" presetSubtype="8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16" presetID="2" presetClass="entr" presetSubtype="4" repeatCount="2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33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2000"/>
                            </p:stCondLst>
                            <p:childTnLst>
                              <p:par>
                                <p:cTn id="135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36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35" presetClass="emph" presetSubtype="0" repeatCount="3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38" dur="1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35" presetClass="emph" presetSubtype="0" repeatCount="2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2" dur="1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50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5500"/>
                            </p:stCondLst>
                            <p:childTnLst>
                              <p:par>
                                <p:cTn id="148" presetID="22" presetClass="entr" presetSubtype="8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6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3000"/>
                            </p:stCondLst>
                            <p:childTnLst>
                              <p:par>
                                <p:cTn id="1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8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3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000"/>
                            </p:stCondLst>
                            <p:childTnLst>
                              <p:par>
                                <p:cTn id="1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22" presetClass="entr" presetSubtype="8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1000"/>
                            </p:stCondLst>
                            <p:childTnLst>
                              <p:par>
                                <p:cTn id="1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5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5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22" presetClass="entr" presetSubtype="8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95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196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7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9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0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201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2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4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05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6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0" dur="5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211" dur="5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2" dur="5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4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15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6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0" dur="5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21" dur="5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2" dur="5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4" dur="5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225" dur="5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6" dur="5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0" dur="5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231" dur="5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2" dur="5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4" dur="5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66"/>
                                      </p:to>
                                    </p:animClr>
                                    <p:set>
                                      <p:cBhvr>
                                        <p:cTn id="235" dur="5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6" dur="5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40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241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2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44" dur="5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45" dur="5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6" dur="5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50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251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2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54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55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6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" grpId="0" animBg="1"/>
      <p:bldP spid="188" grpId="1" animBg="1"/>
      <p:bldP spid="193" grpId="0" animBg="1"/>
      <p:bldP spid="196" grpId="0" animBg="1"/>
      <p:bldP spid="196" grpId="1" animBg="1"/>
      <p:bldP spid="197" grpId="0" animBg="1"/>
      <p:bldP spid="197" grpId="1" animBg="1"/>
      <p:bldP spid="306" grpId="0" animBg="1"/>
      <p:bldP spid="306" grpId="1" animBg="1"/>
      <p:bldP spid="306" grpId="2" animBg="1"/>
      <p:bldP spid="307" grpId="0" animBg="1"/>
      <p:bldP spid="308" grpId="0" animBg="1"/>
      <p:bldP spid="309" grpId="0" animBg="1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7633DE37-6C3A-436C-BD15-97FD5B908E5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116632"/>
            <a:ext cx="8229600" cy="850106"/>
          </a:xfrm>
        </p:spPr>
        <p:txBody>
          <a:bodyPr/>
          <a:lstStyle/>
          <a:p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</a:p>
        </p:txBody>
      </p:sp>
      <p:sp>
        <p:nvSpPr>
          <p:cNvPr id="3" name="标题 1">
            <a:extLst>
              <a:ext uri="{FF2B5EF4-FFF2-40B4-BE49-F238E27FC236}">
                <a16:creationId xmlns:a16="http://schemas.microsoft.com/office/drawing/2014/main" id="{265D1F49-A9AA-4B8A-BDB0-1F76D55733D4}"/>
              </a:ext>
            </a:extLst>
          </p:cNvPr>
          <p:cNvSpPr txBox="1">
            <a:spLocks/>
          </p:cNvSpPr>
          <p:nvPr/>
        </p:nvSpPr>
        <p:spPr>
          <a:xfrm>
            <a:off x="325760" y="1151503"/>
            <a:ext cx="7344817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1.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全相联映射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-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小结</a:t>
            </a:r>
          </a:p>
        </p:txBody>
      </p:sp>
      <p:sp>
        <p:nvSpPr>
          <p:cNvPr id="5" name="内容占位符 2">
            <a:extLst>
              <a:ext uri="{FF2B5EF4-FFF2-40B4-BE49-F238E27FC236}">
                <a16:creationId xmlns:a16="http://schemas.microsoft.com/office/drawing/2014/main" id="{75161007-0B3E-426A-8C37-BBD8A9C4852C}"/>
              </a:ext>
            </a:extLst>
          </p:cNvPr>
          <p:cNvSpPr txBox="1">
            <a:spLocks/>
          </p:cNvSpPr>
          <p:nvPr/>
        </p:nvSpPr>
        <p:spPr>
          <a:xfrm>
            <a:off x="706288" y="2132856"/>
            <a:ext cx="6964289" cy="383682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块映射灵活，一对多映射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全部装满后才会出现块冲突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块冲突的概率低，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利用率高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淘汰算法复杂</a:t>
            </a:r>
            <a:endParaRPr kumimoji="0" lang="en-US" altLang="zh-CN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命中率高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214502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7633DE37-6C3A-436C-BD15-97FD5B908E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</a:p>
        </p:txBody>
      </p:sp>
      <p:sp>
        <p:nvSpPr>
          <p:cNvPr id="3" name="标题 1">
            <a:extLst>
              <a:ext uri="{FF2B5EF4-FFF2-40B4-BE49-F238E27FC236}">
                <a16:creationId xmlns:a16="http://schemas.microsoft.com/office/drawing/2014/main" id="{31C991B1-56AD-4853-B113-70253C6F9B92}"/>
              </a:ext>
            </a:extLst>
          </p:cNvPr>
          <p:cNvSpPr txBox="1">
            <a:spLocks/>
          </p:cNvSpPr>
          <p:nvPr/>
        </p:nvSpPr>
        <p:spPr>
          <a:xfrm>
            <a:off x="282589" y="1221041"/>
            <a:ext cx="2631172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2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2.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直接相联映射</a:t>
            </a:r>
          </a:p>
        </p:txBody>
      </p:sp>
      <p:cxnSp>
        <p:nvCxnSpPr>
          <p:cNvPr id="5" name="直接箭头连接符 4">
            <a:extLst>
              <a:ext uri="{FF2B5EF4-FFF2-40B4-BE49-F238E27FC236}">
                <a16:creationId xmlns:a16="http://schemas.microsoft.com/office/drawing/2014/main" id="{82FBC888-656A-44ED-AFDD-F4D4102FA501}"/>
              </a:ext>
            </a:extLst>
          </p:cNvPr>
          <p:cNvCxnSpPr>
            <a:cxnSpLocks/>
          </p:cNvCxnSpPr>
          <p:nvPr/>
        </p:nvCxnSpPr>
        <p:spPr>
          <a:xfrm flipV="1">
            <a:off x="1769927" y="3796285"/>
            <a:ext cx="0" cy="1127402"/>
          </a:xfrm>
          <a:prstGeom prst="straightConnector1">
            <a:avLst/>
          </a:prstGeom>
          <a:noFill/>
          <a:ln w="1270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triangle"/>
          </a:ln>
          <a:effectLst/>
        </p:spPr>
      </p:cxnSp>
      <p:sp>
        <p:nvSpPr>
          <p:cNvPr id="6" name="Line 16">
            <a:extLst>
              <a:ext uri="{FF2B5EF4-FFF2-40B4-BE49-F238E27FC236}">
                <a16:creationId xmlns:a16="http://schemas.microsoft.com/office/drawing/2014/main" id="{F2AA5806-A856-4722-B6A2-72318CE2D21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38563" y="2929815"/>
            <a:ext cx="1569605" cy="1490952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 type="stealth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1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>
            <a:extLst>
              <a:ext uri="{FF2B5EF4-FFF2-40B4-BE49-F238E27FC236}">
                <a16:creationId xmlns:a16="http://schemas.microsoft.com/office/drawing/2014/main" id="{CDE9F839-A52C-4870-90DF-4634CFCA7B61}"/>
              </a:ext>
            </a:extLst>
          </p:cNvPr>
          <p:cNvGrpSpPr>
            <a:grpSpLocks/>
          </p:cNvGrpSpPr>
          <p:nvPr/>
        </p:nvGrpSpPr>
        <p:grpSpPr bwMode="auto">
          <a:xfrm>
            <a:off x="264283" y="2634189"/>
            <a:ext cx="4837758" cy="709139"/>
            <a:chOff x="13183" y="5280382"/>
            <a:chExt cx="4907182" cy="709117"/>
          </a:xfrm>
        </p:grpSpPr>
        <p:grpSp>
          <p:nvGrpSpPr>
            <p:cNvPr id="8" name="组合 183">
              <a:extLst>
                <a:ext uri="{FF2B5EF4-FFF2-40B4-BE49-F238E27FC236}">
                  <a16:creationId xmlns:a16="http://schemas.microsoft.com/office/drawing/2014/main" id="{598E55B3-AF91-41ED-919F-773A0E800E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5462" y="5280382"/>
              <a:ext cx="3814903" cy="709117"/>
              <a:chOff x="1447798" y="5551488"/>
              <a:chExt cx="6848774" cy="1058578"/>
            </a:xfrm>
          </p:grpSpPr>
          <p:sp>
            <p:nvSpPr>
              <p:cNvPr id="10" name="Text Box 3">
                <a:extLst>
                  <a:ext uri="{FF2B5EF4-FFF2-40B4-BE49-F238E27FC236}">
                    <a16:creationId xmlns:a16="http://schemas.microsoft.com/office/drawing/2014/main" id="{5F83EAC7-0176-490A-ACD1-BF06F9FE06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75119" y="6294885"/>
                <a:ext cx="951838" cy="315179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w </a:t>
                </a: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位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" name="AutoShape 6">
                <a:extLst>
                  <a:ext uri="{FF2B5EF4-FFF2-40B4-BE49-F238E27FC236}">
                    <a16:creationId xmlns:a16="http://schemas.microsoft.com/office/drawing/2014/main" id="{DFAC1F5E-D2DD-412A-95DB-D9A04FC26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6915766" y="4951430"/>
                <a:ext cx="246575" cy="2515033"/>
              </a:xfrm>
              <a:prstGeom prst="leftBrace">
                <a:avLst>
                  <a:gd name="adj1" fmla="val 57712"/>
                  <a:gd name="adj2" fmla="val 50000"/>
                </a:avLst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" name="Rectangle 9">
                <a:extLst>
                  <a:ext uri="{FF2B5EF4-FFF2-40B4-BE49-F238E27FC236}">
                    <a16:creationId xmlns:a16="http://schemas.microsoft.com/office/drawing/2014/main" id="{50CB687C-C442-47FD-A94C-4FDA9B3E1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7798" y="5551488"/>
                <a:ext cx="2083234" cy="533399"/>
              </a:xfrm>
              <a:prstGeom prst="rect">
                <a:avLst/>
              </a:prstGeom>
              <a:solidFill>
                <a:srgbClr val="00B0F0"/>
              </a:solidFill>
              <a:ln w="222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区地址 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tag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)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" name="Rectangle 11">
                <a:extLst>
                  <a:ext uri="{FF2B5EF4-FFF2-40B4-BE49-F238E27FC236}">
                    <a16:creationId xmlns:a16="http://schemas.microsoft.com/office/drawing/2014/main" id="{492A26A4-D65A-4BA4-9B1A-44F3F5ABF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87319" y="5551488"/>
                <a:ext cx="2509253" cy="533399"/>
              </a:xfrm>
              <a:prstGeom prst="rect">
                <a:avLst/>
              </a:prstGeom>
              <a:solidFill>
                <a:srgbClr val="FFF2CC"/>
              </a:solidFill>
              <a:ln w="222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块内偏移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offset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)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" name="Text Box 13">
                <a:extLst>
                  <a:ext uri="{FF2B5EF4-FFF2-40B4-BE49-F238E27FC236}">
                    <a16:creationId xmlns:a16="http://schemas.microsoft.com/office/drawing/2014/main" id="{9AC6AFF3-7F97-46A2-8D33-6FC2E36FB5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18422" y="6294885"/>
                <a:ext cx="914788" cy="315181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s-r </a:t>
                </a: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位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" name="AutoShape 14">
                <a:extLst>
                  <a:ext uri="{FF2B5EF4-FFF2-40B4-BE49-F238E27FC236}">
                    <a16:creationId xmlns:a16="http://schemas.microsoft.com/office/drawing/2014/main" id="{18B6C87E-F3D4-432D-93E3-D0CBCBAF8B9F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2396797" y="5149921"/>
                <a:ext cx="182134" cy="2080124"/>
              </a:xfrm>
              <a:prstGeom prst="leftBrace">
                <a:avLst>
                  <a:gd name="adj1" fmla="val 47244"/>
                  <a:gd name="adj2" fmla="val 50000"/>
                </a:avLst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" name="Rectangle 11">
                <a:extLst>
                  <a:ext uri="{FF2B5EF4-FFF2-40B4-BE49-F238E27FC236}">
                    <a16:creationId xmlns:a16="http://schemas.microsoft.com/office/drawing/2014/main" id="{BC761E30-0B30-4BC0-A49B-5CE3D688E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814" y="5551488"/>
                <a:ext cx="2244723" cy="532022"/>
              </a:xfrm>
              <a:prstGeom prst="rect">
                <a:avLst/>
              </a:prstGeom>
              <a:solidFill>
                <a:srgbClr val="70AD47">
                  <a:lumMod val="40000"/>
                  <a:lumOff val="60000"/>
                </a:srgbClr>
              </a:solidFill>
              <a:ln w="222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行索引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index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)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" name="AutoShape 14">
                <a:extLst>
                  <a:ext uri="{FF2B5EF4-FFF2-40B4-BE49-F238E27FC236}">
                    <a16:creationId xmlns:a16="http://schemas.microsoft.com/office/drawing/2014/main" id="{DE3D4F17-9331-4D44-9B8E-F860096409BB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4543029" y="5100689"/>
                <a:ext cx="216444" cy="2246646"/>
              </a:xfrm>
              <a:prstGeom prst="leftBrace">
                <a:avLst>
                  <a:gd name="adj1" fmla="val 47244"/>
                  <a:gd name="adj2" fmla="val 50000"/>
                </a:avLst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" name="Text Box 3">
                <a:extLst>
                  <a:ext uri="{FF2B5EF4-FFF2-40B4-BE49-F238E27FC236}">
                    <a16:creationId xmlns:a16="http://schemas.microsoft.com/office/drawing/2014/main" id="{84B1E6A1-DA52-4468-B542-26B5D5C637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11646" y="6294885"/>
                <a:ext cx="951838" cy="315181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r </a:t>
                </a: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位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" name="Text Box 52">
              <a:extLst>
                <a:ext uri="{FF2B5EF4-FFF2-40B4-BE49-F238E27FC236}">
                  <a16:creationId xmlns:a16="http://schemas.microsoft.com/office/drawing/2014/main" id="{CA9B1B8E-57D1-4C3D-8D33-1CB5F6E68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83" y="5339187"/>
              <a:ext cx="1260140" cy="307768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主存地址</a:t>
              </a:r>
            </a:p>
          </p:txBody>
        </p:sp>
      </p:grpSp>
      <p:sp>
        <p:nvSpPr>
          <p:cNvPr id="19" name="Line 16">
            <a:extLst>
              <a:ext uri="{FF2B5EF4-FFF2-40B4-BE49-F238E27FC236}">
                <a16:creationId xmlns:a16="http://schemas.microsoft.com/office/drawing/2014/main" id="{6A7BD0FE-ACFD-4962-B3AB-85869AEF6F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61423" y="3169795"/>
            <a:ext cx="1545040" cy="1875812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 type="stealth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1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>
            <a:extLst>
              <a:ext uri="{FF2B5EF4-FFF2-40B4-BE49-F238E27FC236}">
                <a16:creationId xmlns:a16="http://schemas.microsoft.com/office/drawing/2014/main" id="{177C6C54-2920-463B-88DB-671DA7DB04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46183" y="3359047"/>
            <a:ext cx="1559884" cy="2326640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 type="stealth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1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6">
            <a:extLst>
              <a:ext uri="{FF2B5EF4-FFF2-40B4-BE49-F238E27FC236}">
                <a16:creationId xmlns:a16="http://schemas.microsoft.com/office/drawing/2014/main" id="{C0A5AA54-9117-4984-BCCD-3C9B9D2BF4D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46182" y="3627760"/>
            <a:ext cx="1548945" cy="2698007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 type="stealth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1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2" name="直接箭头连接符 21">
            <a:extLst>
              <a:ext uri="{FF2B5EF4-FFF2-40B4-BE49-F238E27FC236}">
                <a16:creationId xmlns:a16="http://schemas.microsoft.com/office/drawing/2014/main" id="{5CD7116F-50F1-46D9-92F5-5E4DFE6E5E7B}"/>
              </a:ext>
            </a:extLst>
          </p:cNvPr>
          <p:cNvCxnSpPr>
            <a:cxnSpLocks/>
          </p:cNvCxnSpPr>
          <p:nvPr/>
        </p:nvCxnSpPr>
        <p:spPr>
          <a:xfrm>
            <a:off x="1910438" y="3179321"/>
            <a:ext cx="0" cy="281940"/>
          </a:xfrm>
          <a:prstGeom prst="straightConnector1">
            <a:avLst/>
          </a:prstGeom>
          <a:noFill/>
          <a:ln w="19050" cap="sq" cmpd="sng" algn="ctr">
            <a:solidFill>
              <a:srgbClr val="0000FF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55B90F6C-A0DA-495B-8FD9-45067876BAAE}"/>
              </a:ext>
            </a:extLst>
          </p:cNvPr>
          <p:cNvGrpSpPr/>
          <p:nvPr/>
        </p:nvGrpSpPr>
        <p:grpSpPr>
          <a:xfrm>
            <a:off x="520213" y="3467423"/>
            <a:ext cx="805325" cy="307777"/>
            <a:chOff x="2484707" y="2664632"/>
            <a:chExt cx="805325" cy="307777"/>
          </a:xfrm>
        </p:grpSpPr>
        <p:cxnSp>
          <p:nvCxnSpPr>
            <p:cNvPr id="24" name="直接箭头连接符 23">
              <a:extLst>
                <a:ext uri="{FF2B5EF4-FFF2-40B4-BE49-F238E27FC236}">
                  <a16:creationId xmlns:a16="http://schemas.microsoft.com/office/drawing/2014/main" id="{4C3AA2A9-D1F9-4DEB-9721-32D706FAF18A}"/>
                </a:ext>
              </a:extLst>
            </p:cNvPr>
            <p:cNvCxnSpPr/>
            <p:nvPr/>
          </p:nvCxnSpPr>
          <p:spPr>
            <a:xfrm flipH="1">
              <a:off x="2975707" y="2824969"/>
              <a:ext cx="314325" cy="0"/>
            </a:xfrm>
            <a:prstGeom prst="straightConnector1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25" name="TextBox 132">
              <a:extLst>
                <a:ext uri="{FF2B5EF4-FFF2-40B4-BE49-F238E27FC236}">
                  <a16:creationId xmlns:a16="http://schemas.microsoft.com/office/drawing/2014/main" id="{D6FC1039-B146-4919-B38A-CF93F5A617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4707" y="2664632"/>
              <a:ext cx="552450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命中</a:t>
              </a: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6" name="Text Box 52">
            <a:extLst>
              <a:ext uri="{FF2B5EF4-FFF2-40B4-BE49-F238E27FC236}">
                <a16:creationId xmlns:a16="http://schemas.microsoft.com/office/drawing/2014/main" id="{D0CED83E-8AF1-45CF-AE12-A59FE9343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027" y="3862223"/>
            <a:ext cx="1849441" cy="30777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SRAM</a:t>
            </a: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i="1" kern="0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cache</a:t>
            </a:r>
            <a:endParaRPr lang="zh-CN" altLang="en-US" sz="1400" b="1" i="1" kern="0" dirty="0">
              <a:solidFill>
                <a:srgbClr val="000000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7" name="肘形连接符 6">
            <a:extLst>
              <a:ext uri="{FF2B5EF4-FFF2-40B4-BE49-F238E27FC236}">
                <a16:creationId xmlns:a16="http://schemas.microsoft.com/office/drawing/2014/main" id="{FB53DCB6-9F1F-4E38-9FC1-C02AF93258E9}"/>
              </a:ext>
            </a:extLst>
          </p:cNvPr>
          <p:cNvCxnSpPr>
            <a:stCxn id="16" idx="0"/>
            <a:endCxn id="58" idx="1"/>
          </p:cNvCxnSpPr>
          <p:nvPr/>
        </p:nvCxnSpPr>
        <p:spPr>
          <a:xfrm rot="16200000" flipH="1" flipV="1">
            <a:off x="998940" y="2974724"/>
            <a:ext cx="2446198" cy="1765128"/>
          </a:xfrm>
          <a:prstGeom prst="bentConnector4">
            <a:avLst>
              <a:gd name="adj1" fmla="val -9345"/>
              <a:gd name="adj2" fmla="val 166553"/>
            </a:avLst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triangle"/>
          </a:ln>
          <a:effectLst/>
        </p:spPr>
      </p:cxnSp>
      <p:sp>
        <p:nvSpPr>
          <p:cNvPr id="28" name="Line 16">
            <a:extLst>
              <a:ext uri="{FF2B5EF4-FFF2-40B4-BE49-F238E27FC236}">
                <a16:creationId xmlns:a16="http://schemas.microsoft.com/office/drawing/2014/main" id="{9A35638B-6506-42B8-B614-576F95B3154D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8562" y="4474108"/>
            <a:ext cx="1584961" cy="1356360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 type="stealth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1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16">
            <a:extLst>
              <a:ext uri="{FF2B5EF4-FFF2-40B4-BE49-F238E27FC236}">
                <a16:creationId xmlns:a16="http://schemas.microsoft.com/office/drawing/2014/main" id="{110CF555-C53A-40D9-A5BA-8889C5622F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6183" y="5083707"/>
            <a:ext cx="1562100" cy="967740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 type="stealth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1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16">
            <a:extLst>
              <a:ext uri="{FF2B5EF4-FFF2-40B4-BE49-F238E27FC236}">
                <a16:creationId xmlns:a16="http://schemas.microsoft.com/office/drawing/2014/main" id="{2919FAF7-0104-4CFC-8F9E-DDD4EDD8F89E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0943" y="6379107"/>
            <a:ext cx="1592580" cy="110490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 type="stealth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1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16">
            <a:extLst>
              <a:ext uri="{FF2B5EF4-FFF2-40B4-BE49-F238E27FC236}">
                <a16:creationId xmlns:a16="http://schemas.microsoft.com/office/drawing/2014/main" id="{248A5F0D-51BA-4125-87C4-A878AFD638D0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8563" y="5746648"/>
            <a:ext cx="1569720" cy="533399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 type="stealth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1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1AC7944A-C250-4BDF-B56C-DEC0BA2841BE}"/>
              </a:ext>
            </a:extLst>
          </p:cNvPr>
          <p:cNvSpPr/>
          <p:nvPr/>
        </p:nvSpPr>
        <p:spPr>
          <a:xfrm>
            <a:off x="1336059" y="3464888"/>
            <a:ext cx="860451" cy="331396"/>
          </a:xfrm>
          <a:prstGeom prst="rect">
            <a:avLst/>
          </a:prstGeom>
          <a:solidFill>
            <a:srgbClr val="F4B183"/>
          </a:solidFill>
          <a:ln w="2222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路比较</a:t>
            </a:r>
          </a:p>
        </p:txBody>
      </p:sp>
      <p:cxnSp>
        <p:nvCxnSpPr>
          <p:cNvPr id="33" name="肘形连接符 13">
            <a:extLst>
              <a:ext uri="{FF2B5EF4-FFF2-40B4-BE49-F238E27FC236}">
                <a16:creationId xmlns:a16="http://schemas.microsoft.com/office/drawing/2014/main" id="{DAAD5F1D-A505-42D9-9877-C671B4492452}"/>
              </a:ext>
            </a:extLst>
          </p:cNvPr>
          <p:cNvCxnSpPr>
            <a:endCxn id="32" idx="3"/>
          </p:cNvCxnSpPr>
          <p:nvPr/>
        </p:nvCxnSpPr>
        <p:spPr>
          <a:xfrm rot="16200000" flipV="1">
            <a:off x="1819845" y="4007251"/>
            <a:ext cx="1296508" cy="543177"/>
          </a:xfrm>
          <a:prstGeom prst="bentConnector2">
            <a:avLst/>
          </a:prstGeom>
          <a:noFill/>
          <a:ln w="19050" cap="sq" cmpd="sng" algn="ctr">
            <a:solidFill>
              <a:srgbClr val="0066FF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34" name="组合 33">
            <a:extLst>
              <a:ext uri="{FF2B5EF4-FFF2-40B4-BE49-F238E27FC236}">
                <a16:creationId xmlns:a16="http://schemas.microsoft.com/office/drawing/2014/main" id="{2F4CCF84-665F-4DF7-BA00-67023F979E89}"/>
              </a:ext>
            </a:extLst>
          </p:cNvPr>
          <p:cNvGrpSpPr/>
          <p:nvPr/>
        </p:nvGrpSpPr>
        <p:grpSpPr>
          <a:xfrm>
            <a:off x="6711982" y="2501521"/>
            <a:ext cx="1627913" cy="4127879"/>
            <a:chOff x="8903859" y="1174474"/>
            <a:chExt cx="1627913" cy="4127879"/>
          </a:xfrm>
        </p:grpSpPr>
        <p:sp>
          <p:nvSpPr>
            <p:cNvPr id="35" name="Text Box 52">
              <a:extLst>
                <a:ext uri="{FF2B5EF4-FFF2-40B4-BE49-F238E27FC236}">
                  <a16:creationId xmlns:a16="http://schemas.microsoft.com/office/drawing/2014/main" id="{E0F949BD-6CFC-4306-B072-204E4100D3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2846" y="1174474"/>
              <a:ext cx="1242312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DRAM</a:t>
              </a: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主存</a:t>
              </a:r>
            </a:p>
          </p:txBody>
        </p:sp>
        <p:grpSp>
          <p:nvGrpSpPr>
            <p:cNvPr id="36" name="组合 35">
              <a:extLst>
                <a:ext uri="{FF2B5EF4-FFF2-40B4-BE49-F238E27FC236}">
                  <a16:creationId xmlns:a16="http://schemas.microsoft.com/office/drawing/2014/main" id="{22D9B120-7F23-4985-96EF-2443D7947C70}"/>
                </a:ext>
              </a:extLst>
            </p:cNvPr>
            <p:cNvGrpSpPr/>
            <p:nvPr/>
          </p:nvGrpSpPr>
          <p:grpSpPr>
            <a:xfrm>
              <a:off x="8903859" y="1486390"/>
              <a:ext cx="1627913" cy="3815963"/>
              <a:chOff x="8903859" y="1486390"/>
              <a:chExt cx="1627913" cy="4057929"/>
            </a:xfrm>
          </p:grpSpPr>
          <p:sp>
            <p:nvSpPr>
              <p:cNvPr id="37" name="矩形 36">
                <a:extLst>
                  <a:ext uri="{FF2B5EF4-FFF2-40B4-BE49-F238E27FC236}">
                    <a16:creationId xmlns:a16="http://schemas.microsoft.com/office/drawing/2014/main" id="{B941C39B-CFB2-419F-9E9D-FA8B1D54E040}"/>
                  </a:ext>
                </a:extLst>
              </p:cNvPr>
              <p:cNvSpPr/>
              <p:nvPr/>
            </p:nvSpPr>
            <p:spPr>
              <a:xfrm>
                <a:off x="8903865" y="1486390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0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" name="矩形 37">
                <a:extLst>
                  <a:ext uri="{FF2B5EF4-FFF2-40B4-BE49-F238E27FC236}">
                    <a16:creationId xmlns:a16="http://schemas.microsoft.com/office/drawing/2014/main" id="{BA869228-FC93-4371-9B74-7FEFF89CD30C}"/>
                  </a:ext>
                </a:extLst>
              </p:cNvPr>
              <p:cNvSpPr/>
              <p:nvPr/>
            </p:nvSpPr>
            <p:spPr>
              <a:xfrm>
                <a:off x="8903863" y="1741070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" name="矩形 38">
                <a:extLst>
                  <a:ext uri="{FF2B5EF4-FFF2-40B4-BE49-F238E27FC236}">
                    <a16:creationId xmlns:a16="http://schemas.microsoft.com/office/drawing/2014/main" id="{D0AF76BC-4AC9-4095-8E6A-3CE248A309A3}"/>
                  </a:ext>
                </a:extLst>
              </p:cNvPr>
              <p:cNvSpPr/>
              <p:nvPr/>
            </p:nvSpPr>
            <p:spPr>
              <a:xfrm>
                <a:off x="8903865" y="1995641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" name="矩形 39">
                <a:extLst>
                  <a:ext uri="{FF2B5EF4-FFF2-40B4-BE49-F238E27FC236}">
                    <a16:creationId xmlns:a16="http://schemas.microsoft.com/office/drawing/2014/main" id="{A142BA71-8A07-4C03-95C7-C41934F5D61D}"/>
                  </a:ext>
                </a:extLst>
              </p:cNvPr>
              <p:cNvSpPr/>
              <p:nvPr/>
            </p:nvSpPr>
            <p:spPr>
              <a:xfrm>
                <a:off x="8903863" y="2250321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n-1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" name="矩形 40">
                <a:extLst>
                  <a:ext uri="{FF2B5EF4-FFF2-40B4-BE49-F238E27FC236}">
                    <a16:creationId xmlns:a16="http://schemas.microsoft.com/office/drawing/2014/main" id="{348291C8-1261-4BCD-B9A1-00804914E11E}"/>
                  </a:ext>
                </a:extLst>
              </p:cNvPr>
              <p:cNvSpPr/>
              <p:nvPr/>
            </p:nvSpPr>
            <p:spPr>
              <a:xfrm>
                <a:off x="8905874" y="1489075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" name="矩形 41">
                <a:extLst>
                  <a:ext uri="{FF2B5EF4-FFF2-40B4-BE49-F238E27FC236}">
                    <a16:creationId xmlns:a16="http://schemas.microsoft.com/office/drawing/2014/main" id="{6028AD44-C596-4C94-8DE3-A927F1E020A1}"/>
                  </a:ext>
                </a:extLst>
              </p:cNvPr>
              <p:cNvSpPr/>
              <p:nvPr/>
            </p:nvSpPr>
            <p:spPr>
              <a:xfrm>
                <a:off x="8903863" y="2501057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" name="矩形 42">
                <a:extLst>
                  <a:ext uri="{FF2B5EF4-FFF2-40B4-BE49-F238E27FC236}">
                    <a16:creationId xmlns:a16="http://schemas.microsoft.com/office/drawing/2014/main" id="{FAFCED67-BDEE-4382-AC7C-4DAE6DF3D63E}"/>
                  </a:ext>
                </a:extLst>
              </p:cNvPr>
              <p:cNvSpPr/>
              <p:nvPr/>
            </p:nvSpPr>
            <p:spPr>
              <a:xfrm>
                <a:off x="8903861" y="2755737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n+1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" name="矩形 43">
                <a:extLst>
                  <a:ext uri="{FF2B5EF4-FFF2-40B4-BE49-F238E27FC236}">
                    <a16:creationId xmlns:a16="http://schemas.microsoft.com/office/drawing/2014/main" id="{4D580155-D357-447A-BF6A-EC21FC9FBEB8}"/>
                  </a:ext>
                </a:extLst>
              </p:cNvPr>
              <p:cNvSpPr/>
              <p:nvPr/>
            </p:nvSpPr>
            <p:spPr>
              <a:xfrm>
                <a:off x="8903863" y="3010308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" name="矩形 44">
                <a:extLst>
                  <a:ext uri="{FF2B5EF4-FFF2-40B4-BE49-F238E27FC236}">
                    <a16:creationId xmlns:a16="http://schemas.microsoft.com/office/drawing/2014/main" id="{8C7AC07A-F90E-4938-87C0-6177E0863784}"/>
                  </a:ext>
                </a:extLst>
              </p:cNvPr>
              <p:cNvSpPr/>
              <p:nvPr/>
            </p:nvSpPr>
            <p:spPr>
              <a:xfrm>
                <a:off x="8903861" y="3264988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2n-1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" name="矩形 45">
                <a:extLst>
                  <a:ext uri="{FF2B5EF4-FFF2-40B4-BE49-F238E27FC236}">
                    <a16:creationId xmlns:a16="http://schemas.microsoft.com/office/drawing/2014/main" id="{D6C6CAA2-D649-44FE-B783-6B81004CA233}"/>
                  </a:ext>
                </a:extLst>
              </p:cNvPr>
              <p:cNvSpPr/>
              <p:nvPr/>
            </p:nvSpPr>
            <p:spPr>
              <a:xfrm>
                <a:off x="8905872" y="2503742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" name="矩形 46">
                <a:extLst>
                  <a:ext uri="{FF2B5EF4-FFF2-40B4-BE49-F238E27FC236}">
                    <a16:creationId xmlns:a16="http://schemas.microsoft.com/office/drawing/2014/main" id="{E80F284A-A91E-4DD5-B0E2-A788467FC30C}"/>
                  </a:ext>
                </a:extLst>
              </p:cNvPr>
              <p:cNvSpPr/>
              <p:nvPr/>
            </p:nvSpPr>
            <p:spPr>
              <a:xfrm>
                <a:off x="8903863" y="3515724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" name="矩形 47">
                <a:extLst>
                  <a:ext uri="{FF2B5EF4-FFF2-40B4-BE49-F238E27FC236}">
                    <a16:creationId xmlns:a16="http://schemas.microsoft.com/office/drawing/2014/main" id="{99D19851-5DF5-415A-A64D-02668EF8A23E}"/>
                  </a:ext>
                </a:extLst>
              </p:cNvPr>
              <p:cNvSpPr/>
              <p:nvPr/>
            </p:nvSpPr>
            <p:spPr>
              <a:xfrm>
                <a:off x="8903861" y="3770404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" name="矩形 48">
                <a:extLst>
                  <a:ext uri="{FF2B5EF4-FFF2-40B4-BE49-F238E27FC236}">
                    <a16:creationId xmlns:a16="http://schemas.microsoft.com/office/drawing/2014/main" id="{8CF93B06-36DB-4C78-8F77-7424BF4A4453}"/>
                  </a:ext>
                </a:extLst>
              </p:cNvPr>
              <p:cNvSpPr/>
              <p:nvPr/>
            </p:nvSpPr>
            <p:spPr>
              <a:xfrm>
                <a:off x="8903863" y="4024975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" name="矩形 49">
                <a:extLst>
                  <a:ext uri="{FF2B5EF4-FFF2-40B4-BE49-F238E27FC236}">
                    <a16:creationId xmlns:a16="http://schemas.microsoft.com/office/drawing/2014/main" id="{87263BE9-822B-4AAE-9FF7-CA0AE1696F84}"/>
                  </a:ext>
                </a:extLst>
              </p:cNvPr>
              <p:cNvSpPr/>
              <p:nvPr/>
            </p:nvSpPr>
            <p:spPr>
              <a:xfrm>
                <a:off x="8903861" y="4279655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" name="矩形 50">
                <a:extLst>
                  <a:ext uri="{FF2B5EF4-FFF2-40B4-BE49-F238E27FC236}">
                    <a16:creationId xmlns:a16="http://schemas.microsoft.com/office/drawing/2014/main" id="{02522090-8A79-44E9-82E5-B8125B773896}"/>
                  </a:ext>
                </a:extLst>
              </p:cNvPr>
              <p:cNvSpPr/>
              <p:nvPr/>
            </p:nvSpPr>
            <p:spPr>
              <a:xfrm>
                <a:off x="8905872" y="3518409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" name="矩形 51">
                <a:extLst>
                  <a:ext uri="{FF2B5EF4-FFF2-40B4-BE49-F238E27FC236}">
                    <a16:creationId xmlns:a16="http://schemas.microsoft.com/office/drawing/2014/main" id="{249A3648-783A-4E3C-9447-DC92F45FB232}"/>
                  </a:ext>
                </a:extLst>
              </p:cNvPr>
              <p:cNvSpPr/>
              <p:nvPr/>
            </p:nvSpPr>
            <p:spPr>
              <a:xfrm>
                <a:off x="8903861" y="4524375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mn-n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" name="矩形 52">
                <a:extLst>
                  <a:ext uri="{FF2B5EF4-FFF2-40B4-BE49-F238E27FC236}">
                    <a16:creationId xmlns:a16="http://schemas.microsoft.com/office/drawing/2014/main" id="{613826F9-6069-49D7-8625-9142E6947905}"/>
                  </a:ext>
                </a:extLst>
              </p:cNvPr>
              <p:cNvSpPr/>
              <p:nvPr/>
            </p:nvSpPr>
            <p:spPr>
              <a:xfrm>
                <a:off x="8903859" y="4779055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mn-n+1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" name="矩形 53">
                <a:extLst>
                  <a:ext uri="{FF2B5EF4-FFF2-40B4-BE49-F238E27FC236}">
                    <a16:creationId xmlns:a16="http://schemas.microsoft.com/office/drawing/2014/main" id="{DF795B1D-9886-4AD2-AE70-C31E996244AC}"/>
                  </a:ext>
                </a:extLst>
              </p:cNvPr>
              <p:cNvSpPr/>
              <p:nvPr/>
            </p:nvSpPr>
            <p:spPr>
              <a:xfrm>
                <a:off x="8903861" y="5033626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" name="矩形 54">
                <a:extLst>
                  <a:ext uri="{FF2B5EF4-FFF2-40B4-BE49-F238E27FC236}">
                    <a16:creationId xmlns:a16="http://schemas.microsoft.com/office/drawing/2014/main" id="{7F06FC14-47AC-4834-8C0D-CDC355E416ED}"/>
                  </a:ext>
                </a:extLst>
              </p:cNvPr>
              <p:cNvSpPr/>
              <p:nvPr/>
            </p:nvSpPr>
            <p:spPr>
              <a:xfrm>
                <a:off x="8903859" y="5288306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mn-1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" name="矩形 55">
                <a:extLst>
                  <a:ext uri="{FF2B5EF4-FFF2-40B4-BE49-F238E27FC236}">
                    <a16:creationId xmlns:a16="http://schemas.microsoft.com/office/drawing/2014/main" id="{CE082689-5FF7-4A64-ADC5-821C59180938}"/>
                  </a:ext>
                </a:extLst>
              </p:cNvPr>
              <p:cNvSpPr/>
              <p:nvPr/>
            </p:nvSpPr>
            <p:spPr>
              <a:xfrm>
                <a:off x="8905870" y="4527060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0877B3DB-C845-4641-8ACA-7907A8D238AA}"/>
              </a:ext>
            </a:extLst>
          </p:cNvPr>
          <p:cNvGrpSpPr/>
          <p:nvPr/>
        </p:nvGrpSpPr>
        <p:grpSpPr>
          <a:xfrm>
            <a:off x="673931" y="4181288"/>
            <a:ext cx="4440932" cy="2448112"/>
            <a:chOff x="2638425" y="3378497"/>
            <a:chExt cx="4440932" cy="2448112"/>
          </a:xfrm>
        </p:grpSpPr>
        <p:sp>
          <p:nvSpPr>
            <p:cNvPr id="58" name="矩形 57">
              <a:extLst>
                <a:ext uri="{FF2B5EF4-FFF2-40B4-BE49-F238E27FC236}">
                  <a16:creationId xmlns:a16="http://schemas.microsoft.com/office/drawing/2014/main" id="{2685AEF7-931B-43D2-B745-23F62CF0F4FC}"/>
                </a:ext>
              </a:extLst>
            </p:cNvPr>
            <p:cNvSpPr/>
            <p:nvPr/>
          </p:nvSpPr>
          <p:spPr>
            <a:xfrm>
              <a:off x="3303969" y="4028411"/>
              <a:ext cx="3773679" cy="498370"/>
            </a:xfrm>
            <a:prstGeom prst="rect">
              <a:avLst/>
            </a:prstGeom>
            <a:solidFill>
              <a:srgbClr val="C5E0B4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grpSp>
          <p:nvGrpSpPr>
            <p:cNvPr id="59" name="组合 58">
              <a:extLst>
                <a:ext uri="{FF2B5EF4-FFF2-40B4-BE49-F238E27FC236}">
                  <a16:creationId xmlns:a16="http://schemas.microsoft.com/office/drawing/2014/main" id="{E52D300B-1813-408E-B1E0-4CBF50EAA371}"/>
                </a:ext>
              </a:extLst>
            </p:cNvPr>
            <p:cNvGrpSpPr/>
            <p:nvPr/>
          </p:nvGrpSpPr>
          <p:grpSpPr>
            <a:xfrm>
              <a:off x="2767623" y="4678325"/>
              <a:ext cx="4308316" cy="498370"/>
              <a:chOff x="2951981" y="2952785"/>
              <a:chExt cx="4308316" cy="498370"/>
            </a:xfrm>
          </p:grpSpPr>
          <p:sp>
            <p:nvSpPr>
              <p:cNvPr id="67" name="TextBox 132">
                <a:extLst>
                  <a:ext uri="{FF2B5EF4-FFF2-40B4-BE49-F238E27FC236}">
                    <a16:creationId xmlns:a16="http://schemas.microsoft.com/office/drawing/2014/main" id="{00557019-E1C8-4D5B-B2C6-F8178E8455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981" y="3048677"/>
                <a:ext cx="552450" cy="307777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…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矩形 67">
                <a:extLst>
                  <a:ext uri="{FF2B5EF4-FFF2-40B4-BE49-F238E27FC236}">
                    <a16:creationId xmlns:a16="http://schemas.microsoft.com/office/drawing/2014/main" id="{22223BE5-304D-4452-B19B-5592EB07E7D4}"/>
                  </a:ext>
                </a:extLst>
              </p:cNvPr>
              <p:cNvSpPr/>
              <p:nvPr/>
            </p:nvSpPr>
            <p:spPr>
              <a:xfrm>
                <a:off x="3486618" y="2952785"/>
                <a:ext cx="3773679" cy="498370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12700" cap="flat" cmpd="sng" algn="ctr">
                <a:solidFill>
                  <a:srgbClr val="E7E6E6">
                    <a:lumMod val="50000"/>
                  </a:srgbClr>
                </a:solidFill>
                <a:prstDash val="solid"/>
                <a:miter lim="800000"/>
              </a:ln>
              <a:effectLst/>
            </p:spPr>
            <p:txBody>
              <a:bodyPr rtlCol="0"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endParaRPr>
              </a:p>
            </p:txBody>
          </p:sp>
        </p:grpSp>
        <p:grpSp>
          <p:nvGrpSpPr>
            <p:cNvPr id="60" name="组合 59">
              <a:extLst>
                <a:ext uri="{FF2B5EF4-FFF2-40B4-BE49-F238E27FC236}">
                  <a16:creationId xmlns:a16="http://schemas.microsoft.com/office/drawing/2014/main" id="{B2ABBB94-A9E3-4A7E-A6B4-269DAC65BD71}"/>
                </a:ext>
              </a:extLst>
            </p:cNvPr>
            <p:cNvGrpSpPr/>
            <p:nvPr/>
          </p:nvGrpSpPr>
          <p:grpSpPr>
            <a:xfrm>
              <a:off x="2638425" y="5328239"/>
              <a:ext cx="4435805" cy="498370"/>
              <a:chOff x="2824492" y="2952785"/>
              <a:chExt cx="4435805" cy="498370"/>
            </a:xfrm>
          </p:grpSpPr>
          <p:sp>
            <p:nvSpPr>
              <p:cNvPr id="65" name="TextBox 132">
                <a:extLst>
                  <a:ext uri="{FF2B5EF4-FFF2-40B4-BE49-F238E27FC236}">
                    <a16:creationId xmlns:a16="http://schemas.microsoft.com/office/drawing/2014/main" id="{AEC4251B-DB3A-4188-A86C-4546198AE0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24492" y="3048677"/>
                <a:ext cx="753495" cy="307777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行</a:t>
                </a: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-1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矩形 65">
                <a:extLst>
                  <a:ext uri="{FF2B5EF4-FFF2-40B4-BE49-F238E27FC236}">
                    <a16:creationId xmlns:a16="http://schemas.microsoft.com/office/drawing/2014/main" id="{85D3E7A5-FCFE-4B52-8ECD-4FC1BE8DEAD9}"/>
                  </a:ext>
                </a:extLst>
              </p:cNvPr>
              <p:cNvSpPr/>
              <p:nvPr/>
            </p:nvSpPr>
            <p:spPr>
              <a:xfrm>
                <a:off x="3486618" y="2952785"/>
                <a:ext cx="3773679" cy="498370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12700" cap="flat" cmpd="sng" algn="ctr">
                <a:solidFill>
                  <a:srgbClr val="E7E6E6">
                    <a:lumMod val="50000"/>
                  </a:srgbClr>
                </a:solidFill>
                <a:prstDash val="solid"/>
                <a:miter lim="800000"/>
              </a:ln>
              <a:effectLst/>
            </p:spPr>
            <p:txBody>
              <a:bodyPr rtlCol="0"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endParaRPr>
              </a:p>
            </p:txBody>
          </p:sp>
        </p:grpSp>
        <p:grpSp>
          <p:nvGrpSpPr>
            <p:cNvPr id="61" name="组合 60">
              <a:extLst>
                <a:ext uri="{FF2B5EF4-FFF2-40B4-BE49-F238E27FC236}">
                  <a16:creationId xmlns:a16="http://schemas.microsoft.com/office/drawing/2014/main" id="{C4A2B661-ADF5-4A33-85B4-AC5685CE9E78}"/>
                </a:ext>
              </a:extLst>
            </p:cNvPr>
            <p:cNvGrpSpPr/>
            <p:nvPr/>
          </p:nvGrpSpPr>
          <p:grpSpPr>
            <a:xfrm>
              <a:off x="2739291" y="3378497"/>
              <a:ext cx="4340066" cy="498370"/>
              <a:chOff x="2920231" y="2952785"/>
              <a:chExt cx="4340066" cy="498370"/>
            </a:xfrm>
          </p:grpSpPr>
          <p:sp>
            <p:nvSpPr>
              <p:cNvPr id="63" name="TextBox 132">
                <a:extLst>
                  <a:ext uri="{FF2B5EF4-FFF2-40B4-BE49-F238E27FC236}">
                    <a16:creationId xmlns:a16="http://schemas.microsoft.com/office/drawing/2014/main" id="{0898624B-A400-4832-8DF1-6D8F606C70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20231" y="3048677"/>
                <a:ext cx="552450" cy="307777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行</a:t>
                </a: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矩形 63">
                <a:extLst>
                  <a:ext uri="{FF2B5EF4-FFF2-40B4-BE49-F238E27FC236}">
                    <a16:creationId xmlns:a16="http://schemas.microsoft.com/office/drawing/2014/main" id="{0DBC6C5B-D170-4644-84F3-D4E2513DF734}"/>
                  </a:ext>
                </a:extLst>
              </p:cNvPr>
              <p:cNvSpPr/>
              <p:nvPr/>
            </p:nvSpPr>
            <p:spPr>
              <a:xfrm>
                <a:off x="3486618" y="2952785"/>
                <a:ext cx="3773679" cy="498370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12700" cap="flat" cmpd="sng" algn="ctr">
                <a:solidFill>
                  <a:srgbClr val="E7E6E6">
                    <a:lumMod val="50000"/>
                  </a:srgbClr>
                </a:solidFill>
                <a:prstDash val="solid"/>
                <a:miter lim="800000"/>
              </a:ln>
              <a:effectLst/>
            </p:spPr>
            <p:txBody>
              <a:bodyPr rtlCol="0"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endParaRPr>
              </a:p>
            </p:txBody>
          </p:sp>
        </p:grpSp>
        <p:sp>
          <p:nvSpPr>
            <p:cNvPr id="62" name="TextBox 132">
              <a:extLst>
                <a:ext uri="{FF2B5EF4-FFF2-40B4-BE49-F238E27FC236}">
                  <a16:creationId xmlns:a16="http://schemas.microsoft.com/office/drawing/2014/main" id="{4A855B96-B4C8-4117-87D3-BF908955AB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30466" y="4004580"/>
              <a:ext cx="552450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行</a:t>
              </a:r>
              <a:r>
                <a:rPr kumimoji="0" lang="en-US" altLang="zh-CN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0" lang="zh-CN" altLang="en-US" sz="14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9" name="AutoShape 6">
            <a:extLst>
              <a:ext uri="{FF2B5EF4-FFF2-40B4-BE49-F238E27FC236}">
                <a16:creationId xmlns:a16="http://schemas.microsoft.com/office/drawing/2014/main" id="{8D3DCA00-7A2A-45A2-884E-28E7391C06AD}"/>
              </a:ext>
            </a:extLst>
          </p:cNvPr>
          <p:cNvSpPr>
            <a:spLocks/>
          </p:cNvSpPr>
          <p:nvPr/>
        </p:nvSpPr>
        <p:spPr bwMode="auto">
          <a:xfrm rot="10800000">
            <a:off x="8376416" y="2829351"/>
            <a:ext cx="110062" cy="938250"/>
          </a:xfrm>
          <a:prstGeom prst="leftBrace">
            <a:avLst>
              <a:gd name="adj1" fmla="val 57712"/>
              <a:gd name="adj2" fmla="val 50000"/>
            </a:avLst>
          </a:prstGeom>
          <a:noFill/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zh-CN" altLang="en-US" sz="1400" b="1" kern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70" name="AutoShape 6">
            <a:extLst>
              <a:ext uri="{FF2B5EF4-FFF2-40B4-BE49-F238E27FC236}">
                <a16:creationId xmlns:a16="http://schemas.microsoft.com/office/drawing/2014/main" id="{7C2DA387-A0A9-4826-9F9C-0616582DC4A3}"/>
              </a:ext>
            </a:extLst>
          </p:cNvPr>
          <p:cNvSpPr>
            <a:spLocks/>
          </p:cNvSpPr>
          <p:nvPr/>
        </p:nvSpPr>
        <p:spPr bwMode="auto">
          <a:xfrm rot="10800000">
            <a:off x="8376416" y="3790440"/>
            <a:ext cx="110062" cy="938250"/>
          </a:xfrm>
          <a:prstGeom prst="leftBrace">
            <a:avLst>
              <a:gd name="adj1" fmla="val 57712"/>
              <a:gd name="adj2" fmla="val 50000"/>
            </a:avLst>
          </a:prstGeom>
          <a:noFill/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zh-CN" altLang="en-US" sz="1400" b="1" kern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71" name="AutoShape 6">
            <a:extLst>
              <a:ext uri="{FF2B5EF4-FFF2-40B4-BE49-F238E27FC236}">
                <a16:creationId xmlns:a16="http://schemas.microsoft.com/office/drawing/2014/main" id="{57153FB9-FAA7-489A-B5DC-E7D9FA32476C}"/>
              </a:ext>
            </a:extLst>
          </p:cNvPr>
          <p:cNvSpPr>
            <a:spLocks/>
          </p:cNvSpPr>
          <p:nvPr/>
        </p:nvSpPr>
        <p:spPr bwMode="auto">
          <a:xfrm rot="10800000">
            <a:off x="8376416" y="5689966"/>
            <a:ext cx="110062" cy="938250"/>
          </a:xfrm>
          <a:prstGeom prst="leftBrace">
            <a:avLst>
              <a:gd name="adj1" fmla="val 57712"/>
              <a:gd name="adj2" fmla="val 50000"/>
            </a:avLst>
          </a:prstGeom>
          <a:noFill/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zh-CN" altLang="en-US" sz="1400" b="1" kern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72" name="TextBox 132">
            <a:extLst>
              <a:ext uri="{FF2B5EF4-FFF2-40B4-BE49-F238E27FC236}">
                <a16:creationId xmlns:a16="http://schemas.microsoft.com/office/drawing/2014/main" id="{848E224B-764C-4592-BAFE-6B814F8334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86478" y="3132185"/>
            <a:ext cx="552450" cy="30777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1" hangingPunct="1"/>
            <a:r>
              <a:rPr lang="en-US" altLang="zh-CN" sz="140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40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</a:t>
            </a:r>
            <a:endParaRPr lang="zh-CN" altLang="en-US" sz="1400" b="1" baseline="-250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Box 132">
            <a:extLst>
              <a:ext uri="{FF2B5EF4-FFF2-40B4-BE49-F238E27FC236}">
                <a16:creationId xmlns:a16="http://schemas.microsoft.com/office/drawing/2014/main" id="{FA0A729A-A737-4234-9821-C2008C0E0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86478" y="4092598"/>
            <a:ext cx="552450" cy="30777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1" hangingPunct="1"/>
            <a:r>
              <a:rPr lang="en-US" altLang="zh-CN" sz="140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40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</a:t>
            </a:r>
            <a:endParaRPr lang="zh-CN" altLang="en-US" sz="1400" b="1" baseline="-250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Box 132">
            <a:extLst>
              <a:ext uri="{FF2B5EF4-FFF2-40B4-BE49-F238E27FC236}">
                <a16:creationId xmlns:a16="http://schemas.microsoft.com/office/drawing/2014/main" id="{5505D256-DC69-48A0-AAF5-97BDEF025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2543" y="5995270"/>
            <a:ext cx="552450" cy="30777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1" hangingPunct="1"/>
            <a:r>
              <a:rPr lang="en-US" altLang="zh-CN" sz="1400" b="1" i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m</a:t>
            </a:r>
            <a:r>
              <a:rPr lang="zh-CN" altLang="en-US" sz="140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</a:t>
            </a:r>
            <a:endParaRPr lang="zh-CN" altLang="en-US" sz="1400" b="1" baseline="-250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5" name="组合 74">
            <a:extLst>
              <a:ext uri="{FF2B5EF4-FFF2-40B4-BE49-F238E27FC236}">
                <a16:creationId xmlns:a16="http://schemas.microsoft.com/office/drawing/2014/main" id="{B7044306-B440-4CFB-9069-8C7C90D6FB5F}"/>
              </a:ext>
            </a:extLst>
          </p:cNvPr>
          <p:cNvGrpSpPr/>
          <p:nvPr/>
        </p:nvGrpSpPr>
        <p:grpSpPr>
          <a:xfrm>
            <a:off x="1154500" y="3087139"/>
            <a:ext cx="494471" cy="361234"/>
            <a:chOff x="3118994" y="2284348"/>
            <a:chExt cx="494471" cy="361234"/>
          </a:xfrm>
        </p:grpSpPr>
        <p:cxnSp>
          <p:nvCxnSpPr>
            <p:cNvPr id="76" name="直接箭头连接符 75">
              <a:extLst>
                <a:ext uri="{FF2B5EF4-FFF2-40B4-BE49-F238E27FC236}">
                  <a16:creationId xmlns:a16="http://schemas.microsoft.com/office/drawing/2014/main" id="{0F06837B-1F32-4DFE-940E-45492053CEBA}"/>
                </a:ext>
              </a:extLst>
            </p:cNvPr>
            <p:cNvCxnSpPr/>
            <p:nvPr/>
          </p:nvCxnSpPr>
          <p:spPr>
            <a:xfrm>
              <a:off x="3611560" y="2427844"/>
              <a:ext cx="0" cy="217738"/>
            </a:xfrm>
            <a:prstGeom prst="straightConnector1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77" name="TextBox 132">
              <a:extLst>
                <a:ext uri="{FF2B5EF4-FFF2-40B4-BE49-F238E27FC236}">
                  <a16:creationId xmlns:a16="http://schemas.microsoft.com/office/drawing/2014/main" id="{66A31141-335D-4BC2-9720-E082215233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994" y="2284348"/>
              <a:ext cx="438020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8" name="直接连接符 77">
              <a:extLst>
                <a:ext uri="{FF2B5EF4-FFF2-40B4-BE49-F238E27FC236}">
                  <a16:creationId xmlns:a16="http://schemas.microsoft.com/office/drawing/2014/main" id="{B1C192D7-9CBD-41B8-B7C2-F52270E6FA29}"/>
                </a:ext>
              </a:extLst>
            </p:cNvPr>
            <p:cNvCxnSpPr/>
            <p:nvPr/>
          </p:nvCxnSpPr>
          <p:spPr>
            <a:xfrm flipH="1">
              <a:off x="3329664" y="2427844"/>
              <a:ext cx="283801" cy="0"/>
            </a:xfrm>
            <a:prstGeom prst="line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785FDE36-8445-4207-AA7E-8BCEC34A9214}"/>
              </a:ext>
            </a:extLst>
          </p:cNvPr>
          <p:cNvGrpSpPr/>
          <p:nvPr/>
        </p:nvGrpSpPr>
        <p:grpSpPr>
          <a:xfrm>
            <a:off x="2196510" y="4277180"/>
            <a:ext cx="1084644" cy="2261391"/>
            <a:chOff x="4161004" y="3474389"/>
            <a:chExt cx="1084644" cy="2261391"/>
          </a:xfrm>
        </p:grpSpPr>
        <p:sp>
          <p:nvSpPr>
            <p:cNvPr id="80" name="矩形 79">
              <a:extLst>
                <a:ext uri="{FF2B5EF4-FFF2-40B4-BE49-F238E27FC236}">
                  <a16:creationId xmlns:a16="http://schemas.microsoft.com/office/drawing/2014/main" id="{B59A9C87-326A-4F83-AABF-F7A1EB9B7869}"/>
                </a:ext>
              </a:extLst>
            </p:cNvPr>
            <p:cNvSpPr/>
            <p:nvPr/>
          </p:nvSpPr>
          <p:spPr bwMode="auto">
            <a:xfrm>
              <a:off x="4166131" y="3474389"/>
              <a:ext cx="1079517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区地址 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(</a:t>
              </a:r>
              <a:r>
                <a:rPr lang="en-US" altLang="zh-CN" sz="1400" b="1" i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tag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)</a:t>
              </a:r>
              <a:endParaRPr lang="zh-CN" altLang="en-US" sz="1400" b="1" kern="0" dirty="0">
                <a:solidFill>
                  <a:prstClr val="white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81" name="矩形 80">
              <a:extLst>
                <a:ext uri="{FF2B5EF4-FFF2-40B4-BE49-F238E27FC236}">
                  <a16:creationId xmlns:a16="http://schemas.microsoft.com/office/drawing/2014/main" id="{52B272BA-0902-48E5-964E-A60A4E8111B8}"/>
                </a:ext>
              </a:extLst>
            </p:cNvPr>
            <p:cNvSpPr/>
            <p:nvPr/>
          </p:nvSpPr>
          <p:spPr bwMode="auto">
            <a:xfrm>
              <a:off x="4164422" y="4124303"/>
              <a:ext cx="1079517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区地址 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(</a:t>
              </a:r>
              <a:r>
                <a:rPr lang="en-US" altLang="zh-CN" sz="1400" b="1" i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tag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)</a:t>
              </a:r>
              <a:endParaRPr lang="zh-CN" altLang="en-US" sz="1400" b="1" kern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82" name="矩形 81">
              <a:extLst>
                <a:ext uri="{FF2B5EF4-FFF2-40B4-BE49-F238E27FC236}">
                  <a16:creationId xmlns:a16="http://schemas.microsoft.com/office/drawing/2014/main" id="{C5E6C15C-F4E9-4253-9764-B5C63437695E}"/>
                </a:ext>
              </a:extLst>
            </p:cNvPr>
            <p:cNvSpPr/>
            <p:nvPr/>
          </p:nvSpPr>
          <p:spPr bwMode="auto">
            <a:xfrm>
              <a:off x="4162713" y="4774217"/>
              <a:ext cx="1079517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区地址 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(</a:t>
              </a:r>
              <a:r>
                <a:rPr lang="en-US" altLang="zh-CN" sz="1400" b="1" i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tag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)</a:t>
              </a:r>
              <a:endParaRPr lang="zh-CN" altLang="en-US" sz="1400" b="1" kern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83" name="矩形 82">
              <a:extLst>
                <a:ext uri="{FF2B5EF4-FFF2-40B4-BE49-F238E27FC236}">
                  <a16:creationId xmlns:a16="http://schemas.microsoft.com/office/drawing/2014/main" id="{FA7A1EA9-5A73-48F7-AF3A-16CE44C9C795}"/>
                </a:ext>
              </a:extLst>
            </p:cNvPr>
            <p:cNvSpPr/>
            <p:nvPr/>
          </p:nvSpPr>
          <p:spPr bwMode="auto">
            <a:xfrm>
              <a:off x="4161004" y="5424131"/>
              <a:ext cx="1079517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区地址</a:t>
              </a:r>
              <a:r>
                <a:rPr lang="zh-CN" altLang="en-US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 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(</a:t>
              </a:r>
              <a:r>
                <a:rPr lang="en-US" altLang="zh-CN" sz="1400" b="1" i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tag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)</a:t>
              </a:r>
              <a:endParaRPr lang="zh-CN" altLang="en-US" sz="1400" b="1" kern="0" dirty="0">
                <a:solidFill>
                  <a:prstClr val="white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4" name="组合 83">
            <a:extLst>
              <a:ext uri="{FF2B5EF4-FFF2-40B4-BE49-F238E27FC236}">
                <a16:creationId xmlns:a16="http://schemas.microsoft.com/office/drawing/2014/main" id="{D4D74E83-5CED-459B-8C9F-F31217BF68FD}"/>
              </a:ext>
            </a:extLst>
          </p:cNvPr>
          <p:cNvGrpSpPr/>
          <p:nvPr/>
        </p:nvGrpSpPr>
        <p:grpSpPr>
          <a:xfrm>
            <a:off x="1427426" y="4277180"/>
            <a:ext cx="675355" cy="2261391"/>
            <a:chOff x="3391920" y="3474389"/>
            <a:chExt cx="675355" cy="2261391"/>
          </a:xfrm>
        </p:grpSpPr>
        <p:sp>
          <p:nvSpPr>
            <p:cNvPr id="85" name="矩形 84">
              <a:extLst>
                <a:ext uri="{FF2B5EF4-FFF2-40B4-BE49-F238E27FC236}">
                  <a16:creationId xmlns:a16="http://schemas.microsoft.com/office/drawing/2014/main" id="{F222EB94-E60C-4000-AD02-CD60E98C9B0F}"/>
                </a:ext>
              </a:extLst>
            </p:cNvPr>
            <p:cNvSpPr/>
            <p:nvPr/>
          </p:nvSpPr>
          <p:spPr bwMode="auto">
            <a:xfrm>
              <a:off x="3397047" y="3474389"/>
              <a:ext cx="670228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</a:p>
          </p:txBody>
        </p:sp>
        <p:sp>
          <p:nvSpPr>
            <p:cNvPr id="86" name="矩形 85">
              <a:extLst>
                <a:ext uri="{FF2B5EF4-FFF2-40B4-BE49-F238E27FC236}">
                  <a16:creationId xmlns:a16="http://schemas.microsoft.com/office/drawing/2014/main" id="{CC98096D-E016-4FB5-A6E9-93827B74B28A}"/>
                </a:ext>
              </a:extLst>
            </p:cNvPr>
            <p:cNvSpPr/>
            <p:nvPr/>
          </p:nvSpPr>
          <p:spPr bwMode="auto">
            <a:xfrm>
              <a:off x="3395338" y="4124303"/>
              <a:ext cx="670228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</a:p>
          </p:txBody>
        </p:sp>
        <p:sp>
          <p:nvSpPr>
            <p:cNvPr id="87" name="矩形 86">
              <a:extLst>
                <a:ext uri="{FF2B5EF4-FFF2-40B4-BE49-F238E27FC236}">
                  <a16:creationId xmlns:a16="http://schemas.microsoft.com/office/drawing/2014/main" id="{141BCA25-0AE9-44A2-9148-870BB4A7867B}"/>
                </a:ext>
              </a:extLst>
            </p:cNvPr>
            <p:cNvSpPr/>
            <p:nvPr/>
          </p:nvSpPr>
          <p:spPr bwMode="auto">
            <a:xfrm>
              <a:off x="3393629" y="4774217"/>
              <a:ext cx="670228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</a:p>
          </p:txBody>
        </p:sp>
        <p:sp>
          <p:nvSpPr>
            <p:cNvPr id="88" name="矩形 87">
              <a:extLst>
                <a:ext uri="{FF2B5EF4-FFF2-40B4-BE49-F238E27FC236}">
                  <a16:creationId xmlns:a16="http://schemas.microsoft.com/office/drawing/2014/main" id="{C052BE9B-5C77-4EC4-9B24-98B91290589B}"/>
                </a:ext>
              </a:extLst>
            </p:cNvPr>
            <p:cNvSpPr/>
            <p:nvPr/>
          </p:nvSpPr>
          <p:spPr bwMode="auto">
            <a:xfrm>
              <a:off x="3391920" y="5424131"/>
              <a:ext cx="670228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</a:p>
          </p:txBody>
        </p:sp>
      </p:grpSp>
      <p:grpSp>
        <p:nvGrpSpPr>
          <p:cNvPr id="89" name="组合 88">
            <a:extLst>
              <a:ext uri="{FF2B5EF4-FFF2-40B4-BE49-F238E27FC236}">
                <a16:creationId xmlns:a16="http://schemas.microsoft.com/office/drawing/2014/main" id="{1EA23B45-92FB-4EBB-BF55-3F59CBFDFB16}"/>
              </a:ext>
            </a:extLst>
          </p:cNvPr>
          <p:cNvGrpSpPr/>
          <p:nvPr/>
        </p:nvGrpSpPr>
        <p:grpSpPr>
          <a:xfrm>
            <a:off x="3388449" y="4277180"/>
            <a:ext cx="1633035" cy="2261391"/>
            <a:chOff x="5352943" y="3474389"/>
            <a:chExt cx="1633035" cy="2261391"/>
          </a:xfrm>
        </p:grpSpPr>
        <p:sp>
          <p:nvSpPr>
            <p:cNvPr id="90" name="矩形 89">
              <a:extLst>
                <a:ext uri="{FF2B5EF4-FFF2-40B4-BE49-F238E27FC236}">
                  <a16:creationId xmlns:a16="http://schemas.microsoft.com/office/drawing/2014/main" id="{14E3A12C-4D6E-49D1-A56A-7A6D886E4111}"/>
                </a:ext>
              </a:extLst>
            </p:cNvPr>
            <p:cNvSpPr/>
            <p:nvPr/>
          </p:nvSpPr>
          <p:spPr bwMode="auto">
            <a:xfrm>
              <a:off x="5356361" y="4124303"/>
              <a:ext cx="1627908" cy="31164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数据块副本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矩形 90">
              <a:extLst>
                <a:ext uri="{FF2B5EF4-FFF2-40B4-BE49-F238E27FC236}">
                  <a16:creationId xmlns:a16="http://schemas.microsoft.com/office/drawing/2014/main" id="{2E149CD8-91BB-48FB-A757-7F1EBF9BEE4E}"/>
                </a:ext>
              </a:extLst>
            </p:cNvPr>
            <p:cNvSpPr/>
            <p:nvPr/>
          </p:nvSpPr>
          <p:spPr bwMode="auto">
            <a:xfrm>
              <a:off x="5358070" y="3474389"/>
              <a:ext cx="1627908" cy="31164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数据块副本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矩形 91">
              <a:extLst>
                <a:ext uri="{FF2B5EF4-FFF2-40B4-BE49-F238E27FC236}">
                  <a16:creationId xmlns:a16="http://schemas.microsoft.com/office/drawing/2014/main" id="{704F2F44-6A39-4038-B353-C7C8E28C26F9}"/>
                </a:ext>
              </a:extLst>
            </p:cNvPr>
            <p:cNvSpPr/>
            <p:nvPr/>
          </p:nvSpPr>
          <p:spPr bwMode="auto">
            <a:xfrm>
              <a:off x="5354652" y="4774217"/>
              <a:ext cx="1627908" cy="31164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数据块副本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矩形 92">
              <a:extLst>
                <a:ext uri="{FF2B5EF4-FFF2-40B4-BE49-F238E27FC236}">
                  <a16:creationId xmlns:a16="http://schemas.microsoft.com/office/drawing/2014/main" id="{26DD36D5-6B53-4178-AF32-BEBA73F69329}"/>
                </a:ext>
              </a:extLst>
            </p:cNvPr>
            <p:cNvSpPr/>
            <p:nvPr/>
          </p:nvSpPr>
          <p:spPr bwMode="auto">
            <a:xfrm>
              <a:off x="5352943" y="5424131"/>
              <a:ext cx="1627908" cy="31164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数据块副本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4" name="Text Box 66">
            <a:extLst>
              <a:ext uri="{FF2B5EF4-FFF2-40B4-BE49-F238E27FC236}">
                <a16:creationId xmlns:a16="http://schemas.microsoft.com/office/drawing/2014/main" id="{51D2FAAC-B383-4000-9F4C-0851911CF8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3761" y="1362445"/>
            <a:ext cx="5688012" cy="400110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华文新魏" pitchFamily="2" charset="-122"/>
                <a:ea typeface="华文新魏" pitchFamily="2" charset="-122"/>
              </a:defRPr>
            </a:lvl9pPr>
          </a:lstStyle>
          <a:p>
            <a:pPr algn="ctr" eaLnBrk="1" hangingPunct="1">
              <a:defRPr/>
            </a:pPr>
            <a:r>
              <a:rPr kumimoji="1" lang="en-US" altLang="zh-CN" b="1" dirty="0">
                <a:solidFill>
                  <a:srgbClr val="080808"/>
                </a:solidFill>
                <a:latin typeface="微软雅黑"/>
                <a:ea typeface="微软雅黑"/>
              </a:rPr>
              <a:t>cache</a:t>
            </a:r>
            <a:r>
              <a:rPr kumimoji="1" lang="zh-CN" altLang="en-US" b="1" dirty="0">
                <a:solidFill>
                  <a:srgbClr val="080808"/>
                </a:solidFill>
                <a:latin typeface="微软雅黑"/>
                <a:ea typeface="微软雅黑"/>
              </a:rPr>
              <a:t>块号</a:t>
            </a:r>
            <a:r>
              <a:rPr kumimoji="1" lang="en-US" altLang="zh-CN" b="1" dirty="0" err="1">
                <a:solidFill>
                  <a:srgbClr val="080808"/>
                </a:solidFill>
                <a:latin typeface="微软雅黑"/>
                <a:ea typeface="微软雅黑"/>
              </a:rPr>
              <a:t>i</a:t>
            </a:r>
            <a:r>
              <a:rPr kumimoji="1" lang="en-US" altLang="zh-CN" b="1" dirty="0">
                <a:solidFill>
                  <a:srgbClr val="080808"/>
                </a:solidFill>
                <a:latin typeface="微软雅黑"/>
                <a:ea typeface="微软雅黑"/>
              </a:rPr>
              <a:t>,   </a:t>
            </a:r>
            <a:r>
              <a:rPr kumimoji="1" lang="zh-CN" altLang="en-US" b="1" dirty="0">
                <a:solidFill>
                  <a:srgbClr val="080808"/>
                </a:solidFill>
                <a:latin typeface="微软雅黑"/>
                <a:ea typeface="微软雅黑"/>
              </a:rPr>
              <a:t>共</a:t>
            </a:r>
            <a:r>
              <a:rPr kumimoji="1" lang="en-US" altLang="zh-CN" b="1" dirty="0">
                <a:solidFill>
                  <a:srgbClr val="080808"/>
                </a:solidFill>
                <a:latin typeface="微软雅黑"/>
                <a:ea typeface="微软雅黑"/>
              </a:rPr>
              <a:t>n</a:t>
            </a:r>
            <a:r>
              <a:rPr kumimoji="1" lang="zh-CN" altLang="en-US" b="1" dirty="0">
                <a:solidFill>
                  <a:srgbClr val="080808"/>
                </a:solidFill>
                <a:latin typeface="微软雅黑"/>
                <a:ea typeface="微软雅黑"/>
              </a:rPr>
              <a:t>块，主存块号</a:t>
            </a:r>
            <a:r>
              <a:rPr kumimoji="1" lang="en-US" altLang="zh-CN" b="1" dirty="0">
                <a:solidFill>
                  <a:srgbClr val="080808"/>
                </a:solidFill>
                <a:latin typeface="微软雅黑"/>
                <a:ea typeface="微软雅黑"/>
              </a:rPr>
              <a:t>j</a:t>
            </a:r>
            <a:r>
              <a:rPr kumimoji="1" lang="zh-CN" altLang="en-US" b="1" dirty="0">
                <a:solidFill>
                  <a:srgbClr val="080808"/>
                </a:solidFill>
                <a:latin typeface="微软雅黑"/>
                <a:ea typeface="微软雅黑"/>
              </a:rPr>
              <a:t>，</a:t>
            </a:r>
            <a:r>
              <a:rPr kumimoji="1" lang="en-US" altLang="zh-CN" b="1" dirty="0" err="1">
                <a:solidFill>
                  <a:srgbClr val="0000FF"/>
                </a:solidFill>
                <a:latin typeface="微软雅黑"/>
              </a:rPr>
              <a:t>i</a:t>
            </a:r>
            <a:r>
              <a:rPr kumimoji="1" lang="en-US" altLang="zh-CN" b="1" dirty="0">
                <a:solidFill>
                  <a:srgbClr val="0000FF"/>
                </a:solidFill>
                <a:latin typeface="微软雅黑"/>
              </a:rPr>
              <a:t>=j mod n</a:t>
            </a:r>
          </a:p>
        </p:txBody>
      </p:sp>
    </p:spTree>
    <p:extLst>
      <p:ext uri="{BB962C8B-B14F-4D97-AF65-F5344CB8AC3E}">
        <p14:creationId xmlns:p14="http://schemas.microsoft.com/office/powerpoint/2010/main" val="95175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2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2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9" grpId="0" animBg="1"/>
      <p:bldP spid="20" grpId="0" animBg="1"/>
      <p:bldP spid="21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94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>
            <a:extLst>
              <a:ext uri="{FF2B5EF4-FFF2-40B4-BE49-F238E27FC236}">
                <a16:creationId xmlns:a16="http://schemas.microsoft.com/office/drawing/2014/main" id="{37876D6B-895D-4CF5-B74E-25ADF2D61F4F}"/>
              </a:ext>
            </a:extLst>
          </p:cNvPr>
          <p:cNvSpPr txBox="1">
            <a:spLocks/>
          </p:cNvSpPr>
          <p:nvPr/>
        </p:nvSpPr>
        <p:spPr>
          <a:xfrm>
            <a:off x="179512" y="260648"/>
            <a:ext cx="8712968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2.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直接相联映射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--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特点</a:t>
            </a:r>
          </a:p>
        </p:txBody>
      </p:sp>
      <p:sp>
        <p:nvSpPr>
          <p:cNvPr id="5" name="内容占位符 2">
            <a:extLst>
              <a:ext uri="{FF2B5EF4-FFF2-40B4-BE49-F238E27FC236}">
                <a16:creationId xmlns:a16="http://schemas.microsoft.com/office/drawing/2014/main" id="{FFEE726A-68F6-407F-B3D0-78AF29D9CF37}"/>
              </a:ext>
            </a:extLst>
          </p:cNvPr>
          <p:cNvSpPr txBox="1">
            <a:spLocks/>
          </p:cNvSpPr>
          <p:nvPr/>
        </p:nvSpPr>
        <p:spPr>
          <a:xfrm>
            <a:off x="179513" y="945798"/>
            <a:ext cx="10795220" cy="563702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容量 </a:t>
            </a:r>
            <a:endParaRPr kumimoji="0" lang="en-US" altLang="zh-CN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lang="en-US" altLang="zh-CN" dirty="0">
                <a:solidFill>
                  <a:sysClr val="windowText" lastClr="000000"/>
                </a:solidFill>
              </a:rPr>
              <a:t>          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= 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行大小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× 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行数  </a:t>
            </a:r>
            <a:endParaRPr kumimoji="0" lang="en-US" altLang="zh-CN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          =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（标志位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标记位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数据块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置换标记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）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× 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行数</a:t>
            </a:r>
          </a:p>
          <a:p>
            <a:pPr lvl="1" fontAlgn="auto">
              <a:spcAft>
                <a:spcPts val="0"/>
              </a:spcAft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标记位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=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区地址</a:t>
            </a: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标志位（有效标志位，脏数据位）</a:t>
            </a: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无相联存储器，一个比较器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2428BEB2-912B-4CE1-9775-0052B7AC4442}"/>
              </a:ext>
            </a:extLst>
          </p:cNvPr>
          <p:cNvGrpSpPr>
            <a:grpSpLocks/>
          </p:cNvGrpSpPr>
          <p:nvPr/>
        </p:nvGrpSpPr>
        <p:grpSpPr bwMode="auto">
          <a:xfrm>
            <a:off x="592807" y="4869160"/>
            <a:ext cx="7958385" cy="1578727"/>
            <a:chOff x="1360481" y="4963671"/>
            <a:chExt cx="3554902" cy="1089827"/>
          </a:xfrm>
        </p:grpSpPr>
        <p:grpSp>
          <p:nvGrpSpPr>
            <p:cNvPr id="7" name="组合 6">
              <a:extLst>
                <a:ext uri="{FF2B5EF4-FFF2-40B4-BE49-F238E27FC236}">
                  <a16:creationId xmlns:a16="http://schemas.microsoft.com/office/drawing/2014/main" id="{E7B0AEF0-8143-42D1-B638-C09AC398F5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0481" y="5280383"/>
              <a:ext cx="3554902" cy="773115"/>
              <a:chOff x="1905625" y="5551486"/>
              <a:chExt cx="6382003" cy="1154114"/>
            </a:xfrm>
          </p:grpSpPr>
          <p:sp>
            <p:nvSpPr>
              <p:cNvPr id="9" name="Text Box 2">
                <a:extLst>
                  <a:ext uri="{FF2B5EF4-FFF2-40B4-BE49-F238E27FC236}">
                    <a16:creationId xmlns:a16="http://schemas.microsoft.com/office/drawing/2014/main" id="{68A5BC01-BD87-4AB4-A7E5-850207E529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24512" y="6389863"/>
                <a:ext cx="915658" cy="315737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4546A"/>
                    </a:solidFill>
                    <a:effectLst/>
                    <a:uLnTx/>
                    <a:uFillTx/>
                    <a:ea typeface="微软雅黑"/>
                  </a:rPr>
                  <a:t>s</a:t>
                </a:r>
                <a:r>
                  <a:rPr kumimoji="0" lang="zh-CN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4546A"/>
                    </a:solidFill>
                    <a:effectLst/>
                    <a:uLnTx/>
                    <a:uFillTx/>
                    <a:ea typeface="微软雅黑"/>
                  </a:rPr>
                  <a:t>位</a:t>
                </a:r>
                <a:endParaRPr kumimoji="0" lang="zh-CN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ea typeface="微软雅黑"/>
                </a:endParaRPr>
              </a:p>
            </p:txBody>
          </p:sp>
          <p:sp>
            <p:nvSpPr>
              <p:cNvPr id="10" name="Text Box 3">
                <a:extLst>
                  <a:ext uri="{FF2B5EF4-FFF2-40B4-BE49-F238E27FC236}">
                    <a16:creationId xmlns:a16="http://schemas.microsoft.com/office/drawing/2014/main" id="{F3C9EE0B-8F5E-4BDA-9D4F-681525D550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05735" y="6389863"/>
                <a:ext cx="953673" cy="315737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4546A"/>
                    </a:solidFill>
                    <a:effectLst/>
                    <a:uLnTx/>
                    <a:uFillTx/>
                    <a:ea typeface="微软雅黑"/>
                  </a:rPr>
                  <a:t>b</a:t>
                </a:r>
                <a:r>
                  <a:rPr kumimoji="0" lang="zh-CN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4546A"/>
                    </a:solidFill>
                    <a:effectLst/>
                    <a:uLnTx/>
                    <a:uFillTx/>
                    <a:ea typeface="微软雅黑"/>
                  </a:rPr>
                  <a:t>位</a:t>
                </a:r>
                <a:endParaRPr kumimoji="0" lang="zh-CN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ea typeface="微软雅黑"/>
                </a:endParaRPr>
              </a:p>
            </p:txBody>
          </p:sp>
          <p:sp>
            <p:nvSpPr>
              <p:cNvPr id="11" name="AutoShape 5">
                <a:extLst>
                  <a:ext uri="{FF2B5EF4-FFF2-40B4-BE49-F238E27FC236}">
                    <a16:creationId xmlns:a16="http://schemas.microsoft.com/office/drawing/2014/main" id="{EE75B655-3AD3-4CBE-900C-4566E2060E7F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5112286" y="4858682"/>
                <a:ext cx="163517" cy="2768317"/>
              </a:xfrm>
              <a:prstGeom prst="leftBrace">
                <a:avLst>
                  <a:gd name="adj1" fmla="val 46921"/>
                  <a:gd name="adj2" fmla="val 50000"/>
                </a:avLst>
              </a:prstGeom>
              <a:noFill/>
              <a:ln w="19050">
                <a:solidFill>
                  <a:srgbClr val="44546A"/>
                </a:solidFill>
                <a:round/>
                <a:headEnd/>
                <a:tailEnd/>
              </a:ln>
            </p:spPr>
            <p:txBody>
              <a:bodyPr vert="eaVert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2" name="AutoShape 6">
                <a:extLst>
                  <a:ext uri="{FF2B5EF4-FFF2-40B4-BE49-F238E27FC236}">
                    <a16:creationId xmlns:a16="http://schemas.microsoft.com/office/drawing/2014/main" id="{9F449130-359C-4D8E-9A9A-1D490926E6A7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7359769" y="5379520"/>
                <a:ext cx="146293" cy="1709424"/>
              </a:xfrm>
              <a:prstGeom prst="leftBrace">
                <a:avLst>
                  <a:gd name="adj1" fmla="val 57696"/>
                  <a:gd name="adj2" fmla="val 50000"/>
                </a:avLst>
              </a:prstGeom>
              <a:noFill/>
              <a:ln w="19050">
                <a:solidFill>
                  <a:srgbClr val="44546A"/>
                </a:solidFill>
                <a:round/>
                <a:headEnd/>
                <a:tailEnd/>
              </a:ln>
            </p:spPr>
            <p:txBody>
              <a:bodyPr vert="eaVert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3" name="Rectangle 9">
                <a:extLst>
                  <a:ext uri="{FF2B5EF4-FFF2-40B4-BE49-F238E27FC236}">
                    <a16:creationId xmlns:a16="http://schemas.microsoft.com/office/drawing/2014/main" id="{33D505D7-91DF-4CBD-B2E3-CEA76D410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626" y="5551488"/>
                <a:ext cx="1904255" cy="533399"/>
              </a:xfrm>
              <a:prstGeom prst="rect">
                <a:avLst/>
              </a:prstGeom>
              <a:solidFill>
                <a:srgbClr val="0066FF"/>
              </a:solidFill>
              <a:ln w="19050">
                <a:solidFill>
                  <a:srgbClr val="44546A"/>
                </a:solidFill>
                <a:miter lim="800000"/>
                <a:headEnd/>
                <a:tailEnd/>
              </a:ln>
            </p:spPr>
            <p:txBody>
              <a:bodyPr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区地址</a:t>
                </a:r>
                <a:r>
                  <a:rPr kumimoji="0" lang="en-US" altLang="zh-CN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-</a:t>
                </a:r>
                <a:r>
                  <a:rPr kumimoji="0" lang="zh-CN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标记</a:t>
                </a:r>
              </a:p>
            </p:txBody>
          </p:sp>
          <p:sp>
            <p:nvSpPr>
              <p:cNvPr id="14" name="Rectangle 10">
                <a:extLst>
                  <a:ext uri="{FF2B5EF4-FFF2-40B4-BE49-F238E27FC236}">
                    <a16:creationId xmlns:a16="http://schemas.microsoft.com/office/drawing/2014/main" id="{EFBAAD17-3E08-4920-8886-7353E0486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9883" y="5551488"/>
                <a:ext cx="2768319" cy="533399"/>
              </a:xfrm>
              <a:prstGeom prst="rect">
                <a:avLst/>
              </a:prstGeom>
              <a:solidFill>
                <a:srgbClr val="00B050"/>
              </a:solidFill>
              <a:ln w="19050">
                <a:solidFill>
                  <a:srgbClr val="44546A"/>
                </a:solidFill>
                <a:miter lim="800000"/>
                <a:headEnd/>
                <a:tailEnd/>
              </a:ln>
            </p:spPr>
            <p:txBody>
              <a:bodyPr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行地址</a:t>
                </a:r>
                <a:r>
                  <a:rPr kumimoji="0" lang="en-US" altLang="zh-CN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-</a:t>
                </a:r>
                <a:r>
                  <a:rPr kumimoji="0" lang="zh-CN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索引（区内块偏移）</a:t>
                </a:r>
              </a:p>
            </p:txBody>
          </p:sp>
          <p:sp>
            <p:nvSpPr>
              <p:cNvPr id="15" name="Rectangle 11">
                <a:extLst>
                  <a:ext uri="{FF2B5EF4-FFF2-40B4-BE49-F238E27FC236}">
                    <a16:creationId xmlns:a16="http://schemas.microsoft.com/office/drawing/2014/main" id="{2303CB64-228B-42EB-B320-281E3D76B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8203" y="5551486"/>
                <a:ext cx="1709422" cy="533399"/>
              </a:xfrm>
              <a:prstGeom prst="rect">
                <a:avLst/>
              </a:prstGeom>
              <a:solidFill>
                <a:srgbClr val="FFFF00"/>
              </a:solidFill>
              <a:ln w="19050">
                <a:solidFill>
                  <a:srgbClr val="44546A"/>
                </a:solidFill>
                <a:miter lim="800000"/>
                <a:headEnd/>
                <a:tailEnd/>
              </a:ln>
            </p:spPr>
            <p:txBody>
              <a:bodyPr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块内偏移</a:t>
                </a:r>
                <a:endParaRPr kumimoji="0" lang="zh-CN" alt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16" name="Text Box 13">
                <a:extLst>
                  <a:ext uri="{FF2B5EF4-FFF2-40B4-BE49-F238E27FC236}">
                    <a16:creationId xmlns:a16="http://schemas.microsoft.com/office/drawing/2014/main" id="{89971660-91AB-4933-9352-8249D240B2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05626" y="6389863"/>
                <a:ext cx="914005" cy="315737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4546A"/>
                    </a:solidFill>
                    <a:effectLst/>
                    <a:uLnTx/>
                    <a:uFillTx/>
                    <a:ea typeface="微软雅黑"/>
                  </a:rPr>
                  <a:t>t</a:t>
                </a:r>
                <a:r>
                  <a:rPr kumimoji="0" lang="zh-CN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4546A"/>
                    </a:solidFill>
                    <a:effectLst/>
                    <a:uLnTx/>
                    <a:uFillTx/>
                    <a:ea typeface="微软雅黑"/>
                  </a:rPr>
                  <a:t>位</a:t>
                </a:r>
                <a:endParaRPr kumimoji="0" lang="zh-CN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ea typeface="微软雅黑"/>
                </a:endParaRPr>
              </a:p>
            </p:txBody>
          </p:sp>
          <p:sp>
            <p:nvSpPr>
              <p:cNvPr id="17" name="AutoShape 14">
                <a:extLst>
                  <a:ext uri="{FF2B5EF4-FFF2-40B4-BE49-F238E27FC236}">
                    <a16:creationId xmlns:a16="http://schemas.microsoft.com/office/drawing/2014/main" id="{7D1008D9-589A-4794-B31F-F09A0171B308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2781551" y="5285155"/>
                <a:ext cx="152406" cy="1904258"/>
              </a:xfrm>
              <a:prstGeom prst="leftBrace">
                <a:avLst>
                  <a:gd name="adj1" fmla="val 47215"/>
                  <a:gd name="adj2" fmla="val 50000"/>
                </a:avLst>
              </a:prstGeom>
              <a:noFill/>
              <a:ln w="19050">
                <a:solidFill>
                  <a:srgbClr val="44546A"/>
                </a:solidFill>
                <a:round/>
                <a:headEnd/>
                <a:tailEnd/>
              </a:ln>
            </p:spPr>
            <p:txBody>
              <a:bodyPr vert="eaVert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sp>
          <p:nvSpPr>
            <p:cNvPr id="8" name="Text Box 52">
              <a:extLst>
                <a:ext uri="{FF2B5EF4-FFF2-40B4-BE49-F238E27FC236}">
                  <a16:creationId xmlns:a16="http://schemas.microsoft.com/office/drawing/2014/main" id="{CAA5371C-679F-44C9-BE26-0D48884335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78889" y="4963671"/>
              <a:ext cx="1260369" cy="3186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charset="-122"/>
                  <a:ea typeface="微软雅黑" charset="-122"/>
                </a:rPr>
                <a:t>主存地址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858448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1">
            <a:extLst>
              <a:ext uri="{FF2B5EF4-FFF2-40B4-BE49-F238E27FC236}">
                <a16:creationId xmlns:a16="http://schemas.microsoft.com/office/drawing/2014/main" id="{C7CFDF59-4B9E-4FED-8312-AF0BDE176260}"/>
              </a:ext>
            </a:extLst>
          </p:cNvPr>
          <p:cNvSpPr txBox="1">
            <a:spLocks/>
          </p:cNvSpPr>
          <p:nvPr/>
        </p:nvSpPr>
        <p:spPr>
          <a:xfrm>
            <a:off x="103857" y="90500"/>
            <a:ext cx="6552728" cy="61764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2.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直接相联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-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地址变换过程</a:t>
            </a:r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5A608D64-824E-44F6-85C2-E835CB9DE40A}"/>
              </a:ext>
            </a:extLst>
          </p:cNvPr>
          <p:cNvCxnSpPr/>
          <p:nvPr/>
        </p:nvCxnSpPr>
        <p:spPr>
          <a:xfrm>
            <a:off x="1236027" y="1748264"/>
            <a:ext cx="0" cy="754006"/>
          </a:xfrm>
          <a:prstGeom prst="line">
            <a:avLst/>
          </a:prstGeom>
          <a:noFill/>
          <a:ln w="25400" cap="flat" cmpd="sng" algn="ctr">
            <a:solidFill>
              <a:srgbClr val="333333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6" name="直接连接符 5">
            <a:extLst>
              <a:ext uri="{FF2B5EF4-FFF2-40B4-BE49-F238E27FC236}">
                <a16:creationId xmlns:a16="http://schemas.microsoft.com/office/drawing/2014/main" id="{97598728-A545-47F7-A775-6E15787A66A2}"/>
              </a:ext>
            </a:extLst>
          </p:cNvPr>
          <p:cNvCxnSpPr/>
          <p:nvPr/>
        </p:nvCxnSpPr>
        <p:spPr>
          <a:xfrm>
            <a:off x="431524" y="1748263"/>
            <a:ext cx="0" cy="4484010"/>
          </a:xfrm>
          <a:prstGeom prst="line">
            <a:avLst/>
          </a:prstGeom>
          <a:noFill/>
          <a:ln w="25400" cap="flat" cmpd="sng" algn="ctr">
            <a:solidFill>
              <a:srgbClr val="00B0F0"/>
            </a:solidFill>
            <a:prstDash val="solid"/>
          </a:ln>
          <a:effectLst/>
        </p:spPr>
      </p:cxnSp>
      <p:cxnSp>
        <p:nvCxnSpPr>
          <p:cNvPr id="7" name="直接连接符 6">
            <a:extLst>
              <a:ext uri="{FF2B5EF4-FFF2-40B4-BE49-F238E27FC236}">
                <a16:creationId xmlns:a16="http://schemas.microsoft.com/office/drawing/2014/main" id="{72D9894B-F0EF-444E-8969-8D9BF3B7A015}"/>
              </a:ext>
            </a:extLst>
          </p:cNvPr>
          <p:cNvCxnSpPr/>
          <p:nvPr/>
        </p:nvCxnSpPr>
        <p:spPr>
          <a:xfrm>
            <a:off x="431289" y="6232273"/>
            <a:ext cx="2428615" cy="0"/>
          </a:xfrm>
          <a:prstGeom prst="line">
            <a:avLst/>
          </a:prstGeom>
          <a:noFill/>
          <a:ln w="25400" cap="flat" cmpd="sng" algn="ctr">
            <a:solidFill>
              <a:srgbClr val="00B0F0"/>
            </a:solidFill>
            <a:prstDash val="solid"/>
          </a:ln>
          <a:effectLst/>
        </p:spPr>
      </p:cxnSp>
      <p:sp>
        <p:nvSpPr>
          <p:cNvPr id="8" name="矩形 7">
            <a:extLst>
              <a:ext uri="{FF2B5EF4-FFF2-40B4-BE49-F238E27FC236}">
                <a16:creationId xmlns:a16="http://schemas.microsoft.com/office/drawing/2014/main" id="{3326ACEA-34FB-44F6-B098-BF104873CF75}"/>
              </a:ext>
            </a:extLst>
          </p:cNvPr>
          <p:cNvSpPr/>
          <p:nvPr/>
        </p:nvSpPr>
        <p:spPr>
          <a:xfrm>
            <a:off x="2208336" y="2071575"/>
            <a:ext cx="619784" cy="251737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algn="r" eaLnBrk="1" hangingPunct="1">
              <a:defRPr/>
            </a:pPr>
            <a:r>
              <a:rPr lang="en-US" altLang="zh-CN" sz="1600" b="1" kern="0" dirty="0">
                <a:solidFill>
                  <a:srgbClr val="000000">
                    <a:lumMod val="95000"/>
                    <a:lumOff val="5000"/>
                  </a:srgbClr>
                </a:solidFill>
                <a:ea typeface="微软雅黑"/>
                <a:cs typeface="Arial" pitchFamily="34" charset="0"/>
              </a:rPr>
              <a:t>TAG</a:t>
            </a:r>
            <a:endParaRPr lang="zh-CN" altLang="en-US" sz="1600" b="1" kern="0" dirty="0">
              <a:solidFill>
                <a:srgbClr val="000000">
                  <a:lumMod val="95000"/>
                  <a:lumOff val="5000"/>
                </a:srgbClr>
              </a:solidFill>
              <a:ea typeface="微软雅黑"/>
              <a:cs typeface="Arial" pitchFamily="34" charset="0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1A328347-6A78-4266-82A1-6EF179C5A1DC}"/>
              </a:ext>
            </a:extLst>
          </p:cNvPr>
          <p:cNvSpPr/>
          <p:nvPr/>
        </p:nvSpPr>
        <p:spPr>
          <a:xfrm>
            <a:off x="3885844" y="2062369"/>
            <a:ext cx="1852018" cy="251737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algn="r" eaLnBrk="1" hangingPunct="1">
              <a:defRPr/>
            </a:pPr>
            <a:r>
              <a:rPr lang="zh-CN" altLang="en-US" sz="1600" b="1" kern="0" dirty="0">
                <a:solidFill>
                  <a:srgbClr val="000000">
                    <a:lumMod val="95000"/>
                    <a:lumOff val="5000"/>
                  </a:srgbClr>
                </a:solidFill>
                <a:ea typeface="微软雅黑"/>
                <a:cs typeface="Arial" pitchFamily="34" charset="0"/>
              </a:rPr>
              <a:t>数据块副本缓冲区</a:t>
            </a:r>
          </a:p>
        </p:txBody>
      </p:sp>
      <p:grpSp>
        <p:nvGrpSpPr>
          <p:cNvPr id="10" name="组合 9">
            <a:extLst>
              <a:ext uri="{FF2B5EF4-FFF2-40B4-BE49-F238E27FC236}">
                <a16:creationId xmlns:a16="http://schemas.microsoft.com/office/drawing/2014/main" id="{EA46F230-9669-4278-B8F8-3A4863208AB3}"/>
              </a:ext>
            </a:extLst>
          </p:cNvPr>
          <p:cNvGrpSpPr/>
          <p:nvPr/>
        </p:nvGrpSpPr>
        <p:grpSpPr>
          <a:xfrm>
            <a:off x="1730369" y="3631120"/>
            <a:ext cx="5380046" cy="375270"/>
            <a:chOff x="2627784" y="1722436"/>
            <a:chExt cx="4851626" cy="338412"/>
          </a:xfrm>
          <a:solidFill>
            <a:srgbClr val="FFFFFF"/>
          </a:solidFill>
        </p:grpSpPr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CAE5E30A-E0BA-4864-9A2D-6051AE184D23}"/>
                </a:ext>
              </a:extLst>
            </p:cNvPr>
            <p:cNvSpPr/>
            <p:nvPr/>
          </p:nvSpPr>
          <p:spPr>
            <a:xfrm>
              <a:off x="2627784" y="1722436"/>
              <a:ext cx="4851626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6DA2BBCD-4169-4200-BDA4-713AC633097C}"/>
                </a:ext>
              </a:extLst>
            </p:cNvPr>
            <p:cNvSpPr/>
            <p:nvPr/>
          </p:nvSpPr>
          <p:spPr>
            <a:xfrm>
              <a:off x="4424510" y="1784350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3" name="矩形 12">
              <a:extLst>
                <a:ext uri="{FF2B5EF4-FFF2-40B4-BE49-F238E27FC236}">
                  <a16:creationId xmlns:a16="http://schemas.microsoft.com/office/drawing/2014/main" id="{34C30EBF-25A7-4401-B9BF-3A610242EFD1}"/>
                </a:ext>
              </a:extLst>
            </p:cNvPr>
            <p:cNvSpPr/>
            <p:nvPr/>
          </p:nvSpPr>
          <p:spPr>
            <a:xfrm>
              <a:off x="5179169" y="1786631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4" name="矩形 13">
              <a:extLst>
                <a:ext uri="{FF2B5EF4-FFF2-40B4-BE49-F238E27FC236}">
                  <a16:creationId xmlns:a16="http://schemas.microsoft.com/office/drawing/2014/main" id="{CC9B65AE-437D-4CC5-93AC-6C1AFEA16D33}"/>
                </a:ext>
              </a:extLst>
            </p:cNvPr>
            <p:cNvSpPr/>
            <p:nvPr/>
          </p:nvSpPr>
          <p:spPr>
            <a:xfrm>
              <a:off x="5933829" y="1784350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5" name="矩形 14">
              <a:extLst>
                <a:ext uri="{FF2B5EF4-FFF2-40B4-BE49-F238E27FC236}">
                  <a16:creationId xmlns:a16="http://schemas.microsoft.com/office/drawing/2014/main" id="{E145548F-2FCE-4541-B0C1-6A17E19AD401}"/>
                </a:ext>
              </a:extLst>
            </p:cNvPr>
            <p:cNvSpPr/>
            <p:nvPr/>
          </p:nvSpPr>
          <p:spPr>
            <a:xfrm>
              <a:off x="6688490" y="1786631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6" name="矩形 15">
              <a:extLst>
                <a:ext uri="{FF2B5EF4-FFF2-40B4-BE49-F238E27FC236}">
                  <a16:creationId xmlns:a16="http://schemas.microsoft.com/office/drawing/2014/main" id="{D8A9F714-A9EE-468B-BC68-B838B16D3B81}"/>
                </a:ext>
              </a:extLst>
            </p:cNvPr>
            <p:cNvSpPr/>
            <p:nvPr/>
          </p:nvSpPr>
          <p:spPr>
            <a:xfrm>
              <a:off x="3039145" y="1784697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7" name="矩形 16">
              <a:extLst>
                <a:ext uri="{FF2B5EF4-FFF2-40B4-BE49-F238E27FC236}">
                  <a16:creationId xmlns:a16="http://schemas.microsoft.com/office/drawing/2014/main" id="{B54EEA3B-C1C4-4C4E-8F69-728EA4E65EFA}"/>
                </a:ext>
              </a:extLst>
            </p:cNvPr>
            <p:cNvSpPr/>
            <p:nvPr/>
          </p:nvSpPr>
          <p:spPr>
            <a:xfrm>
              <a:off x="2688724" y="1786631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18" name="组合 17">
            <a:extLst>
              <a:ext uri="{FF2B5EF4-FFF2-40B4-BE49-F238E27FC236}">
                <a16:creationId xmlns:a16="http://schemas.microsoft.com/office/drawing/2014/main" id="{AA76F91D-BCC3-4C7E-BC2E-D3F76119439C}"/>
              </a:ext>
            </a:extLst>
          </p:cNvPr>
          <p:cNvGrpSpPr/>
          <p:nvPr/>
        </p:nvGrpSpPr>
        <p:grpSpPr>
          <a:xfrm>
            <a:off x="1730369" y="2337394"/>
            <a:ext cx="5376378" cy="375270"/>
            <a:chOff x="2627784" y="1722436"/>
            <a:chExt cx="4848318" cy="338412"/>
          </a:xfrm>
          <a:solidFill>
            <a:srgbClr val="FFFFFF"/>
          </a:solidFill>
        </p:grpSpPr>
        <p:sp>
          <p:nvSpPr>
            <p:cNvPr id="19" name="矩形 18">
              <a:extLst>
                <a:ext uri="{FF2B5EF4-FFF2-40B4-BE49-F238E27FC236}">
                  <a16:creationId xmlns:a16="http://schemas.microsoft.com/office/drawing/2014/main" id="{1913C93C-7229-48A0-9F76-6F371CBE646A}"/>
                </a:ext>
              </a:extLst>
            </p:cNvPr>
            <p:cNvSpPr/>
            <p:nvPr/>
          </p:nvSpPr>
          <p:spPr>
            <a:xfrm>
              <a:off x="2627784" y="1722436"/>
              <a:ext cx="4848318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0" name="矩形 19">
              <a:extLst>
                <a:ext uri="{FF2B5EF4-FFF2-40B4-BE49-F238E27FC236}">
                  <a16:creationId xmlns:a16="http://schemas.microsoft.com/office/drawing/2014/main" id="{DCE63134-ABBE-4CAB-A904-30BF0C2E9805}"/>
                </a:ext>
              </a:extLst>
            </p:cNvPr>
            <p:cNvSpPr/>
            <p:nvPr/>
          </p:nvSpPr>
          <p:spPr>
            <a:xfrm>
              <a:off x="4418660" y="1784350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943E30CC-11FF-4EA7-B89A-470A5E82E024}"/>
                </a:ext>
              </a:extLst>
            </p:cNvPr>
            <p:cNvSpPr/>
            <p:nvPr/>
          </p:nvSpPr>
          <p:spPr>
            <a:xfrm>
              <a:off x="5173319" y="1786631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2" name="矩形 21">
              <a:extLst>
                <a:ext uri="{FF2B5EF4-FFF2-40B4-BE49-F238E27FC236}">
                  <a16:creationId xmlns:a16="http://schemas.microsoft.com/office/drawing/2014/main" id="{D0ECA758-6C29-4A63-89F6-81F086FC7D77}"/>
                </a:ext>
              </a:extLst>
            </p:cNvPr>
            <p:cNvSpPr/>
            <p:nvPr/>
          </p:nvSpPr>
          <p:spPr>
            <a:xfrm>
              <a:off x="5930844" y="1784350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7DDAAC29-4685-45CA-AC00-19DCE7D3EB32}"/>
                </a:ext>
              </a:extLst>
            </p:cNvPr>
            <p:cNvSpPr/>
            <p:nvPr/>
          </p:nvSpPr>
          <p:spPr>
            <a:xfrm>
              <a:off x="6682639" y="1786631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3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4" name="矩形 23">
              <a:extLst>
                <a:ext uri="{FF2B5EF4-FFF2-40B4-BE49-F238E27FC236}">
                  <a16:creationId xmlns:a16="http://schemas.microsoft.com/office/drawing/2014/main" id="{48C7548B-1D17-4F18-BA4B-EEE6660374E9}"/>
                </a:ext>
              </a:extLst>
            </p:cNvPr>
            <p:cNvSpPr/>
            <p:nvPr/>
          </p:nvSpPr>
          <p:spPr>
            <a:xfrm>
              <a:off x="3032279" y="1784697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777</a:t>
              </a:r>
              <a:endParaRPr lang="zh-CN" altLang="en-US" sz="16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5" name="矩形 24">
              <a:extLst>
                <a:ext uri="{FF2B5EF4-FFF2-40B4-BE49-F238E27FC236}">
                  <a16:creationId xmlns:a16="http://schemas.microsoft.com/office/drawing/2014/main" id="{8B494E38-BDA2-4658-83F1-A4255A15EE1F}"/>
                </a:ext>
              </a:extLst>
            </p:cNvPr>
            <p:cNvSpPr/>
            <p:nvPr/>
          </p:nvSpPr>
          <p:spPr>
            <a:xfrm>
              <a:off x="2688724" y="1786631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F551A791-9969-4720-AE0B-CEA901FEB85F}"/>
              </a:ext>
            </a:extLst>
          </p:cNvPr>
          <p:cNvGrpSpPr/>
          <p:nvPr/>
        </p:nvGrpSpPr>
        <p:grpSpPr>
          <a:xfrm>
            <a:off x="1730369" y="2774698"/>
            <a:ext cx="5376377" cy="375270"/>
            <a:chOff x="2627784" y="1722436"/>
            <a:chExt cx="4848317" cy="338412"/>
          </a:xfrm>
          <a:solidFill>
            <a:srgbClr val="FFFFFF"/>
          </a:solidFill>
        </p:grpSpPr>
        <p:sp>
          <p:nvSpPr>
            <p:cNvPr id="27" name="矩形 26">
              <a:extLst>
                <a:ext uri="{FF2B5EF4-FFF2-40B4-BE49-F238E27FC236}">
                  <a16:creationId xmlns:a16="http://schemas.microsoft.com/office/drawing/2014/main" id="{E9D6029B-702A-49F0-9CB9-DA977698C6D0}"/>
                </a:ext>
              </a:extLst>
            </p:cNvPr>
            <p:cNvSpPr/>
            <p:nvPr/>
          </p:nvSpPr>
          <p:spPr>
            <a:xfrm>
              <a:off x="2627784" y="1722436"/>
              <a:ext cx="4848317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8" name="矩形 27">
              <a:extLst>
                <a:ext uri="{FF2B5EF4-FFF2-40B4-BE49-F238E27FC236}">
                  <a16:creationId xmlns:a16="http://schemas.microsoft.com/office/drawing/2014/main" id="{BF92AF5F-3210-42B3-9C63-39A7E3C60500}"/>
                </a:ext>
              </a:extLst>
            </p:cNvPr>
            <p:cNvSpPr/>
            <p:nvPr/>
          </p:nvSpPr>
          <p:spPr>
            <a:xfrm>
              <a:off x="4415954" y="1777220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/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9" name="矩形 28">
              <a:extLst>
                <a:ext uri="{FF2B5EF4-FFF2-40B4-BE49-F238E27FC236}">
                  <a16:creationId xmlns:a16="http://schemas.microsoft.com/office/drawing/2014/main" id="{75FE68B9-A0E8-4CF4-9212-9A894E5B9C1A}"/>
                </a:ext>
              </a:extLst>
            </p:cNvPr>
            <p:cNvSpPr/>
            <p:nvPr/>
          </p:nvSpPr>
          <p:spPr>
            <a:xfrm>
              <a:off x="5171329" y="1779502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/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0" name="矩形 29">
              <a:extLst>
                <a:ext uri="{FF2B5EF4-FFF2-40B4-BE49-F238E27FC236}">
                  <a16:creationId xmlns:a16="http://schemas.microsoft.com/office/drawing/2014/main" id="{7CED9336-F0F9-45B5-B3E2-9BDE93AB6B8F}"/>
                </a:ext>
              </a:extLst>
            </p:cNvPr>
            <p:cNvSpPr/>
            <p:nvPr/>
          </p:nvSpPr>
          <p:spPr>
            <a:xfrm>
              <a:off x="5923127" y="1777220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/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1" name="矩形 30">
              <a:extLst>
                <a:ext uri="{FF2B5EF4-FFF2-40B4-BE49-F238E27FC236}">
                  <a16:creationId xmlns:a16="http://schemas.microsoft.com/office/drawing/2014/main" id="{A54F11DD-DE81-47DF-A035-C044E983AF6A}"/>
                </a:ext>
              </a:extLst>
            </p:cNvPr>
            <p:cNvSpPr/>
            <p:nvPr/>
          </p:nvSpPr>
          <p:spPr>
            <a:xfrm>
              <a:off x="6680650" y="1779502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/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2" name="矩形 31">
              <a:extLst>
                <a:ext uri="{FF2B5EF4-FFF2-40B4-BE49-F238E27FC236}">
                  <a16:creationId xmlns:a16="http://schemas.microsoft.com/office/drawing/2014/main" id="{810FDD48-3FE8-4ADE-91A1-70B6A45DAF7D}"/>
                </a:ext>
              </a:extLst>
            </p:cNvPr>
            <p:cNvSpPr/>
            <p:nvPr/>
          </p:nvSpPr>
          <p:spPr>
            <a:xfrm>
              <a:off x="3031260" y="1784697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/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666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3" name="矩形 32">
              <a:extLst>
                <a:ext uri="{FF2B5EF4-FFF2-40B4-BE49-F238E27FC236}">
                  <a16:creationId xmlns:a16="http://schemas.microsoft.com/office/drawing/2014/main" id="{7AF58E67-DDA2-424F-9A4A-87612E25E617}"/>
                </a:ext>
              </a:extLst>
            </p:cNvPr>
            <p:cNvSpPr/>
            <p:nvPr/>
          </p:nvSpPr>
          <p:spPr>
            <a:xfrm>
              <a:off x="2688724" y="1786631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/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34" name="组合 33">
            <a:extLst>
              <a:ext uri="{FF2B5EF4-FFF2-40B4-BE49-F238E27FC236}">
                <a16:creationId xmlns:a16="http://schemas.microsoft.com/office/drawing/2014/main" id="{E8E75564-8BED-4650-9B1A-29967E5B70BF}"/>
              </a:ext>
            </a:extLst>
          </p:cNvPr>
          <p:cNvGrpSpPr/>
          <p:nvPr/>
        </p:nvGrpSpPr>
        <p:grpSpPr>
          <a:xfrm>
            <a:off x="1730368" y="3202906"/>
            <a:ext cx="5380047" cy="375270"/>
            <a:chOff x="2627783" y="1722436"/>
            <a:chExt cx="4851626" cy="338412"/>
          </a:xfrm>
          <a:solidFill>
            <a:srgbClr val="FFFFFF"/>
          </a:solidFill>
        </p:grpSpPr>
        <p:sp>
          <p:nvSpPr>
            <p:cNvPr id="35" name="矩形 34">
              <a:extLst>
                <a:ext uri="{FF2B5EF4-FFF2-40B4-BE49-F238E27FC236}">
                  <a16:creationId xmlns:a16="http://schemas.microsoft.com/office/drawing/2014/main" id="{FDC33273-3DF0-4A03-9715-40E1F2535704}"/>
                </a:ext>
              </a:extLst>
            </p:cNvPr>
            <p:cNvSpPr/>
            <p:nvPr/>
          </p:nvSpPr>
          <p:spPr>
            <a:xfrm>
              <a:off x="2627783" y="1722436"/>
              <a:ext cx="4851626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6" name="矩形 35">
              <a:extLst>
                <a:ext uri="{FF2B5EF4-FFF2-40B4-BE49-F238E27FC236}">
                  <a16:creationId xmlns:a16="http://schemas.microsoft.com/office/drawing/2014/main" id="{01BC477E-A662-4B2D-B7C0-FBA6679EABBE}"/>
                </a:ext>
              </a:extLst>
            </p:cNvPr>
            <p:cNvSpPr/>
            <p:nvPr/>
          </p:nvSpPr>
          <p:spPr>
            <a:xfrm>
              <a:off x="4423863" y="1784857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7" name="矩形 36">
              <a:extLst>
                <a:ext uri="{FF2B5EF4-FFF2-40B4-BE49-F238E27FC236}">
                  <a16:creationId xmlns:a16="http://schemas.microsoft.com/office/drawing/2014/main" id="{9F13AFE6-9A18-424C-9B64-DEB072F55D80}"/>
                </a:ext>
              </a:extLst>
            </p:cNvPr>
            <p:cNvSpPr/>
            <p:nvPr/>
          </p:nvSpPr>
          <p:spPr>
            <a:xfrm>
              <a:off x="5178522" y="1787139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8" name="矩形 37">
              <a:extLst>
                <a:ext uri="{FF2B5EF4-FFF2-40B4-BE49-F238E27FC236}">
                  <a16:creationId xmlns:a16="http://schemas.microsoft.com/office/drawing/2014/main" id="{5A2FE95C-7C39-4982-B085-98550D72B2CD}"/>
                </a:ext>
              </a:extLst>
            </p:cNvPr>
            <p:cNvSpPr/>
            <p:nvPr/>
          </p:nvSpPr>
          <p:spPr>
            <a:xfrm>
              <a:off x="5933182" y="1784857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9" name="矩形 38">
              <a:extLst>
                <a:ext uri="{FF2B5EF4-FFF2-40B4-BE49-F238E27FC236}">
                  <a16:creationId xmlns:a16="http://schemas.microsoft.com/office/drawing/2014/main" id="{5878E1CC-9605-4C7A-A524-0F687637C771}"/>
                </a:ext>
              </a:extLst>
            </p:cNvPr>
            <p:cNvSpPr/>
            <p:nvPr/>
          </p:nvSpPr>
          <p:spPr>
            <a:xfrm>
              <a:off x="6687843" y="1787139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0" name="矩形 39">
              <a:extLst>
                <a:ext uri="{FF2B5EF4-FFF2-40B4-BE49-F238E27FC236}">
                  <a16:creationId xmlns:a16="http://schemas.microsoft.com/office/drawing/2014/main" id="{356E6EF6-0651-45C6-A6B6-666B888FF232}"/>
                </a:ext>
              </a:extLst>
            </p:cNvPr>
            <p:cNvSpPr/>
            <p:nvPr/>
          </p:nvSpPr>
          <p:spPr>
            <a:xfrm>
              <a:off x="3040064" y="1777602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1" name="矩形 40">
              <a:extLst>
                <a:ext uri="{FF2B5EF4-FFF2-40B4-BE49-F238E27FC236}">
                  <a16:creationId xmlns:a16="http://schemas.microsoft.com/office/drawing/2014/main" id="{15B82800-35E6-4722-8A5B-AEC22BA66FC7}"/>
                </a:ext>
              </a:extLst>
            </p:cNvPr>
            <p:cNvSpPr/>
            <p:nvPr/>
          </p:nvSpPr>
          <p:spPr>
            <a:xfrm>
              <a:off x="2688724" y="1786631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42" name="组合 41">
            <a:extLst>
              <a:ext uri="{FF2B5EF4-FFF2-40B4-BE49-F238E27FC236}">
                <a16:creationId xmlns:a16="http://schemas.microsoft.com/office/drawing/2014/main" id="{6088598E-4158-48D8-83CC-F002315178ED}"/>
              </a:ext>
            </a:extLst>
          </p:cNvPr>
          <p:cNvGrpSpPr/>
          <p:nvPr/>
        </p:nvGrpSpPr>
        <p:grpSpPr>
          <a:xfrm>
            <a:off x="1730369" y="4059327"/>
            <a:ext cx="5380046" cy="375270"/>
            <a:chOff x="2627784" y="1722436"/>
            <a:chExt cx="4851626" cy="338412"/>
          </a:xfrm>
          <a:solidFill>
            <a:srgbClr val="FFFFFF"/>
          </a:solidFill>
        </p:grpSpPr>
        <p:sp>
          <p:nvSpPr>
            <p:cNvPr id="43" name="矩形 42">
              <a:extLst>
                <a:ext uri="{FF2B5EF4-FFF2-40B4-BE49-F238E27FC236}">
                  <a16:creationId xmlns:a16="http://schemas.microsoft.com/office/drawing/2014/main" id="{D6AAB4C6-769E-4AC1-A5B7-9B5BF13335B4}"/>
                </a:ext>
              </a:extLst>
            </p:cNvPr>
            <p:cNvSpPr/>
            <p:nvPr/>
          </p:nvSpPr>
          <p:spPr>
            <a:xfrm>
              <a:off x="2627784" y="1722436"/>
              <a:ext cx="4851626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4" name="矩形 43">
              <a:extLst>
                <a:ext uri="{FF2B5EF4-FFF2-40B4-BE49-F238E27FC236}">
                  <a16:creationId xmlns:a16="http://schemas.microsoft.com/office/drawing/2014/main" id="{37D72811-E2D8-4C59-A47C-06D42719831A}"/>
                </a:ext>
              </a:extLst>
            </p:cNvPr>
            <p:cNvSpPr/>
            <p:nvPr/>
          </p:nvSpPr>
          <p:spPr>
            <a:xfrm>
              <a:off x="4422657" y="1777795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5" name="矩形 44">
              <a:extLst>
                <a:ext uri="{FF2B5EF4-FFF2-40B4-BE49-F238E27FC236}">
                  <a16:creationId xmlns:a16="http://schemas.microsoft.com/office/drawing/2014/main" id="{97DF94DD-1AA5-4C56-B65E-5201198D3425}"/>
                </a:ext>
              </a:extLst>
            </p:cNvPr>
            <p:cNvSpPr/>
            <p:nvPr/>
          </p:nvSpPr>
          <p:spPr>
            <a:xfrm>
              <a:off x="5179465" y="178007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6" name="矩形 45">
              <a:extLst>
                <a:ext uri="{FF2B5EF4-FFF2-40B4-BE49-F238E27FC236}">
                  <a16:creationId xmlns:a16="http://schemas.microsoft.com/office/drawing/2014/main" id="{558BB551-3975-4B50-BEF7-1D2523B97314}"/>
                </a:ext>
              </a:extLst>
            </p:cNvPr>
            <p:cNvSpPr/>
            <p:nvPr/>
          </p:nvSpPr>
          <p:spPr>
            <a:xfrm>
              <a:off x="5934125" y="1777795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7" name="矩形 46">
              <a:extLst>
                <a:ext uri="{FF2B5EF4-FFF2-40B4-BE49-F238E27FC236}">
                  <a16:creationId xmlns:a16="http://schemas.microsoft.com/office/drawing/2014/main" id="{47A35718-5BC5-4AC7-9C03-E26A922FE254}"/>
                </a:ext>
              </a:extLst>
            </p:cNvPr>
            <p:cNvSpPr/>
            <p:nvPr/>
          </p:nvSpPr>
          <p:spPr>
            <a:xfrm>
              <a:off x="6685922" y="178007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8" name="矩形 47">
              <a:extLst>
                <a:ext uri="{FF2B5EF4-FFF2-40B4-BE49-F238E27FC236}">
                  <a16:creationId xmlns:a16="http://schemas.microsoft.com/office/drawing/2014/main" id="{382CF905-58FC-4230-88E4-C1CE10736240}"/>
                </a:ext>
              </a:extLst>
            </p:cNvPr>
            <p:cNvSpPr/>
            <p:nvPr/>
          </p:nvSpPr>
          <p:spPr>
            <a:xfrm>
              <a:off x="3039144" y="1784697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9" name="矩形 48">
              <a:extLst>
                <a:ext uri="{FF2B5EF4-FFF2-40B4-BE49-F238E27FC236}">
                  <a16:creationId xmlns:a16="http://schemas.microsoft.com/office/drawing/2014/main" id="{5FE6B862-4544-46A7-A9B1-76680D426036}"/>
                </a:ext>
              </a:extLst>
            </p:cNvPr>
            <p:cNvSpPr/>
            <p:nvPr/>
          </p:nvSpPr>
          <p:spPr>
            <a:xfrm>
              <a:off x="2688724" y="1786631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0" name="组合 49">
            <a:extLst>
              <a:ext uri="{FF2B5EF4-FFF2-40B4-BE49-F238E27FC236}">
                <a16:creationId xmlns:a16="http://schemas.microsoft.com/office/drawing/2014/main" id="{A63E8E94-536C-4536-9698-B4BB440D3AAD}"/>
              </a:ext>
            </a:extLst>
          </p:cNvPr>
          <p:cNvGrpSpPr/>
          <p:nvPr/>
        </p:nvGrpSpPr>
        <p:grpSpPr>
          <a:xfrm>
            <a:off x="1730369" y="4487538"/>
            <a:ext cx="5380046" cy="375270"/>
            <a:chOff x="2627784" y="1722436"/>
            <a:chExt cx="4851626" cy="338412"/>
          </a:xfrm>
          <a:solidFill>
            <a:srgbClr val="FFFFFF"/>
          </a:solidFill>
        </p:grpSpPr>
        <p:sp>
          <p:nvSpPr>
            <p:cNvPr id="51" name="矩形 50">
              <a:extLst>
                <a:ext uri="{FF2B5EF4-FFF2-40B4-BE49-F238E27FC236}">
                  <a16:creationId xmlns:a16="http://schemas.microsoft.com/office/drawing/2014/main" id="{5A065608-856A-4130-A9AF-DC4F79A33648}"/>
                </a:ext>
              </a:extLst>
            </p:cNvPr>
            <p:cNvSpPr/>
            <p:nvPr/>
          </p:nvSpPr>
          <p:spPr>
            <a:xfrm>
              <a:off x="2627784" y="1722436"/>
              <a:ext cx="4851626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2" name="矩形 51">
              <a:extLst>
                <a:ext uri="{FF2B5EF4-FFF2-40B4-BE49-F238E27FC236}">
                  <a16:creationId xmlns:a16="http://schemas.microsoft.com/office/drawing/2014/main" id="{BAF59D42-A788-458A-81AE-58D7D17E1CD0}"/>
                </a:ext>
              </a:extLst>
            </p:cNvPr>
            <p:cNvSpPr/>
            <p:nvPr/>
          </p:nvSpPr>
          <p:spPr>
            <a:xfrm>
              <a:off x="4422264" y="1778113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F2A6F649-181F-478D-A0C4-5FC366F8EB9B}"/>
                </a:ext>
              </a:extLst>
            </p:cNvPr>
            <p:cNvSpPr/>
            <p:nvPr/>
          </p:nvSpPr>
          <p:spPr>
            <a:xfrm>
              <a:off x="5178354" y="1780394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4" name="矩形 53">
              <a:extLst>
                <a:ext uri="{FF2B5EF4-FFF2-40B4-BE49-F238E27FC236}">
                  <a16:creationId xmlns:a16="http://schemas.microsoft.com/office/drawing/2014/main" id="{A1E4DC10-7317-4031-BC0E-A3F16AA84F7C}"/>
                </a:ext>
              </a:extLst>
            </p:cNvPr>
            <p:cNvSpPr/>
            <p:nvPr/>
          </p:nvSpPr>
          <p:spPr>
            <a:xfrm>
              <a:off x="5935877" y="1778113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5" name="矩形 54">
              <a:extLst>
                <a:ext uri="{FF2B5EF4-FFF2-40B4-BE49-F238E27FC236}">
                  <a16:creationId xmlns:a16="http://schemas.microsoft.com/office/drawing/2014/main" id="{4B4596DB-BE20-4774-A355-3F8068C44DE9}"/>
                </a:ext>
              </a:extLst>
            </p:cNvPr>
            <p:cNvSpPr/>
            <p:nvPr/>
          </p:nvSpPr>
          <p:spPr>
            <a:xfrm>
              <a:off x="6687674" y="1780394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6" name="矩形 55">
              <a:extLst>
                <a:ext uri="{FF2B5EF4-FFF2-40B4-BE49-F238E27FC236}">
                  <a16:creationId xmlns:a16="http://schemas.microsoft.com/office/drawing/2014/main" id="{6E7E5866-5889-476C-B7D4-4494B9CAFC40}"/>
                </a:ext>
              </a:extLst>
            </p:cNvPr>
            <p:cNvSpPr/>
            <p:nvPr/>
          </p:nvSpPr>
          <p:spPr>
            <a:xfrm>
              <a:off x="3031174" y="1784697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7" name="矩形 56">
              <a:extLst>
                <a:ext uri="{FF2B5EF4-FFF2-40B4-BE49-F238E27FC236}">
                  <a16:creationId xmlns:a16="http://schemas.microsoft.com/office/drawing/2014/main" id="{67747301-CA30-4E8C-9DD8-F23FA6F41C59}"/>
                </a:ext>
              </a:extLst>
            </p:cNvPr>
            <p:cNvSpPr/>
            <p:nvPr/>
          </p:nvSpPr>
          <p:spPr>
            <a:xfrm>
              <a:off x="2688724" y="1786631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8" name="组合 57">
            <a:extLst>
              <a:ext uri="{FF2B5EF4-FFF2-40B4-BE49-F238E27FC236}">
                <a16:creationId xmlns:a16="http://schemas.microsoft.com/office/drawing/2014/main" id="{725412F0-20D9-4C38-8B93-8A997E6B510B}"/>
              </a:ext>
            </a:extLst>
          </p:cNvPr>
          <p:cNvGrpSpPr/>
          <p:nvPr/>
        </p:nvGrpSpPr>
        <p:grpSpPr>
          <a:xfrm>
            <a:off x="1730368" y="4915758"/>
            <a:ext cx="5376999" cy="375271"/>
            <a:chOff x="2627783" y="1722436"/>
            <a:chExt cx="4848878" cy="338412"/>
          </a:xfrm>
          <a:solidFill>
            <a:srgbClr val="FFFFFF"/>
          </a:solidFill>
        </p:grpSpPr>
        <p:sp>
          <p:nvSpPr>
            <p:cNvPr id="59" name="矩形 58">
              <a:extLst>
                <a:ext uri="{FF2B5EF4-FFF2-40B4-BE49-F238E27FC236}">
                  <a16:creationId xmlns:a16="http://schemas.microsoft.com/office/drawing/2014/main" id="{23004BA1-ACFF-4044-87C8-307862EB17B9}"/>
                </a:ext>
              </a:extLst>
            </p:cNvPr>
            <p:cNvSpPr/>
            <p:nvPr/>
          </p:nvSpPr>
          <p:spPr>
            <a:xfrm>
              <a:off x="2627783" y="1722436"/>
              <a:ext cx="4848878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0" name="矩形 59">
              <a:extLst>
                <a:ext uri="{FF2B5EF4-FFF2-40B4-BE49-F238E27FC236}">
                  <a16:creationId xmlns:a16="http://schemas.microsoft.com/office/drawing/2014/main" id="{C5C016A7-7B43-4A1F-8161-8CD19409B478}"/>
                </a:ext>
              </a:extLst>
            </p:cNvPr>
            <p:cNvSpPr/>
            <p:nvPr/>
          </p:nvSpPr>
          <p:spPr>
            <a:xfrm>
              <a:off x="4422710" y="1777313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1" name="矩形 60">
              <a:extLst>
                <a:ext uri="{FF2B5EF4-FFF2-40B4-BE49-F238E27FC236}">
                  <a16:creationId xmlns:a16="http://schemas.microsoft.com/office/drawing/2014/main" id="{E5D10F0A-BD5F-49B1-A9F3-B08DE22D85F1}"/>
                </a:ext>
              </a:extLst>
            </p:cNvPr>
            <p:cNvSpPr/>
            <p:nvPr/>
          </p:nvSpPr>
          <p:spPr>
            <a:xfrm>
              <a:off x="5177369" y="1779594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2" name="矩形 61">
              <a:extLst>
                <a:ext uri="{FF2B5EF4-FFF2-40B4-BE49-F238E27FC236}">
                  <a16:creationId xmlns:a16="http://schemas.microsoft.com/office/drawing/2014/main" id="{F8FC285E-F488-4867-AFE6-A4BF46590017}"/>
                </a:ext>
              </a:extLst>
            </p:cNvPr>
            <p:cNvSpPr/>
            <p:nvPr/>
          </p:nvSpPr>
          <p:spPr>
            <a:xfrm>
              <a:off x="5934892" y="1777313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3" name="矩形 62">
              <a:extLst>
                <a:ext uri="{FF2B5EF4-FFF2-40B4-BE49-F238E27FC236}">
                  <a16:creationId xmlns:a16="http://schemas.microsoft.com/office/drawing/2014/main" id="{1FDA2B45-9960-40DC-A88D-34D171EA7B33}"/>
                </a:ext>
              </a:extLst>
            </p:cNvPr>
            <p:cNvSpPr/>
            <p:nvPr/>
          </p:nvSpPr>
          <p:spPr>
            <a:xfrm>
              <a:off x="6686690" y="1779594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4" name="矩形 63">
              <a:extLst>
                <a:ext uri="{FF2B5EF4-FFF2-40B4-BE49-F238E27FC236}">
                  <a16:creationId xmlns:a16="http://schemas.microsoft.com/office/drawing/2014/main" id="{8E2E2FF0-5E4B-40A5-9A66-BE61D137DE97}"/>
                </a:ext>
              </a:extLst>
            </p:cNvPr>
            <p:cNvSpPr/>
            <p:nvPr/>
          </p:nvSpPr>
          <p:spPr>
            <a:xfrm>
              <a:off x="3039143" y="1784697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5" name="矩形 64">
              <a:extLst>
                <a:ext uri="{FF2B5EF4-FFF2-40B4-BE49-F238E27FC236}">
                  <a16:creationId xmlns:a16="http://schemas.microsoft.com/office/drawing/2014/main" id="{CE332B8E-E08A-4303-932A-DD93B838DB18}"/>
                </a:ext>
              </a:extLst>
            </p:cNvPr>
            <p:cNvSpPr/>
            <p:nvPr/>
          </p:nvSpPr>
          <p:spPr>
            <a:xfrm>
              <a:off x="2688724" y="1786631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FF6600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6" name="组合 65">
            <a:extLst>
              <a:ext uri="{FF2B5EF4-FFF2-40B4-BE49-F238E27FC236}">
                <a16:creationId xmlns:a16="http://schemas.microsoft.com/office/drawing/2014/main" id="{E5255307-7194-403A-B686-98E2E066011C}"/>
              </a:ext>
            </a:extLst>
          </p:cNvPr>
          <p:cNvGrpSpPr/>
          <p:nvPr/>
        </p:nvGrpSpPr>
        <p:grpSpPr>
          <a:xfrm>
            <a:off x="1730368" y="5343965"/>
            <a:ext cx="5376378" cy="375270"/>
            <a:chOff x="2627783" y="1722436"/>
            <a:chExt cx="4848319" cy="338412"/>
          </a:xfrm>
          <a:solidFill>
            <a:srgbClr val="FFFFFF"/>
          </a:solidFill>
        </p:grpSpPr>
        <p:sp>
          <p:nvSpPr>
            <p:cNvPr id="67" name="矩形 66">
              <a:extLst>
                <a:ext uri="{FF2B5EF4-FFF2-40B4-BE49-F238E27FC236}">
                  <a16:creationId xmlns:a16="http://schemas.microsoft.com/office/drawing/2014/main" id="{6D1863BA-C6FC-45E2-BCBC-81C446A079DE}"/>
                </a:ext>
              </a:extLst>
            </p:cNvPr>
            <p:cNvSpPr/>
            <p:nvPr/>
          </p:nvSpPr>
          <p:spPr>
            <a:xfrm>
              <a:off x="2627783" y="1722436"/>
              <a:ext cx="4848319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8" name="矩形 67">
              <a:extLst>
                <a:ext uri="{FF2B5EF4-FFF2-40B4-BE49-F238E27FC236}">
                  <a16:creationId xmlns:a16="http://schemas.microsoft.com/office/drawing/2014/main" id="{36D05A4F-01E5-47DE-B168-49173928A903}"/>
                </a:ext>
              </a:extLst>
            </p:cNvPr>
            <p:cNvSpPr/>
            <p:nvPr/>
          </p:nvSpPr>
          <p:spPr>
            <a:xfrm>
              <a:off x="4424046" y="1771865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9" name="矩形 68">
              <a:extLst>
                <a:ext uri="{FF2B5EF4-FFF2-40B4-BE49-F238E27FC236}">
                  <a16:creationId xmlns:a16="http://schemas.microsoft.com/office/drawing/2014/main" id="{2D3A50CF-FD9E-4529-BA09-5DC0177D44C8}"/>
                </a:ext>
              </a:extLst>
            </p:cNvPr>
            <p:cNvSpPr/>
            <p:nvPr/>
          </p:nvSpPr>
          <p:spPr>
            <a:xfrm>
              <a:off x="5178702" y="1774147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70" name="矩形 69">
              <a:extLst>
                <a:ext uri="{FF2B5EF4-FFF2-40B4-BE49-F238E27FC236}">
                  <a16:creationId xmlns:a16="http://schemas.microsoft.com/office/drawing/2014/main" id="{EB04336A-3182-44DA-8DC7-F92C45B250EB}"/>
                </a:ext>
              </a:extLst>
            </p:cNvPr>
            <p:cNvSpPr/>
            <p:nvPr/>
          </p:nvSpPr>
          <p:spPr>
            <a:xfrm>
              <a:off x="5933355" y="1771865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71" name="矩形 70">
              <a:extLst>
                <a:ext uri="{FF2B5EF4-FFF2-40B4-BE49-F238E27FC236}">
                  <a16:creationId xmlns:a16="http://schemas.microsoft.com/office/drawing/2014/main" id="{F660B039-B343-4032-990D-B33AFEF8C919}"/>
                </a:ext>
              </a:extLst>
            </p:cNvPr>
            <p:cNvSpPr/>
            <p:nvPr/>
          </p:nvSpPr>
          <p:spPr>
            <a:xfrm>
              <a:off x="6688017" y="1774147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3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72" name="矩形 71">
              <a:extLst>
                <a:ext uri="{FF2B5EF4-FFF2-40B4-BE49-F238E27FC236}">
                  <a16:creationId xmlns:a16="http://schemas.microsoft.com/office/drawing/2014/main" id="{84EEE76E-8347-4BFF-90B1-FD8C7FF207FF}"/>
                </a:ext>
              </a:extLst>
            </p:cNvPr>
            <p:cNvSpPr/>
            <p:nvPr/>
          </p:nvSpPr>
          <p:spPr>
            <a:xfrm>
              <a:off x="3039142" y="1784697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73" name="矩形 72">
              <a:extLst>
                <a:ext uri="{FF2B5EF4-FFF2-40B4-BE49-F238E27FC236}">
                  <a16:creationId xmlns:a16="http://schemas.microsoft.com/office/drawing/2014/main" id="{B5E0076A-7322-4EFE-8F1E-E25742A50929}"/>
                </a:ext>
              </a:extLst>
            </p:cNvPr>
            <p:cNvSpPr/>
            <p:nvPr/>
          </p:nvSpPr>
          <p:spPr>
            <a:xfrm>
              <a:off x="2688724" y="1786631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sp>
        <p:nvSpPr>
          <p:cNvPr id="74" name="矩形 73">
            <a:extLst>
              <a:ext uri="{FF2B5EF4-FFF2-40B4-BE49-F238E27FC236}">
                <a16:creationId xmlns:a16="http://schemas.microsoft.com/office/drawing/2014/main" id="{EA35B1AD-2FBA-4492-A200-F5EEE6509146}"/>
              </a:ext>
            </a:extLst>
          </p:cNvPr>
          <p:cNvSpPr/>
          <p:nvPr/>
        </p:nvSpPr>
        <p:spPr>
          <a:xfrm>
            <a:off x="1486670" y="2076065"/>
            <a:ext cx="877562" cy="241176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zh-CN" altLang="en-US" sz="1600" b="1" kern="0" dirty="0">
                <a:solidFill>
                  <a:srgbClr val="000000">
                    <a:lumMod val="95000"/>
                    <a:lumOff val="5000"/>
                  </a:srgbClr>
                </a:solidFill>
                <a:ea typeface="微软雅黑"/>
                <a:cs typeface="Arial" pitchFamily="34" charset="0"/>
              </a:rPr>
              <a:t>有效位</a:t>
            </a:r>
          </a:p>
        </p:txBody>
      </p:sp>
      <p:cxnSp>
        <p:nvCxnSpPr>
          <p:cNvPr id="75" name="直接连接符 74">
            <a:extLst>
              <a:ext uri="{FF2B5EF4-FFF2-40B4-BE49-F238E27FC236}">
                <a16:creationId xmlns:a16="http://schemas.microsoft.com/office/drawing/2014/main" id="{5DBF186F-ABC7-4506-B3BF-6C95B2097DFD}"/>
              </a:ext>
            </a:extLst>
          </p:cNvPr>
          <p:cNvCxnSpPr/>
          <p:nvPr/>
        </p:nvCxnSpPr>
        <p:spPr>
          <a:xfrm>
            <a:off x="2448530" y="1621514"/>
            <a:ext cx="6130641" cy="0"/>
          </a:xfrm>
          <a:prstGeom prst="line">
            <a:avLst/>
          </a:prstGeom>
          <a:noFill/>
          <a:ln w="25400" cap="flat" cmpd="sng" algn="ctr">
            <a:solidFill>
              <a:srgbClr val="FFC000"/>
            </a:solidFill>
            <a:prstDash val="solid"/>
          </a:ln>
          <a:effectLst/>
        </p:spPr>
      </p:cxnSp>
      <p:cxnSp>
        <p:nvCxnSpPr>
          <p:cNvPr id="76" name="直接连接符 75">
            <a:extLst>
              <a:ext uri="{FF2B5EF4-FFF2-40B4-BE49-F238E27FC236}">
                <a16:creationId xmlns:a16="http://schemas.microsoft.com/office/drawing/2014/main" id="{8DA7E5B1-8660-43D8-9150-D7C033587187}"/>
              </a:ext>
            </a:extLst>
          </p:cNvPr>
          <p:cNvCxnSpPr/>
          <p:nvPr/>
        </p:nvCxnSpPr>
        <p:spPr>
          <a:xfrm>
            <a:off x="8579171" y="1621514"/>
            <a:ext cx="0" cy="1646765"/>
          </a:xfrm>
          <a:prstGeom prst="line">
            <a:avLst/>
          </a:prstGeom>
          <a:noFill/>
          <a:ln w="25400" cap="flat" cmpd="sng" algn="ctr">
            <a:solidFill>
              <a:srgbClr val="FFC000"/>
            </a:solidFill>
            <a:prstDash val="solid"/>
          </a:ln>
          <a:effectLst/>
        </p:spPr>
      </p:cxnSp>
      <p:cxnSp>
        <p:nvCxnSpPr>
          <p:cNvPr id="77" name="直接连接符 76">
            <a:extLst>
              <a:ext uri="{FF2B5EF4-FFF2-40B4-BE49-F238E27FC236}">
                <a16:creationId xmlns:a16="http://schemas.microsoft.com/office/drawing/2014/main" id="{2299F4BA-2521-480A-8B31-429C3137B55D}"/>
              </a:ext>
            </a:extLst>
          </p:cNvPr>
          <p:cNvCxnSpPr/>
          <p:nvPr/>
        </p:nvCxnSpPr>
        <p:spPr>
          <a:xfrm>
            <a:off x="3610210" y="6169382"/>
            <a:ext cx="4968961" cy="0"/>
          </a:xfrm>
          <a:prstGeom prst="line">
            <a:avLst/>
          </a:prstGeom>
          <a:noFill/>
          <a:ln w="2540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  <a:tailEnd type="none"/>
          </a:ln>
          <a:effectLst/>
        </p:spPr>
      </p:cxnSp>
      <p:cxnSp>
        <p:nvCxnSpPr>
          <p:cNvPr id="78" name="直接连接符 77">
            <a:extLst>
              <a:ext uri="{FF2B5EF4-FFF2-40B4-BE49-F238E27FC236}">
                <a16:creationId xmlns:a16="http://schemas.microsoft.com/office/drawing/2014/main" id="{EF33048C-BE26-4831-B6B0-82C9B9987478}"/>
              </a:ext>
            </a:extLst>
          </p:cNvPr>
          <p:cNvCxnSpPr>
            <a:stCxn id="256" idx="3"/>
          </p:cNvCxnSpPr>
          <p:nvPr/>
        </p:nvCxnSpPr>
        <p:spPr>
          <a:xfrm>
            <a:off x="8579171" y="4798863"/>
            <a:ext cx="0" cy="1370519"/>
          </a:xfrm>
          <a:prstGeom prst="line">
            <a:avLst/>
          </a:prstGeom>
          <a:noFill/>
          <a:ln w="2540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  <a:tailEnd type="none"/>
          </a:ln>
          <a:effectLst/>
        </p:spPr>
      </p:cxn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CC07A23D-9B9C-490C-A72E-AD44F01E6324}"/>
              </a:ext>
            </a:extLst>
          </p:cNvPr>
          <p:cNvGrpSpPr/>
          <p:nvPr/>
        </p:nvGrpSpPr>
        <p:grpSpPr>
          <a:xfrm>
            <a:off x="262080" y="1187199"/>
            <a:ext cx="2419727" cy="552227"/>
            <a:chOff x="2043018" y="937710"/>
            <a:chExt cx="2419727" cy="552227"/>
          </a:xfrm>
        </p:grpSpPr>
        <p:sp>
          <p:nvSpPr>
            <p:cNvPr id="80" name="矩形 79">
              <a:extLst>
                <a:ext uri="{FF2B5EF4-FFF2-40B4-BE49-F238E27FC236}">
                  <a16:creationId xmlns:a16="http://schemas.microsoft.com/office/drawing/2014/main" id="{FE294538-C9EC-4157-BD03-9E1A9C01A6B9}"/>
                </a:ext>
              </a:extLst>
            </p:cNvPr>
            <p:cNvSpPr/>
            <p:nvPr/>
          </p:nvSpPr>
          <p:spPr>
            <a:xfrm>
              <a:off x="2748254" y="937710"/>
              <a:ext cx="1186945" cy="241176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zh-CN" altLang="en-US" sz="1600" b="1" kern="0" dirty="0">
                  <a:solidFill>
                    <a:srgbClr val="000000">
                      <a:lumMod val="95000"/>
                      <a:lumOff val="5000"/>
                    </a:srgbClr>
                  </a:solidFill>
                  <a:ea typeface="微软雅黑"/>
                  <a:cs typeface="Arial" pitchFamily="34" charset="0"/>
                </a:rPr>
                <a:t>主存地址</a:t>
              </a:r>
            </a:p>
          </p:txBody>
        </p:sp>
        <p:grpSp>
          <p:nvGrpSpPr>
            <p:cNvPr id="81" name="组合 80">
              <a:extLst>
                <a:ext uri="{FF2B5EF4-FFF2-40B4-BE49-F238E27FC236}">
                  <a16:creationId xmlns:a16="http://schemas.microsoft.com/office/drawing/2014/main" id="{598613BF-7CA0-4C4C-9D2E-9A290B20DE12}"/>
                </a:ext>
              </a:extLst>
            </p:cNvPr>
            <p:cNvGrpSpPr/>
            <p:nvPr/>
          </p:nvGrpSpPr>
          <p:grpSpPr>
            <a:xfrm>
              <a:off x="2043018" y="1236439"/>
              <a:ext cx="2419727" cy="253498"/>
              <a:chOff x="2861078" y="969828"/>
              <a:chExt cx="2182065" cy="228600"/>
            </a:xfrm>
          </p:grpSpPr>
          <p:sp>
            <p:nvSpPr>
              <p:cNvPr id="82" name="矩形 81">
                <a:extLst>
                  <a:ext uri="{FF2B5EF4-FFF2-40B4-BE49-F238E27FC236}">
                    <a16:creationId xmlns:a16="http://schemas.microsoft.com/office/drawing/2014/main" id="{FAFD54B7-2145-48AC-BBB4-300028B82821}"/>
                  </a:ext>
                </a:extLst>
              </p:cNvPr>
              <p:cNvSpPr/>
              <p:nvPr/>
            </p:nvSpPr>
            <p:spPr>
              <a:xfrm>
                <a:off x="2861078" y="969828"/>
                <a:ext cx="720725" cy="228600"/>
              </a:xfrm>
              <a:prstGeom prst="rect">
                <a:avLst/>
              </a:prstGeom>
              <a:solidFill>
                <a:srgbClr val="00B0F0"/>
              </a:solidFill>
              <a:ln w="1587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prstClr val="white"/>
                    </a:solidFill>
                    <a:ea typeface="微软雅黑"/>
                    <a:cs typeface="Arial" pitchFamily="34" charset="0"/>
                  </a:rPr>
                  <a:t>Tag</a:t>
                </a:r>
                <a:endParaRPr lang="zh-CN" altLang="en-US" sz="1600" kern="0" dirty="0">
                  <a:solidFill>
                    <a:prstClr val="white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83" name="矩形 82">
                <a:extLst>
                  <a:ext uri="{FF2B5EF4-FFF2-40B4-BE49-F238E27FC236}">
                    <a16:creationId xmlns:a16="http://schemas.microsoft.com/office/drawing/2014/main" id="{3267E3F8-A824-436C-92EE-35FED0571B66}"/>
                  </a:ext>
                </a:extLst>
              </p:cNvPr>
              <p:cNvSpPr/>
              <p:nvPr/>
            </p:nvSpPr>
            <p:spPr>
              <a:xfrm>
                <a:off x="3581802" y="969828"/>
                <a:ext cx="730670" cy="228600"/>
              </a:xfrm>
              <a:prstGeom prst="rect">
                <a:avLst/>
              </a:prstGeom>
              <a:solidFill>
                <a:srgbClr val="CCFFCC"/>
              </a:solidFill>
              <a:ln w="1587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index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84" name="矩形 83">
                <a:extLst>
                  <a:ext uri="{FF2B5EF4-FFF2-40B4-BE49-F238E27FC236}">
                    <a16:creationId xmlns:a16="http://schemas.microsoft.com/office/drawing/2014/main" id="{0AAFBBEF-FC75-417F-BB0A-1B56C3362E86}"/>
                  </a:ext>
                </a:extLst>
              </p:cNvPr>
              <p:cNvSpPr/>
              <p:nvPr/>
            </p:nvSpPr>
            <p:spPr>
              <a:xfrm>
                <a:off x="4312473" y="969828"/>
                <a:ext cx="730670" cy="228600"/>
              </a:xfrm>
              <a:prstGeom prst="rect">
                <a:avLst/>
              </a:prstGeom>
              <a:solidFill>
                <a:srgbClr val="FFC000"/>
              </a:solidFill>
              <a:ln w="1587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offset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</p:grpSp>
      <p:grpSp>
        <p:nvGrpSpPr>
          <p:cNvPr id="85" name="组合 84">
            <a:extLst>
              <a:ext uri="{FF2B5EF4-FFF2-40B4-BE49-F238E27FC236}">
                <a16:creationId xmlns:a16="http://schemas.microsoft.com/office/drawing/2014/main" id="{F6EAC706-7663-46D5-AC56-0195618304FD}"/>
              </a:ext>
            </a:extLst>
          </p:cNvPr>
          <p:cNvGrpSpPr/>
          <p:nvPr/>
        </p:nvGrpSpPr>
        <p:grpSpPr>
          <a:xfrm>
            <a:off x="2538389" y="5870154"/>
            <a:ext cx="1063517" cy="464507"/>
            <a:chOff x="3501709" y="5603993"/>
            <a:chExt cx="1063517" cy="464507"/>
          </a:xfrm>
        </p:grpSpPr>
        <p:cxnSp>
          <p:nvCxnSpPr>
            <p:cNvPr id="86" name="直接连接符 85">
              <a:extLst>
                <a:ext uri="{FF2B5EF4-FFF2-40B4-BE49-F238E27FC236}">
                  <a16:creationId xmlns:a16="http://schemas.microsoft.com/office/drawing/2014/main" id="{2F41CE14-444C-47E8-BF92-FCE569D54FE1}"/>
                </a:ext>
              </a:extLst>
            </p:cNvPr>
            <p:cNvCxnSpPr/>
            <p:nvPr/>
          </p:nvCxnSpPr>
          <p:spPr>
            <a:xfrm>
              <a:off x="4007483" y="5603993"/>
              <a:ext cx="0" cy="132989"/>
            </a:xfrm>
            <a:prstGeom prst="line">
              <a:avLst/>
            </a:prstGeom>
            <a:noFill/>
            <a:ln w="9525" cap="flat" cmpd="sng" algn="ctr">
              <a:solidFill>
                <a:srgbClr val="FF6600"/>
              </a:solidFill>
              <a:prstDash val="solid"/>
            </a:ln>
            <a:effectLst/>
          </p:spPr>
        </p:cxnSp>
        <p:cxnSp>
          <p:nvCxnSpPr>
            <p:cNvPr id="87" name="直接连接符 86">
              <a:extLst>
                <a:ext uri="{FF2B5EF4-FFF2-40B4-BE49-F238E27FC236}">
                  <a16:creationId xmlns:a16="http://schemas.microsoft.com/office/drawing/2014/main" id="{EC548F1A-2D9A-40B0-8985-A8025E78A50C}"/>
                </a:ext>
              </a:extLst>
            </p:cNvPr>
            <p:cNvCxnSpPr/>
            <p:nvPr/>
          </p:nvCxnSpPr>
          <p:spPr>
            <a:xfrm>
              <a:off x="3516476" y="5864045"/>
              <a:ext cx="311495" cy="0"/>
            </a:xfrm>
            <a:prstGeom prst="line">
              <a:avLst/>
            </a:prstGeom>
            <a:noFill/>
            <a:ln w="9525" cap="flat" cmpd="sng" algn="ctr">
              <a:solidFill>
                <a:srgbClr val="FF6600"/>
              </a:solidFill>
              <a:prstDash val="solid"/>
            </a:ln>
            <a:effectLst/>
          </p:spPr>
        </p:cxnSp>
        <p:sp>
          <p:nvSpPr>
            <p:cNvPr id="88" name="文本框 87">
              <a:extLst>
                <a:ext uri="{FF2B5EF4-FFF2-40B4-BE49-F238E27FC236}">
                  <a16:creationId xmlns:a16="http://schemas.microsoft.com/office/drawing/2014/main" id="{433709EB-D836-40A3-8838-5F5E03590635}"/>
                </a:ext>
              </a:extLst>
            </p:cNvPr>
            <p:cNvSpPr txBox="1"/>
            <p:nvPr/>
          </p:nvSpPr>
          <p:spPr>
            <a:xfrm>
              <a:off x="3501709" y="5611828"/>
              <a:ext cx="28405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1" hangingPunct="1"/>
              <a:r>
                <a:rPr lang="en-US" altLang="zh-CN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1</a:t>
              </a:r>
              <a:endParaRPr lang="zh-CN" altLang="en-US" sz="1400" i="1" dirty="0">
                <a:solidFill>
                  <a:srgbClr val="000000"/>
                </a:solidFill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89" name="直接连接符 88">
              <a:extLst>
                <a:ext uri="{FF2B5EF4-FFF2-40B4-BE49-F238E27FC236}">
                  <a16:creationId xmlns:a16="http://schemas.microsoft.com/office/drawing/2014/main" id="{0673899E-7800-48B1-AB2C-78C18D697EB3}"/>
                </a:ext>
              </a:extLst>
            </p:cNvPr>
            <p:cNvCxnSpPr/>
            <p:nvPr/>
          </p:nvCxnSpPr>
          <p:spPr>
            <a:xfrm flipH="1">
              <a:off x="4004203" y="5606901"/>
              <a:ext cx="408612" cy="0"/>
            </a:xfrm>
            <a:prstGeom prst="line">
              <a:avLst/>
            </a:prstGeom>
            <a:noFill/>
            <a:ln w="9525" cap="flat" cmpd="sng" algn="ctr">
              <a:solidFill>
                <a:srgbClr val="FF6600"/>
              </a:solidFill>
              <a:prstDash val="solid"/>
            </a:ln>
            <a:effectLst/>
          </p:spPr>
        </p:cxnSp>
        <p:sp>
          <p:nvSpPr>
            <p:cNvPr id="90" name="矩形 89">
              <a:extLst>
                <a:ext uri="{FF2B5EF4-FFF2-40B4-BE49-F238E27FC236}">
                  <a16:creationId xmlns:a16="http://schemas.microsoft.com/office/drawing/2014/main" id="{62AB2E71-956D-47B7-B920-E12E2BD7913E}"/>
                </a:ext>
              </a:extLst>
            </p:cNvPr>
            <p:cNvSpPr/>
            <p:nvPr/>
          </p:nvSpPr>
          <p:spPr>
            <a:xfrm>
              <a:off x="3833292" y="5753612"/>
              <a:ext cx="731934" cy="314888"/>
            </a:xfrm>
            <a:prstGeom prst="rect">
              <a:avLst/>
            </a:prstGeom>
            <a:solidFill>
              <a:srgbClr val="0070C0"/>
            </a:solidFill>
            <a:ln w="254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FFFFFF"/>
                  </a:solidFill>
                  <a:latin typeface="微软雅黑"/>
                  <a:ea typeface="微软雅黑"/>
                </a:rPr>
                <a:t>=</a:t>
              </a:r>
              <a:r>
                <a:rPr lang="zh-CN" altLang="en-US" sz="1600" kern="0" dirty="0">
                  <a:solidFill>
                    <a:srgbClr val="FFFFFF"/>
                  </a:solidFill>
                  <a:latin typeface="微软雅黑"/>
                  <a:ea typeface="微软雅黑"/>
                </a:rPr>
                <a:t>？</a:t>
              </a:r>
            </a:p>
          </p:txBody>
        </p:sp>
      </p:grpSp>
      <p:grpSp>
        <p:nvGrpSpPr>
          <p:cNvPr id="91" name="组合 90">
            <a:extLst>
              <a:ext uri="{FF2B5EF4-FFF2-40B4-BE49-F238E27FC236}">
                <a16:creationId xmlns:a16="http://schemas.microsoft.com/office/drawing/2014/main" id="{BDFA1460-7424-40F7-8DAF-4B41251C9FDE}"/>
              </a:ext>
            </a:extLst>
          </p:cNvPr>
          <p:cNvGrpSpPr/>
          <p:nvPr/>
        </p:nvGrpSpPr>
        <p:grpSpPr>
          <a:xfrm>
            <a:off x="1415297" y="2304308"/>
            <a:ext cx="398239" cy="3245779"/>
            <a:chOff x="3426636" y="2045982"/>
            <a:chExt cx="398239" cy="3245779"/>
          </a:xfrm>
        </p:grpSpPr>
        <p:grpSp>
          <p:nvGrpSpPr>
            <p:cNvPr id="92" name="组合 91">
              <a:extLst>
                <a:ext uri="{FF2B5EF4-FFF2-40B4-BE49-F238E27FC236}">
                  <a16:creationId xmlns:a16="http://schemas.microsoft.com/office/drawing/2014/main" id="{BD6D6554-F1BC-4E5D-8D41-88876D0EA52B}"/>
                </a:ext>
              </a:extLst>
            </p:cNvPr>
            <p:cNvGrpSpPr/>
            <p:nvPr/>
          </p:nvGrpSpPr>
          <p:grpSpPr>
            <a:xfrm>
              <a:off x="3426636" y="2045982"/>
              <a:ext cx="398239" cy="3245779"/>
              <a:chOff x="990407" y="2223239"/>
              <a:chExt cx="359125" cy="2926984"/>
            </a:xfrm>
          </p:grpSpPr>
          <p:sp>
            <p:nvSpPr>
              <p:cNvPr id="101" name="文本框 100">
                <a:extLst>
                  <a:ext uri="{FF2B5EF4-FFF2-40B4-BE49-F238E27FC236}">
                    <a16:creationId xmlns:a16="http://schemas.microsoft.com/office/drawing/2014/main" id="{522DE044-F821-4D69-8EAA-10FCBDD4E55A}"/>
                  </a:ext>
                </a:extLst>
              </p:cNvPr>
              <p:cNvSpPr txBox="1"/>
              <p:nvPr/>
            </p:nvSpPr>
            <p:spPr>
              <a:xfrm>
                <a:off x="992525" y="2223239"/>
                <a:ext cx="345777" cy="27754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/>
                <a:r>
                  <a:rPr lang="en-US" altLang="zh-CN" sz="1400" i="1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L0</a:t>
                </a:r>
                <a:endParaRPr lang="zh-CN" altLang="en-US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102" name="文本框 101">
                <a:extLst>
                  <a:ext uri="{FF2B5EF4-FFF2-40B4-BE49-F238E27FC236}">
                    <a16:creationId xmlns:a16="http://schemas.microsoft.com/office/drawing/2014/main" id="{15E6E72F-E50B-479F-9E04-BFF0647CEEFC}"/>
                  </a:ext>
                </a:extLst>
              </p:cNvPr>
              <p:cNvSpPr txBox="1"/>
              <p:nvPr/>
            </p:nvSpPr>
            <p:spPr>
              <a:xfrm>
                <a:off x="992525" y="2566939"/>
                <a:ext cx="354451" cy="27754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/>
                <a:r>
                  <a:rPr lang="en-US" altLang="zh-CN" sz="1400" i="1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L1</a:t>
                </a:r>
                <a:endParaRPr lang="zh-CN" altLang="en-US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103" name="文本框 102">
                <a:extLst>
                  <a:ext uri="{FF2B5EF4-FFF2-40B4-BE49-F238E27FC236}">
                    <a16:creationId xmlns:a16="http://schemas.microsoft.com/office/drawing/2014/main" id="{C6DBB8A3-9F0A-45ED-85A6-DB1572899070}"/>
                  </a:ext>
                </a:extLst>
              </p:cNvPr>
              <p:cNvSpPr txBox="1"/>
              <p:nvPr/>
            </p:nvSpPr>
            <p:spPr>
              <a:xfrm>
                <a:off x="990407" y="2945817"/>
                <a:ext cx="345778" cy="27754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/>
                <a:r>
                  <a:rPr lang="en-US" altLang="zh-CN" sz="1400" i="1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L2</a:t>
                </a:r>
                <a:endParaRPr lang="zh-CN" altLang="en-US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104" name="文本框 103">
                <a:extLst>
                  <a:ext uri="{FF2B5EF4-FFF2-40B4-BE49-F238E27FC236}">
                    <a16:creationId xmlns:a16="http://schemas.microsoft.com/office/drawing/2014/main" id="{89A51C82-4466-4B8E-9CDA-DC40AD536DED}"/>
                  </a:ext>
                </a:extLst>
              </p:cNvPr>
              <p:cNvSpPr txBox="1"/>
              <p:nvPr/>
            </p:nvSpPr>
            <p:spPr>
              <a:xfrm>
                <a:off x="994689" y="3356585"/>
                <a:ext cx="345778" cy="27754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/>
                <a:r>
                  <a:rPr lang="en-US" altLang="zh-CN" sz="1400" i="1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L3</a:t>
                </a:r>
                <a:endParaRPr lang="zh-CN" altLang="en-US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105" name="文本框 104">
                <a:extLst>
                  <a:ext uri="{FF2B5EF4-FFF2-40B4-BE49-F238E27FC236}">
                    <a16:creationId xmlns:a16="http://schemas.microsoft.com/office/drawing/2014/main" id="{F69BAFD3-E430-46BC-8AFF-F71FD1AF0AFC}"/>
                  </a:ext>
                </a:extLst>
              </p:cNvPr>
              <p:cNvSpPr txBox="1"/>
              <p:nvPr/>
            </p:nvSpPr>
            <p:spPr>
              <a:xfrm>
                <a:off x="998881" y="3740967"/>
                <a:ext cx="345777" cy="27754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/>
                <a:r>
                  <a:rPr lang="en-US" altLang="zh-CN" sz="1400" i="1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L4</a:t>
                </a:r>
                <a:endParaRPr lang="zh-CN" altLang="en-US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106" name="文本框 105">
                <a:extLst>
                  <a:ext uri="{FF2B5EF4-FFF2-40B4-BE49-F238E27FC236}">
                    <a16:creationId xmlns:a16="http://schemas.microsoft.com/office/drawing/2014/main" id="{7786A62C-AC1E-44B2-A157-FBFCF505D20C}"/>
                  </a:ext>
                </a:extLst>
              </p:cNvPr>
              <p:cNvSpPr txBox="1"/>
              <p:nvPr/>
            </p:nvSpPr>
            <p:spPr>
              <a:xfrm>
                <a:off x="1003755" y="4104745"/>
                <a:ext cx="345777" cy="27754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/>
                <a:r>
                  <a:rPr lang="en-US" altLang="zh-CN" sz="1400" i="1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L5</a:t>
                </a:r>
                <a:endParaRPr lang="zh-CN" altLang="en-US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107" name="文本框 106">
                <a:extLst>
                  <a:ext uri="{FF2B5EF4-FFF2-40B4-BE49-F238E27FC236}">
                    <a16:creationId xmlns:a16="http://schemas.microsoft.com/office/drawing/2014/main" id="{800DC21D-97C1-4B32-94D7-2A723B3674E6}"/>
                  </a:ext>
                </a:extLst>
              </p:cNvPr>
              <p:cNvSpPr txBox="1"/>
              <p:nvPr/>
            </p:nvSpPr>
            <p:spPr>
              <a:xfrm>
                <a:off x="998881" y="4498741"/>
                <a:ext cx="345778" cy="27754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/>
                <a:r>
                  <a:rPr lang="en-US" altLang="zh-CN" sz="1400" i="1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L6</a:t>
                </a:r>
                <a:endParaRPr lang="zh-CN" altLang="en-US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108" name="文本框 107">
                <a:extLst>
                  <a:ext uri="{FF2B5EF4-FFF2-40B4-BE49-F238E27FC236}">
                    <a16:creationId xmlns:a16="http://schemas.microsoft.com/office/drawing/2014/main" id="{C456A798-D71B-4AEF-AC3B-F6A1573DC996}"/>
                  </a:ext>
                </a:extLst>
              </p:cNvPr>
              <p:cNvSpPr txBox="1"/>
              <p:nvPr/>
            </p:nvSpPr>
            <p:spPr>
              <a:xfrm>
                <a:off x="993227" y="4872675"/>
                <a:ext cx="345778" cy="27754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/>
                <a:r>
                  <a:rPr lang="en-US" altLang="zh-CN" sz="1400" i="1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L7</a:t>
                </a:r>
                <a:endParaRPr lang="zh-CN" altLang="en-US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</p:grpSp>
        <p:cxnSp>
          <p:nvCxnSpPr>
            <p:cNvPr id="93" name="直接连接符 92">
              <a:extLst>
                <a:ext uri="{FF2B5EF4-FFF2-40B4-BE49-F238E27FC236}">
                  <a16:creationId xmlns:a16="http://schemas.microsoft.com/office/drawing/2014/main" id="{17602ECB-06DB-4CB0-AE07-EDBE6BC8524D}"/>
                </a:ext>
              </a:extLst>
            </p:cNvPr>
            <p:cNvCxnSpPr/>
            <p:nvPr/>
          </p:nvCxnSpPr>
          <p:spPr>
            <a:xfrm>
              <a:off x="3437521" y="2305776"/>
              <a:ext cx="304188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94" name="直接连接符 93">
              <a:extLst>
                <a:ext uri="{FF2B5EF4-FFF2-40B4-BE49-F238E27FC236}">
                  <a16:creationId xmlns:a16="http://schemas.microsoft.com/office/drawing/2014/main" id="{000746E6-6482-4504-A300-F7E10F42BF49}"/>
                </a:ext>
              </a:extLst>
            </p:cNvPr>
            <p:cNvCxnSpPr/>
            <p:nvPr/>
          </p:nvCxnSpPr>
          <p:spPr>
            <a:xfrm>
              <a:off x="3430214" y="2705030"/>
              <a:ext cx="304188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95" name="直接连接符 94">
              <a:extLst>
                <a:ext uri="{FF2B5EF4-FFF2-40B4-BE49-F238E27FC236}">
                  <a16:creationId xmlns:a16="http://schemas.microsoft.com/office/drawing/2014/main" id="{975DD68C-26AA-4E7A-B7F8-47518B5BFAA9}"/>
                </a:ext>
              </a:extLst>
            </p:cNvPr>
            <p:cNvCxnSpPr/>
            <p:nvPr/>
          </p:nvCxnSpPr>
          <p:spPr>
            <a:xfrm>
              <a:off x="3437521" y="3184135"/>
              <a:ext cx="304188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96" name="直接连接符 95">
              <a:extLst>
                <a:ext uri="{FF2B5EF4-FFF2-40B4-BE49-F238E27FC236}">
                  <a16:creationId xmlns:a16="http://schemas.microsoft.com/office/drawing/2014/main" id="{01F94222-E21D-4C15-8E42-E0960A807E79}"/>
                </a:ext>
              </a:extLst>
            </p:cNvPr>
            <p:cNvCxnSpPr/>
            <p:nvPr/>
          </p:nvCxnSpPr>
          <p:spPr>
            <a:xfrm>
              <a:off x="3437521" y="3583389"/>
              <a:ext cx="304188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97" name="直接连接符 96">
              <a:extLst>
                <a:ext uri="{FF2B5EF4-FFF2-40B4-BE49-F238E27FC236}">
                  <a16:creationId xmlns:a16="http://schemas.microsoft.com/office/drawing/2014/main" id="{DFEFA219-F649-4BD1-8C10-F1780312EFF0}"/>
                </a:ext>
              </a:extLst>
            </p:cNvPr>
            <p:cNvCxnSpPr/>
            <p:nvPr/>
          </p:nvCxnSpPr>
          <p:spPr>
            <a:xfrm>
              <a:off x="3430214" y="3982643"/>
              <a:ext cx="304188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98" name="直接连接符 97">
              <a:extLst>
                <a:ext uri="{FF2B5EF4-FFF2-40B4-BE49-F238E27FC236}">
                  <a16:creationId xmlns:a16="http://schemas.microsoft.com/office/drawing/2014/main" id="{A4FC9D92-9186-44BB-8514-E400A6C3B57B}"/>
                </a:ext>
              </a:extLst>
            </p:cNvPr>
            <p:cNvCxnSpPr/>
            <p:nvPr/>
          </p:nvCxnSpPr>
          <p:spPr>
            <a:xfrm>
              <a:off x="3430214" y="4410473"/>
              <a:ext cx="304188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99" name="直接连接符 98">
              <a:extLst>
                <a:ext uri="{FF2B5EF4-FFF2-40B4-BE49-F238E27FC236}">
                  <a16:creationId xmlns:a16="http://schemas.microsoft.com/office/drawing/2014/main" id="{E2DCBC1D-425B-425B-AA9C-26E461DE1AAB}"/>
                </a:ext>
              </a:extLst>
            </p:cNvPr>
            <p:cNvCxnSpPr/>
            <p:nvPr/>
          </p:nvCxnSpPr>
          <p:spPr>
            <a:xfrm>
              <a:off x="3437521" y="4861002"/>
              <a:ext cx="304188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100" name="直接连接符 99">
              <a:extLst>
                <a:ext uri="{FF2B5EF4-FFF2-40B4-BE49-F238E27FC236}">
                  <a16:creationId xmlns:a16="http://schemas.microsoft.com/office/drawing/2014/main" id="{6D52D6D5-860E-4D19-93FE-5900B5B07A3E}"/>
                </a:ext>
              </a:extLst>
            </p:cNvPr>
            <p:cNvCxnSpPr/>
            <p:nvPr/>
          </p:nvCxnSpPr>
          <p:spPr>
            <a:xfrm>
              <a:off x="3437521" y="5260257"/>
              <a:ext cx="304188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</p:grpSp>
      <p:grpSp>
        <p:nvGrpSpPr>
          <p:cNvPr id="109" name="组合 108">
            <a:extLst>
              <a:ext uri="{FF2B5EF4-FFF2-40B4-BE49-F238E27FC236}">
                <a16:creationId xmlns:a16="http://schemas.microsoft.com/office/drawing/2014/main" id="{6B598774-FD83-42CB-9D7E-2686D8B9E885}"/>
              </a:ext>
            </a:extLst>
          </p:cNvPr>
          <p:cNvGrpSpPr/>
          <p:nvPr/>
        </p:nvGrpSpPr>
        <p:grpSpPr>
          <a:xfrm>
            <a:off x="292568" y="2765355"/>
            <a:ext cx="2285377" cy="2511840"/>
            <a:chOff x="1619681" y="2516278"/>
            <a:chExt cx="2060911" cy="2265131"/>
          </a:xfrm>
        </p:grpSpPr>
        <p:sp>
          <p:nvSpPr>
            <p:cNvPr id="110" name="斜纹 109">
              <a:extLst>
                <a:ext uri="{FF2B5EF4-FFF2-40B4-BE49-F238E27FC236}">
                  <a16:creationId xmlns:a16="http://schemas.microsoft.com/office/drawing/2014/main" id="{0F233B95-EC96-4190-A6E9-A32F8681C6D3}"/>
                </a:ext>
              </a:extLst>
            </p:cNvPr>
            <p:cNvSpPr/>
            <p:nvPr/>
          </p:nvSpPr>
          <p:spPr>
            <a:xfrm rot="19064014">
              <a:off x="1619681" y="2516278"/>
              <a:ext cx="2060911" cy="2265131"/>
            </a:xfrm>
            <a:prstGeom prst="diagStripe">
              <a:avLst>
                <a:gd name="adj" fmla="val 78754"/>
              </a:avLst>
            </a:prstGeom>
            <a:solidFill>
              <a:srgbClr val="CCFFCC"/>
            </a:solidFill>
            <a:ln w="12700" cap="flat" cmpd="sng" algn="ctr">
              <a:solidFill>
                <a:srgbClr val="333333">
                  <a:shade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eaLnBrk="1" hangingPunct="1">
                <a:defRPr/>
              </a:pPr>
              <a:endParaRPr lang="zh-CN" altLang="en-US" sz="1000" kern="0" dirty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11" name="文本框 110">
              <a:extLst>
                <a:ext uri="{FF2B5EF4-FFF2-40B4-BE49-F238E27FC236}">
                  <a16:creationId xmlns:a16="http://schemas.microsoft.com/office/drawing/2014/main" id="{1DB15691-176C-4739-92B8-B4C4816A2636}"/>
                </a:ext>
              </a:extLst>
            </p:cNvPr>
            <p:cNvSpPr txBox="1"/>
            <p:nvPr/>
          </p:nvSpPr>
          <p:spPr>
            <a:xfrm>
              <a:off x="2295119" y="2871235"/>
              <a:ext cx="295324" cy="141549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eaLnBrk="1" hangingPunct="1">
                <a:defRPr/>
              </a:pPr>
              <a:r>
                <a:rPr lang="zh-CN" altLang="en-US" sz="1600" kern="0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行索引译码器</a:t>
              </a:r>
            </a:p>
          </p:txBody>
        </p:sp>
      </p:grpSp>
      <p:grpSp>
        <p:nvGrpSpPr>
          <p:cNvPr id="112" name="组合 111">
            <a:extLst>
              <a:ext uri="{FF2B5EF4-FFF2-40B4-BE49-F238E27FC236}">
                <a16:creationId xmlns:a16="http://schemas.microsoft.com/office/drawing/2014/main" id="{852F3F56-B551-4E2F-88DE-3EDF21D0DE7E}"/>
              </a:ext>
            </a:extLst>
          </p:cNvPr>
          <p:cNvGrpSpPr/>
          <p:nvPr/>
        </p:nvGrpSpPr>
        <p:grpSpPr>
          <a:xfrm>
            <a:off x="7117968" y="2223660"/>
            <a:ext cx="1488472" cy="3418733"/>
            <a:chOff x="8453032" y="1965334"/>
            <a:chExt cx="1488472" cy="3418733"/>
          </a:xfrm>
        </p:grpSpPr>
        <p:grpSp>
          <p:nvGrpSpPr>
            <p:cNvPr id="113" name="组合 112">
              <a:extLst>
                <a:ext uri="{FF2B5EF4-FFF2-40B4-BE49-F238E27FC236}">
                  <a16:creationId xmlns:a16="http://schemas.microsoft.com/office/drawing/2014/main" id="{7F4C8D9B-84B0-4B5C-9028-7EB5D92972C4}"/>
                </a:ext>
              </a:extLst>
            </p:cNvPr>
            <p:cNvGrpSpPr/>
            <p:nvPr/>
          </p:nvGrpSpPr>
          <p:grpSpPr>
            <a:xfrm>
              <a:off x="8453032" y="1965334"/>
              <a:ext cx="974431" cy="3418733"/>
              <a:chOff x="8453032" y="1965334"/>
              <a:chExt cx="974431" cy="3418733"/>
            </a:xfrm>
          </p:grpSpPr>
          <p:grpSp>
            <p:nvGrpSpPr>
              <p:cNvPr id="115" name="组合 114">
                <a:extLst>
                  <a:ext uri="{FF2B5EF4-FFF2-40B4-BE49-F238E27FC236}">
                    <a16:creationId xmlns:a16="http://schemas.microsoft.com/office/drawing/2014/main" id="{4F184859-1D9B-4FA2-9463-E3F85C2EE544}"/>
                  </a:ext>
                </a:extLst>
              </p:cNvPr>
              <p:cNvGrpSpPr/>
              <p:nvPr/>
            </p:nvGrpSpPr>
            <p:grpSpPr>
              <a:xfrm>
                <a:off x="8453032" y="1965334"/>
                <a:ext cx="669619" cy="417176"/>
                <a:chOff x="6944101" y="2283225"/>
                <a:chExt cx="607552" cy="378508"/>
              </a:xfrm>
            </p:grpSpPr>
            <p:sp>
              <p:nvSpPr>
                <p:cNvPr id="160" name="等腰三角形 159">
                  <a:extLst>
                    <a:ext uri="{FF2B5EF4-FFF2-40B4-BE49-F238E27FC236}">
                      <a16:creationId xmlns:a16="http://schemas.microsoft.com/office/drawing/2014/main" id="{DED495C0-D417-4BE9-AD83-DA5014CAAB7A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792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161" name="直接连接符 160">
                  <a:extLst>
                    <a:ext uri="{FF2B5EF4-FFF2-40B4-BE49-F238E27FC236}">
                      <a16:creationId xmlns:a16="http://schemas.microsoft.com/office/drawing/2014/main" id="{C24BD73D-DD19-4460-91AF-4AB3994839D0}"/>
                    </a:ext>
                  </a:extLst>
                </p:cNvPr>
                <p:cNvCxnSpPr>
                  <a:endCxn id="160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62" name="直接连接符 161">
                  <a:extLst>
                    <a:ext uri="{FF2B5EF4-FFF2-40B4-BE49-F238E27FC236}">
                      <a16:creationId xmlns:a16="http://schemas.microsoft.com/office/drawing/2014/main" id="{20C3C7C1-1875-4E59-8127-F4632DFBAC7C}"/>
                    </a:ext>
                  </a:extLst>
                </p:cNvPr>
                <p:cNvCxnSpPr>
                  <a:stCxn id="160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63" name="直接连接符 162">
                  <a:extLst>
                    <a:ext uri="{FF2B5EF4-FFF2-40B4-BE49-F238E27FC236}">
                      <a16:creationId xmlns:a16="http://schemas.microsoft.com/office/drawing/2014/main" id="{038F79C2-164E-49DD-8DDD-53ECBF1551FF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164" name="文本框 163">
                  <a:extLst>
                    <a:ext uri="{FF2B5EF4-FFF2-40B4-BE49-F238E27FC236}">
                      <a16:creationId xmlns:a16="http://schemas.microsoft.com/office/drawing/2014/main" id="{C06702FF-8337-4E15-9127-4741BE18A7B4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L0</a:t>
                  </a:r>
                  <a:endParaRPr kumimoji="0" lang="zh-CN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116" name="组合 115">
                <a:extLst>
                  <a:ext uri="{FF2B5EF4-FFF2-40B4-BE49-F238E27FC236}">
                    <a16:creationId xmlns:a16="http://schemas.microsoft.com/office/drawing/2014/main" id="{5B63FDDE-C6A4-4251-86A4-FE60D28534AA}"/>
                  </a:ext>
                </a:extLst>
              </p:cNvPr>
              <p:cNvGrpSpPr/>
              <p:nvPr/>
            </p:nvGrpSpPr>
            <p:grpSpPr>
              <a:xfrm>
                <a:off x="8453032" y="2384493"/>
                <a:ext cx="646725" cy="413839"/>
                <a:chOff x="6944101" y="2286253"/>
                <a:chExt cx="586780" cy="375480"/>
              </a:xfrm>
            </p:grpSpPr>
            <p:sp>
              <p:nvSpPr>
                <p:cNvPr id="155" name="等腰三角形 154">
                  <a:extLst>
                    <a:ext uri="{FF2B5EF4-FFF2-40B4-BE49-F238E27FC236}">
                      <a16:creationId xmlns:a16="http://schemas.microsoft.com/office/drawing/2014/main" id="{82FAB97C-B262-4AC0-BBDA-53B689EA7AF2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792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156" name="直接连接符 155">
                  <a:extLst>
                    <a:ext uri="{FF2B5EF4-FFF2-40B4-BE49-F238E27FC236}">
                      <a16:creationId xmlns:a16="http://schemas.microsoft.com/office/drawing/2014/main" id="{4A207D35-A02A-4632-8592-A4657860BB6E}"/>
                    </a:ext>
                  </a:extLst>
                </p:cNvPr>
                <p:cNvCxnSpPr>
                  <a:endCxn id="155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157" name="直接连接符 156">
                  <a:extLst>
                    <a:ext uri="{FF2B5EF4-FFF2-40B4-BE49-F238E27FC236}">
                      <a16:creationId xmlns:a16="http://schemas.microsoft.com/office/drawing/2014/main" id="{1333455B-A938-488B-B4E3-E29A6C92C2BB}"/>
                    </a:ext>
                  </a:extLst>
                </p:cNvPr>
                <p:cNvCxnSpPr>
                  <a:stCxn id="155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158" name="直接连接符 157">
                  <a:extLst>
                    <a:ext uri="{FF2B5EF4-FFF2-40B4-BE49-F238E27FC236}">
                      <a16:creationId xmlns:a16="http://schemas.microsoft.com/office/drawing/2014/main" id="{8FE4EB15-1FF3-465D-8E55-FAE0A2D3DF30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159" name="文本框 158">
                  <a:extLst>
                    <a:ext uri="{FF2B5EF4-FFF2-40B4-BE49-F238E27FC236}">
                      <a16:creationId xmlns:a16="http://schemas.microsoft.com/office/drawing/2014/main" id="{4BAB39C3-A0DA-4CED-8DE0-5A6B3C898543}"/>
                    </a:ext>
                  </a:extLst>
                </p:cNvPr>
                <p:cNvSpPr txBox="1"/>
                <p:nvPr/>
              </p:nvSpPr>
              <p:spPr>
                <a:xfrm>
                  <a:off x="7214981" y="2286253"/>
                  <a:ext cx="315900" cy="2373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L1</a:t>
                  </a:r>
                  <a:endParaRPr kumimoji="0" lang="zh-CN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117" name="组合 116">
                <a:extLst>
                  <a:ext uri="{FF2B5EF4-FFF2-40B4-BE49-F238E27FC236}">
                    <a16:creationId xmlns:a16="http://schemas.microsoft.com/office/drawing/2014/main" id="{B2864DC7-5630-478D-9EAE-AEE7766BF7A9}"/>
                  </a:ext>
                </a:extLst>
              </p:cNvPr>
              <p:cNvGrpSpPr/>
              <p:nvPr/>
            </p:nvGrpSpPr>
            <p:grpSpPr>
              <a:xfrm>
                <a:off x="8453032" y="2811981"/>
                <a:ext cx="669619" cy="417176"/>
                <a:chOff x="6944101" y="2283225"/>
                <a:chExt cx="607552" cy="378508"/>
              </a:xfrm>
            </p:grpSpPr>
            <p:sp>
              <p:nvSpPr>
                <p:cNvPr id="150" name="等腰三角形 149">
                  <a:extLst>
                    <a:ext uri="{FF2B5EF4-FFF2-40B4-BE49-F238E27FC236}">
                      <a16:creationId xmlns:a16="http://schemas.microsoft.com/office/drawing/2014/main" id="{E519A8C5-D185-4305-8F19-1C8915D2A7EC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792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151" name="直接连接符 150">
                  <a:extLst>
                    <a:ext uri="{FF2B5EF4-FFF2-40B4-BE49-F238E27FC236}">
                      <a16:creationId xmlns:a16="http://schemas.microsoft.com/office/drawing/2014/main" id="{B3948F3B-478A-4B6A-BCE0-9DB98D8E6677}"/>
                    </a:ext>
                  </a:extLst>
                </p:cNvPr>
                <p:cNvCxnSpPr>
                  <a:endCxn id="150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52" name="直接连接符 151">
                  <a:extLst>
                    <a:ext uri="{FF2B5EF4-FFF2-40B4-BE49-F238E27FC236}">
                      <a16:creationId xmlns:a16="http://schemas.microsoft.com/office/drawing/2014/main" id="{D85C1B83-DA42-49B3-B5D1-103C024518F7}"/>
                    </a:ext>
                  </a:extLst>
                </p:cNvPr>
                <p:cNvCxnSpPr>
                  <a:stCxn id="150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53" name="直接连接符 152">
                  <a:extLst>
                    <a:ext uri="{FF2B5EF4-FFF2-40B4-BE49-F238E27FC236}">
                      <a16:creationId xmlns:a16="http://schemas.microsoft.com/office/drawing/2014/main" id="{EF7711DA-3913-4206-B5B8-EBB7BF597C7F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154" name="文本框 153">
                  <a:extLst>
                    <a:ext uri="{FF2B5EF4-FFF2-40B4-BE49-F238E27FC236}">
                      <a16:creationId xmlns:a16="http://schemas.microsoft.com/office/drawing/2014/main" id="{C0CD0F1D-B722-4B0B-BEBE-AAEDE4958CA5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L2</a:t>
                  </a:r>
                  <a:endParaRPr kumimoji="0" lang="zh-CN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118" name="组合 117">
                <a:extLst>
                  <a:ext uri="{FF2B5EF4-FFF2-40B4-BE49-F238E27FC236}">
                    <a16:creationId xmlns:a16="http://schemas.microsoft.com/office/drawing/2014/main" id="{8C5DBEA9-BDCB-4AE1-AD16-465123BFF306}"/>
                  </a:ext>
                </a:extLst>
              </p:cNvPr>
              <p:cNvGrpSpPr/>
              <p:nvPr/>
            </p:nvGrpSpPr>
            <p:grpSpPr>
              <a:xfrm>
                <a:off x="8453032" y="3248140"/>
                <a:ext cx="669619" cy="417176"/>
                <a:chOff x="6944101" y="2283225"/>
                <a:chExt cx="607552" cy="378508"/>
              </a:xfrm>
            </p:grpSpPr>
            <p:sp>
              <p:nvSpPr>
                <p:cNvPr id="145" name="等腰三角形 144">
                  <a:extLst>
                    <a:ext uri="{FF2B5EF4-FFF2-40B4-BE49-F238E27FC236}">
                      <a16:creationId xmlns:a16="http://schemas.microsoft.com/office/drawing/2014/main" id="{9CBAAF8D-AEED-4CCF-B195-27DD9F28CBF6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792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146" name="直接连接符 145">
                  <a:extLst>
                    <a:ext uri="{FF2B5EF4-FFF2-40B4-BE49-F238E27FC236}">
                      <a16:creationId xmlns:a16="http://schemas.microsoft.com/office/drawing/2014/main" id="{D3CA36AC-CF5A-466B-8553-2A23CB9E88ED}"/>
                    </a:ext>
                  </a:extLst>
                </p:cNvPr>
                <p:cNvCxnSpPr>
                  <a:endCxn id="145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47" name="直接连接符 146">
                  <a:extLst>
                    <a:ext uri="{FF2B5EF4-FFF2-40B4-BE49-F238E27FC236}">
                      <a16:creationId xmlns:a16="http://schemas.microsoft.com/office/drawing/2014/main" id="{21CC3517-0306-4849-927F-26736066D128}"/>
                    </a:ext>
                  </a:extLst>
                </p:cNvPr>
                <p:cNvCxnSpPr>
                  <a:stCxn id="145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48" name="直接连接符 147">
                  <a:extLst>
                    <a:ext uri="{FF2B5EF4-FFF2-40B4-BE49-F238E27FC236}">
                      <a16:creationId xmlns:a16="http://schemas.microsoft.com/office/drawing/2014/main" id="{2CC7B1EB-D607-4232-BA8C-68507EBA820E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149" name="文本框 148">
                  <a:extLst>
                    <a:ext uri="{FF2B5EF4-FFF2-40B4-BE49-F238E27FC236}">
                      <a16:creationId xmlns:a16="http://schemas.microsoft.com/office/drawing/2014/main" id="{A8DAE7BD-0B54-4AA4-9454-0F9B7FD03E1E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L3</a:t>
                  </a:r>
                  <a:endParaRPr kumimoji="0" lang="zh-CN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119" name="组合 118">
                <a:extLst>
                  <a:ext uri="{FF2B5EF4-FFF2-40B4-BE49-F238E27FC236}">
                    <a16:creationId xmlns:a16="http://schemas.microsoft.com/office/drawing/2014/main" id="{C125AA47-CE3A-4B5E-8499-2A0CE68BF06F}"/>
                  </a:ext>
                </a:extLst>
              </p:cNvPr>
              <p:cNvGrpSpPr/>
              <p:nvPr/>
            </p:nvGrpSpPr>
            <p:grpSpPr>
              <a:xfrm>
                <a:off x="8453034" y="3680004"/>
                <a:ext cx="669618" cy="417176"/>
                <a:chOff x="6944101" y="2283225"/>
                <a:chExt cx="607551" cy="378508"/>
              </a:xfrm>
            </p:grpSpPr>
            <p:sp>
              <p:nvSpPr>
                <p:cNvPr id="140" name="等腰三角形 139">
                  <a:extLst>
                    <a:ext uri="{FF2B5EF4-FFF2-40B4-BE49-F238E27FC236}">
                      <a16:creationId xmlns:a16="http://schemas.microsoft.com/office/drawing/2014/main" id="{20F4ECE2-99B7-4B2D-BB76-70E4CA82B77A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792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141" name="直接连接符 140">
                  <a:extLst>
                    <a:ext uri="{FF2B5EF4-FFF2-40B4-BE49-F238E27FC236}">
                      <a16:creationId xmlns:a16="http://schemas.microsoft.com/office/drawing/2014/main" id="{082CF102-71C5-485D-8513-B4873A1D7480}"/>
                    </a:ext>
                  </a:extLst>
                </p:cNvPr>
                <p:cNvCxnSpPr>
                  <a:endCxn id="140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42" name="直接连接符 141">
                  <a:extLst>
                    <a:ext uri="{FF2B5EF4-FFF2-40B4-BE49-F238E27FC236}">
                      <a16:creationId xmlns:a16="http://schemas.microsoft.com/office/drawing/2014/main" id="{4EE366A0-1D2C-4030-A8CB-1A35B6024C14}"/>
                    </a:ext>
                  </a:extLst>
                </p:cNvPr>
                <p:cNvCxnSpPr>
                  <a:stCxn id="140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43" name="直接连接符 142">
                  <a:extLst>
                    <a:ext uri="{FF2B5EF4-FFF2-40B4-BE49-F238E27FC236}">
                      <a16:creationId xmlns:a16="http://schemas.microsoft.com/office/drawing/2014/main" id="{2213A11C-2A17-48D5-A5EF-1FDB0EA0EEC1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144" name="文本框 143">
                  <a:extLst>
                    <a:ext uri="{FF2B5EF4-FFF2-40B4-BE49-F238E27FC236}">
                      <a16:creationId xmlns:a16="http://schemas.microsoft.com/office/drawing/2014/main" id="{383778A7-B480-4121-A587-2340813B8431}"/>
                    </a:ext>
                  </a:extLst>
                </p:cNvPr>
                <p:cNvSpPr txBox="1"/>
                <p:nvPr/>
              </p:nvSpPr>
              <p:spPr>
                <a:xfrm>
                  <a:off x="7211494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L4</a:t>
                  </a:r>
                  <a:endParaRPr kumimoji="0" lang="zh-CN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120" name="组合 119">
                <a:extLst>
                  <a:ext uri="{FF2B5EF4-FFF2-40B4-BE49-F238E27FC236}">
                    <a16:creationId xmlns:a16="http://schemas.microsoft.com/office/drawing/2014/main" id="{8946A073-5695-449F-A2FB-16A0F459EB49}"/>
                  </a:ext>
                </a:extLst>
              </p:cNvPr>
              <p:cNvGrpSpPr/>
              <p:nvPr/>
            </p:nvGrpSpPr>
            <p:grpSpPr>
              <a:xfrm>
                <a:off x="8453032" y="4094798"/>
                <a:ext cx="669619" cy="417176"/>
                <a:chOff x="6944101" y="2283225"/>
                <a:chExt cx="607552" cy="378508"/>
              </a:xfrm>
            </p:grpSpPr>
            <p:sp>
              <p:nvSpPr>
                <p:cNvPr id="135" name="等腰三角形 134">
                  <a:extLst>
                    <a:ext uri="{FF2B5EF4-FFF2-40B4-BE49-F238E27FC236}">
                      <a16:creationId xmlns:a16="http://schemas.microsoft.com/office/drawing/2014/main" id="{0FDC909D-C868-4B74-9ACE-1E1CDCB718CF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792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136" name="直接连接符 135">
                  <a:extLst>
                    <a:ext uri="{FF2B5EF4-FFF2-40B4-BE49-F238E27FC236}">
                      <a16:creationId xmlns:a16="http://schemas.microsoft.com/office/drawing/2014/main" id="{9E64F926-40C0-42A9-9EDC-49E709B07345}"/>
                    </a:ext>
                  </a:extLst>
                </p:cNvPr>
                <p:cNvCxnSpPr>
                  <a:endCxn id="135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37" name="直接连接符 136">
                  <a:extLst>
                    <a:ext uri="{FF2B5EF4-FFF2-40B4-BE49-F238E27FC236}">
                      <a16:creationId xmlns:a16="http://schemas.microsoft.com/office/drawing/2014/main" id="{7EDBD0A9-2071-40E5-B444-2B7903F0C728}"/>
                    </a:ext>
                  </a:extLst>
                </p:cNvPr>
                <p:cNvCxnSpPr>
                  <a:stCxn id="135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38" name="直接连接符 137">
                  <a:extLst>
                    <a:ext uri="{FF2B5EF4-FFF2-40B4-BE49-F238E27FC236}">
                      <a16:creationId xmlns:a16="http://schemas.microsoft.com/office/drawing/2014/main" id="{238BEADE-8816-47C2-9E8D-829F8EA609A9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139" name="文本框 138">
                  <a:extLst>
                    <a:ext uri="{FF2B5EF4-FFF2-40B4-BE49-F238E27FC236}">
                      <a16:creationId xmlns:a16="http://schemas.microsoft.com/office/drawing/2014/main" id="{ACB05A76-0117-4D73-933A-B60A43E21653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L5</a:t>
                  </a:r>
                  <a:endParaRPr kumimoji="0" lang="zh-CN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121" name="组合 120">
                <a:extLst>
                  <a:ext uri="{FF2B5EF4-FFF2-40B4-BE49-F238E27FC236}">
                    <a16:creationId xmlns:a16="http://schemas.microsoft.com/office/drawing/2014/main" id="{2D7F1F3B-A995-4577-AB68-A6AF0FD8D237}"/>
                  </a:ext>
                </a:extLst>
              </p:cNvPr>
              <p:cNvGrpSpPr/>
              <p:nvPr/>
            </p:nvGrpSpPr>
            <p:grpSpPr>
              <a:xfrm>
                <a:off x="8453032" y="4541149"/>
                <a:ext cx="669619" cy="417176"/>
                <a:chOff x="6944101" y="2283225"/>
                <a:chExt cx="607552" cy="378508"/>
              </a:xfrm>
            </p:grpSpPr>
            <p:sp>
              <p:nvSpPr>
                <p:cNvPr id="130" name="等腰三角形 129">
                  <a:extLst>
                    <a:ext uri="{FF2B5EF4-FFF2-40B4-BE49-F238E27FC236}">
                      <a16:creationId xmlns:a16="http://schemas.microsoft.com/office/drawing/2014/main" id="{6DF8A311-DD2A-4DF7-8192-D15B813992E0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792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131" name="直接连接符 130">
                  <a:extLst>
                    <a:ext uri="{FF2B5EF4-FFF2-40B4-BE49-F238E27FC236}">
                      <a16:creationId xmlns:a16="http://schemas.microsoft.com/office/drawing/2014/main" id="{F1365EA3-290B-41B5-9B04-554510183606}"/>
                    </a:ext>
                  </a:extLst>
                </p:cNvPr>
                <p:cNvCxnSpPr>
                  <a:endCxn id="130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32" name="直接连接符 131">
                  <a:extLst>
                    <a:ext uri="{FF2B5EF4-FFF2-40B4-BE49-F238E27FC236}">
                      <a16:creationId xmlns:a16="http://schemas.microsoft.com/office/drawing/2014/main" id="{E48B625E-CF07-414C-AF6E-9E6383A05345}"/>
                    </a:ext>
                  </a:extLst>
                </p:cNvPr>
                <p:cNvCxnSpPr>
                  <a:stCxn id="130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33" name="直接连接符 132">
                  <a:extLst>
                    <a:ext uri="{FF2B5EF4-FFF2-40B4-BE49-F238E27FC236}">
                      <a16:creationId xmlns:a16="http://schemas.microsoft.com/office/drawing/2014/main" id="{05337CBE-94D9-4913-9592-7E11B1EC8857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134" name="文本框 133">
                  <a:extLst>
                    <a:ext uri="{FF2B5EF4-FFF2-40B4-BE49-F238E27FC236}">
                      <a16:creationId xmlns:a16="http://schemas.microsoft.com/office/drawing/2014/main" id="{507AE582-2AFD-4847-89EE-2532B17D060E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L6</a:t>
                  </a:r>
                  <a:endParaRPr kumimoji="0" lang="zh-CN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122" name="组合 121">
                <a:extLst>
                  <a:ext uri="{FF2B5EF4-FFF2-40B4-BE49-F238E27FC236}">
                    <a16:creationId xmlns:a16="http://schemas.microsoft.com/office/drawing/2014/main" id="{0D8A5998-4703-4AEF-B74E-B6A9AD45AC84}"/>
                  </a:ext>
                </a:extLst>
              </p:cNvPr>
              <p:cNvGrpSpPr/>
              <p:nvPr/>
            </p:nvGrpSpPr>
            <p:grpSpPr>
              <a:xfrm>
                <a:off x="8453032" y="4966891"/>
                <a:ext cx="669619" cy="417176"/>
                <a:chOff x="6944101" y="2283225"/>
                <a:chExt cx="607552" cy="378508"/>
              </a:xfrm>
            </p:grpSpPr>
            <p:sp>
              <p:nvSpPr>
                <p:cNvPr id="125" name="等腰三角形 124">
                  <a:extLst>
                    <a:ext uri="{FF2B5EF4-FFF2-40B4-BE49-F238E27FC236}">
                      <a16:creationId xmlns:a16="http://schemas.microsoft.com/office/drawing/2014/main" id="{037FA32E-A2E2-4B2F-A682-395DD1D170A8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792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126" name="直接连接符 125">
                  <a:extLst>
                    <a:ext uri="{FF2B5EF4-FFF2-40B4-BE49-F238E27FC236}">
                      <a16:creationId xmlns:a16="http://schemas.microsoft.com/office/drawing/2014/main" id="{142DD8CD-0CB6-4C5D-A364-04441657A3FE}"/>
                    </a:ext>
                  </a:extLst>
                </p:cNvPr>
                <p:cNvCxnSpPr>
                  <a:endCxn id="125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27" name="直接连接符 126">
                  <a:extLst>
                    <a:ext uri="{FF2B5EF4-FFF2-40B4-BE49-F238E27FC236}">
                      <a16:creationId xmlns:a16="http://schemas.microsoft.com/office/drawing/2014/main" id="{331169D6-5B41-4014-A03C-A6B406883BBE}"/>
                    </a:ext>
                  </a:extLst>
                </p:cNvPr>
                <p:cNvCxnSpPr>
                  <a:stCxn id="125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128" name="直接连接符 127">
                  <a:extLst>
                    <a:ext uri="{FF2B5EF4-FFF2-40B4-BE49-F238E27FC236}">
                      <a16:creationId xmlns:a16="http://schemas.microsoft.com/office/drawing/2014/main" id="{25BB6E42-E9E5-4E40-829E-B720A5E1B61B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129" name="文本框 128">
                  <a:extLst>
                    <a:ext uri="{FF2B5EF4-FFF2-40B4-BE49-F238E27FC236}">
                      <a16:creationId xmlns:a16="http://schemas.microsoft.com/office/drawing/2014/main" id="{1BEC5821-9A24-451D-B546-80060FB33231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1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L7</a:t>
                  </a:r>
                  <a:endParaRPr kumimoji="0" lang="zh-CN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cxnSp>
            <p:nvCxnSpPr>
              <p:cNvPr id="123" name="直接连接符 122">
                <a:extLst>
                  <a:ext uri="{FF2B5EF4-FFF2-40B4-BE49-F238E27FC236}">
                    <a16:creationId xmlns:a16="http://schemas.microsoft.com/office/drawing/2014/main" id="{D0169F64-0D83-4A2F-9756-F4248B26FC89}"/>
                  </a:ext>
                </a:extLst>
              </p:cNvPr>
              <p:cNvCxnSpPr/>
              <p:nvPr/>
            </p:nvCxnSpPr>
            <p:spPr>
              <a:xfrm>
                <a:off x="9101736" y="2297233"/>
                <a:ext cx="0" cy="3001557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124" name="直接连接符 123">
                <a:extLst>
                  <a:ext uri="{FF2B5EF4-FFF2-40B4-BE49-F238E27FC236}">
                    <a16:creationId xmlns:a16="http://schemas.microsoft.com/office/drawing/2014/main" id="{E5E5B1D0-AB47-4DC0-A5B0-A68D667CA34B}"/>
                  </a:ext>
                </a:extLst>
              </p:cNvPr>
              <p:cNvCxnSpPr/>
              <p:nvPr/>
            </p:nvCxnSpPr>
            <p:spPr>
              <a:xfrm flipH="1">
                <a:off x="9110925" y="3798009"/>
                <a:ext cx="31653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</p:grpSp>
        <p:sp>
          <p:nvSpPr>
            <p:cNvPr id="114" name="矩形 113">
              <a:extLst>
                <a:ext uri="{FF2B5EF4-FFF2-40B4-BE49-F238E27FC236}">
                  <a16:creationId xmlns:a16="http://schemas.microsoft.com/office/drawing/2014/main" id="{6623C375-7DAF-4974-89E0-8C457E71E5FE}"/>
                </a:ext>
              </a:extLst>
            </p:cNvPr>
            <p:cNvSpPr/>
            <p:nvPr/>
          </p:nvSpPr>
          <p:spPr>
            <a:xfrm>
              <a:off x="8854081" y="4648042"/>
              <a:ext cx="1087423" cy="204777"/>
            </a:xfrm>
            <a:prstGeom prst="rect">
              <a:avLst/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SlotData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165" name="组合 164">
            <a:extLst>
              <a:ext uri="{FF2B5EF4-FFF2-40B4-BE49-F238E27FC236}">
                <a16:creationId xmlns:a16="http://schemas.microsoft.com/office/drawing/2014/main" id="{82D8B29B-7199-4FDC-83BE-9D47E9F6945E}"/>
              </a:ext>
            </a:extLst>
          </p:cNvPr>
          <p:cNvGrpSpPr/>
          <p:nvPr/>
        </p:nvGrpSpPr>
        <p:grpSpPr>
          <a:xfrm>
            <a:off x="3995273" y="6163477"/>
            <a:ext cx="881973" cy="594715"/>
            <a:chOff x="4617197" y="5911056"/>
            <a:chExt cx="881973" cy="594715"/>
          </a:xfrm>
        </p:grpSpPr>
        <p:sp>
          <p:nvSpPr>
            <p:cNvPr id="166" name="文本框 165">
              <a:extLst>
                <a:ext uri="{FF2B5EF4-FFF2-40B4-BE49-F238E27FC236}">
                  <a16:creationId xmlns:a16="http://schemas.microsoft.com/office/drawing/2014/main" id="{5684328E-0E46-42F5-BEE1-5238685ADDC8}"/>
                </a:ext>
              </a:extLst>
            </p:cNvPr>
            <p:cNvSpPr txBox="1"/>
            <p:nvPr/>
          </p:nvSpPr>
          <p:spPr>
            <a:xfrm>
              <a:off x="4617197" y="6197994"/>
              <a:ext cx="8819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1" hangingPunct="1"/>
              <a:r>
                <a:rPr lang="en-US" altLang="zh-CN" sz="1400" b="1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Hit/miss</a:t>
              </a:r>
              <a:endParaRPr lang="zh-CN" altLang="en-US" sz="1400" b="1" i="1" dirty="0">
                <a:solidFill>
                  <a:srgbClr val="000000"/>
                </a:solidFill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167" name="直接连接符 166">
              <a:extLst>
                <a:ext uri="{FF2B5EF4-FFF2-40B4-BE49-F238E27FC236}">
                  <a16:creationId xmlns:a16="http://schemas.microsoft.com/office/drawing/2014/main" id="{FC8C1CD5-2810-46BE-9966-D06DEA211BBB}"/>
                </a:ext>
              </a:extLst>
            </p:cNvPr>
            <p:cNvCxnSpPr/>
            <p:nvPr/>
          </p:nvCxnSpPr>
          <p:spPr>
            <a:xfrm>
              <a:off x="4991651" y="5911056"/>
              <a:ext cx="0" cy="294169"/>
            </a:xfrm>
            <a:prstGeom prst="line">
              <a:avLst/>
            </a:prstGeom>
            <a:noFill/>
            <a:ln w="28575" cap="flat" cmpd="sng" algn="ctr">
              <a:solidFill>
                <a:srgbClr val="333333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</p:grpSp>
      <p:cxnSp>
        <p:nvCxnSpPr>
          <p:cNvPr id="168" name="直接连接符 167">
            <a:extLst>
              <a:ext uri="{FF2B5EF4-FFF2-40B4-BE49-F238E27FC236}">
                <a16:creationId xmlns:a16="http://schemas.microsoft.com/office/drawing/2014/main" id="{8BEC68C4-D5B6-41BB-9982-7FF31EA683EA}"/>
              </a:ext>
            </a:extLst>
          </p:cNvPr>
          <p:cNvCxnSpPr/>
          <p:nvPr/>
        </p:nvCxnSpPr>
        <p:spPr>
          <a:xfrm>
            <a:off x="1236027" y="1748264"/>
            <a:ext cx="0" cy="754006"/>
          </a:xfrm>
          <a:prstGeom prst="line">
            <a:avLst/>
          </a:prstGeom>
          <a:noFill/>
          <a:ln w="38100" cap="flat" cmpd="sng" algn="ctr">
            <a:solidFill>
              <a:srgbClr val="1FB965"/>
            </a:solidFill>
            <a:prstDash val="solid"/>
          </a:ln>
          <a:effectLst/>
        </p:spPr>
      </p:cxnSp>
      <p:cxnSp>
        <p:nvCxnSpPr>
          <p:cNvPr id="169" name="直接连接符 168">
            <a:extLst>
              <a:ext uri="{FF2B5EF4-FFF2-40B4-BE49-F238E27FC236}">
                <a16:creationId xmlns:a16="http://schemas.microsoft.com/office/drawing/2014/main" id="{D8DF1E98-7504-4153-BC9F-5B5120FE06A5}"/>
              </a:ext>
            </a:extLst>
          </p:cNvPr>
          <p:cNvCxnSpPr/>
          <p:nvPr/>
        </p:nvCxnSpPr>
        <p:spPr>
          <a:xfrm>
            <a:off x="431524" y="1748263"/>
            <a:ext cx="0" cy="4484010"/>
          </a:xfrm>
          <a:prstGeom prst="line">
            <a:avLst/>
          </a:prstGeom>
          <a:noFill/>
          <a:ln w="38100" cap="sq" cmpd="sng" algn="ctr">
            <a:solidFill>
              <a:srgbClr val="1FB965"/>
            </a:solidFill>
            <a:prstDash val="solid"/>
            <a:miter lim="800000"/>
          </a:ln>
          <a:effectLst/>
        </p:spPr>
      </p:cxnSp>
      <p:cxnSp>
        <p:nvCxnSpPr>
          <p:cNvPr id="170" name="直接连接符 169">
            <a:extLst>
              <a:ext uri="{FF2B5EF4-FFF2-40B4-BE49-F238E27FC236}">
                <a16:creationId xmlns:a16="http://schemas.microsoft.com/office/drawing/2014/main" id="{F3A8451D-C4C2-4BA6-B409-7CA62518531A}"/>
              </a:ext>
            </a:extLst>
          </p:cNvPr>
          <p:cNvCxnSpPr/>
          <p:nvPr/>
        </p:nvCxnSpPr>
        <p:spPr>
          <a:xfrm>
            <a:off x="431289" y="6232273"/>
            <a:ext cx="2396831" cy="0"/>
          </a:xfrm>
          <a:prstGeom prst="line">
            <a:avLst/>
          </a:prstGeom>
          <a:noFill/>
          <a:ln w="38100" cap="sq" cmpd="sng" algn="ctr">
            <a:solidFill>
              <a:srgbClr val="1FB965"/>
            </a:solidFill>
            <a:prstDash val="solid"/>
            <a:miter lim="800000"/>
          </a:ln>
          <a:effectLst/>
        </p:spPr>
      </p:cxnSp>
      <p:sp>
        <p:nvSpPr>
          <p:cNvPr id="171" name="矩形 170">
            <a:extLst>
              <a:ext uri="{FF2B5EF4-FFF2-40B4-BE49-F238E27FC236}">
                <a16:creationId xmlns:a16="http://schemas.microsoft.com/office/drawing/2014/main" id="{4BB002A4-1ACE-44B6-A69E-25167BCFDDCE}"/>
              </a:ext>
            </a:extLst>
          </p:cNvPr>
          <p:cNvSpPr/>
          <p:nvPr/>
        </p:nvSpPr>
        <p:spPr>
          <a:xfrm>
            <a:off x="5390009" y="2845885"/>
            <a:ext cx="799223" cy="253499"/>
          </a:xfrm>
          <a:prstGeom prst="rect">
            <a:avLst/>
          </a:prstGeom>
          <a:solidFill>
            <a:srgbClr val="FFC000">
              <a:lumMod val="60000"/>
              <a:lumOff val="40000"/>
            </a:srgbClr>
          </a:solidFill>
          <a:ln w="38100" cap="flat" cmpd="sng" algn="ctr">
            <a:solidFill>
              <a:srgbClr val="FF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微软雅黑"/>
              <a:cs typeface="Arial" pitchFamily="34" charset="0"/>
            </a:endParaRPr>
          </a:p>
        </p:txBody>
      </p:sp>
      <p:cxnSp>
        <p:nvCxnSpPr>
          <p:cNvPr id="172" name="直接连接符 171">
            <a:extLst>
              <a:ext uri="{FF2B5EF4-FFF2-40B4-BE49-F238E27FC236}">
                <a16:creationId xmlns:a16="http://schemas.microsoft.com/office/drawing/2014/main" id="{620E496E-001A-431D-BE22-1DF42B297983}"/>
              </a:ext>
            </a:extLst>
          </p:cNvPr>
          <p:cNvCxnSpPr/>
          <p:nvPr/>
        </p:nvCxnSpPr>
        <p:spPr>
          <a:xfrm>
            <a:off x="2448530" y="1621514"/>
            <a:ext cx="6130641" cy="0"/>
          </a:xfrm>
          <a:prstGeom prst="line">
            <a:avLst/>
          </a:prstGeom>
          <a:noFill/>
          <a:ln w="38100" cap="flat" cmpd="sng" algn="ctr">
            <a:solidFill>
              <a:srgbClr val="1FB965"/>
            </a:solidFill>
            <a:prstDash val="solid"/>
          </a:ln>
          <a:effectLst/>
        </p:spPr>
      </p:cxnSp>
      <p:cxnSp>
        <p:nvCxnSpPr>
          <p:cNvPr id="173" name="直接连接符 172">
            <a:extLst>
              <a:ext uri="{FF2B5EF4-FFF2-40B4-BE49-F238E27FC236}">
                <a16:creationId xmlns:a16="http://schemas.microsoft.com/office/drawing/2014/main" id="{33E6BD8C-9604-4B1C-AB8E-12E0DDF97C6C}"/>
              </a:ext>
            </a:extLst>
          </p:cNvPr>
          <p:cNvCxnSpPr/>
          <p:nvPr/>
        </p:nvCxnSpPr>
        <p:spPr>
          <a:xfrm>
            <a:off x="8579171" y="1621514"/>
            <a:ext cx="0" cy="1646764"/>
          </a:xfrm>
          <a:prstGeom prst="line">
            <a:avLst/>
          </a:prstGeom>
          <a:noFill/>
          <a:ln w="38100" cap="sq" cmpd="sng" algn="ctr">
            <a:solidFill>
              <a:srgbClr val="1FB965"/>
            </a:solidFill>
            <a:prstDash val="solid"/>
            <a:miter lim="800000"/>
          </a:ln>
          <a:effectLst/>
        </p:spPr>
      </p:cxnSp>
      <p:cxnSp>
        <p:nvCxnSpPr>
          <p:cNvPr id="174" name="直接连接符 173">
            <a:extLst>
              <a:ext uri="{FF2B5EF4-FFF2-40B4-BE49-F238E27FC236}">
                <a16:creationId xmlns:a16="http://schemas.microsoft.com/office/drawing/2014/main" id="{A8076484-4B35-4D87-80AE-08B7EF10807C}"/>
              </a:ext>
            </a:extLst>
          </p:cNvPr>
          <p:cNvCxnSpPr>
            <a:stCxn id="274" idx="3"/>
          </p:cNvCxnSpPr>
          <p:nvPr/>
        </p:nvCxnSpPr>
        <p:spPr>
          <a:xfrm>
            <a:off x="8579171" y="4798863"/>
            <a:ext cx="0" cy="1354542"/>
          </a:xfrm>
          <a:prstGeom prst="line">
            <a:avLst/>
          </a:prstGeom>
          <a:noFill/>
          <a:ln w="38100" cap="sq" cmpd="sng" algn="ctr">
            <a:solidFill>
              <a:srgbClr val="1FB965"/>
            </a:solidFill>
            <a:prstDash val="solid"/>
            <a:miter lim="800000"/>
            <a:tailEnd type="none"/>
          </a:ln>
          <a:effectLst/>
        </p:spPr>
      </p:cxnSp>
      <p:cxnSp>
        <p:nvCxnSpPr>
          <p:cNvPr id="175" name="直接连接符 174">
            <a:extLst>
              <a:ext uri="{FF2B5EF4-FFF2-40B4-BE49-F238E27FC236}">
                <a16:creationId xmlns:a16="http://schemas.microsoft.com/office/drawing/2014/main" id="{B2415395-C99F-417E-81E4-D1635FC95D4B}"/>
              </a:ext>
            </a:extLst>
          </p:cNvPr>
          <p:cNvCxnSpPr/>
          <p:nvPr/>
        </p:nvCxnSpPr>
        <p:spPr>
          <a:xfrm>
            <a:off x="3629863" y="6161025"/>
            <a:ext cx="4949308" cy="0"/>
          </a:xfrm>
          <a:prstGeom prst="line">
            <a:avLst/>
          </a:prstGeom>
          <a:noFill/>
          <a:ln w="38100" cap="sq" cmpd="sng" algn="ctr">
            <a:solidFill>
              <a:srgbClr val="1FB965"/>
            </a:solidFill>
            <a:prstDash val="solid"/>
            <a:miter lim="800000"/>
          </a:ln>
          <a:effectLst/>
        </p:spPr>
      </p:cxnSp>
      <p:grpSp>
        <p:nvGrpSpPr>
          <p:cNvPr id="176" name="组合 175">
            <a:extLst>
              <a:ext uri="{FF2B5EF4-FFF2-40B4-BE49-F238E27FC236}">
                <a16:creationId xmlns:a16="http://schemas.microsoft.com/office/drawing/2014/main" id="{80C80231-8310-4927-B22C-79894227D3F6}"/>
              </a:ext>
            </a:extLst>
          </p:cNvPr>
          <p:cNvGrpSpPr/>
          <p:nvPr/>
        </p:nvGrpSpPr>
        <p:grpSpPr>
          <a:xfrm>
            <a:off x="3995272" y="6168380"/>
            <a:ext cx="800881" cy="594715"/>
            <a:chOff x="4617196" y="5911056"/>
            <a:chExt cx="800881" cy="594715"/>
          </a:xfrm>
        </p:grpSpPr>
        <p:sp>
          <p:nvSpPr>
            <p:cNvPr id="177" name="文本框 176">
              <a:extLst>
                <a:ext uri="{FF2B5EF4-FFF2-40B4-BE49-F238E27FC236}">
                  <a16:creationId xmlns:a16="http://schemas.microsoft.com/office/drawing/2014/main" id="{B0A84228-D72B-4C95-B4D4-594E04F9452E}"/>
                </a:ext>
              </a:extLst>
            </p:cNvPr>
            <p:cNvSpPr txBox="1"/>
            <p:nvPr/>
          </p:nvSpPr>
          <p:spPr>
            <a:xfrm>
              <a:off x="4617196" y="6197994"/>
              <a:ext cx="800881" cy="307777"/>
            </a:xfrm>
            <a:prstGeom prst="rect">
              <a:avLst/>
            </a:prstGeom>
            <a:solidFill>
              <a:srgbClr val="FFFF00"/>
            </a:solidFill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pPr eaLnBrk="1" hangingPunct="1"/>
              <a:r>
                <a:rPr lang="en-US" altLang="zh-CN" sz="1400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    </a:t>
              </a:r>
              <a:r>
                <a:rPr lang="en-US" altLang="zh-CN" sz="1400" b="1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Hit</a:t>
              </a:r>
              <a:endParaRPr lang="zh-CN" altLang="en-US" sz="1400" b="1" i="1" dirty="0">
                <a:solidFill>
                  <a:srgbClr val="000000"/>
                </a:solidFill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178" name="直接连接符 177">
              <a:extLst>
                <a:ext uri="{FF2B5EF4-FFF2-40B4-BE49-F238E27FC236}">
                  <a16:creationId xmlns:a16="http://schemas.microsoft.com/office/drawing/2014/main" id="{3EE6562A-3D79-45D9-88CE-D920D0CEFD97}"/>
                </a:ext>
              </a:extLst>
            </p:cNvPr>
            <p:cNvCxnSpPr/>
            <p:nvPr/>
          </p:nvCxnSpPr>
          <p:spPr>
            <a:xfrm>
              <a:off x="4991651" y="5911056"/>
              <a:ext cx="0" cy="294169"/>
            </a:xfrm>
            <a:prstGeom prst="line">
              <a:avLst/>
            </a:prstGeom>
            <a:noFill/>
            <a:ln w="38100" cap="flat" cmpd="sng" algn="ctr">
              <a:solidFill>
                <a:srgbClr val="1FB965"/>
              </a:solidFill>
              <a:prstDash val="solid"/>
              <a:tailEnd type="triangle"/>
            </a:ln>
            <a:effectLst/>
          </p:spPr>
        </p:cxnSp>
      </p:grpSp>
      <p:grpSp>
        <p:nvGrpSpPr>
          <p:cNvPr id="179" name="组合 178">
            <a:extLst>
              <a:ext uri="{FF2B5EF4-FFF2-40B4-BE49-F238E27FC236}">
                <a16:creationId xmlns:a16="http://schemas.microsoft.com/office/drawing/2014/main" id="{CEC08522-99EC-43D0-AA59-C2234EFD126D}"/>
              </a:ext>
            </a:extLst>
          </p:cNvPr>
          <p:cNvGrpSpPr/>
          <p:nvPr/>
        </p:nvGrpSpPr>
        <p:grpSpPr>
          <a:xfrm>
            <a:off x="1417645" y="2685442"/>
            <a:ext cx="383439" cy="307777"/>
            <a:chOff x="3428984" y="2427116"/>
            <a:chExt cx="383439" cy="307777"/>
          </a:xfrm>
        </p:grpSpPr>
        <p:sp>
          <p:nvSpPr>
            <p:cNvPr id="180" name="文本框 179">
              <a:extLst>
                <a:ext uri="{FF2B5EF4-FFF2-40B4-BE49-F238E27FC236}">
                  <a16:creationId xmlns:a16="http://schemas.microsoft.com/office/drawing/2014/main" id="{79893526-E6D4-4057-ABCC-B3870FC23025}"/>
                </a:ext>
              </a:extLst>
            </p:cNvPr>
            <p:cNvSpPr txBox="1"/>
            <p:nvPr/>
          </p:nvSpPr>
          <p:spPr>
            <a:xfrm>
              <a:off x="3428984" y="2427116"/>
              <a:ext cx="383439" cy="307777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none" rtlCol="0">
              <a:spAutoFit/>
            </a:bodyPr>
            <a:lstStyle/>
            <a:p>
              <a:pPr eaLnBrk="1" hangingPunct="1"/>
              <a:r>
                <a:rPr lang="en-US" altLang="zh-CN" sz="1400" i="1" dirty="0">
                  <a:ln>
                    <a:solidFill>
                      <a:srgbClr val="00CC00"/>
                    </a:solidFill>
                  </a:ln>
                  <a:solidFill>
                    <a:srgbClr val="00CC00"/>
                  </a:solidFill>
                  <a:latin typeface="Arial" charset="0"/>
                  <a:ea typeface="华文细黑" pitchFamily="2" charset="-122"/>
                </a:rPr>
                <a:t>L1</a:t>
              </a:r>
              <a:endParaRPr lang="zh-CN" altLang="en-US" sz="1400" i="1" dirty="0">
                <a:ln>
                  <a:solidFill>
                    <a:srgbClr val="00CC00"/>
                  </a:solidFill>
                </a:ln>
                <a:solidFill>
                  <a:srgbClr val="00CC00"/>
                </a:solidFill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181" name="直接连接符 180">
              <a:extLst>
                <a:ext uri="{FF2B5EF4-FFF2-40B4-BE49-F238E27FC236}">
                  <a16:creationId xmlns:a16="http://schemas.microsoft.com/office/drawing/2014/main" id="{96875EAE-A203-4966-95AA-B1EEE9FA89AA}"/>
                </a:ext>
              </a:extLst>
            </p:cNvPr>
            <p:cNvCxnSpPr/>
            <p:nvPr/>
          </p:nvCxnSpPr>
          <p:spPr>
            <a:xfrm>
              <a:off x="3430214" y="2705031"/>
              <a:ext cx="304188" cy="0"/>
            </a:xfrm>
            <a:prstGeom prst="line">
              <a:avLst/>
            </a:prstGeom>
            <a:noFill/>
            <a:ln w="38100" cap="flat" cmpd="sng" algn="ctr">
              <a:solidFill>
                <a:srgbClr val="00CC00"/>
              </a:solidFill>
              <a:prstDash val="solid"/>
            </a:ln>
            <a:effectLst/>
          </p:spPr>
        </p:cxnSp>
      </p:grpSp>
      <p:grpSp>
        <p:nvGrpSpPr>
          <p:cNvPr id="182" name="组合 181">
            <a:extLst>
              <a:ext uri="{FF2B5EF4-FFF2-40B4-BE49-F238E27FC236}">
                <a16:creationId xmlns:a16="http://schemas.microsoft.com/office/drawing/2014/main" id="{0E828586-52DB-436A-924A-E450B14E529C}"/>
              </a:ext>
            </a:extLst>
          </p:cNvPr>
          <p:cNvGrpSpPr/>
          <p:nvPr/>
        </p:nvGrpSpPr>
        <p:grpSpPr>
          <a:xfrm>
            <a:off x="292568" y="2765355"/>
            <a:ext cx="2285377" cy="2511840"/>
            <a:chOff x="1619681" y="2516278"/>
            <a:chExt cx="2060911" cy="2265131"/>
          </a:xfrm>
        </p:grpSpPr>
        <p:sp>
          <p:nvSpPr>
            <p:cNvPr id="183" name="斜纹 182">
              <a:extLst>
                <a:ext uri="{FF2B5EF4-FFF2-40B4-BE49-F238E27FC236}">
                  <a16:creationId xmlns:a16="http://schemas.microsoft.com/office/drawing/2014/main" id="{7AB695D5-7AEA-47F9-BA38-EFE2EDF1C435}"/>
                </a:ext>
              </a:extLst>
            </p:cNvPr>
            <p:cNvSpPr/>
            <p:nvPr/>
          </p:nvSpPr>
          <p:spPr>
            <a:xfrm rot="19064014">
              <a:off x="1619681" y="2516278"/>
              <a:ext cx="2060911" cy="2265131"/>
            </a:xfrm>
            <a:prstGeom prst="diagStripe">
              <a:avLst>
                <a:gd name="adj" fmla="val 78754"/>
              </a:avLst>
            </a:prstGeom>
            <a:solidFill>
              <a:srgbClr val="CCFFCC"/>
            </a:solidFill>
            <a:ln w="38100" cap="flat" cmpd="sng" algn="ctr">
              <a:solidFill>
                <a:srgbClr val="1FB965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eaLnBrk="1" hangingPunct="1">
                <a:defRPr/>
              </a:pPr>
              <a:endParaRPr lang="zh-CN" altLang="en-US" sz="1000" kern="0" dirty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184" name="文本框 183">
              <a:extLst>
                <a:ext uri="{FF2B5EF4-FFF2-40B4-BE49-F238E27FC236}">
                  <a16:creationId xmlns:a16="http://schemas.microsoft.com/office/drawing/2014/main" id="{B27EBF89-FB67-465A-949B-16CBB911E2FC}"/>
                </a:ext>
              </a:extLst>
            </p:cNvPr>
            <p:cNvSpPr txBox="1"/>
            <p:nvPr/>
          </p:nvSpPr>
          <p:spPr>
            <a:xfrm>
              <a:off x="2295119" y="2871235"/>
              <a:ext cx="295324" cy="1415490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pPr eaLnBrk="1" hangingPunct="1">
                <a:defRPr/>
              </a:pPr>
              <a:r>
                <a:rPr lang="zh-CN" altLang="en-US" sz="1600" kern="0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行索引译码器</a:t>
              </a:r>
            </a:p>
          </p:txBody>
        </p:sp>
      </p:grpSp>
      <p:grpSp>
        <p:nvGrpSpPr>
          <p:cNvPr id="185" name="组合 184">
            <a:extLst>
              <a:ext uri="{FF2B5EF4-FFF2-40B4-BE49-F238E27FC236}">
                <a16:creationId xmlns:a16="http://schemas.microsoft.com/office/drawing/2014/main" id="{2232E231-EE98-495D-B603-079A90B943D2}"/>
              </a:ext>
            </a:extLst>
          </p:cNvPr>
          <p:cNvGrpSpPr/>
          <p:nvPr/>
        </p:nvGrpSpPr>
        <p:grpSpPr>
          <a:xfrm>
            <a:off x="7117968" y="2637025"/>
            <a:ext cx="639505" cy="419630"/>
            <a:chOff x="6944101" y="2280998"/>
            <a:chExt cx="580229" cy="380735"/>
          </a:xfrm>
        </p:grpSpPr>
        <p:sp>
          <p:nvSpPr>
            <p:cNvPr id="186" name="等腰三角形 185">
              <a:extLst>
                <a:ext uri="{FF2B5EF4-FFF2-40B4-BE49-F238E27FC236}">
                  <a16:creationId xmlns:a16="http://schemas.microsoft.com/office/drawing/2014/main" id="{2F32398F-C239-459E-BDD9-84100C37D334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28575">
              <a:solidFill>
                <a:srgbClr val="1FB96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187" name="直接连接符 186">
              <a:extLst>
                <a:ext uri="{FF2B5EF4-FFF2-40B4-BE49-F238E27FC236}">
                  <a16:creationId xmlns:a16="http://schemas.microsoft.com/office/drawing/2014/main" id="{43B5BCC7-B6FC-4E5E-813C-253B207E972B}"/>
                </a:ext>
              </a:extLst>
            </p:cNvPr>
            <p:cNvCxnSpPr>
              <a:endCxn id="186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28575">
              <a:solidFill>
                <a:srgbClr val="1FB965"/>
              </a:solidFill>
              <a:round/>
              <a:headEnd/>
              <a:tailEnd type="none" w="lg" len="lg"/>
            </a:ln>
          </p:spPr>
        </p:cxnSp>
        <p:cxnSp>
          <p:nvCxnSpPr>
            <p:cNvPr id="188" name="直接连接符 187">
              <a:extLst>
                <a:ext uri="{FF2B5EF4-FFF2-40B4-BE49-F238E27FC236}">
                  <a16:creationId xmlns:a16="http://schemas.microsoft.com/office/drawing/2014/main" id="{CF3EED60-24C2-4F20-8887-F09FFD15E0E7}"/>
                </a:ext>
              </a:extLst>
            </p:cNvPr>
            <p:cNvCxnSpPr>
              <a:stCxn id="186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28575">
              <a:solidFill>
                <a:srgbClr val="1FB965"/>
              </a:solidFill>
              <a:round/>
              <a:headEnd/>
              <a:tailEnd type="none" w="lg" len="lg"/>
            </a:ln>
          </p:spPr>
        </p:cxnSp>
        <p:cxnSp>
          <p:nvCxnSpPr>
            <p:cNvPr id="189" name="直接连接符 188">
              <a:extLst>
                <a:ext uri="{FF2B5EF4-FFF2-40B4-BE49-F238E27FC236}">
                  <a16:creationId xmlns:a16="http://schemas.microsoft.com/office/drawing/2014/main" id="{8381B13C-04E3-42E9-88D2-EBACB8FA8263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28575" cap="sq">
              <a:solidFill>
                <a:srgbClr val="1FB965"/>
              </a:solidFill>
              <a:miter lim="800000"/>
              <a:headEnd/>
              <a:tailEnd type="none" w="lg" len="lg"/>
            </a:ln>
          </p:spPr>
        </p:cxnSp>
        <p:sp>
          <p:nvSpPr>
            <p:cNvPr id="190" name="文本框 189">
              <a:extLst>
                <a:ext uri="{FF2B5EF4-FFF2-40B4-BE49-F238E27FC236}">
                  <a16:creationId xmlns:a16="http://schemas.microsoft.com/office/drawing/2014/main" id="{87AD96C9-F613-4CDA-B4A2-830DFD13AEA3}"/>
                </a:ext>
              </a:extLst>
            </p:cNvPr>
            <p:cNvSpPr txBox="1"/>
            <p:nvPr/>
          </p:nvSpPr>
          <p:spPr>
            <a:xfrm>
              <a:off x="7206595" y="2280998"/>
              <a:ext cx="315900" cy="2373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srgbClr val="1FB965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L1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1FB965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</p:grpSp>
      <p:grpSp>
        <p:nvGrpSpPr>
          <p:cNvPr id="191" name="组合 190">
            <a:extLst>
              <a:ext uri="{FF2B5EF4-FFF2-40B4-BE49-F238E27FC236}">
                <a16:creationId xmlns:a16="http://schemas.microsoft.com/office/drawing/2014/main" id="{2EBA59FC-68EB-4638-829A-94639B1974C6}"/>
              </a:ext>
            </a:extLst>
          </p:cNvPr>
          <p:cNvGrpSpPr/>
          <p:nvPr/>
        </p:nvGrpSpPr>
        <p:grpSpPr>
          <a:xfrm>
            <a:off x="28803" y="1485928"/>
            <a:ext cx="2419727" cy="253498"/>
            <a:chOff x="5435309" y="683791"/>
            <a:chExt cx="2419727" cy="253498"/>
          </a:xfrm>
        </p:grpSpPr>
        <p:sp>
          <p:nvSpPr>
            <p:cNvPr id="192" name="矩形 191">
              <a:extLst>
                <a:ext uri="{FF2B5EF4-FFF2-40B4-BE49-F238E27FC236}">
                  <a16:creationId xmlns:a16="http://schemas.microsoft.com/office/drawing/2014/main" id="{8A25129E-1CC6-4154-B65A-0DF983473E5A}"/>
                </a:ext>
              </a:extLst>
            </p:cNvPr>
            <p:cNvSpPr/>
            <p:nvPr/>
          </p:nvSpPr>
          <p:spPr>
            <a:xfrm>
              <a:off x="5435309" y="683791"/>
              <a:ext cx="799224" cy="253498"/>
            </a:xfrm>
            <a:prstGeom prst="rect">
              <a:avLst/>
            </a:prstGeom>
            <a:solidFill>
              <a:srgbClr val="00B0F0"/>
            </a:solidFill>
            <a:ln w="285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666</a:t>
              </a:r>
              <a:endParaRPr lang="zh-CN" altLang="en-US" sz="16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93" name="矩形 192">
              <a:extLst>
                <a:ext uri="{FF2B5EF4-FFF2-40B4-BE49-F238E27FC236}">
                  <a16:creationId xmlns:a16="http://schemas.microsoft.com/office/drawing/2014/main" id="{7269D37B-290A-4FCF-BA9F-E3794A5AC829}"/>
                </a:ext>
              </a:extLst>
            </p:cNvPr>
            <p:cNvSpPr/>
            <p:nvPr/>
          </p:nvSpPr>
          <p:spPr>
            <a:xfrm>
              <a:off x="6234533" y="683791"/>
              <a:ext cx="810252" cy="253498"/>
            </a:xfrm>
            <a:prstGeom prst="rect">
              <a:avLst/>
            </a:prstGeom>
            <a:solidFill>
              <a:srgbClr val="CCFFCC"/>
            </a:solidFill>
            <a:ln w="285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194" name="矩形 193">
              <a:extLst>
                <a:ext uri="{FF2B5EF4-FFF2-40B4-BE49-F238E27FC236}">
                  <a16:creationId xmlns:a16="http://schemas.microsoft.com/office/drawing/2014/main" id="{CA1D452D-11B4-4C3A-BC7E-24FDD9D7C02A}"/>
                </a:ext>
              </a:extLst>
            </p:cNvPr>
            <p:cNvSpPr/>
            <p:nvPr/>
          </p:nvSpPr>
          <p:spPr>
            <a:xfrm>
              <a:off x="7044784" y="683791"/>
              <a:ext cx="810252" cy="253498"/>
            </a:xfrm>
            <a:prstGeom prst="rect">
              <a:avLst/>
            </a:prstGeom>
            <a:solidFill>
              <a:srgbClr val="FFC000"/>
            </a:solidFill>
            <a:ln w="285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195" name="组合 194">
            <a:extLst>
              <a:ext uri="{FF2B5EF4-FFF2-40B4-BE49-F238E27FC236}">
                <a16:creationId xmlns:a16="http://schemas.microsoft.com/office/drawing/2014/main" id="{85D41579-B3B3-4F51-90CC-36801601EA62}"/>
              </a:ext>
            </a:extLst>
          </p:cNvPr>
          <p:cNvGrpSpPr/>
          <p:nvPr/>
        </p:nvGrpSpPr>
        <p:grpSpPr>
          <a:xfrm>
            <a:off x="2796549" y="2214275"/>
            <a:ext cx="669620" cy="3788868"/>
            <a:chOff x="8453032" y="1965334"/>
            <a:chExt cx="669620" cy="3788868"/>
          </a:xfrm>
        </p:grpSpPr>
        <p:grpSp>
          <p:nvGrpSpPr>
            <p:cNvPr id="196" name="组合 195">
              <a:extLst>
                <a:ext uri="{FF2B5EF4-FFF2-40B4-BE49-F238E27FC236}">
                  <a16:creationId xmlns:a16="http://schemas.microsoft.com/office/drawing/2014/main" id="{7F2AF737-D19C-46F4-935F-EA668C5B1906}"/>
                </a:ext>
              </a:extLst>
            </p:cNvPr>
            <p:cNvGrpSpPr/>
            <p:nvPr/>
          </p:nvGrpSpPr>
          <p:grpSpPr>
            <a:xfrm>
              <a:off x="8453032" y="1965334"/>
              <a:ext cx="669619" cy="417176"/>
              <a:chOff x="6944101" y="2283225"/>
              <a:chExt cx="607552" cy="378508"/>
            </a:xfrm>
          </p:grpSpPr>
          <p:sp>
            <p:nvSpPr>
              <p:cNvPr id="240" name="等腰三角形 239">
                <a:extLst>
                  <a:ext uri="{FF2B5EF4-FFF2-40B4-BE49-F238E27FC236}">
                    <a16:creationId xmlns:a16="http://schemas.microsoft.com/office/drawing/2014/main" id="{D324230F-99EF-4131-A1A9-FB05D27ABA0F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41" name="直接连接符 240">
                <a:extLst>
                  <a:ext uri="{FF2B5EF4-FFF2-40B4-BE49-F238E27FC236}">
                    <a16:creationId xmlns:a16="http://schemas.microsoft.com/office/drawing/2014/main" id="{4B0A6775-6CA0-44C3-9AC9-00823B76B7BA}"/>
                  </a:ext>
                </a:extLst>
              </p:cNvPr>
              <p:cNvCxnSpPr>
                <a:endCxn id="240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42" name="直接连接符 241">
                <a:extLst>
                  <a:ext uri="{FF2B5EF4-FFF2-40B4-BE49-F238E27FC236}">
                    <a16:creationId xmlns:a16="http://schemas.microsoft.com/office/drawing/2014/main" id="{D245C726-B1BC-4882-9E33-4A7F84E45A8B}"/>
                  </a:ext>
                </a:extLst>
              </p:cNvPr>
              <p:cNvCxnSpPr>
                <a:stCxn id="240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43" name="直接连接符 242">
                <a:extLst>
                  <a:ext uri="{FF2B5EF4-FFF2-40B4-BE49-F238E27FC236}">
                    <a16:creationId xmlns:a16="http://schemas.microsoft.com/office/drawing/2014/main" id="{6EDBC3B4-8A17-427D-AC44-58512B4BC472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244" name="文本框 243">
                <a:extLst>
                  <a:ext uri="{FF2B5EF4-FFF2-40B4-BE49-F238E27FC236}">
                    <a16:creationId xmlns:a16="http://schemas.microsoft.com/office/drawing/2014/main" id="{0E41020D-ABE4-4754-B3B2-8785A410404A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L0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197" name="组合 196">
              <a:extLst>
                <a:ext uri="{FF2B5EF4-FFF2-40B4-BE49-F238E27FC236}">
                  <a16:creationId xmlns:a16="http://schemas.microsoft.com/office/drawing/2014/main" id="{46662478-9C8D-4635-9D41-DB3DDD91EE4D}"/>
                </a:ext>
              </a:extLst>
            </p:cNvPr>
            <p:cNvGrpSpPr/>
            <p:nvPr/>
          </p:nvGrpSpPr>
          <p:grpSpPr>
            <a:xfrm>
              <a:off x="8453032" y="2384493"/>
              <a:ext cx="646725" cy="413839"/>
              <a:chOff x="6944101" y="2286253"/>
              <a:chExt cx="586780" cy="375480"/>
            </a:xfrm>
          </p:grpSpPr>
          <p:cxnSp>
            <p:nvCxnSpPr>
              <p:cNvPr id="235" name="直接连接符 234">
                <a:extLst>
                  <a:ext uri="{FF2B5EF4-FFF2-40B4-BE49-F238E27FC236}">
                    <a16:creationId xmlns:a16="http://schemas.microsoft.com/office/drawing/2014/main" id="{B432A9BF-0AC5-407E-80EA-18428D080FF6}"/>
                  </a:ext>
                </a:extLst>
              </p:cNvPr>
              <p:cNvCxnSpPr>
                <a:endCxn id="239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236" name="直接连接符 235">
                <a:extLst>
                  <a:ext uri="{FF2B5EF4-FFF2-40B4-BE49-F238E27FC236}">
                    <a16:creationId xmlns:a16="http://schemas.microsoft.com/office/drawing/2014/main" id="{DCF09D95-031A-45A3-8E5E-3CD05AC45515}"/>
                  </a:ext>
                </a:extLst>
              </p:cNvPr>
              <p:cNvCxnSpPr>
                <a:stCxn id="239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237" name="直接连接符 236">
                <a:extLst>
                  <a:ext uri="{FF2B5EF4-FFF2-40B4-BE49-F238E27FC236}">
                    <a16:creationId xmlns:a16="http://schemas.microsoft.com/office/drawing/2014/main" id="{7AB17DA2-5206-414F-8AB1-74BDE6DF2E52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238" name="文本框 237">
                <a:extLst>
                  <a:ext uri="{FF2B5EF4-FFF2-40B4-BE49-F238E27FC236}">
                    <a16:creationId xmlns:a16="http://schemas.microsoft.com/office/drawing/2014/main" id="{FB614C63-7514-450C-B620-12413FF58EC2}"/>
                  </a:ext>
                </a:extLst>
              </p:cNvPr>
              <p:cNvSpPr txBox="1"/>
              <p:nvPr/>
            </p:nvSpPr>
            <p:spPr>
              <a:xfrm>
                <a:off x="7214981" y="2286253"/>
                <a:ext cx="315900" cy="2373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L1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239" name="等腰三角形 238">
                <a:extLst>
                  <a:ext uri="{FF2B5EF4-FFF2-40B4-BE49-F238E27FC236}">
                    <a16:creationId xmlns:a16="http://schemas.microsoft.com/office/drawing/2014/main" id="{76D68B38-B639-4397-B32E-7EBA4FF8910F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</p:grpSp>
        <p:grpSp>
          <p:nvGrpSpPr>
            <p:cNvPr id="198" name="组合 197">
              <a:extLst>
                <a:ext uri="{FF2B5EF4-FFF2-40B4-BE49-F238E27FC236}">
                  <a16:creationId xmlns:a16="http://schemas.microsoft.com/office/drawing/2014/main" id="{912B8EF9-4D30-442D-BDBB-91512B75C5C7}"/>
                </a:ext>
              </a:extLst>
            </p:cNvPr>
            <p:cNvGrpSpPr/>
            <p:nvPr/>
          </p:nvGrpSpPr>
          <p:grpSpPr>
            <a:xfrm>
              <a:off x="8453032" y="2811981"/>
              <a:ext cx="669619" cy="417176"/>
              <a:chOff x="6944101" y="2283225"/>
              <a:chExt cx="607552" cy="378508"/>
            </a:xfrm>
          </p:grpSpPr>
          <p:sp>
            <p:nvSpPr>
              <p:cNvPr id="230" name="等腰三角形 229">
                <a:extLst>
                  <a:ext uri="{FF2B5EF4-FFF2-40B4-BE49-F238E27FC236}">
                    <a16:creationId xmlns:a16="http://schemas.microsoft.com/office/drawing/2014/main" id="{AF369080-542F-4466-B8F1-1F8A4E3669A9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31" name="直接连接符 230">
                <a:extLst>
                  <a:ext uri="{FF2B5EF4-FFF2-40B4-BE49-F238E27FC236}">
                    <a16:creationId xmlns:a16="http://schemas.microsoft.com/office/drawing/2014/main" id="{A2A1C76F-51A6-4CB4-92BD-8AA5B2B3A1B8}"/>
                  </a:ext>
                </a:extLst>
              </p:cNvPr>
              <p:cNvCxnSpPr>
                <a:endCxn id="230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32" name="直接连接符 231">
                <a:extLst>
                  <a:ext uri="{FF2B5EF4-FFF2-40B4-BE49-F238E27FC236}">
                    <a16:creationId xmlns:a16="http://schemas.microsoft.com/office/drawing/2014/main" id="{4F53EB3E-86FF-4FAE-9516-AD8617CEB386}"/>
                  </a:ext>
                </a:extLst>
              </p:cNvPr>
              <p:cNvCxnSpPr>
                <a:stCxn id="230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33" name="直接连接符 232">
                <a:extLst>
                  <a:ext uri="{FF2B5EF4-FFF2-40B4-BE49-F238E27FC236}">
                    <a16:creationId xmlns:a16="http://schemas.microsoft.com/office/drawing/2014/main" id="{C36A4A82-E008-4701-9BFF-DF5EBCF36371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234" name="文本框 233">
                <a:extLst>
                  <a:ext uri="{FF2B5EF4-FFF2-40B4-BE49-F238E27FC236}">
                    <a16:creationId xmlns:a16="http://schemas.microsoft.com/office/drawing/2014/main" id="{20BF1259-0EDF-433B-846E-03C09F3FA16F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L2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199" name="组合 198">
              <a:extLst>
                <a:ext uri="{FF2B5EF4-FFF2-40B4-BE49-F238E27FC236}">
                  <a16:creationId xmlns:a16="http://schemas.microsoft.com/office/drawing/2014/main" id="{DDF7858E-6685-43A7-82A6-01D8621CD1A8}"/>
                </a:ext>
              </a:extLst>
            </p:cNvPr>
            <p:cNvGrpSpPr/>
            <p:nvPr/>
          </p:nvGrpSpPr>
          <p:grpSpPr>
            <a:xfrm>
              <a:off x="8453032" y="3248140"/>
              <a:ext cx="669619" cy="417176"/>
              <a:chOff x="6944101" y="2283225"/>
              <a:chExt cx="607552" cy="378508"/>
            </a:xfrm>
          </p:grpSpPr>
          <p:sp>
            <p:nvSpPr>
              <p:cNvPr id="225" name="等腰三角形 224">
                <a:extLst>
                  <a:ext uri="{FF2B5EF4-FFF2-40B4-BE49-F238E27FC236}">
                    <a16:creationId xmlns:a16="http://schemas.microsoft.com/office/drawing/2014/main" id="{7B1265F5-6D1F-41C6-A9E8-0A1719B3811C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26" name="直接连接符 225">
                <a:extLst>
                  <a:ext uri="{FF2B5EF4-FFF2-40B4-BE49-F238E27FC236}">
                    <a16:creationId xmlns:a16="http://schemas.microsoft.com/office/drawing/2014/main" id="{D4AA74CA-4656-4519-A7F0-6E7AB24F6F53}"/>
                  </a:ext>
                </a:extLst>
              </p:cNvPr>
              <p:cNvCxnSpPr>
                <a:endCxn id="225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27" name="直接连接符 226">
                <a:extLst>
                  <a:ext uri="{FF2B5EF4-FFF2-40B4-BE49-F238E27FC236}">
                    <a16:creationId xmlns:a16="http://schemas.microsoft.com/office/drawing/2014/main" id="{50DC1051-A9FA-4798-B95F-F22528E8D73C}"/>
                  </a:ext>
                </a:extLst>
              </p:cNvPr>
              <p:cNvCxnSpPr>
                <a:stCxn id="225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28" name="直接连接符 227">
                <a:extLst>
                  <a:ext uri="{FF2B5EF4-FFF2-40B4-BE49-F238E27FC236}">
                    <a16:creationId xmlns:a16="http://schemas.microsoft.com/office/drawing/2014/main" id="{739E569A-ED1A-4DE7-9260-77CC6EE69C25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229" name="文本框 228">
                <a:extLst>
                  <a:ext uri="{FF2B5EF4-FFF2-40B4-BE49-F238E27FC236}">
                    <a16:creationId xmlns:a16="http://schemas.microsoft.com/office/drawing/2014/main" id="{70B30731-88D4-4D82-9CA8-5FB1A3691E00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L3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200" name="组合 199">
              <a:extLst>
                <a:ext uri="{FF2B5EF4-FFF2-40B4-BE49-F238E27FC236}">
                  <a16:creationId xmlns:a16="http://schemas.microsoft.com/office/drawing/2014/main" id="{585CC518-9BC1-4624-8084-9A9D975DFF9A}"/>
                </a:ext>
              </a:extLst>
            </p:cNvPr>
            <p:cNvGrpSpPr/>
            <p:nvPr/>
          </p:nvGrpSpPr>
          <p:grpSpPr>
            <a:xfrm>
              <a:off x="8453034" y="3680004"/>
              <a:ext cx="669618" cy="417176"/>
              <a:chOff x="6944101" y="2283225"/>
              <a:chExt cx="607551" cy="378508"/>
            </a:xfrm>
          </p:grpSpPr>
          <p:sp>
            <p:nvSpPr>
              <p:cNvPr id="220" name="等腰三角形 219">
                <a:extLst>
                  <a:ext uri="{FF2B5EF4-FFF2-40B4-BE49-F238E27FC236}">
                    <a16:creationId xmlns:a16="http://schemas.microsoft.com/office/drawing/2014/main" id="{9167B681-1344-499E-A969-2C652ABAC254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21" name="直接连接符 220">
                <a:extLst>
                  <a:ext uri="{FF2B5EF4-FFF2-40B4-BE49-F238E27FC236}">
                    <a16:creationId xmlns:a16="http://schemas.microsoft.com/office/drawing/2014/main" id="{BA775436-EC39-41E2-99AE-DADE352ED3CC}"/>
                  </a:ext>
                </a:extLst>
              </p:cNvPr>
              <p:cNvCxnSpPr>
                <a:endCxn id="220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22" name="直接连接符 221">
                <a:extLst>
                  <a:ext uri="{FF2B5EF4-FFF2-40B4-BE49-F238E27FC236}">
                    <a16:creationId xmlns:a16="http://schemas.microsoft.com/office/drawing/2014/main" id="{BB5A5E4A-E1F5-4D2C-A16B-73B33072C42C}"/>
                  </a:ext>
                </a:extLst>
              </p:cNvPr>
              <p:cNvCxnSpPr>
                <a:stCxn id="220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23" name="直接连接符 222">
                <a:extLst>
                  <a:ext uri="{FF2B5EF4-FFF2-40B4-BE49-F238E27FC236}">
                    <a16:creationId xmlns:a16="http://schemas.microsoft.com/office/drawing/2014/main" id="{EBE62141-56E6-4EAD-B627-8D29C052874A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224" name="文本框 223">
                <a:extLst>
                  <a:ext uri="{FF2B5EF4-FFF2-40B4-BE49-F238E27FC236}">
                    <a16:creationId xmlns:a16="http://schemas.microsoft.com/office/drawing/2014/main" id="{A53B9C64-7730-43DA-8AF0-85C922782FCE}"/>
                  </a:ext>
                </a:extLst>
              </p:cNvPr>
              <p:cNvSpPr txBox="1"/>
              <p:nvPr/>
            </p:nvSpPr>
            <p:spPr>
              <a:xfrm>
                <a:off x="7211494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L4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201" name="组合 200">
              <a:extLst>
                <a:ext uri="{FF2B5EF4-FFF2-40B4-BE49-F238E27FC236}">
                  <a16:creationId xmlns:a16="http://schemas.microsoft.com/office/drawing/2014/main" id="{273CD93B-787E-4470-B6AA-77A1358E186C}"/>
                </a:ext>
              </a:extLst>
            </p:cNvPr>
            <p:cNvGrpSpPr/>
            <p:nvPr/>
          </p:nvGrpSpPr>
          <p:grpSpPr>
            <a:xfrm>
              <a:off x="8453032" y="4094798"/>
              <a:ext cx="669619" cy="417176"/>
              <a:chOff x="6944101" y="2283225"/>
              <a:chExt cx="607552" cy="378508"/>
            </a:xfrm>
          </p:grpSpPr>
          <p:sp>
            <p:nvSpPr>
              <p:cNvPr id="215" name="等腰三角形 214">
                <a:extLst>
                  <a:ext uri="{FF2B5EF4-FFF2-40B4-BE49-F238E27FC236}">
                    <a16:creationId xmlns:a16="http://schemas.microsoft.com/office/drawing/2014/main" id="{38041F61-7755-4DF1-86D2-5806DD23F772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16" name="直接连接符 215">
                <a:extLst>
                  <a:ext uri="{FF2B5EF4-FFF2-40B4-BE49-F238E27FC236}">
                    <a16:creationId xmlns:a16="http://schemas.microsoft.com/office/drawing/2014/main" id="{9CB9B2DF-9AAE-433E-96C1-7E534E592268}"/>
                  </a:ext>
                </a:extLst>
              </p:cNvPr>
              <p:cNvCxnSpPr>
                <a:endCxn id="215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17" name="直接连接符 216">
                <a:extLst>
                  <a:ext uri="{FF2B5EF4-FFF2-40B4-BE49-F238E27FC236}">
                    <a16:creationId xmlns:a16="http://schemas.microsoft.com/office/drawing/2014/main" id="{E7440C89-249E-44ED-BE4A-768E437AFA50}"/>
                  </a:ext>
                </a:extLst>
              </p:cNvPr>
              <p:cNvCxnSpPr>
                <a:stCxn id="215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18" name="直接连接符 217">
                <a:extLst>
                  <a:ext uri="{FF2B5EF4-FFF2-40B4-BE49-F238E27FC236}">
                    <a16:creationId xmlns:a16="http://schemas.microsoft.com/office/drawing/2014/main" id="{BD4DE0CE-F52F-47CC-806C-CFCC5C5E79BE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219" name="文本框 218">
                <a:extLst>
                  <a:ext uri="{FF2B5EF4-FFF2-40B4-BE49-F238E27FC236}">
                    <a16:creationId xmlns:a16="http://schemas.microsoft.com/office/drawing/2014/main" id="{A5815435-2022-4FFA-AA46-A875A903E873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L5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202" name="组合 201">
              <a:extLst>
                <a:ext uri="{FF2B5EF4-FFF2-40B4-BE49-F238E27FC236}">
                  <a16:creationId xmlns:a16="http://schemas.microsoft.com/office/drawing/2014/main" id="{67526476-9E99-41E4-9E1D-B418DC7AAA2C}"/>
                </a:ext>
              </a:extLst>
            </p:cNvPr>
            <p:cNvGrpSpPr/>
            <p:nvPr/>
          </p:nvGrpSpPr>
          <p:grpSpPr>
            <a:xfrm>
              <a:off x="8453032" y="4541149"/>
              <a:ext cx="669619" cy="417176"/>
              <a:chOff x="6944101" y="2283225"/>
              <a:chExt cx="607552" cy="378508"/>
            </a:xfrm>
          </p:grpSpPr>
          <p:sp>
            <p:nvSpPr>
              <p:cNvPr id="210" name="等腰三角形 209">
                <a:extLst>
                  <a:ext uri="{FF2B5EF4-FFF2-40B4-BE49-F238E27FC236}">
                    <a16:creationId xmlns:a16="http://schemas.microsoft.com/office/drawing/2014/main" id="{799C2A03-611F-4CB3-BF61-BFB315946872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11" name="直接连接符 210">
                <a:extLst>
                  <a:ext uri="{FF2B5EF4-FFF2-40B4-BE49-F238E27FC236}">
                    <a16:creationId xmlns:a16="http://schemas.microsoft.com/office/drawing/2014/main" id="{0A8B385C-5E65-4C21-9F2A-4FF451657B2A}"/>
                  </a:ext>
                </a:extLst>
              </p:cNvPr>
              <p:cNvCxnSpPr>
                <a:endCxn id="210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12" name="直接连接符 211">
                <a:extLst>
                  <a:ext uri="{FF2B5EF4-FFF2-40B4-BE49-F238E27FC236}">
                    <a16:creationId xmlns:a16="http://schemas.microsoft.com/office/drawing/2014/main" id="{43BEA699-E3F3-4C71-8F5B-5E8856D8AF32}"/>
                  </a:ext>
                </a:extLst>
              </p:cNvPr>
              <p:cNvCxnSpPr>
                <a:stCxn id="210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13" name="直接连接符 212">
                <a:extLst>
                  <a:ext uri="{FF2B5EF4-FFF2-40B4-BE49-F238E27FC236}">
                    <a16:creationId xmlns:a16="http://schemas.microsoft.com/office/drawing/2014/main" id="{973A3426-2E65-4A2D-9755-252A010A5DEB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214" name="文本框 213">
                <a:extLst>
                  <a:ext uri="{FF2B5EF4-FFF2-40B4-BE49-F238E27FC236}">
                    <a16:creationId xmlns:a16="http://schemas.microsoft.com/office/drawing/2014/main" id="{8E8EC8DE-5F22-44E3-94E8-CB2855928504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L6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203" name="组合 202">
              <a:extLst>
                <a:ext uri="{FF2B5EF4-FFF2-40B4-BE49-F238E27FC236}">
                  <a16:creationId xmlns:a16="http://schemas.microsoft.com/office/drawing/2014/main" id="{3903731F-CBE2-4843-9CAF-785F4636476E}"/>
                </a:ext>
              </a:extLst>
            </p:cNvPr>
            <p:cNvGrpSpPr/>
            <p:nvPr/>
          </p:nvGrpSpPr>
          <p:grpSpPr>
            <a:xfrm>
              <a:off x="8453032" y="4966891"/>
              <a:ext cx="669619" cy="417176"/>
              <a:chOff x="6944101" y="2283225"/>
              <a:chExt cx="607552" cy="378508"/>
            </a:xfrm>
          </p:grpSpPr>
          <p:sp>
            <p:nvSpPr>
              <p:cNvPr id="205" name="等腰三角形 204">
                <a:extLst>
                  <a:ext uri="{FF2B5EF4-FFF2-40B4-BE49-F238E27FC236}">
                    <a16:creationId xmlns:a16="http://schemas.microsoft.com/office/drawing/2014/main" id="{D69FCC94-5CC6-4B0C-9613-7CE129556813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06" name="直接连接符 205">
                <a:extLst>
                  <a:ext uri="{FF2B5EF4-FFF2-40B4-BE49-F238E27FC236}">
                    <a16:creationId xmlns:a16="http://schemas.microsoft.com/office/drawing/2014/main" id="{C88A5BCC-E604-4C88-85F8-BA71F172670C}"/>
                  </a:ext>
                </a:extLst>
              </p:cNvPr>
              <p:cNvCxnSpPr>
                <a:endCxn id="205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07" name="直接连接符 206">
                <a:extLst>
                  <a:ext uri="{FF2B5EF4-FFF2-40B4-BE49-F238E27FC236}">
                    <a16:creationId xmlns:a16="http://schemas.microsoft.com/office/drawing/2014/main" id="{0F8264CB-2805-4151-9F16-5512FD60A842}"/>
                  </a:ext>
                </a:extLst>
              </p:cNvPr>
              <p:cNvCxnSpPr>
                <a:stCxn id="205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208" name="直接连接符 207">
                <a:extLst>
                  <a:ext uri="{FF2B5EF4-FFF2-40B4-BE49-F238E27FC236}">
                    <a16:creationId xmlns:a16="http://schemas.microsoft.com/office/drawing/2014/main" id="{A39707BC-F970-495A-93A1-EEF3BFC48861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209" name="文本框 208">
                <a:extLst>
                  <a:ext uri="{FF2B5EF4-FFF2-40B4-BE49-F238E27FC236}">
                    <a16:creationId xmlns:a16="http://schemas.microsoft.com/office/drawing/2014/main" id="{1CD60FB3-F615-48D1-B5E5-331D8D2DAA34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L7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cxnSp>
          <p:nvCxnSpPr>
            <p:cNvPr id="204" name="直接连接符 203">
              <a:extLst>
                <a:ext uri="{FF2B5EF4-FFF2-40B4-BE49-F238E27FC236}">
                  <a16:creationId xmlns:a16="http://schemas.microsoft.com/office/drawing/2014/main" id="{4BAFD5D7-EC31-4066-B042-7FB3A21E07D8}"/>
                </a:ext>
              </a:extLst>
            </p:cNvPr>
            <p:cNvCxnSpPr/>
            <p:nvPr/>
          </p:nvCxnSpPr>
          <p:spPr>
            <a:xfrm>
              <a:off x="9101736" y="2297233"/>
              <a:ext cx="0" cy="3456969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</p:grpSp>
      <p:grpSp>
        <p:nvGrpSpPr>
          <p:cNvPr id="245" name="组合 244">
            <a:extLst>
              <a:ext uri="{FF2B5EF4-FFF2-40B4-BE49-F238E27FC236}">
                <a16:creationId xmlns:a16="http://schemas.microsoft.com/office/drawing/2014/main" id="{42DC1CB7-811D-4748-90C9-D897C87A3390}"/>
              </a:ext>
            </a:extLst>
          </p:cNvPr>
          <p:cNvGrpSpPr/>
          <p:nvPr/>
        </p:nvGrpSpPr>
        <p:grpSpPr>
          <a:xfrm>
            <a:off x="8010090" y="3105402"/>
            <a:ext cx="1033066" cy="1807506"/>
            <a:chOff x="9345154" y="2847076"/>
            <a:chExt cx="1033066" cy="1807506"/>
          </a:xfrm>
        </p:grpSpPr>
        <p:sp>
          <p:nvSpPr>
            <p:cNvPr id="246" name="矩形 245">
              <a:extLst>
                <a:ext uri="{FF2B5EF4-FFF2-40B4-BE49-F238E27FC236}">
                  <a16:creationId xmlns:a16="http://schemas.microsoft.com/office/drawing/2014/main" id="{67646420-9B6C-47F2-B43F-715A138C84CF}"/>
                </a:ext>
              </a:extLst>
            </p:cNvPr>
            <p:cNvSpPr/>
            <p:nvPr/>
          </p:nvSpPr>
          <p:spPr>
            <a:xfrm>
              <a:off x="9354711" y="3398593"/>
              <a:ext cx="452586" cy="274804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1</a:t>
              </a:r>
            </a:p>
          </p:txBody>
        </p:sp>
        <p:sp>
          <p:nvSpPr>
            <p:cNvPr id="247" name="矩形 246">
              <a:extLst>
                <a:ext uri="{FF2B5EF4-FFF2-40B4-BE49-F238E27FC236}">
                  <a16:creationId xmlns:a16="http://schemas.microsoft.com/office/drawing/2014/main" id="{4E863028-C096-4AF3-A7F6-8ED3BA8FADAB}"/>
                </a:ext>
              </a:extLst>
            </p:cNvPr>
            <p:cNvSpPr/>
            <p:nvPr/>
          </p:nvSpPr>
          <p:spPr>
            <a:xfrm>
              <a:off x="9345154" y="3053529"/>
              <a:ext cx="452586" cy="274804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0</a:t>
              </a:r>
            </a:p>
          </p:txBody>
        </p:sp>
        <p:sp>
          <p:nvSpPr>
            <p:cNvPr id="248" name="矩形 247">
              <a:extLst>
                <a:ext uri="{FF2B5EF4-FFF2-40B4-BE49-F238E27FC236}">
                  <a16:creationId xmlns:a16="http://schemas.microsoft.com/office/drawing/2014/main" id="{265E3904-6E48-43FB-8A35-F95782C97BFF}"/>
                </a:ext>
              </a:extLst>
            </p:cNvPr>
            <p:cNvSpPr/>
            <p:nvPr/>
          </p:nvSpPr>
          <p:spPr>
            <a:xfrm>
              <a:off x="9356012" y="3724950"/>
              <a:ext cx="452586" cy="274804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2</a:t>
              </a:r>
            </a:p>
          </p:txBody>
        </p:sp>
        <p:sp>
          <p:nvSpPr>
            <p:cNvPr id="249" name="矩形 248">
              <a:extLst>
                <a:ext uri="{FF2B5EF4-FFF2-40B4-BE49-F238E27FC236}">
                  <a16:creationId xmlns:a16="http://schemas.microsoft.com/office/drawing/2014/main" id="{1D16116E-00E2-463C-8E78-382968692AEC}"/>
                </a:ext>
              </a:extLst>
            </p:cNvPr>
            <p:cNvSpPr/>
            <p:nvPr/>
          </p:nvSpPr>
          <p:spPr>
            <a:xfrm>
              <a:off x="9356671" y="4049268"/>
              <a:ext cx="452586" cy="274804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3</a:t>
              </a:r>
            </a:p>
          </p:txBody>
        </p:sp>
        <p:grpSp>
          <p:nvGrpSpPr>
            <p:cNvPr id="250" name="组合 249">
              <a:extLst>
                <a:ext uri="{FF2B5EF4-FFF2-40B4-BE49-F238E27FC236}">
                  <a16:creationId xmlns:a16="http://schemas.microsoft.com/office/drawing/2014/main" id="{792B5187-A602-4AAB-B9A0-1BE70200142C}"/>
                </a:ext>
              </a:extLst>
            </p:cNvPr>
            <p:cNvGrpSpPr/>
            <p:nvPr/>
          </p:nvGrpSpPr>
          <p:grpSpPr>
            <a:xfrm>
              <a:off x="9427463" y="2847076"/>
              <a:ext cx="950757" cy="1807506"/>
              <a:chOff x="9427463" y="2847076"/>
              <a:chExt cx="950757" cy="1807506"/>
            </a:xfrm>
          </p:grpSpPr>
          <p:cxnSp>
            <p:nvCxnSpPr>
              <p:cNvPr id="252" name="直接连接符 251">
                <a:extLst>
                  <a:ext uri="{FF2B5EF4-FFF2-40B4-BE49-F238E27FC236}">
                    <a16:creationId xmlns:a16="http://schemas.microsoft.com/office/drawing/2014/main" id="{B5BA0C1F-2B73-4912-BAC4-E9B6048705FE}"/>
                  </a:ext>
                </a:extLst>
              </p:cNvPr>
              <p:cNvCxnSpPr/>
              <p:nvPr/>
            </p:nvCxnSpPr>
            <p:spPr>
              <a:xfrm rot="16200000">
                <a:off x="10182094" y="3653730"/>
                <a:ext cx="0" cy="292376"/>
              </a:xfrm>
              <a:prstGeom prst="line">
                <a:avLst/>
              </a:prstGeom>
              <a:noFill/>
              <a:ln w="25400" cap="flat" cmpd="sng" algn="ctr">
                <a:solidFill>
                  <a:srgbClr val="5B9BD5"/>
                </a:solidFill>
                <a:prstDash val="solid"/>
                <a:miter lim="800000"/>
                <a:tailEnd type="triangle"/>
              </a:ln>
              <a:effectLst/>
            </p:spPr>
          </p:cxnSp>
          <p:grpSp>
            <p:nvGrpSpPr>
              <p:cNvPr id="253" name="组合 252">
                <a:extLst>
                  <a:ext uri="{FF2B5EF4-FFF2-40B4-BE49-F238E27FC236}">
                    <a16:creationId xmlns:a16="http://schemas.microsoft.com/office/drawing/2014/main" id="{C5DB200F-CD8B-45FC-86EF-F9AFDA9E539A}"/>
                  </a:ext>
                </a:extLst>
              </p:cNvPr>
              <p:cNvGrpSpPr/>
              <p:nvPr/>
            </p:nvGrpSpPr>
            <p:grpSpPr>
              <a:xfrm>
                <a:off x="9427463" y="3286052"/>
                <a:ext cx="330665" cy="995546"/>
                <a:chOff x="7766536" y="3451012"/>
                <a:chExt cx="300016" cy="903269"/>
              </a:xfrm>
            </p:grpSpPr>
            <p:cxnSp>
              <p:nvCxnSpPr>
                <p:cNvPr id="258" name="直接连接符 257">
                  <a:extLst>
                    <a:ext uri="{FF2B5EF4-FFF2-40B4-BE49-F238E27FC236}">
                      <a16:creationId xmlns:a16="http://schemas.microsoft.com/office/drawing/2014/main" id="{A883FF4E-65D6-4E44-8336-65AD222CDA44}"/>
                    </a:ext>
                  </a:extLst>
                </p:cNvPr>
                <p:cNvCxnSpPr/>
                <p:nvPr/>
              </p:nvCxnSpPr>
              <p:spPr>
                <a:xfrm>
                  <a:off x="7766536" y="3451012"/>
                  <a:ext cx="0" cy="903269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259" name="直接连接符 258">
                  <a:extLst>
                    <a:ext uri="{FF2B5EF4-FFF2-40B4-BE49-F238E27FC236}">
                      <a16:creationId xmlns:a16="http://schemas.microsoft.com/office/drawing/2014/main" id="{6A6262BE-0697-40D1-B740-DCCD969444E5}"/>
                    </a:ext>
                  </a:extLst>
                </p:cNvPr>
                <p:cNvCxnSpPr/>
                <p:nvPr/>
              </p:nvCxnSpPr>
              <p:spPr>
                <a:xfrm flipH="1">
                  <a:off x="7774273" y="3451012"/>
                  <a:ext cx="287198" cy="0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260" name="直接连接符 259">
                  <a:extLst>
                    <a:ext uri="{FF2B5EF4-FFF2-40B4-BE49-F238E27FC236}">
                      <a16:creationId xmlns:a16="http://schemas.microsoft.com/office/drawing/2014/main" id="{93DCF180-1A7A-4C62-8BCD-EF1B1F53EE9A}"/>
                    </a:ext>
                  </a:extLst>
                </p:cNvPr>
                <p:cNvCxnSpPr/>
                <p:nvPr/>
              </p:nvCxnSpPr>
              <p:spPr>
                <a:xfrm flipH="1">
                  <a:off x="7779354" y="3752884"/>
                  <a:ext cx="287198" cy="0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261" name="直接连接符 260">
                  <a:extLst>
                    <a:ext uri="{FF2B5EF4-FFF2-40B4-BE49-F238E27FC236}">
                      <a16:creationId xmlns:a16="http://schemas.microsoft.com/office/drawing/2014/main" id="{BFE601E2-95A0-4C98-8A5E-EA3EDB096FD4}"/>
                    </a:ext>
                  </a:extLst>
                </p:cNvPr>
                <p:cNvCxnSpPr/>
                <p:nvPr/>
              </p:nvCxnSpPr>
              <p:spPr>
                <a:xfrm flipH="1">
                  <a:off x="7766536" y="4052868"/>
                  <a:ext cx="287198" cy="0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262" name="直接连接符 261">
                  <a:extLst>
                    <a:ext uri="{FF2B5EF4-FFF2-40B4-BE49-F238E27FC236}">
                      <a16:creationId xmlns:a16="http://schemas.microsoft.com/office/drawing/2014/main" id="{5A60A4CC-168F-4F54-9DF0-0F279CD207BF}"/>
                    </a:ext>
                  </a:extLst>
                </p:cNvPr>
                <p:cNvCxnSpPr/>
                <p:nvPr/>
              </p:nvCxnSpPr>
              <p:spPr>
                <a:xfrm flipH="1">
                  <a:off x="7766536" y="4354281"/>
                  <a:ext cx="287198" cy="0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</p:grpSp>
          <p:sp>
            <p:nvSpPr>
              <p:cNvPr id="254" name="文本框 253">
                <a:extLst>
                  <a:ext uri="{FF2B5EF4-FFF2-40B4-BE49-F238E27FC236}">
                    <a16:creationId xmlns:a16="http://schemas.microsoft.com/office/drawing/2014/main" id="{6504FB6F-E170-42CA-A89C-E8C0119C9AF8}"/>
                  </a:ext>
                </a:extLst>
              </p:cNvPr>
              <p:cNvSpPr txBox="1"/>
              <p:nvPr/>
            </p:nvSpPr>
            <p:spPr>
              <a:xfrm rot="16200000">
                <a:off x="9860045" y="3143026"/>
                <a:ext cx="814125" cy="222225"/>
              </a:xfrm>
              <a:prstGeom prst="rect">
                <a:avLst/>
              </a:prstGeom>
              <a:noFill/>
            </p:spPr>
            <p:txBody>
              <a:bodyPr vert="eaVert"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字输出</a:t>
                </a:r>
              </a:p>
            </p:txBody>
          </p:sp>
          <p:grpSp>
            <p:nvGrpSpPr>
              <p:cNvPr id="255" name="组合 254">
                <a:extLst>
                  <a:ext uri="{FF2B5EF4-FFF2-40B4-BE49-F238E27FC236}">
                    <a16:creationId xmlns:a16="http://schemas.microsoft.com/office/drawing/2014/main" id="{A02DB0FD-39E5-43F3-A77D-4D99531E1F9E}"/>
                  </a:ext>
                </a:extLst>
              </p:cNvPr>
              <p:cNvGrpSpPr/>
              <p:nvPr/>
            </p:nvGrpSpPr>
            <p:grpSpPr>
              <a:xfrm>
                <a:off x="9756169" y="2906184"/>
                <a:ext cx="407560" cy="1748398"/>
                <a:chOff x="8088601" y="3262692"/>
                <a:chExt cx="324657" cy="1288723"/>
              </a:xfrm>
            </p:grpSpPr>
            <p:sp>
              <p:nvSpPr>
                <p:cNvPr id="256" name="梯形 255">
                  <a:extLst>
                    <a:ext uri="{FF2B5EF4-FFF2-40B4-BE49-F238E27FC236}">
                      <a16:creationId xmlns:a16="http://schemas.microsoft.com/office/drawing/2014/main" id="{979271BA-D850-4140-8E74-56F38C54D092}"/>
                    </a:ext>
                  </a:extLst>
                </p:cNvPr>
                <p:cNvSpPr/>
                <p:nvPr/>
              </p:nvSpPr>
              <p:spPr>
                <a:xfrm rot="5400000">
                  <a:off x="7570153" y="3781140"/>
                  <a:ext cx="1288723" cy="251827"/>
                </a:xfrm>
                <a:prstGeom prst="trapezoid">
                  <a:avLst>
                    <a:gd name="adj" fmla="val 72150"/>
                  </a:avLst>
                </a:prstGeom>
                <a:solidFill>
                  <a:srgbClr val="FFC000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sp>
              <p:nvSpPr>
                <p:cNvPr id="257" name="文本框 256">
                  <a:extLst>
                    <a:ext uri="{FF2B5EF4-FFF2-40B4-BE49-F238E27FC236}">
                      <a16:creationId xmlns:a16="http://schemas.microsoft.com/office/drawing/2014/main" id="{135F7B57-AF29-4A99-9B1D-BCE622593D10}"/>
                    </a:ext>
                  </a:extLst>
                </p:cNvPr>
                <p:cNvSpPr txBox="1"/>
                <p:nvPr/>
              </p:nvSpPr>
              <p:spPr>
                <a:xfrm rot="16200000">
                  <a:off x="7959329" y="3812431"/>
                  <a:ext cx="600082" cy="307777"/>
                </a:xfrm>
                <a:prstGeom prst="rect">
                  <a:avLst/>
                </a:prstGeom>
                <a:noFill/>
              </p:spPr>
              <p:txBody>
                <a:bodyPr vert="eaVert" wrap="squar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zh-CN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字选择</a:t>
                  </a:r>
                </a:p>
              </p:txBody>
            </p:sp>
          </p:grpSp>
        </p:grpSp>
        <p:sp>
          <p:nvSpPr>
            <p:cNvPr id="251" name="矩形 250">
              <a:extLst>
                <a:ext uri="{FF2B5EF4-FFF2-40B4-BE49-F238E27FC236}">
                  <a16:creationId xmlns:a16="http://schemas.microsoft.com/office/drawing/2014/main" id="{F0884E91-A968-4580-9672-8D65F91E8B3A}"/>
                </a:ext>
              </a:extLst>
            </p:cNvPr>
            <p:cNvSpPr/>
            <p:nvPr/>
          </p:nvSpPr>
          <p:spPr>
            <a:xfrm>
              <a:off x="9607331" y="4245412"/>
              <a:ext cx="521057" cy="250203"/>
            </a:xfrm>
            <a:prstGeom prst="rect">
              <a:avLst/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OE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cxnSp>
        <p:nvCxnSpPr>
          <p:cNvPr id="263" name="直接连接符 262">
            <a:extLst>
              <a:ext uri="{FF2B5EF4-FFF2-40B4-BE49-F238E27FC236}">
                <a16:creationId xmlns:a16="http://schemas.microsoft.com/office/drawing/2014/main" id="{D22BD845-9D49-462E-AD90-5F8ED3B71E2C}"/>
              </a:ext>
            </a:extLst>
          </p:cNvPr>
          <p:cNvCxnSpPr/>
          <p:nvPr/>
        </p:nvCxnSpPr>
        <p:spPr>
          <a:xfrm flipH="1">
            <a:off x="7775861" y="4056336"/>
            <a:ext cx="316538" cy="0"/>
          </a:xfrm>
          <a:prstGeom prst="line">
            <a:avLst/>
          </a:prstGeom>
          <a:solidFill>
            <a:sysClr val="window" lastClr="FFFFFF"/>
          </a:solidFill>
          <a:ln w="28575" cap="sq">
            <a:solidFill>
              <a:srgbClr val="1FB965"/>
            </a:solidFill>
            <a:miter lim="800000"/>
            <a:headEnd/>
            <a:tailEnd type="none" w="lg" len="lg"/>
          </a:ln>
        </p:spPr>
      </p:cxnSp>
      <p:cxnSp>
        <p:nvCxnSpPr>
          <p:cNvPr id="264" name="直接连接符 263">
            <a:extLst>
              <a:ext uri="{FF2B5EF4-FFF2-40B4-BE49-F238E27FC236}">
                <a16:creationId xmlns:a16="http://schemas.microsoft.com/office/drawing/2014/main" id="{6F733B7F-8969-4674-8A69-0EDEFD0DA3B0}"/>
              </a:ext>
            </a:extLst>
          </p:cNvPr>
          <p:cNvCxnSpPr/>
          <p:nvPr/>
        </p:nvCxnSpPr>
        <p:spPr>
          <a:xfrm>
            <a:off x="7764975" y="2971379"/>
            <a:ext cx="0" cy="1088577"/>
          </a:xfrm>
          <a:prstGeom prst="line">
            <a:avLst/>
          </a:prstGeom>
          <a:solidFill>
            <a:sysClr val="window" lastClr="FFFFFF"/>
          </a:solidFill>
          <a:ln w="28575" cap="sq">
            <a:solidFill>
              <a:srgbClr val="00B050"/>
            </a:solidFill>
            <a:miter lim="800000"/>
            <a:headEnd/>
            <a:tailEnd type="none" w="lg" len="lg"/>
          </a:ln>
        </p:spPr>
      </p:cxnSp>
      <p:grpSp>
        <p:nvGrpSpPr>
          <p:cNvPr id="265" name="组合 264">
            <a:extLst>
              <a:ext uri="{FF2B5EF4-FFF2-40B4-BE49-F238E27FC236}">
                <a16:creationId xmlns:a16="http://schemas.microsoft.com/office/drawing/2014/main" id="{5F9A2CAA-575C-430D-AA90-6CF773B2213D}"/>
              </a:ext>
            </a:extLst>
          </p:cNvPr>
          <p:cNvGrpSpPr/>
          <p:nvPr/>
        </p:nvGrpSpPr>
        <p:grpSpPr>
          <a:xfrm>
            <a:off x="8092133" y="3111991"/>
            <a:ext cx="951024" cy="1800917"/>
            <a:chOff x="9427197" y="2853665"/>
            <a:chExt cx="951024" cy="1800917"/>
          </a:xfrm>
        </p:grpSpPr>
        <p:cxnSp>
          <p:nvCxnSpPr>
            <p:cNvPr id="266" name="直接连接符 265">
              <a:extLst>
                <a:ext uri="{FF2B5EF4-FFF2-40B4-BE49-F238E27FC236}">
                  <a16:creationId xmlns:a16="http://schemas.microsoft.com/office/drawing/2014/main" id="{20973808-BADA-44EC-B0EC-02E7A7CCBA18}"/>
                </a:ext>
              </a:extLst>
            </p:cNvPr>
            <p:cNvCxnSpPr/>
            <p:nvPr/>
          </p:nvCxnSpPr>
          <p:spPr>
            <a:xfrm rot="16200000">
              <a:off x="10182094" y="3653730"/>
              <a:ext cx="0" cy="292376"/>
            </a:xfrm>
            <a:prstGeom prst="line">
              <a:avLst/>
            </a:prstGeom>
            <a:noFill/>
            <a:ln w="25400" cap="flat" cmpd="sng" algn="ctr">
              <a:solidFill>
                <a:srgbClr val="5B9BD5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267" name="直接连接符 266">
              <a:extLst>
                <a:ext uri="{FF2B5EF4-FFF2-40B4-BE49-F238E27FC236}">
                  <a16:creationId xmlns:a16="http://schemas.microsoft.com/office/drawing/2014/main" id="{986E685B-686A-41E0-93B6-98D51D4681F8}"/>
                </a:ext>
              </a:extLst>
            </p:cNvPr>
            <p:cNvCxnSpPr/>
            <p:nvPr/>
          </p:nvCxnSpPr>
          <p:spPr>
            <a:xfrm>
              <a:off x="10031235" y="3816249"/>
              <a:ext cx="333811" cy="0"/>
            </a:xfrm>
            <a:prstGeom prst="line">
              <a:avLst/>
            </a:prstGeom>
            <a:noFill/>
            <a:ln w="38100" cap="flat" cmpd="sng" algn="ctr">
              <a:solidFill>
                <a:srgbClr val="339933"/>
              </a:solidFill>
              <a:prstDash val="solid"/>
              <a:miter lim="800000"/>
              <a:tailEnd type="triangle"/>
            </a:ln>
            <a:effectLst/>
          </p:spPr>
        </p:cxnSp>
        <p:grpSp>
          <p:nvGrpSpPr>
            <p:cNvPr id="268" name="组合 267">
              <a:extLst>
                <a:ext uri="{FF2B5EF4-FFF2-40B4-BE49-F238E27FC236}">
                  <a16:creationId xmlns:a16="http://schemas.microsoft.com/office/drawing/2014/main" id="{ED17D002-D701-4D0C-9F9B-FCCA04899722}"/>
                </a:ext>
              </a:extLst>
            </p:cNvPr>
            <p:cNvGrpSpPr/>
            <p:nvPr/>
          </p:nvGrpSpPr>
          <p:grpSpPr>
            <a:xfrm>
              <a:off x="9427463" y="3286052"/>
              <a:ext cx="330665" cy="995546"/>
              <a:chOff x="7766536" y="3451012"/>
              <a:chExt cx="300016" cy="903269"/>
            </a:xfrm>
          </p:grpSpPr>
          <p:cxnSp>
            <p:nvCxnSpPr>
              <p:cNvPr id="278" name="直接连接符 277">
                <a:extLst>
                  <a:ext uri="{FF2B5EF4-FFF2-40B4-BE49-F238E27FC236}">
                    <a16:creationId xmlns:a16="http://schemas.microsoft.com/office/drawing/2014/main" id="{294BC89A-C6F8-4C0C-B142-DBFBC4212FDF}"/>
                  </a:ext>
                </a:extLst>
              </p:cNvPr>
              <p:cNvCxnSpPr/>
              <p:nvPr/>
            </p:nvCxnSpPr>
            <p:spPr>
              <a:xfrm>
                <a:off x="7766536" y="3451012"/>
                <a:ext cx="0" cy="903269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279" name="直接连接符 278">
                <a:extLst>
                  <a:ext uri="{FF2B5EF4-FFF2-40B4-BE49-F238E27FC236}">
                    <a16:creationId xmlns:a16="http://schemas.microsoft.com/office/drawing/2014/main" id="{F48759D8-B10D-4134-8E4C-1D2EA692F4F3}"/>
                  </a:ext>
                </a:extLst>
              </p:cNvPr>
              <p:cNvCxnSpPr/>
              <p:nvPr/>
            </p:nvCxnSpPr>
            <p:spPr>
              <a:xfrm flipH="1">
                <a:off x="7774273" y="3451012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280" name="直接连接符 279">
                <a:extLst>
                  <a:ext uri="{FF2B5EF4-FFF2-40B4-BE49-F238E27FC236}">
                    <a16:creationId xmlns:a16="http://schemas.microsoft.com/office/drawing/2014/main" id="{2AC9735C-067E-4E69-8B7A-9672C029EC31}"/>
                  </a:ext>
                </a:extLst>
              </p:cNvPr>
              <p:cNvCxnSpPr/>
              <p:nvPr/>
            </p:nvCxnSpPr>
            <p:spPr>
              <a:xfrm flipH="1">
                <a:off x="7779354" y="3752884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281" name="直接连接符 280">
                <a:extLst>
                  <a:ext uri="{FF2B5EF4-FFF2-40B4-BE49-F238E27FC236}">
                    <a16:creationId xmlns:a16="http://schemas.microsoft.com/office/drawing/2014/main" id="{3050C919-B78C-4B94-9CAF-067C1CB73220}"/>
                  </a:ext>
                </a:extLst>
              </p:cNvPr>
              <p:cNvCxnSpPr/>
              <p:nvPr/>
            </p:nvCxnSpPr>
            <p:spPr>
              <a:xfrm flipH="1">
                <a:off x="7766536" y="4052868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282" name="直接连接符 281">
                <a:extLst>
                  <a:ext uri="{FF2B5EF4-FFF2-40B4-BE49-F238E27FC236}">
                    <a16:creationId xmlns:a16="http://schemas.microsoft.com/office/drawing/2014/main" id="{9B919B69-BA0F-41D9-B519-4D30504E42D2}"/>
                  </a:ext>
                </a:extLst>
              </p:cNvPr>
              <p:cNvCxnSpPr/>
              <p:nvPr/>
            </p:nvCxnSpPr>
            <p:spPr>
              <a:xfrm flipH="1">
                <a:off x="7766536" y="4354281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</p:grpSp>
        <p:cxnSp>
          <p:nvCxnSpPr>
            <p:cNvPr id="269" name="直接连接符 268">
              <a:extLst>
                <a:ext uri="{FF2B5EF4-FFF2-40B4-BE49-F238E27FC236}">
                  <a16:creationId xmlns:a16="http://schemas.microsoft.com/office/drawing/2014/main" id="{A0321FE5-E840-4824-8369-423F18D6D97A}"/>
                </a:ext>
              </a:extLst>
            </p:cNvPr>
            <p:cNvCxnSpPr/>
            <p:nvPr/>
          </p:nvCxnSpPr>
          <p:spPr>
            <a:xfrm flipH="1">
              <a:off x="9434538" y="3949393"/>
              <a:ext cx="31653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00B050"/>
              </a:solidFill>
              <a:miter lim="800000"/>
              <a:headEnd/>
              <a:tailEnd type="none" w="lg" len="lg"/>
            </a:ln>
          </p:spPr>
        </p:cxnSp>
        <p:sp>
          <p:nvSpPr>
            <p:cNvPr id="270" name="文本框 269">
              <a:extLst>
                <a:ext uri="{FF2B5EF4-FFF2-40B4-BE49-F238E27FC236}">
                  <a16:creationId xmlns:a16="http://schemas.microsoft.com/office/drawing/2014/main" id="{598FA983-A486-44C2-B319-682D6AAF4B02}"/>
                </a:ext>
              </a:extLst>
            </p:cNvPr>
            <p:cNvSpPr txBox="1"/>
            <p:nvPr/>
          </p:nvSpPr>
          <p:spPr>
            <a:xfrm rot="16200000">
              <a:off x="9860046" y="3149615"/>
              <a:ext cx="814125" cy="222225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字输出</a:t>
              </a:r>
            </a:p>
          </p:txBody>
        </p:sp>
        <p:grpSp>
          <p:nvGrpSpPr>
            <p:cNvPr id="271" name="组合 270">
              <a:extLst>
                <a:ext uri="{FF2B5EF4-FFF2-40B4-BE49-F238E27FC236}">
                  <a16:creationId xmlns:a16="http://schemas.microsoft.com/office/drawing/2014/main" id="{5D1B2596-DB9A-42F4-977D-2966C3130211}"/>
                </a:ext>
              </a:extLst>
            </p:cNvPr>
            <p:cNvGrpSpPr/>
            <p:nvPr/>
          </p:nvGrpSpPr>
          <p:grpSpPr>
            <a:xfrm>
              <a:off x="9427197" y="3801015"/>
              <a:ext cx="322888" cy="142466"/>
              <a:chOff x="7760774" y="3923607"/>
              <a:chExt cx="292960" cy="129261"/>
            </a:xfrm>
          </p:grpSpPr>
          <p:cxnSp>
            <p:nvCxnSpPr>
              <p:cNvPr id="276" name="直接连接符 275">
                <a:extLst>
                  <a:ext uri="{FF2B5EF4-FFF2-40B4-BE49-F238E27FC236}">
                    <a16:creationId xmlns:a16="http://schemas.microsoft.com/office/drawing/2014/main" id="{E55EC2C2-444A-4EE6-BDD5-D17182FF6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60774" y="3923607"/>
                <a:ext cx="0" cy="129261"/>
              </a:xfrm>
              <a:prstGeom prst="line">
                <a:avLst/>
              </a:prstGeom>
              <a:solidFill>
                <a:sysClr val="window" lastClr="FFFFFF"/>
              </a:solidFill>
              <a:ln w="28575" cap="sq">
                <a:solidFill>
                  <a:srgbClr val="00B050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277" name="直接连接符 276">
                <a:extLst>
                  <a:ext uri="{FF2B5EF4-FFF2-40B4-BE49-F238E27FC236}">
                    <a16:creationId xmlns:a16="http://schemas.microsoft.com/office/drawing/2014/main" id="{7C7F6A55-202D-40DC-8D8B-9DFB5946FD10}"/>
                  </a:ext>
                </a:extLst>
              </p:cNvPr>
              <p:cNvCxnSpPr/>
              <p:nvPr/>
            </p:nvCxnSpPr>
            <p:spPr>
              <a:xfrm flipH="1">
                <a:off x="7766536" y="4052868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28575" cap="sq">
                <a:solidFill>
                  <a:srgbClr val="00B050"/>
                </a:solidFill>
                <a:miter lim="800000"/>
                <a:headEnd/>
                <a:tailEnd type="none" w="lg" len="lg"/>
              </a:ln>
            </p:spPr>
          </p:cxnSp>
        </p:grpSp>
        <p:grpSp>
          <p:nvGrpSpPr>
            <p:cNvPr id="272" name="组合 271">
              <a:extLst>
                <a:ext uri="{FF2B5EF4-FFF2-40B4-BE49-F238E27FC236}">
                  <a16:creationId xmlns:a16="http://schemas.microsoft.com/office/drawing/2014/main" id="{D4D7FA98-FFCC-4827-9109-22B48B0F844D}"/>
                </a:ext>
              </a:extLst>
            </p:cNvPr>
            <p:cNvGrpSpPr/>
            <p:nvPr/>
          </p:nvGrpSpPr>
          <p:grpSpPr>
            <a:xfrm>
              <a:off x="9756169" y="2906184"/>
              <a:ext cx="407560" cy="1748398"/>
              <a:chOff x="8088601" y="3262692"/>
              <a:chExt cx="324657" cy="1288723"/>
            </a:xfrm>
          </p:grpSpPr>
          <p:sp>
            <p:nvSpPr>
              <p:cNvPr id="274" name="梯形 273">
                <a:extLst>
                  <a:ext uri="{FF2B5EF4-FFF2-40B4-BE49-F238E27FC236}">
                    <a16:creationId xmlns:a16="http://schemas.microsoft.com/office/drawing/2014/main" id="{5844B2FB-695F-44AC-98AC-AB1AF8E3E71E}"/>
                  </a:ext>
                </a:extLst>
              </p:cNvPr>
              <p:cNvSpPr/>
              <p:nvPr/>
            </p:nvSpPr>
            <p:spPr>
              <a:xfrm rot="5400000">
                <a:off x="7570153" y="3781140"/>
                <a:ext cx="1288723" cy="251827"/>
              </a:xfrm>
              <a:prstGeom prst="trapezoid">
                <a:avLst>
                  <a:gd name="adj" fmla="val 72150"/>
                </a:avLst>
              </a:prstGeom>
              <a:solidFill>
                <a:srgbClr val="70AD47">
                  <a:lumMod val="60000"/>
                  <a:lumOff val="40000"/>
                </a:srgbClr>
              </a:solidFill>
              <a:ln w="38100" cap="sq">
                <a:solidFill>
                  <a:srgbClr val="1FB965"/>
                </a:solidFill>
                <a:miter lim="800000"/>
                <a:headEnd/>
                <a:tailEnd type="none" w="lg" len="lg"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275" name="文本框 274">
                <a:extLst>
                  <a:ext uri="{FF2B5EF4-FFF2-40B4-BE49-F238E27FC236}">
                    <a16:creationId xmlns:a16="http://schemas.microsoft.com/office/drawing/2014/main" id="{A3E32463-B980-4BA6-B57E-0D15614F249B}"/>
                  </a:ext>
                </a:extLst>
              </p:cNvPr>
              <p:cNvSpPr txBox="1"/>
              <p:nvPr/>
            </p:nvSpPr>
            <p:spPr>
              <a:xfrm rot="16200000">
                <a:off x="7959329" y="3812431"/>
                <a:ext cx="600082" cy="307777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vert="eaVert"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字选择</a:t>
                </a:r>
              </a:p>
            </p:txBody>
          </p:sp>
        </p:grpSp>
        <p:sp>
          <p:nvSpPr>
            <p:cNvPr id="273" name="矩形 272">
              <a:extLst>
                <a:ext uri="{FF2B5EF4-FFF2-40B4-BE49-F238E27FC236}">
                  <a16:creationId xmlns:a16="http://schemas.microsoft.com/office/drawing/2014/main" id="{941ADDD5-27F3-4EC9-ADBC-9E89891F53D8}"/>
                </a:ext>
              </a:extLst>
            </p:cNvPr>
            <p:cNvSpPr/>
            <p:nvPr/>
          </p:nvSpPr>
          <p:spPr>
            <a:xfrm>
              <a:off x="9607331" y="4245412"/>
              <a:ext cx="521057" cy="250203"/>
            </a:xfrm>
            <a:prstGeom prst="rect">
              <a:avLst/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OE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283" name="矩形 282">
            <a:extLst>
              <a:ext uri="{FF2B5EF4-FFF2-40B4-BE49-F238E27FC236}">
                <a16:creationId xmlns:a16="http://schemas.microsoft.com/office/drawing/2014/main" id="{DA89AAD0-E607-4ED8-A871-9E75AD23DBE8}"/>
              </a:ext>
            </a:extLst>
          </p:cNvPr>
          <p:cNvSpPr/>
          <p:nvPr/>
        </p:nvSpPr>
        <p:spPr>
          <a:xfrm>
            <a:off x="2918716" y="5767324"/>
            <a:ext cx="1533792" cy="251737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algn="r" eaLnBrk="1" hangingPunct="1">
              <a:defRPr/>
            </a:pPr>
            <a:r>
              <a:rPr lang="zh-CN" altLang="en-US" sz="1200" b="1" kern="0" dirty="0">
                <a:solidFill>
                  <a:srgbClr val="0099FF"/>
                </a:solidFill>
                <a:ea typeface="微软雅黑"/>
                <a:cs typeface="Arial" pitchFamily="34" charset="0"/>
              </a:rPr>
              <a:t>有效位</a:t>
            </a:r>
            <a:r>
              <a:rPr lang="en-US" altLang="zh-CN" sz="1200" b="1" kern="0" dirty="0">
                <a:solidFill>
                  <a:srgbClr val="0099FF"/>
                </a:solidFill>
                <a:ea typeface="微软雅黑"/>
                <a:cs typeface="Arial" pitchFamily="34" charset="0"/>
              </a:rPr>
              <a:t>+TAG</a:t>
            </a:r>
            <a:endParaRPr lang="zh-CN" altLang="en-US" sz="1200" b="1" kern="0" dirty="0">
              <a:solidFill>
                <a:srgbClr val="0099FF"/>
              </a:solidFill>
              <a:ea typeface="微软雅黑"/>
              <a:cs typeface="Arial" pitchFamily="34" charset="0"/>
            </a:endParaRPr>
          </a:p>
        </p:txBody>
      </p:sp>
      <p:grpSp>
        <p:nvGrpSpPr>
          <p:cNvPr id="284" name="组合 283">
            <a:extLst>
              <a:ext uri="{FF2B5EF4-FFF2-40B4-BE49-F238E27FC236}">
                <a16:creationId xmlns:a16="http://schemas.microsoft.com/office/drawing/2014/main" id="{25B7A20B-891F-4839-9885-C3C71E57CDB0}"/>
              </a:ext>
            </a:extLst>
          </p:cNvPr>
          <p:cNvGrpSpPr/>
          <p:nvPr/>
        </p:nvGrpSpPr>
        <p:grpSpPr>
          <a:xfrm>
            <a:off x="2794095" y="2630652"/>
            <a:ext cx="646725" cy="413839"/>
            <a:chOff x="6944101" y="2286253"/>
            <a:chExt cx="586780" cy="375480"/>
          </a:xfrm>
        </p:grpSpPr>
        <p:cxnSp>
          <p:nvCxnSpPr>
            <p:cNvPr id="285" name="直接连接符 284">
              <a:extLst>
                <a:ext uri="{FF2B5EF4-FFF2-40B4-BE49-F238E27FC236}">
                  <a16:creationId xmlns:a16="http://schemas.microsoft.com/office/drawing/2014/main" id="{9C5138A9-963B-4173-90AD-38CEE5103F6C}"/>
                </a:ext>
              </a:extLst>
            </p:cNvPr>
            <p:cNvCxnSpPr>
              <a:endCxn id="289" idx="3"/>
            </p:cNvCxnSpPr>
            <p:nvPr/>
          </p:nvCxnSpPr>
          <p:spPr>
            <a:xfrm>
              <a:off x="6944101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28575" cap="sq">
              <a:solidFill>
                <a:srgbClr val="00B050"/>
              </a:solidFill>
              <a:miter lim="800000"/>
              <a:headEnd/>
              <a:tailEnd type="none" w="lg" len="lg"/>
            </a:ln>
          </p:spPr>
        </p:cxnSp>
        <p:cxnSp>
          <p:nvCxnSpPr>
            <p:cNvPr id="286" name="直接连接符 285">
              <a:extLst>
                <a:ext uri="{FF2B5EF4-FFF2-40B4-BE49-F238E27FC236}">
                  <a16:creationId xmlns:a16="http://schemas.microsoft.com/office/drawing/2014/main" id="{7176DD0D-B6F6-41B5-A31A-290DF578F6C6}"/>
                </a:ext>
              </a:extLst>
            </p:cNvPr>
            <p:cNvCxnSpPr>
              <a:stCxn id="289" idx="5"/>
            </p:cNvCxnSpPr>
            <p:nvPr/>
          </p:nvCxnSpPr>
          <p:spPr>
            <a:xfrm flipV="1">
              <a:off x="7236295" y="2386797"/>
              <a:ext cx="0" cy="161776"/>
            </a:xfrm>
            <a:prstGeom prst="line">
              <a:avLst/>
            </a:prstGeom>
            <a:solidFill>
              <a:sysClr val="window" lastClr="FFFFFF"/>
            </a:solidFill>
            <a:ln w="28575" cap="sq">
              <a:solidFill>
                <a:srgbClr val="00B050"/>
              </a:solidFill>
              <a:miter lim="800000"/>
              <a:headEnd/>
              <a:tailEnd type="none" w="lg" len="lg"/>
            </a:ln>
          </p:spPr>
        </p:cxnSp>
        <p:cxnSp>
          <p:nvCxnSpPr>
            <p:cNvPr id="287" name="直接连接符 286">
              <a:extLst>
                <a:ext uri="{FF2B5EF4-FFF2-40B4-BE49-F238E27FC236}">
                  <a16:creationId xmlns:a16="http://schemas.microsoft.com/office/drawing/2014/main" id="{7F3E1916-A83F-4566-A14E-2FED166BAB7F}"/>
                </a:ext>
              </a:extLst>
            </p:cNvPr>
            <p:cNvCxnSpPr/>
            <p:nvPr/>
          </p:nvCxnSpPr>
          <p:spPr>
            <a:xfrm>
              <a:off x="7302642" y="2584359"/>
              <a:ext cx="221688" cy="1934"/>
            </a:xfrm>
            <a:prstGeom prst="line">
              <a:avLst/>
            </a:prstGeom>
            <a:solidFill>
              <a:sysClr val="window" lastClr="FFFFFF"/>
            </a:solidFill>
            <a:ln w="28575" cap="sq">
              <a:solidFill>
                <a:srgbClr val="00B050"/>
              </a:solidFill>
              <a:miter lim="800000"/>
              <a:headEnd/>
              <a:tailEnd type="none" w="lg" len="lg"/>
            </a:ln>
          </p:spPr>
        </p:cxnSp>
        <p:sp>
          <p:nvSpPr>
            <p:cNvPr id="288" name="文本框 287">
              <a:extLst>
                <a:ext uri="{FF2B5EF4-FFF2-40B4-BE49-F238E27FC236}">
                  <a16:creationId xmlns:a16="http://schemas.microsoft.com/office/drawing/2014/main" id="{C99B4CC9-FD3B-41D2-8202-EB939D5B097A}"/>
                </a:ext>
              </a:extLst>
            </p:cNvPr>
            <p:cNvSpPr txBox="1"/>
            <p:nvPr/>
          </p:nvSpPr>
          <p:spPr>
            <a:xfrm>
              <a:off x="7214981" y="2286253"/>
              <a:ext cx="315900" cy="23736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微软雅黑"/>
                  <a:ea typeface="微软雅黑"/>
                </a:rPr>
                <a:t>L1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89" name="等腰三角形 288">
              <a:extLst>
                <a:ext uri="{FF2B5EF4-FFF2-40B4-BE49-F238E27FC236}">
                  <a16:creationId xmlns:a16="http://schemas.microsoft.com/office/drawing/2014/main" id="{B944A88A-2453-4B71-8F05-3661E7B420CA}"/>
                </a:ext>
              </a:extLst>
            </p:cNvPr>
            <p:cNvSpPr/>
            <p:nvPr/>
          </p:nvSpPr>
          <p:spPr>
            <a:xfrm rot="5400000" flipH="1">
              <a:off x="7160855" y="2515786"/>
              <a:ext cx="150880" cy="141013"/>
            </a:xfrm>
            <a:prstGeom prst="triangle">
              <a:avLst/>
            </a:prstGeom>
            <a:solidFill>
              <a:sysClr val="window" lastClr="FFFFFF"/>
            </a:solidFill>
            <a:ln w="28575">
              <a:solidFill>
                <a:srgbClr val="00B050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792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</p:grpSp>
      <p:cxnSp>
        <p:nvCxnSpPr>
          <p:cNvPr id="290" name="直接连接符 289">
            <a:extLst>
              <a:ext uri="{FF2B5EF4-FFF2-40B4-BE49-F238E27FC236}">
                <a16:creationId xmlns:a16="http://schemas.microsoft.com/office/drawing/2014/main" id="{D0ED3E21-3C7B-4E50-84ED-A1AE881C159A}"/>
              </a:ext>
            </a:extLst>
          </p:cNvPr>
          <p:cNvCxnSpPr/>
          <p:nvPr/>
        </p:nvCxnSpPr>
        <p:spPr>
          <a:xfrm>
            <a:off x="3449495" y="2970548"/>
            <a:ext cx="0" cy="3032595"/>
          </a:xfrm>
          <a:prstGeom prst="line">
            <a:avLst/>
          </a:prstGeom>
          <a:solidFill>
            <a:sysClr val="window" lastClr="FFFFFF"/>
          </a:solidFill>
          <a:ln w="38100" cap="sq">
            <a:solidFill>
              <a:srgbClr val="00B050"/>
            </a:solidFill>
            <a:miter lim="800000"/>
            <a:headEnd/>
            <a:tailEnd type="none" w="lg" len="lg"/>
          </a:ln>
        </p:spPr>
      </p:cxnSp>
      <p:sp>
        <p:nvSpPr>
          <p:cNvPr id="291" name="矩形 290">
            <a:extLst>
              <a:ext uri="{FF2B5EF4-FFF2-40B4-BE49-F238E27FC236}">
                <a16:creationId xmlns:a16="http://schemas.microsoft.com/office/drawing/2014/main" id="{4D0A3601-EA31-4A39-9DCB-BE6E02FE7B6B}"/>
              </a:ext>
            </a:extLst>
          </p:cNvPr>
          <p:cNvSpPr/>
          <p:nvPr/>
        </p:nvSpPr>
        <p:spPr>
          <a:xfrm>
            <a:off x="2865225" y="6022871"/>
            <a:ext cx="731934" cy="314888"/>
          </a:xfrm>
          <a:prstGeom prst="rect">
            <a:avLst/>
          </a:prstGeom>
          <a:solidFill>
            <a:srgbClr val="ED7D31">
              <a:lumMod val="75000"/>
            </a:srgbClr>
          </a:solidFill>
          <a:ln w="3810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</a:rPr>
              <a:t>=</a:t>
            </a:r>
            <a:r>
              <a: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</a:rPr>
              <a:t>？</a:t>
            </a:r>
          </a:p>
        </p:txBody>
      </p:sp>
      <p:grpSp>
        <p:nvGrpSpPr>
          <p:cNvPr id="292" name="组合 291">
            <a:extLst>
              <a:ext uri="{FF2B5EF4-FFF2-40B4-BE49-F238E27FC236}">
                <a16:creationId xmlns:a16="http://schemas.microsoft.com/office/drawing/2014/main" id="{E5C06233-E077-4933-B113-FC6411AB2A24}"/>
              </a:ext>
            </a:extLst>
          </p:cNvPr>
          <p:cNvGrpSpPr/>
          <p:nvPr/>
        </p:nvGrpSpPr>
        <p:grpSpPr>
          <a:xfrm>
            <a:off x="1797946" y="2843740"/>
            <a:ext cx="996034" cy="255643"/>
            <a:chOff x="3809285" y="2585414"/>
            <a:chExt cx="996034" cy="255643"/>
          </a:xfrm>
        </p:grpSpPr>
        <p:sp>
          <p:nvSpPr>
            <p:cNvPr id="293" name="矩形 292">
              <a:extLst>
                <a:ext uri="{FF2B5EF4-FFF2-40B4-BE49-F238E27FC236}">
                  <a16:creationId xmlns:a16="http://schemas.microsoft.com/office/drawing/2014/main" id="{9D5B4349-6764-4467-89BD-66722065CC9B}"/>
                </a:ext>
              </a:extLst>
            </p:cNvPr>
            <p:cNvSpPr/>
            <p:nvPr/>
          </p:nvSpPr>
          <p:spPr>
            <a:xfrm>
              <a:off x="3809285" y="2587559"/>
              <a:ext cx="251826" cy="253498"/>
            </a:xfrm>
            <a:prstGeom prst="rect">
              <a:avLst/>
            </a:prstGeom>
            <a:solidFill>
              <a:srgbClr val="FF6600"/>
            </a:solidFill>
            <a:ln w="28575" cap="flat" cmpd="sng" algn="ctr">
              <a:solidFill>
                <a:srgbClr val="C00000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94" name="矩形 293">
              <a:extLst>
                <a:ext uri="{FF2B5EF4-FFF2-40B4-BE49-F238E27FC236}">
                  <a16:creationId xmlns:a16="http://schemas.microsoft.com/office/drawing/2014/main" id="{44530725-B49E-4FC9-9003-8B255CA60909}"/>
                </a:ext>
              </a:extLst>
            </p:cNvPr>
            <p:cNvSpPr/>
            <p:nvPr/>
          </p:nvSpPr>
          <p:spPr>
            <a:xfrm>
              <a:off x="4189129" y="2585414"/>
              <a:ext cx="616190" cy="253498"/>
            </a:xfrm>
            <a:prstGeom prst="rect">
              <a:avLst/>
            </a:prstGeom>
            <a:solidFill>
              <a:srgbClr val="00B0F0"/>
            </a:solidFill>
            <a:ln w="28575" cap="flat" cmpd="sng" algn="ctr">
              <a:solidFill>
                <a:srgbClr val="C00000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666</a:t>
              </a:r>
              <a:endParaRPr lang="zh-CN" altLang="en-US" sz="16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89142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00"/>
                            </p:stCondLst>
                            <p:childTnLst>
                              <p:par>
                                <p:cTn id="10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1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1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8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2000"/>
                            </p:stCondLst>
                            <p:childTnLst>
                              <p:par>
                                <p:cTn id="12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500"/>
                            </p:stCondLst>
                            <p:childTnLst>
                              <p:par>
                                <p:cTn id="1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500"/>
                            </p:stCondLst>
                            <p:childTnLst>
                              <p:par>
                                <p:cTn id="1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000"/>
                            </p:stCondLst>
                            <p:childTnLst>
                              <p:par>
                                <p:cTn id="1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00"/>
                            </p:stCondLst>
                            <p:childTnLst>
                              <p:par>
                                <p:cTn id="1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3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animBg="1"/>
      <p:bldP spid="283" grpId="0"/>
      <p:bldP spid="291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标题 1">
            <a:extLst>
              <a:ext uri="{FF2B5EF4-FFF2-40B4-BE49-F238E27FC236}">
                <a16:creationId xmlns:a16="http://schemas.microsoft.com/office/drawing/2014/main" id="{829FB328-5063-4AA9-A393-25A6B438DBDD}"/>
              </a:ext>
            </a:extLst>
          </p:cNvPr>
          <p:cNvSpPr txBox="1">
            <a:spLocks/>
          </p:cNvSpPr>
          <p:nvPr/>
        </p:nvSpPr>
        <p:spPr>
          <a:xfrm>
            <a:off x="214449" y="102080"/>
            <a:ext cx="7324147" cy="61764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2.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直接相联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—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数据访问过程举例</a:t>
            </a:r>
          </a:p>
        </p:txBody>
      </p:sp>
      <p:grpSp>
        <p:nvGrpSpPr>
          <p:cNvPr id="316" name="组合 315">
            <a:extLst>
              <a:ext uri="{FF2B5EF4-FFF2-40B4-BE49-F238E27FC236}">
                <a16:creationId xmlns:a16="http://schemas.microsoft.com/office/drawing/2014/main" id="{FF8039D9-7A5F-4E11-9C79-353AC2439FD6}"/>
              </a:ext>
            </a:extLst>
          </p:cNvPr>
          <p:cNvGrpSpPr/>
          <p:nvPr/>
        </p:nvGrpSpPr>
        <p:grpSpPr>
          <a:xfrm>
            <a:off x="1043608" y="1484784"/>
            <a:ext cx="8066639" cy="4620664"/>
            <a:chOff x="1941418" y="1185360"/>
            <a:chExt cx="8970883" cy="5138625"/>
          </a:xfrm>
        </p:grpSpPr>
        <p:cxnSp>
          <p:nvCxnSpPr>
            <p:cNvPr id="317" name="直接连接符 316">
              <a:extLst>
                <a:ext uri="{FF2B5EF4-FFF2-40B4-BE49-F238E27FC236}">
                  <a16:creationId xmlns:a16="http://schemas.microsoft.com/office/drawing/2014/main" id="{518E7DC5-0F7D-49AF-8571-216AA1D08B75}"/>
                </a:ext>
              </a:extLst>
            </p:cNvPr>
            <p:cNvCxnSpPr/>
            <p:nvPr/>
          </p:nvCxnSpPr>
          <p:spPr>
            <a:xfrm>
              <a:off x="3145766" y="1737588"/>
              <a:ext cx="0" cy="754006"/>
            </a:xfrm>
            <a:prstGeom prst="line">
              <a:avLst/>
            </a:prstGeom>
            <a:noFill/>
            <a:ln w="25400" cap="flat" cmpd="sng" algn="ctr">
              <a:solidFill>
                <a:srgbClr val="33333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18" name="直接连接符 317">
              <a:extLst>
                <a:ext uri="{FF2B5EF4-FFF2-40B4-BE49-F238E27FC236}">
                  <a16:creationId xmlns:a16="http://schemas.microsoft.com/office/drawing/2014/main" id="{88FCF91D-58D3-4B0F-9321-707EF02247D8}"/>
                </a:ext>
              </a:extLst>
            </p:cNvPr>
            <p:cNvCxnSpPr/>
            <p:nvPr/>
          </p:nvCxnSpPr>
          <p:spPr>
            <a:xfrm>
              <a:off x="2341263" y="1737587"/>
              <a:ext cx="0" cy="4484010"/>
            </a:xfrm>
            <a:prstGeom prst="line">
              <a:avLst/>
            </a:prstGeom>
            <a:noFill/>
            <a:ln w="25400" cap="flat" cmpd="sng" algn="ctr">
              <a:solidFill>
                <a:srgbClr val="00B0F0"/>
              </a:solidFill>
              <a:prstDash val="solid"/>
            </a:ln>
            <a:effectLst/>
          </p:spPr>
        </p:cxnSp>
        <p:cxnSp>
          <p:nvCxnSpPr>
            <p:cNvPr id="319" name="直接连接符 318">
              <a:extLst>
                <a:ext uri="{FF2B5EF4-FFF2-40B4-BE49-F238E27FC236}">
                  <a16:creationId xmlns:a16="http://schemas.microsoft.com/office/drawing/2014/main" id="{9B467447-1A2A-4B81-BE52-4154B0375FC0}"/>
                </a:ext>
              </a:extLst>
            </p:cNvPr>
            <p:cNvCxnSpPr/>
            <p:nvPr/>
          </p:nvCxnSpPr>
          <p:spPr>
            <a:xfrm>
              <a:off x="2341028" y="6221597"/>
              <a:ext cx="2428615" cy="0"/>
            </a:xfrm>
            <a:prstGeom prst="line">
              <a:avLst/>
            </a:prstGeom>
            <a:noFill/>
            <a:ln w="25400" cap="flat" cmpd="sng" algn="ctr">
              <a:solidFill>
                <a:srgbClr val="00B0F0"/>
              </a:solidFill>
              <a:prstDash val="solid"/>
            </a:ln>
            <a:effectLst/>
          </p:spPr>
        </p:cxnSp>
        <p:sp>
          <p:nvSpPr>
            <p:cNvPr id="320" name="矩形 319">
              <a:extLst>
                <a:ext uri="{FF2B5EF4-FFF2-40B4-BE49-F238E27FC236}">
                  <a16:creationId xmlns:a16="http://schemas.microsoft.com/office/drawing/2014/main" id="{969EB969-93B3-428C-A474-A54B4FEFBD67}"/>
                </a:ext>
              </a:extLst>
            </p:cNvPr>
            <p:cNvSpPr/>
            <p:nvPr/>
          </p:nvSpPr>
          <p:spPr>
            <a:xfrm>
              <a:off x="3887999" y="2051686"/>
              <a:ext cx="812200" cy="251738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ea typeface="微软雅黑"/>
                  <a:cs typeface="Arial" pitchFamily="34" charset="0"/>
                </a:rPr>
                <a:t>TAG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ea typeface="微软雅黑"/>
                <a:cs typeface="Arial" pitchFamily="34" charset="0"/>
              </a:endParaRPr>
            </a:p>
          </p:txBody>
        </p:sp>
        <p:sp>
          <p:nvSpPr>
            <p:cNvPr id="321" name="矩形 320">
              <a:extLst>
                <a:ext uri="{FF2B5EF4-FFF2-40B4-BE49-F238E27FC236}">
                  <a16:creationId xmlns:a16="http://schemas.microsoft.com/office/drawing/2014/main" id="{82B9E62C-3C07-4FF5-8C8D-05E803E058D0}"/>
                </a:ext>
              </a:extLst>
            </p:cNvPr>
            <p:cNvSpPr/>
            <p:nvPr/>
          </p:nvSpPr>
          <p:spPr>
            <a:xfrm>
              <a:off x="6328655" y="2043395"/>
              <a:ext cx="1852018" cy="251738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ea typeface="微软雅黑"/>
                  <a:cs typeface="Arial" pitchFamily="34" charset="0"/>
                </a:rPr>
                <a:t>数据块副本缓冲区</a:t>
              </a:r>
            </a:p>
          </p:txBody>
        </p:sp>
        <p:grpSp>
          <p:nvGrpSpPr>
            <p:cNvPr id="322" name="组合 321">
              <a:extLst>
                <a:ext uri="{FF2B5EF4-FFF2-40B4-BE49-F238E27FC236}">
                  <a16:creationId xmlns:a16="http://schemas.microsoft.com/office/drawing/2014/main" id="{134F9D16-A5DF-4745-9301-F36B2DC4C46D}"/>
                </a:ext>
              </a:extLst>
            </p:cNvPr>
            <p:cNvGrpSpPr/>
            <p:nvPr/>
          </p:nvGrpSpPr>
          <p:grpSpPr>
            <a:xfrm>
              <a:off x="3640108" y="3620444"/>
              <a:ext cx="5380046" cy="375270"/>
              <a:chOff x="2627784" y="1722436"/>
              <a:chExt cx="4851626" cy="338412"/>
            </a:xfrm>
            <a:solidFill>
              <a:srgbClr val="FFFFFF"/>
            </a:solidFill>
          </p:grpSpPr>
          <p:sp>
            <p:nvSpPr>
              <p:cNvPr id="540" name="矩形 539">
                <a:extLst>
                  <a:ext uri="{FF2B5EF4-FFF2-40B4-BE49-F238E27FC236}">
                    <a16:creationId xmlns:a16="http://schemas.microsoft.com/office/drawing/2014/main" id="{C2A0B0CA-595E-4714-A29C-4AB535139EB1}"/>
                  </a:ext>
                </a:extLst>
              </p:cNvPr>
              <p:cNvSpPr/>
              <p:nvPr/>
            </p:nvSpPr>
            <p:spPr>
              <a:xfrm>
                <a:off x="2627784" y="1722436"/>
                <a:ext cx="4851626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41" name="矩形 540">
                <a:extLst>
                  <a:ext uri="{FF2B5EF4-FFF2-40B4-BE49-F238E27FC236}">
                    <a16:creationId xmlns:a16="http://schemas.microsoft.com/office/drawing/2014/main" id="{4747588E-47DE-4E70-99D2-E13187A7FBA0}"/>
                  </a:ext>
                </a:extLst>
              </p:cNvPr>
              <p:cNvSpPr/>
              <p:nvPr/>
            </p:nvSpPr>
            <p:spPr>
              <a:xfrm>
                <a:off x="4424510" y="1784350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42" name="矩形 541">
                <a:extLst>
                  <a:ext uri="{FF2B5EF4-FFF2-40B4-BE49-F238E27FC236}">
                    <a16:creationId xmlns:a16="http://schemas.microsoft.com/office/drawing/2014/main" id="{DE221E8A-8883-459A-B692-72DC494B3CDC}"/>
                  </a:ext>
                </a:extLst>
              </p:cNvPr>
              <p:cNvSpPr/>
              <p:nvPr/>
            </p:nvSpPr>
            <p:spPr>
              <a:xfrm>
                <a:off x="5179169" y="1786631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43" name="矩形 542">
                <a:extLst>
                  <a:ext uri="{FF2B5EF4-FFF2-40B4-BE49-F238E27FC236}">
                    <a16:creationId xmlns:a16="http://schemas.microsoft.com/office/drawing/2014/main" id="{2B6551CE-1C9C-4911-909D-E8EB5D7E82DB}"/>
                  </a:ext>
                </a:extLst>
              </p:cNvPr>
              <p:cNvSpPr/>
              <p:nvPr/>
            </p:nvSpPr>
            <p:spPr>
              <a:xfrm>
                <a:off x="5933829" y="1784350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44" name="矩形 543">
                <a:extLst>
                  <a:ext uri="{FF2B5EF4-FFF2-40B4-BE49-F238E27FC236}">
                    <a16:creationId xmlns:a16="http://schemas.microsoft.com/office/drawing/2014/main" id="{B6521248-40B9-4EE9-BD18-08300152C900}"/>
                  </a:ext>
                </a:extLst>
              </p:cNvPr>
              <p:cNvSpPr/>
              <p:nvPr/>
            </p:nvSpPr>
            <p:spPr>
              <a:xfrm>
                <a:off x="6688490" y="1786631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45" name="矩形 544">
                <a:extLst>
                  <a:ext uri="{FF2B5EF4-FFF2-40B4-BE49-F238E27FC236}">
                    <a16:creationId xmlns:a16="http://schemas.microsoft.com/office/drawing/2014/main" id="{EFCADF03-DD36-4972-B304-A30E8C3733D5}"/>
                  </a:ext>
                </a:extLst>
              </p:cNvPr>
              <p:cNvSpPr/>
              <p:nvPr/>
            </p:nvSpPr>
            <p:spPr>
              <a:xfrm>
                <a:off x="3039145" y="1784697"/>
                <a:ext cx="555669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46" name="矩形 545">
                <a:extLst>
                  <a:ext uri="{FF2B5EF4-FFF2-40B4-BE49-F238E27FC236}">
                    <a16:creationId xmlns:a16="http://schemas.microsoft.com/office/drawing/2014/main" id="{0E5BA0CE-6DA9-459B-85D8-CD3D10E5A952}"/>
                  </a:ext>
                </a:extLst>
              </p:cNvPr>
              <p:cNvSpPr/>
              <p:nvPr/>
            </p:nvSpPr>
            <p:spPr>
              <a:xfrm>
                <a:off x="2688724" y="1786631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323" name="组合 322">
              <a:extLst>
                <a:ext uri="{FF2B5EF4-FFF2-40B4-BE49-F238E27FC236}">
                  <a16:creationId xmlns:a16="http://schemas.microsoft.com/office/drawing/2014/main" id="{4A989FC8-6DDB-43F0-BE1E-F46BEB9B214C}"/>
                </a:ext>
              </a:extLst>
            </p:cNvPr>
            <p:cNvGrpSpPr/>
            <p:nvPr/>
          </p:nvGrpSpPr>
          <p:grpSpPr>
            <a:xfrm>
              <a:off x="3640108" y="2326718"/>
              <a:ext cx="5376378" cy="375270"/>
              <a:chOff x="2627784" y="1722436"/>
              <a:chExt cx="4848318" cy="338412"/>
            </a:xfrm>
            <a:solidFill>
              <a:srgbClr val="FFFFFF"/>
            </a:solidFill>
          </p:grpSpPr>
          <p:sp>
            <p:nvSpPr>
              <p:cNvPr id="533" name="矩形 532">
                <a:extLst>
                  <a:ext uri="{FF2B5EF4-FFF2-40B4-BE49-F238E27FC236}">
                    <a16:creationId xmlns:a16="http://schemas.microsoft.com/office/drawing/2014/main" id="{FA957834-E238-4616-A407-33E2D69A8A35}"/>
                  </a:ext>
                </a:extLst>
              </p:cNvPr>
              <p:cNvSpPr/>
              <p:nvPr/>
            </p:nvSpPr>
            <p:spPr>
              <a:xfrm>
                <a:off x="2627784" y="1722436"/>
                <a:ext cx="4848318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34" name="矩形 533">
                <a:extLst>
                  <a:ext uri="{FF2B5EF4-FFF2-40B4-BE49-F238E27FC236}">
                    <a16:creationId xmlns:a16="http://schemas.microsoft.com/office/drawing/2014/main" id="{8F867CBE-B323-46AA-B04C-4B14A3764DAD}"/>
                  </a:ext>
                </a:extLst>
              </p:cNvPr>
              <p:cNvSpPr/>
              <p:nvPr/>
            </p:nvSpPr>
            <p:spPr>
              <a:xfrm>
                <a:off x="4418660" y="1784350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rPr>
                  <a:t>0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35" name="矩形 534">
                <a:extLst>
                  <a:ext uri="{FF2B5EF4-FFF2-40B4-BE49-F238E27FC236}">
                    <a16:creationId xmlns:a16="http://schemas.microsoft.com/office/drawing/2014/main" id="{5F5B8C0D-BB73-45C0-B6F0-4CF9F427C297}"/>
                  </a:ext>
                </a:extLst>
              </p:cNvPr>
              <p:cNvSpPr/>
              <p:nvPr/>
            </p:nvSpPr>
            <p:spPr>
              <a:xfrm>
                <a:off x="5173319" y="1786631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rPr>
                  <a:t>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36" name="矩形 535">
                <a:extLst>
                  <a:ext uri="{FF2B5EF4-FFF2-40B4-BE49-F238E27FC236}">
                    <a16:creationId xmlns:a16="http://schemas.microsoft.com/office/drawing/2014/main" id="{CC172F3C-F087-446F-8828-3FD93847EF11}"/>
                  </a:ext>
                </a:extLst>
              </p:cNvPr>
              <p:cNvSpPr/>
              <p:nvPr/>
            </p:nvSpPr>
            <p:spPr>
              <a:xfrm>
                <a:off x="5930844" y="1784350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rPr>
                  <a:t>2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37" name="矩形 536">
                <a:extLst>
                  <a:ext uri="{FF2B5EF4-FFF2-40B4-BE49-F238E27FC236}">
                    <a16:creationId xmlns:a16="http://schemas.microsoft.com/office/drawing/2014/main" id="{DE42876A-15F3-43E9-9687-57F7A5CB8E37}"/>
                  </a:ext>
                </a:extLst>
              </p:cNvPr>
              <p:cNvSpPr/>
              <p:nvPr/>
            </p:nvSpPr>
            <p:spPr>
              <a:xfrm>
                <a:off x="6682639" y="1786631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rPr>
                  <a:t>3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38" name="矩形 537">
                <a:extLst>
                  <a:ext uri="{FF2B5EF4-FFF2-40B4-BE49-F238E27FC236}">
                    <a16:creationId xmlns:a16="http://schemas.microsoft.com/office/drawing/2014/main" id="{F316FC21-0B1B-41EF-B80C-57EBA2A4DC65}"/>
                  </a:ext>
                </a:extLst>
              </p:cNvPr>
              <p:cNvSpPr/>
              <p:nvPr/>
            </p:nvSpPr>
            <p:spPr>
              <a:xfrm>
                <a:off x="3032279" y="1784697"/>
                <a:ext cx="555669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39" name="矩形 538">
                <a:extLst>
                  <a:ext uri="{FF2B5EF4-FFF2-40B4-BE49-F238E27FC236}">
                    <a16:creationId xmlns:a16="http://schemas.microsoft.com/office/drawing/2014/main" id="{7B8286AC-2F5D-4461-A399-B80D8D97FE8E}"/>
                  </a:ext>
                </a:extLst>
              </p:cNvPr>
              <p:cNvSpPr/>
              <p:nvPr/>
            </p:nvSpPr>
            <p:spPr>
              <a:xfrm>
                <a:off x="2688724" y="1786631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324" name="组合 323">
              <a:extLst>
                <a:ext uri="{FF2B5EF4-FFF2-40B4-BE49-F238E27FC236}">
                  <a16:creationId xmlns:a16="http://schemas.microsoft.com/office/drawing/2014/main" id="{DDA25D0E-EDA8-4743-9C94-50A9425E2801}"/>
                </a:ext>
              </a:extLst>
            </p:cNvPr>
            <p:cNvGrpSpPr/>
            <p:nvPr/>
          </p:nvGrpSpPr>
          <p:grpSpPr>
            <a:xfrm>
              <a:off x="3640108" y="2764022"/>
              <a:ext cx="5376377" cy="375270"/>
              <a:chOff x="2627784" y="1722436"/>
              <a:chExt cx="4848317" cy="338412"/>
            </a:xfrm>
            <a:solidFill>
              <a:srgbClr val="FFFFFF"/>
            </a:solidFill>
          </p:grpSpPr>
          <p:sp>
            <p:nvSpPr>
              <p:cNvPr id="526" name="矩形 525">
                <a:extLst>
                  <a:ext uri="{FF2B5EF4-FFF2-40B4-BE49-F238E27FC236}">
                    <a16:creationId xmlns:a16="http://schemas.microsoft.com/office/drawing/2014/main" id="{AEE22781-AC92-4514-8C72-5DFA34F1A29E}"/>
                  </a:ext>
                </a:extLst>
              </p:cNvPr>
              <p:cNvSpPr/>
              <p:nvPr/>
            </p:nvSpPr>
            <p:spPr>
              <a:xfrm>
                <a:off x="2627784" y="1722436"/>
                <a:ext cx="4848317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27" name="矩形 526">
                <a:extLst>
                  <a:ext uri="{FF2B5EF4-FFF2-40B4-BE49-F238E27FC236}">
                    <a16:creationId xmlns:a16="http://schemas.microsoft.com/office/drawing/2014/main" id="{BF004C9A-BC49-406E-B648-0FE2EC4E5073}"/>
                  </a:ext>
                </a:extLst>
              </p:cNvPr>
              <p:cNvSpPr/>
              <p:nvPr/>
            </p:nvSpPr>
            <p:spPr>
              <a:xfrm>
                <a:off x="4415954" y="1777220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28" name="矩形 527">
                <a:extLst>
                  <a:ext uri="{FF2B5EF4-FFF2-40B4-BE49-F238E27FC236}">
                    <a16:creationId xmlns:a16="http://schemas.microsoft.com/office/drawing/2014/main" id="{4F6A77D9-B7E8-47D4-9A74-DE682D5F7C2C}"/>
                  </a:ext>
                </a:extLst>
              </p:cNvPr>
              <p:cNvSpPr/>
              <p:nvPr/>
            </p:nvSpPr>
            <p:spPr>
              <a:xfrm>
                <a:off x="5171329" y="1779502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29" name="矩形 528">
                <a:extLst>
                  <a:ext uri="{FF2B5EF4-FFF2-40B4-BE49-F238E27FC236}">
                    <a16:creationId xmlns:a16="http://schemas.microsoft.com/office/drawing/2014/main" id="{4C14183B-B815-4FAB-8F42-033D663A6E1F}"/>
                  </a:ext>
                </a:extLst>
              </p:cNvPr>
              <p:cNvSpPr/>
              <p:nvPr/>
            </p:nvSpPr>
            <p:spPr>
              <a:xfrm>
                <a:off x="5923127" y="1777220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30" name="矩形 529">
                <a:extLst>
                  <a:ext uri="{FF2B5EF4-FFF2-40B4-BE49-F238E27FC236}">
                    <a16:creationId xmlns:a16="http://schemas.microsoft.com/office/drawing/2014/main" id="{9591AE3D-ED47-4D7E-830A-7387D3448F34}"/>
                  </a:ext>
                </a:extLst>
              </p:cNvPr>
              <p:cNvSpPr/>
              <p:nvPr/>
            </p:nvSpPr>
            <p:spPr>
              <a:xfrm>
                <a:off x="6680650" y="1779502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31" name="矩形 530">
                <a:extLst>
                  <a:ext uri="{FF2B5EF4-FFF2-40B4-BE49-F238E27FC236}">
                    <a16:creationId xmlns:a16="http://schemas.microsoft.com/office/drawing/2014/main" id="{0ABD4D63-6EFE-4856-81C6-7FEE152BCF1D}"/>
                  </a:ext>
                </a:extLst>
              </p:cNvPr>
              <p:cNvSpPr/>
              <p:nvPr/>
            </p:nvSpPr>
            <p:spPr>
              <a:xfrm>
                <a:off x="3031260" y="1784697"/>
                <a:ext cx="555669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32" name="矩形 531">
                <a:extLst>
                  <a:ext uri="{FF2B5EF4-FFF2-40B4-BE49-F238E27FC236}">
                    <a16:creationId xmlns:a16="http://schemas.microsoft.com/office/drawing/2014/main" id="{9C694EB7-6675-490B-B97E-DAC8C3D4DE0B}"/>
                  </a:ext>
                </a:extLst>
              </p:cNvPr>
              <p:cNvSpPr/>
              <p:nvPr/>
            </p:nvSpPr>
            <p:spPr>
              <a:xfrm>
                <a:off x="2688724" y="1786631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325" name="组合 324">
              <a:extLst>
                <a:ext uri="{FF2B5EF4-FFF2-40B4-BE49-F238E27FC236}">
                  <a16:creationId xmlns:a16="http://schemas.microsoft.com/office/drawing/2014/main" id="{A0BDDF43-742A-4366-B71D-829E23ABAC0D}"/>
                </a:ext>
              </a:extLst>
            </p:cNvPr>
            <p:cNvGrpSpPr/>
            <p:nvPr/>
          </p:nvGrpSpPr>
          <p:grpSpPr>
            <a:xfrm>
              <a:off x="3640107" y="3192230"/>
              <a:ext cx="5380047" cy="375270"/>
              <a:chOff x="2627783" y="1722436"/>
              <a:chExt cx="4851626" cy="338412"/>
            </a:xfrm>
            <a:solidFill>
              <a:srgbClr val="FFFFFF"/>
            </a:solidFill>
          </p:grpSpPr>
          <p:sp>
            <p:nvSpPr>
              <p:cNvPr id="519" name="矩形 518">
                <a:extLst>
                  <a:ext uri="{FF2B5EF4-FFF2-40B4-BE49-F238E27FC236}">
                    <a16:creationId xmlns:a16="http://schemas.microsoft.com/office/drawing/2014/main" id="{33A70536-9430-4F9A-82A2-97B5EBB61AC2}"/>
                  </a:ext>
                </a:extLst>
              </p:cNvPr>
              <p:cNvSpPr/>
              <p:nvPr/>
            </p:nvSpPr>
            <p:spPr>
              <a:xfrm>
                <a:off x="2627783" y="1722436"/>
                <a:ext cx="4851626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20" name="矩形 519">
                <a:extLst>
                  <a:ext uri="{FF2B5EF4-FFF2-40B4-BE49-F238E27FC236}">
                    <a16:creationId xmlns:a16="http://schemas.microsoft.com/office/drawing/2014/main" id="{9DF9AFCD-70D7-413E-92B3-431F1BDC0441}"/>
                  </a:ext>
                </a:extLst>
              </p:cNvPr>
              <p:cNvSpPr/>
              <p:nvPr/>
            </p:nvSpPr>
            <p:spPr>
              <a:xfrm>
                <a:off x="4423863" y="1784857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21" name="矩形 520">
                <a:extLst>
                  <a:ext uri="{FF2B5EF4-FFF2-40B4-BE49-F238E27FC236}">
                    <a16:creationId xmlns:a16="http://schemas.microsoft.com/office/drawing/2014/main" id="{F643F4D7-761D-4942-9C46-A51E632A47F3}"/>
                  </a:ext>
                </a:extLst>
              </p:cNvPr>
              <p:cNvSpPr/>
              <p:nvPr/>
            </p:nvSpPr>
            <p:spPr>
              <a:xfrm>
                <a:off x="5178522" y="1787139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22" name="矩形 521">
                <a:extLst>
                  <a:ext uri="{FF2B5EF4-FFF2-40B4-BE49-F238E27FC236}">
                    <a16:creationId xmlns:a16="http://schemas.microsoft.com/office/drawing/2014/main" id="{00655FD9-E3DD-42A7-A7C2-A5F01320CC7E}"/>
                  </a:ext>
                </a:extLst>
              </p:cNvPr>
              <p:cNvSpPr/>
              <p:nvPr/>
            </p:nvSpPr>
            <p:spPr>
              <a:xfrm>
                <a:off x="5933182" y="1784857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23" name="矩形 522">
                <a:extLst>
                  <a:ext uri="{FF2B5EF4-FFF2-40B4-BE49-F238E27FC236}">
                    <a16:creationId xmlns:a16="http://schemas.microsoft.com/office/drawing/2014/main" id="{038A5957-46F4-4ED3-8ABC-3B79D778F8ED}"/>
                  </a:ext>
                </a:extLst>
              </p:cNvPr>
              <p:cNvSpPr/>
              <p:nvPr/>
            </p:nvSpPr>
            <p:spPr>
              <a:xfrm>
                <a:off x="6687843" y="1787139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24" name="矩形 523">
                <a:extLst>
                  <a:ext uri="{FF2B5EF4-FFF2-40B4-BE49-F238E27FC236}">
                    <a16:creationId xmlns:a16="http://schemas.microsoft.com/office/drawing/2014/main" id="{39ABDC01-04E6-4A1A-9F2E-76552F3A4D6E}"/>
                  </a:ext>
                </a:extLst>
              </p:cNvPr>
              <p:cNvSpPr/>
              <p:nvPr/>
            </p:nvSpPr>
            <p:spPr>
              <a:xfrm>
                <a:off x="3040064" y="1777602"/>
                <a:ext cx="555669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25" name="矩形 524">
                <a:extLst>
                  <a:ext uri="{FF2B5EF4-FFF2-40B4-BE49-F238E27FC236}">
                    <a16:creationId xmlns:a16="http://schemas.microsoft.com/office/drawing/2014/main" id="{B1E22565-D05C-4329-8154-0B4B9A3CF1B9}"/>
                  </a:ext>
                </a:extLst>
              </p:cNvPr>
              <p:cNvSpPr/>
              <p:nvPr/>
            </p:nvSpPr>
            <p:spPr>
              <a:xfrm>
                <a:off x="2688724" y="1786631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326" name="组合 325">
              <a:extLst>
                <a:ext uri="{FF2B5EF4-FFF2-40B4-BE49-F238E27FC236}">
                  <a16:creationId xmlns:a16="http://schemas.microsoft.com/office/drawing/2014/main" id="{1E9157A4-C4C1-42F0-877E-D830B06C2685}"/>
                </a:ext>
              </a:extLst>
            </p:cNvPr>
            <p:cNvGrpSpPr/>
            <p:nvPr/>
          </p:nvGrpSpPr>
          <p:grpSpPr>
            <a:xfrm>
              <a:off x="3640108" y="4048651"/>
              <a:ext cx="5380046" cy="375270"/>
              <a:chOff x="2627784" y="1722436"/>
              <a:chExt cx="4851626" cy="338412"/>
            </a:xfrm>
            <a:solidFill>
              <a:srgbClr val="FFFFFF"/>
            </a:solidFill>
          </p:grpSpPr>
          <p:sp>
            <p:nvSpPr>
              <p:cNvPr id="512" name="矩形 511">
                <a:extLst>
                  <a:ext uri="{FF2B5EF4-FFF2-40B4-BE49-F238E27FC236}">
                    <a16:creationId xmlns:a16="http://schemas.microsoft.com/office/drawing/2014/main" id="{48A5D8F6-14C9-44F2-95A3-B9CED5E5162C}"/>
                  </a:ext>
                </a:extLst>
              </p:cNvPr>
              <p:cNvSpPr/>
              <p:nvPr/>
            </p:nvSpPr>
            <p:spPr>
              <a:xfrm>
                <a:off x="2627784" y="1722436"/>
                <a:ext cx="4851626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13" name="矩形 512">
                <a:extLst>
                  <a:ext uri="{FF2B5EF4-FFF2-40B4-BE49-F238E27FC236}">
                    <a16:creationId xmlns:a16="http://schemas.microsoft.com/office/drawing/2014/main" id="{2F10D5E2-0FA2-4EB4-93AB-BA9C18D9F677}"/>
                  </a:ext>
                </a:extLst>
              </p:cNvPr>
              <p:cNvSpPr/>
              <p:nvPr/>
            </p:nvSpPr>
            <p:spPr>
              <a:xfrm>
                <a:off x="4422657" y="1777795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14" name="矩形 513">
                <a:extLst>
                  <a:ext uri="{FF2B5EF4-FFF2-40B4-BE49-F238E27FC236}">
                    <a16:creationId xmlns:a16="http://schemas.microsoft.com/office/drawing/2014/main" id="{FFFE6658-CF7C-4B4B-BE06-BCD195A1BFC9}"/>
                  </a:ext>
                </a:extLst>
              </p:cNvPr>
              <p:cNvSpPr/>
              <p:nvPr/>
            </p:nvSpPr>
            <p:spPr>
              <a:xfrm>
                <a:off x="5179465" y="178007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15" name="矩形 514">
                <a:extLst>
                  <a:ext uri="{FF2B5EF4-FFF2-40B4-BE49-F238E27FC236}">
                    <a16:creationId xmlns:a16="http://schemas.microsoft.com/office/drawing/2014/main" id="{1CDDC928-9DA3-42AA-82E9-7F5350DFC60E}"/>
                  </a:ext>
                </a:extLst>
              </p:cNvPr>
              <p:cNvSpPr/>
              <p:nvPr/>
            </p:nvSpPr>
            <p:spPr>
              <a:xfrm>
                <a:off x="5934125" y="1777795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16" name="矩形 515">
                <a:extLst>
                  <a:ext uri="{FF2B5EF4-FFF2-40B4-BE49-F238E27FC236}">
                    <a16:creationId xmlns:a16="http://schemas.microsoft.com/office/drawing/2014/main" id="{10026F62-A39A-4E79-8985-F4CD12882046}"/>
                  </a:ext>
                </a:extLst>
              </p:cNvPr>
              <p:cNvSpPr/>
              <p:nvPr/>
            </p:nvSpPr>
            <p:spPr>
              <a:xfrm>
                <a:off x="6685922" y="1780076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17" name="矩形 516">
                <a:extLst>
                  <a:ext uri="{FF2B5EF4-FFF2-40B4-BE49-F238E27FC236}">
                    <a16:creationId xmlns:a16="http://schemas.microsoft.com/office/drawing/2014/main" id="{328D864A-000B-40D4-AD2D-A36444ED07DB}"/>
                  </a:ext>
                </a:extLst>
              </p:cNvPr>
              <p:cNvSpPr/>
              <p:nvPr/>
            </p:nvSpPr>
            <p:spPr>
              <a:xfrm>
                <a:off x="3039144" y="1784697"/>
                <a:ext cx="555669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18" name="矩形 517">
                <a:extLst>
                  <a:ext uri="{FF2B5EF4-FFF2-40B4-BE49-F238E27FC236}">
                    <a16:creationId xmlns:a16="http://schemas.microsoft.com/office/drawing/2014/main" id="{DA50634E-E990-4569-A08E-798D8796488B}"/>
                  </a:ext>
                </a:extLst>
              </p:cNvPr>
              <p:cNvSpPr/>
              <p:nvPr/>
            </p:nvSpPr>
            <p:spPr>
              <a:xfrm>
                <a:off x="2688724" y="1786631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327" name="组合 326">
              <a:extLst>
                <a:ext uri="{FF2B5EF4-FFF2-40B4-BE49-F238E27FC236}">
                  <a16:creationId xmlns:a16="http://schemas.microsoft.com/office/drawing/2014/main" id="{3A4A8A84-E754-4AF6-8601-E68E5D6865C5}"/>
                </a:ext>
              </a:extLst>
            </p:cNvPr>
            <p:cNvGrpSpPr/>
            <p:nvPr/>
          </p:nvGrpSpPr>
          <p:grpSpPr>
            <a:xfrm>
              <a:off x="3640108" y="4476862"/>
              <a:ext cx="5380046" cy="375270"/>
              <a:chOff x="2627784" y="1722436"/>
              <a:chExt cx="4851626" cy="338412"/>
            </a:xfrm>
            <a:solidFill>
              <a:srgbClr val="FFFFFF"/>
            </a:solidFill>
          </p:grpSpPr>
          <p:sp>
            <p:nvSpPr>
              <p:cNvPr id="505" name="矩形 504">
                <a:extLst>
                  <a:ext uri="{FF2B5EF4-FFF2-40B4-BE49-F238E27FC236}">
                    <a16:creationId xmlns:a16="http://schemas.microsoft.com/office/drawing/2014/main" id="{333E58C1-6354-425B-AD92-65DDC028BDFA}"/>
                  </a:ext>
                </a:extLst>
              </p:cNvPr>
              <p:cNvSpPr/>
              <p:nvPr/>
            </p:nvSpPr>
            <p:spPr>
              <a:xfrm>
                <a:off x="2627784" y="1722436"/>
                <a:ext cx="4851626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06" name="矩形 505">
                <a:extLst>
                  <a:ext uri="{FF2B5EF4-FFF2-40B4-BE49-F238E27FC236}">
                    <a16:creationId xmlns:a16="http://schemas.microsoft.com/office/drawing/2014/main" id="{CA619B3A-2BB1-4306-BE96-28A08C93415D}"/>
                  </a:ext>
                </a:extLst>
              </p:cNvPr>
              <p:cNvSpPr/>
              <p:nvPr/>
            </p:nvSpPr>
            <p:spPr>
              <a:xfrm>
                <a:off x="4422264" y="1778113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07" name="矩形 506">
                <a:extLst>
                  <a:ext uri="{FF2B5EF4-FFF2-40B4-BE49-F238E27FC236}">
                    <a16:creationId xmlns:a16="http://schemas.microsoft.com/office/drawing/2014/main" id="{2EE8D91E-3C35-4215-B053-CF092FCF4ED2}"/>
                  </a:ext>
                </a:extLst>
              </p:cNvPr>
              <p:cNvSpPr/>
              <p:nvPr/>
            </p:nvSpPr>
            <p:spPr>
              <a:xfrm>
                <a:off x="5178354" y="1780394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08" name="矩形 507">
                <a:extLst>
                  <a:ext uri="{FF2B5EF4-FFF2-40B4-BE49-F238E27FC236}">
                    <a16:creationId xmlns:a16="http://schemas.microsoft.com/office/drawing/2014/main" id="{FAD391EA-73B3-48B2-9270-1B28FE435E3F}"/>
                  </a:ext>
                </a:extLst>
              </p:cNvPr>
              <p:cNvSpPr/>
              <p:nvPr/>
            </p:nvSpPr>
            <p:spPr>
              <a:xfrm>
                <a:off x="5935877" y="1778113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09" name="矩形 508">
                <a:extLst>
                  <a:ext uri="{FF2B5EF4-FFF2-40B4-BE49-F238E27FC236}">
                    <a16:creationId xmlns:a16="http://schemas.microsoft.com/office/drawing/2014/main" id="{259A66F3-CEAD-488A-ABE6-DD2327C42971}"/>
                  </a:ext>
                </a:extLst>
              </p:cNvPr>
              <p:cNvSpPr/>
              <p:nvPr/>
            </p:nvSpPr>
            <p:spPr>
              <a:xfrm>
                <a:off x="6687674" y="1780394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10" name="矩形 509">
                <a:extLst>
                  <a:ext uri="{FF2B5EF4-FFF2-40B4-BE49-F238E27FC236}">
                    <a16:creationId xmlns:a16="http://schemas.microsoft.com/office/drawing/2014/main" id="{A17D1F83-E823-42BC-B22F-CE3E5BD11354}"/>
                  </a:ext>
                </a:extLst>
              </p:cNvPr>
              <p:cNvSpPr/>
              <p:nvPr/>
            </p:nvSpPr>
            <p:spPr>
              <a:xfrm>
                <a:off x="3031174" y="1784697"/>
                <a:ext cx="555669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11" name="矩形 510">
                <a:extLst>
                  <a:ext uri="{FF2B5EF4-FFF2-40B4-BE49-F238E27FC236}">
                    <a16:creationId xmlns:a16="http://schemas.microsoft.com/office/drawing/2014/main" id="{60FB2E63-AC7C-423E-A0C7-E5941CA5AE60}"/>
                  </a:ext>
                </a:extLst>
              </p:cNvPr>
              <p:cNvSpPr/>
              <p:nvPr/>
            </p:nvSpPr>
            <p:spPr>
              <a:xfrm>
                <a:off x="2688724" y="1786631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328" name="组合 327">
              <a:extLst>
                <a:ext uri="{FF2B5EF4-FFF2-40B4-BE49-F238E27FC236}">
                  <a16:creationId xmlns:a16="http://schemas.microsoft.com/office/drawing/2014/main" id="{AD10B300-D987-4AD6-82A4-8F0565D50354}"/>
                </a:ext>
              </a:extLst>
            </p:cNvPr>
            <p:cNvGrpSpPr/>
            <p:nvPr/>
          </p:nvGrpSpPr>
          <p:grpSpPr>
            <a:xfrm>
              <a:off x="3640107" y="4905082"/>
              <a:ext cx="5376999" cy="375271"/>
              <a:chOff x="2627783" y="1722436"/>
              <a:chExt cx="4848878" cy="338412"/>
            </a:xfrm>
            <a:solidFill>
              <a:srgbClr val="FFFFFF"/>
            </a:solidFill>
          </p:grpSpPr>
          <p:sp>
            <p:nvSpPr>
              <p:cNvPr id="498" name="矩形 497">
                <a:extLst>
                  <a:ext uri="{FF2B5EF4-FFF2-40B4-BE49-F238E27FC236}">
                    <a16:creationId xmlns:a16="http://schemas.microsoft.com/office/drawing/2014/main" id="{90537661-29F4-4DE3-8DFE-346C9C4E8D86}"/>
                  </a:ext>
                </a:extLst>
              </p:cNvPr>
              <p:cNvSpPr/>
              <p:nvPr/>
            </p:nvSpPr>
            <p:spPr>
              <a:xfrm>
                <a:off x="2627783" y="1722436"/>
                <a:ext cx="4848878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99" name="矩形 498">
                <a:extLst>
                  <a:ext uri="{FF2B5EF4-FFF2-40B4-BE49-F238E27FC236}">
                    <a16:creationId xmlns:a16="http://schemas.microsoft.com/office/drawing/2014/main" id="{90855BDD-B8C5-4DE5-80C0-741B655FC7EA}"/>
                  </a:ext>
                </a:extLst>
              </p:cNvPr>
              <p:cNvSpPr/>
              <p:nvPr/>
            </p:nvSpPr>
            <p:spPr>
              <a:xfrm>
                <a:off x="4422710" y="1777313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00" name="矩形 499">
                <a:extLst>
                  <a:ext uri="{FF2B5EF4-FFF2-40B4-BE49-F238E27FC236}">
                    <a16:creationId xmlns:a16="http://schemas.microsoft.com/office/drawing/2014/main" id="{9722A436-D99A-4AC2-AA16-C3625B7846A7}"/>
                  </a:ext>
                </a:extLst>
              </p:cNvPr>
              <p:cNvSpPr/>
              <p:nvPr/>
            </p:nvSpPr>
            <p:spPr>
              <a:xfrm>
                <a:off x="5177369" y="1779594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01" name="矩形 500">
                <a:extLst>
                  <a:ext uri="{FF2B5EF4-FFF2-40B4-BE49-F238E27FC236}">
                    <a16:creationId xmlns:a16="http://schemas.microsoft.com/office/drawing/2014/main" id="{DEA41C6A-7244-4F6B-9D82-2422689D9838}"/>
                  </a:ext>
                </a:extLst>
              </p:cNvPr>
              <p:cNvSpPr/>
              <p:nvPr/>
            </p:nvSpPr>
            <p:spPr>
              <a:xfrm>
                <a:off x="5934892" y="1777313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02" name="矩形 501">
                <a:extLst>
                  <a:ext uri="{FF2B5EF4-FFF2-40B4-BE49-F238E27FC236}">
                    <a16:creationId xmlns:a16="http://schemas.microsoft.com/office/drawing/2014/main" id="{3DE1A0D7-4E96-4CC1-9C75-10EE2378D11E}"/>
                  </a:ext>
                </a:extLst>
              </p:cNvPr>
              <p:cNvSpPr/>
              <p:nvPr/>
            </p:nvSpPr>
            <p:spPr>
              <a:xfrm>
                <a:off x="6686690" y="1779594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03" name="矩形 502">
                <a:extLst>
                  <a:ext uri="{FF2B5EF4-FFF2-40B4-BE49-F238E27FC236}">
                    <a16:creationId xmlns:a16="http://schemas.microsoft.com/office/drawing/2014/main" id="{B0CDB0A0-DF8D-471B-8E2E-92EF45CE54EF}"/>
                  </a:ext>
                </a:extLst>
              </p:cNvPr>
              <p:cNvSpPr/>
              <p:nvPr/>
            </p:nvSpPr>
            <p:spPr>
              <a:xfrm>
                <a:off x="3039143" y="1784697"/>
                <a:ext cx="555669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504" name="矩形 503">
                <a:extLst>
                  <a:ext uri="{FF2B5EF4-FFF2-40B4-BE49-F238E27FC236}">
                    <a16:creationId xmlns:a16="http://schemas.microsoft.com/office/drawing/2014/main" id="{879D2C2C-16C5-48D9-8863-70DDB955694E}"/>
                  </a:ext>
                </a:extLst>
              </p:cNvPr>
              <p:cNvSpPr/>
              <p:nvPr/>
            </p:nvSpPr>
            <p:spPr>
              <a:xfrm>
                <a:off x="2688724" y="1786631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FF6600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</p:grpSp>
        <p:grpSp>
          <p:nvGrpSpPr>
            <p:cNvPr id="329" name="组合 328">
              <a:extLst>
                <a:ext uri="{FF2B5EF4-FFF2-40B4-BE49-F238E27FC236}">
                  <a16:creationId xmlns:a16="http://schemas.microsoft.com/office/drawing/2014/main" id="{B664525F-7310-4475-A6A0-3004DB2087CD}"/>
                </a:ext>
              </a:extLst>
            </p:cNvPr>
            <p:cNvGrpSpPr/>
            <p:nvPr/>
          </p:nvGrpSpPr>
          <p:grpSpPr>
            <a:xfrm>
              <a:off x="3640107" y="5333289"/>
              <a:ext cx="5376378" cy="375270"/>
              <a:chOff x="2627783" y="1722436"/>
              <a:chExt cx="4848319" cy="338412"/>
            </a:xfrm>
            <a:solidFill>
              <a:srgbClr val="FFFFFF"/>
            </a:solidFill>
          </p:grpSpPr>
          <p:sp>
            <p:nvSpPr>
              <p:cNvPr id="491" name="矩形 490">
                <a:extLst>
                  <a:ext uri="{FF2B5EF4-FFF2-40B4-BE49-F238E27FC236}">
                    <a16:creationId xmlns:a16="http://schemas.microsoft.com/office/drawing/2014/main" id="{5463EAED-A0E3-468F-8D18-A722F55D5702}"/>
                  </a:ext>
                </a:extLst>
              </p:cNvPr>
              <p:cNvSpPr/>
              <p:nvPr/>
            </p:nvSpPr>
            <p:spPr>
              <a:xfrm>
                <a:off x="2627783" y="1722436"/>
                <a:ext cx="4848319" cy="338412"/>
              </a:xfrm>
              <a:prstGeom prst="rect">
                <a:avLst/>
              </a:prstGeom>
              <a:solidFill>
                <a:srgbClr val="B2B2B2">
                  <a:lumMod val="40000"/>
                  <a:lumOff val="60000"/>
                </a:srgbClr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92" name="矩形 491">
                <a:extLst>
                  <a:ext uri="{FF2B5EF4-FFF2-40B4-BE49-F238E27FC236}">
                    <a16:creationId xmlns:a16="http://schemas.microsoft.com/office/drawing/2014/main" id="{B097EBF8-4649-4109-B8EA-D180D3F9D1D6}"/>
                  </a:ext>
                </a:extLst>
              </p:cNvPr>
              <p:cNvSpPr/>
              <p:nvPr/>
            </p:nvSpPr>
            <p:spPr>
              <a:xfrm>
                <a:off x="4424046" y="1771865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rPr>
                  <a:t>0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93" name="矩形 492">
                <a:extLst>
                  <a:ext uri="{FF2B5EF4-FFF2-40B4-BE49-F238E27FC236}">
                    <a16:creationId xmlns:a16="http://schemas.microsoft.com/office/drawing/2014/main" id="{903639BE-3075-41B9-83FC-27038A77B169}"/>
                  </a:ext>
                </a:extLst>
              </p:cNvPr>
              <p:cNvSpPr/>
              <p:nvPr/>
            </p:nvSpPr>
            <p:spPr>
              <a:xfrm>
                <a:off x="5178702" y="1774147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rPr>
                  <a:t>1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94" name="矩形 493">
                <a:extLst>
                  <a:ext uri="{FF2B5EF4-FFF2-40B4-BE49-F238E27FC236}">
                    <a16:creationId xmlns:a16="http://schemas.microsoft.com/office/drawing/2014/main" id="{A37B9D40-E25A-40FA-A0FC-F55745D18E5D}"/>
                  </a:ext>
                </a:extLst>
              </p:cNvPr>
              <p:cNvSpPr/>
              <p:nvPr/>
            </p:nvSpPr>
            <p:spPr>
              <a:xfrm>
                <a:off x="5933355" y="1771865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rPr>
                  <a:t>2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95" name="矩形 494">
                <a:extLst>
                  <a:ext uri="{FF2B5EF4-FFF2-40B4-BE49-F238E27FC236}">
                    <a16:creationId xmlns:a16="http://schemas.microsoft.com/office/drawing/2014/main" id="{345A92CA-34A5-472E-B0AB-34F69840CDC3}"/>
                  </a:ext>
                </a:extLst>
              </p:cNvPr>
              <p:cNvSpPr/>
              <p:nvPr/>
            </p:nvSpPr>
            <p:spPr>
              <a:xfrm>
                <a:off x="6688017" y="1774147"/>
                <a:ext cx="720725" cy="228600"/>
              </a:xfrm>
              <a:prstGeom prst="rect">
                <a:avLst/>
              </a:prstGeom>
              <a:grpFill/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rPr>
                  <a:t>3</a:t>
                </a: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96" name="矩形 495">
                <a:extLst>
                  <a:ext uri="{FF2B5EF4-FFF2-40B4-BE49-F238E27FC236}">
                    <a16:creationId xmlns:a16="http://schemas.microsoft.com/office/drawing/2014/main" id="{3BAF6FA5-940B-43A7-A586-EF9BD7781DF8}"/>
                  </a:ext>
                </a:extLst>
              </p:cNvPr>
              <p:cNvSpPr/>
              <p:nvPr/>
            </p:nvSpPr>
            <p:spPr>
              <a:xfrm>
                <a:off x="3039142" y="1784697"/>
                <a:ext cx="555669" cy="228600"/>
              </a:xfrm>
              <a:prstGeom prst="rect">
                <a:avLst/>
              </a:prstGeom>
              <a:solidFill>
                <a:srgbClr val="00B0F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497" name="矩形 496">
                <a:extLst>
                  <a:ext uri="{FF2B5EF4-FFF2-40B4-BE49-F238E27FC236}">
                    <a16:creationId xmlns:a16="http://schemas.microsoft.com/office/drawing/2014/main" id="{F75BA05E-E7CA-429C-88D9-7E1C53E40876}"/>
                  </a:ext>
                </a:extLst>
              </p:cNvPr>
              <p:cNvSpPr/>
              <p:nvPr/>
            </p:nvSpPr>
            <p:spPr>
              <a:xfrm>
                <a:off x="2688724" y="1786631"/>
                <a:ext cx="227092" cy="228600"/>
              </a:xfrm>
              <a:prstGeom prst="rect">
                <a:avLst/>
              </a:prstGeom>
              <a:solidFill>
                <a:srgbClr val="FF6600"/>
              </a:solidFill>
              <a:ln w="3175" cap="flat" cmpd="sng" algn="ctr">
                <a:solidFill>
                  <a:srgbClr val="333333"/>
                </a:solidFill>
                <a:prstDash val="sysDot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微软雅黑"/>
                  <a:cs typeface="Arial" pitchFamily="34" charset="0"/>
                </a:endParaRPr>
              </a:p>
            </p:txBody>
          </p:sp>
        </p:grpSp>
        <p:sp>
          <p:nvSpPr>
            <p:cNvPr id="330" name="矩形 329">
              <a:extLst>
                <a:ext uri="{FF2B5EF4-FFF2-40B4-BE49-F238E27FC236}">
                  <a16:creationId xmlns:a16="http://schemas.microsoft.com/office/drawing/2014/main" id="{D58A2D55-0BA8-4E7C-996C-6BF475F72575}"/>
                </a:ext>
              </a:extLst>
            </p:cNvPr>
            <p:cNvSpPr/>
            <p:nvPr/>
          </p:nvSpPr>
          <p:spPr>
            <a:xfrm>
              <a:off x="3396409" y="2065389"/>
              <a:ext cx="877562" cy="241176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ea typeface="微软雅黑"/>
                  <a:cs typeface="Arial" pitchFamily="34" charset="0"/>
                </a:rPr>
                <a:t>有效位</a:t>
              </a:r>
            </a:p>
          </p:txBody>
        </p:sp>
        <p:cxnSp>
          <p:nvCxnSpPr>
            <p:cNvPr id="331" name="直接连接符 330">
              <a:extLst>
                <a:ext uri="{FF2B5EF4-FFF2-40B4-BE49-F238E27FC236}">
                  <a16:creationId xmlns:a16="http://schemas.microsoft.com/office/drawing/2014/main" id="{758A58D0-F81E-4A6A-BBCF-45E1C7F601DF}"/>
                </a:ext>
              </a:extLst>
            </p:cNvPr>
            <p:cNvCxnSpPr/>
            <p:nvPr/>
          </p:nvCxnSpPr>
          <p:spPr>
            <a:xfrm>
              <a:off x="4358269" y="1610838"/>
              <a:ext cx="6130641" cy="0"/>
            </a:xfrm>
            <a:prstGeom prst="line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</a:ln>
            <a:effectLst/>
          </p:spPr>
        </p:cxnSp>
        <p:cxnSp>
          <p:nvCxnSpPr>
            <p:cNvPr id="332" name="直接连接符 331">
              <a:extLst>
                <a:ext uri="{FF2B5EF4-FFF2-40B4-BE49-F238E27FC236}">
                  <a16:creationId xmlns:a16="http://schemas.microsoft.com/office/drawing/2014/main" id="{476D2619-A51F-4B96-B933-895EF70D34DC}"/>
                </a:ext>
              </a:extLst>
            </p:cNvPr>
            <p:cNvCxnSpPr/>
            <p:nvPr/>
          </p:nvCxnSpPr>
          <p:spPr>
            <a:xfrm>
              <a:off x="10488910" y="1610838"/>
              <a:ext cx="0" cy="1646765"/>
            </a:xfrm>
            <a:prstGeom prst="line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</a:ln>
            <a:effectLst/>
          </p:spPr>
        </p:cxnSp>
        <p:cxnSp>
          <p:nvCxnSpPr>
            <p:cNvPr id="333" name="直接连接符 332">
              <a:extLst>
                <a:ext uri="{FF2B5EF4-FFF2-40B4-BE49-F238E27FC236}">
                  <a16:creationId xmlns:a16="http://schemas.microsoft.com/office/drawing/2014/main" id="{A4503FB9-D3B8-49F1-BD96-A9B4962CEA6B}"/>
                </a:ext>
              </a:extLst>
            </p:cNvPr>
            <p:cNvCxnSpPr/>
            <p:nvPr/>
          </p:nvCxnSpPr>
          <p:spPr>
            <a:xfrm>
              <a:off x="5519949" y="6158706"/>
              <a:ext cx="4968961" cy="0"/>
            </a:xfrm>
            <a:prstGeom prst="line">
              <a:avLst/>
            </a:prstGeom>
            <a:noFill/>
            <a:ln w="25400" cap="sq" cmpd="sng" algn="ctr">
              <a:solidFill>
                <a:srgbClr val="333333">
                  <a:shade val="95000"/>
                  <a:satMod val="105000"/>
                </a:srgbClr>
              </a:solidFill>
              <a:prstDash val="solid"/>
              <a:miter lim="800000"/>
              <a:tailEnd type="none"/>
            </a:ln>
            <a:effectLst/>
          </p:spPr>
        </p:cxnSp>
        <p:cxnSp>
          <p:nvCxnSpPr>
            <p:cNvPr id="334" name="直接连接符 333">
              <a:extLst>
                <a:ext uri="{FF2B5EF4-FFF2-40B4-BE49-F238E27FC236}">
                  <a16:creationId xmlns:a16="http://schemas.microsoft.com/office/drawing/2014/main" id="{0B978573-1C29-4475-AE3B-92B2B5FFA9F4}"/>
                </a:ext>
              </a:extLst>
            </p:cNvPr>
            <p:cNvCxnSpPr>
              <a:stCxn id="354" idx="3"/>
            </p:cNvCxnSpPr>
            <p:nvPr/>
          </p:nvCxnSpPr>
          <p:spPr>
            <a:xfrm>
              <a:off x="10488910" y="4788187"/>
              <a:ext cx="0" cy="1370519"/>
            </a:xfrm>
            <a:prstGeom prst="line">
              <a:avLst/>
            </a:prstGeom>
            <a:noFill/>
            <a:ln w="25400" cap="sq" cmpd="sng" algn="ctr">
              <a:solidFill>
                <a:srgbClr val="333333">
                  <a:shade val="95000"/>
                  <a:satMod val="105000"/>
                </a:srgbClr>
              </a:solidFill>
              <a:prstDash val="solid"/>
              <a:miter lim="800000"/>
              <a:tailEnd type="none"/>
            </a:ln>
            <a:effectLst/>
          </p:spPr>
        </p:cxnSp>
        <p:grpSp>
          <p:nvGrpSpPr>
            <p:cNvPr id="335" name="组合 334">
              <a:extLst>
                <a:ext uri="{FF2B5EF4-FFF2-40B4-BE49-F238E27FC236}">
                  <a16:creationId xmlns:a16="http://schemas.microsoft.com/office/drawing/2014/main" id="{DD4205CB-14DA-479E-B7F5-942FA9E6D2FD}"/>
                </a:ext>
              </a:extLst>
            </p:cNvPr>
            <p:cNvGrpSpPr/>
            <p:nvPr/>
          </p:nvGrpSpPr>
          <p:grpSpPr>
            <a:xfrm>
              <a:off x="1941418" y="1185360"/>
              <a:ext cx="2419727" cy="552227"/>
              <a:chOff x="2043018" y="937710"/>
              <a:chExt cx="2419727" cy="552227"/>
            </a:xfrm>
          </p:grpSpPr>
          <p:sp>
            <p:nvSpPr>
              <p:cNvPr id="486" name="矩形 485">
                <a:extLst>
                  <a:ext uri="{FF2B5EF4-FFF2-40B4-BE49-F238E27FC236}">
                    <a16:creationId xmlns:a16="http://schemas.microsoft.com/office/drawing/2014/main" id="{9C5C9724-C4E6-4244-9FDE-8855DAEBEA47}"/>
                  </a:ext>
                </a:extLst>
              </p:cNvPr>
              <p:cNvSpPr/>
              <p:nvPr/>
            </p:nvSpPr>
            <p:spPr>
              <a:xfrm>
                <a:off x="2748254" y="937710"/>
                <a:ext cx="1186945" cy="241176"/>
              </a:xfrm>
              <a:prstGeom prst="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95000"/>
                        <a:lumOff val="5000"/>
                      </a:srgbClr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rPr>
                  <a:t>主存地址</a:t>
                </a:r>
              </a:p>
            </p:txBody>
          </p:sp>
          <p:grpSp>
            <p:nvGrpSpPr>
              <p:cNvPr id="487" name="组合 486">
                <a:extLst>
                  <a:ext uri="{FF2B5EF4-FFF2-40B4-BE49-F238E27FC236}">
                    <a16:creationId xmlns:a16="http://schemas.microsoft.com/office/drawing/2014/main" id="{632FDD26-6E55-430D-AF2B-CC717DA417B2}"/>
                  </a:ext>
                </a:extLst>
              </p:cNvPr>
              <p:cNvGrpSpPr/>
              <p:nvPr/>
            </p:nvGrpSpPr>
            <p:grpSpPr>
              <a:xfrm>
                <a:off x="2043018" y="1236439"/>
                <a:ext cx="2419727" cy="253498"/>
                <a:chOff x="2861077" y="969828"/>
                <a:chExt cx="2182065" cy="228600"/>
              </a:xfrm>
            </p:grpSpPr>
            <p:sp>
              <p:nvSpPr>
                <p:cNvPr id="488" name="矩形 487">
                  <a:extLst>
                    <a:ext uri="{FF2B5EF4-FFF2-40B4-BE49-F238E27FC236}">
                      <a16:creationId xmlns:a16="http://schemas.microsoft.com/office/drawing/2014/main" id="{7EC2280F-4EA7-4BE6-8B58-1AF9F2908D5C}"/>
                    </a:ext>
                  </a:extLst>
                </p:cNvPr>
                <p:cNvSpPr/>
                <p:nvPr/>
              </p:nvSpPr>
              <p:spPr>
                <a:xfrm>
                  <a:off x="2861077" y="969828"/>
                  <a:ext cx="720725" cy="228600"/>
                </a:xfrm>
                <a:prstGeom prst="rect">
                  <a:avLst/>
                </a:prstGeom>
                <a:solidFill>
                  <a:srgbClr val="00B0F0"/>
                </a:solidFill>
                <a:ln w="15875" cap="flat" cmpd="sng" algn="ctr">
                  <a:solidFill>
                    <a:srgbClr val="333333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微软雅黑"/>
                      <a:cs typeface="Arial" pitchFamily="34" charset="0"/>
                    </a:rPr>
                    <a:t>Tag</a:t>
                  </a:r>
                  <a:endParaRPr kumimoji="0" lang="zh-CN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489" name="矩形 488">
                  <a:extLst>
                    <a:ext uri="{FF2B5EF4-FFF2-40B4-BE49-F238E27FC236}">
                      <a16:creationId xmlns:a16="http://schemas.microsoft.com/office/drawing/2014/main" id="{5F19BD15-6009-45B4-832A-A9AA2A2657F1}"/>
                    </a:ext>
                  </a:extLst>
                </p:cNvPr>
                <p:cNvSpPr/>
                <p:nvPr/>
              </p:nvSpPr>
              <p:spPr>
                <a:xfrm>
                  <a:off x="3581802" y="969828"/>
                  <a:ext cx="730670" cy="228600"/>
                </a:xfrm>
                <a:prstGeom prst="rect">
                  <a:avLst/>
                </a:prstGeom>
                <a:solidFill>
                  <a:srgbClr val="CCFFCC"/>
                </a:solidFill>
                <a:ln w="15875" cap="flat" cmpd="sng" algn="ctr">
                  <a:solidFill>
                    <a:srgbClr val="333333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微软雅黑"/>
                      <a:cs typeface="Arial" pitchFamily="34" charset="0"/>
                    </a:rPr>
                    <a:t>index</a:t>
                  </a:r>
                  <a:endParaRPr kumimoji="0" lang="zh-CN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490" name="矩形 489">
                  <a:extLst>
                    <a:ext uri="{FF2B5EF4-FFF2-40B4-BE49-F238E27FC236}">
                      <a16:creationId xmlns:a16="http://schemas.microsoft.com/office/drawing/2014/main" id="{45E90E3C-8216-4491-9223-686669764122}"/>
                    </a:ext>
                  </a:extLst>
                </p:cNvPr>
                <p:cNvSpPr/>
                <p:nvPr/>
              </p:nvSpPr>
              <p:spPr>
                <a:xfrm>
                  <a:off x="4312472" y="969828"/>
                  <a:ext cx="730670" cy="228600"/>
                </a:xfrm>
                <a:prstGeom prst="rect">
                  <a:avLst/>
                </a:prstGeom>
                <a:solidFill>
                  <a:srgbClr val="FFC000"/>
                </a:solidFill>
                <a:ln w="15875" cap="flat" cmpd="sng" algn="ctr">
                  <a:solidFill>
                    <a:srgbClr val="333333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微软雅黑"/>
                      <a:cs typeface="Arial" pitchFamily="34" charset="0"/>
                    </a:rPr>
                    <a:t>offset</a:t>
                  </a:r>
                  <a:endParaRPr kumimoji="0" lang="zh-CN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微软雅黑"/>
                    <a:cs typeface="Arial" pitchFamily="34" charset="0"/>
                  </a:endParaRPr>
                </a:p>
              </p:txBody>
            </p:sp>
          </p:grpSp>
        </p:grpSp>
        <p:grpSp>
          <p:nvGrpSpPr>
            <p:cNvPr id="336" name="组合 335">
              <a:extLst>
                <a:ext uri="{FF2B5EF4-FFF2-40B4-BE49-F238E27FC236}">
                  <a16:creationId xmlns:a16="http://schemas.microsoft.com/office/drawing/2014/main" id="{06C41167-DAB4-4FCC-938A-3CF458B964E7}"/>
                </a:ext>
              </a:extLst>
            </p:cNvPr>
            <p:cNvGrpSpPr/>
            <p:nvPr/>
          </p:nvGrpSpPr>
          <p:grpSpPr>
            <a:xfrm>
              <a:off x="4448128" y="5859478"/>
              <a:ext cx="1063517" cy="464507"/>
              <a:chOff x="3501709" y="5603993"/>
              <a:chExt cx="1063517" cy="464507"/>
            </a:xfrm>
          </p:grpSpPr>
          <p:cxnSp>
            <p:nvCxnSpPr>
              <p:cNvPr id="481" name="直接连接符 480">
                <a:extLst>
                  <a:ext uri="{FF2B5EF4-FFF2-40B4-BE49-F238E27FC236}">
                    <a16:creationId xmlns:a16="http://schemas.microsoft.com/office/drawing/2014/main" id="{C04E0BEC-E9B9-4954-8EA7-0B1F8861BFBD}"/>
                  </a:ext>
                </a:extLst>
              </p:cNvPr>
              <p:cNvCxnSpPr/>
              <p:nvPr/>
            </p:nvCxnSpPr>
            <p:spPr>
              <a:xfrm>
                <a:off x="4007483" y="5603993"/>
                <a:ext cx="0" cy="132989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  <p:cxnSp>
            <p:nvCxnSpPr>
              <p:cNvPr id="482" name="直接连接符 481">
                <a:extLst>
                  <a:ext uri="{FF2B5EF4-FFF2-40B4-BE49-F238E27FC236}">
                    <a16:creationId xmlns:a16="http://schemas.microsoft.com/office/drawing/2014/main" id="{1BC74474-1B5E-49A8-B00A-D19D7B4D0560}"/>
                  </a:ext>
                </a:extLst>
              </p:cNvPr>
              <p:cNvCxnSpPr/>
              <p:nvPr/>
            </p:nvCxnSpPr>
            <p:spPr>
              <a:xfrm>
                <a:off x="3516476" y="5864045"/>
                <a:ext cx="311495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  <p:sp>
            <p:nvSpPr>
              <p:cNvPr id="483" name="文本框 482">
                <a:extLst>
                  <a:ext uri="{FF2B5EF4-FFF2-40B4-BE49-F238E27FC236}">
                    <a16:creationId xmlns:a16="http://schemas.microsoft.com/office/drawing/2014/main" id="{31C07A6D-DCF4-41AA-B8BB-C93694874397}"/>
                  </a:ext>
                </a:extLst>
              </p:cNvPr>
              <p:cNvSpPr txBox="1"/>
              <p:nvPr/>
            </p:nvSpPr>
            <p:spPr>
              <a:xfrm>
                <a:off x="3501709" y="5611828"/>
                <a:ext cx="295161" cy="30323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rPr>
                  <a:t>1</a:t>
                </a:r>
                <a:endParaRPr kumimoji="0" lang="zh-CN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484" name="直接连接符 483">
                <a:extLst>
                  <a:ext uri="{FF2B5EF4-FFF2-40B4-BE49-F238E27FC236}">
                    <a16:creationId xmlns:a16="http://schemas.microsoft.com/office/drawing/2014/main" id="{CCC6330A-39B6-439F-8BE8-795B2DC63488}"/>
                  </a:ext>
                </a:extLst>
              </p:cNvPr>
              <p:cNvCxnSpPr/>
              <p:nvPr/>
            </p:nvCxnSpPr>
            <p:spPr>
              <a:xfrm flipH="1">
                <a:off x="4004203" y="5606901"/>
                <a:ext cx="4086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FF6600"/>
                </a:solidFill>
                <a:prstDash val="solid"/>
              </a:ln>
              <a:effectLst/>
            </p:spPr>
          </p:cxnSp>
          <p:sp>
            <p:nvSpPr>
              <p:cNvPr id="485" name="矩形 484">
                <a:extLst>
                  <a:ext uri="{FF2B5EF4-FFF2-40B4-BE49-F238E27FC236}">
                    <a16:creationId xmlns:a16="http://schemas.microsoft.com/office/drawing/2014/main" id="{BDA9D58A-2B9A-494D-BDE8-668088CB59B3}"/>
                  </a:ext>
                </a:extLst>
              </p:cNvPr>
              <p:cNvSpPr/>
              <p:nvPr/>
            </p:nvSpPr>
            <p:spPr>
              <a:xfrm>
                <a:off x="3833292" y="5753612"/>
                <a:ext cx="731934" cy="314888"/>
              </a:xfrm>
              <a:prstGeom prst="rect">
                <a:avLst/>
              </a:prstGeom>
              <a:solidFill>
                <a:srgbClr val="0070C0"/>
              </a:solidFill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=</a:t>
                </a:r>
                <a:r>
                  <a:rPr kumimoji="0" lang="zh-CN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？</a:t>
                </a:r>
              </a:p>
            </p:txBody>
          </p:sp>
        </p:grpSp>
        <p:grpSp>
          <p:nvGrpSpPr>
            <p:cNvPr id="337" name="组合 336">
              <a:extLst>
                <a:ext uri="{FF2B5EF4-FFF2-40B4-BE49-F238E27FC236}">
                  <a16:creationId xmlns:a16="http://schemas.microsoft.com/office/drawing/2014/main" id="{836FC8CA-F5FB-4123-8E48-B324D3EF7812}"/>
                </a:ext>
              </a:extLst>
            </p:cNvPr>
            <p:cNvGrpSpPr/>
            <p:nvPr/>
          </p:nvGrpSpPr>
          <p:grpSpPr>
            <a:xfrm>
              <a:off x="3325035" y="2293632"/>
              <a:ext cx="402967" cy="3241235"/>
              <a:chOff x="3426635" y="2045982"/>
              <a:chExt cx="402967" cy="3241235"/>
            </a:xfrm>
          </p:grpSpPr>
          <p:grpSp>
            <p:nvGrpSpPr>
              <p:cNvPr id="464" name="组合 463">
                <a:extLst>
                  <a:ext uri="{FF2B5EF4-FFF2-40B4-BE49-F238E27FC236}">
                    <a16:creationId xmlns:a16="http://schemas.microsoft.com/office/drawing/2014/main" id="{A7CCF3F8-BC58-4BCE-BDCE-B2F07709579F}"/>
                  </a:ext>
                </a:extLst>
              </p:cNvPr>
              <p:cNvGrpSpPr/>
              <p:nvPr/>
            </p:nvGrpSpPr>
            <p:grpSpPr>
              <a:xfrm>
                <a:off x="3426635" y="2045982"/>
                <a:ext cx="402967" cy="3241235"/>
                <a:chOff x="990407" y="2223239"/>
                <a:chExt cx="363389" cy="2922886"/>
              </a:xfrm>
            </p:grpSpPr>
            <p:sp>
              <p:nvSpPr>
                <p:cNvPr id="473" name="文本框 472">
                  <a:extLst>
                    <a:ext uri="{FF2B5EF4-FFF2-40B4-BE49-F238E27FC236}">
                      <a16:creationId xmlns:a16="http://schemas.microsoft.com/office/drawing/2014/main" id="{5145D12E-57B2-4A3C-91A1-B78BDA1FB3D5}"/>
                    </a:ext>
                  </a:extLst>
                </p:cNvPr>
                <p:cNvSpPr txBox="1"/>
                <p:nvPr/>
              </p:nvSpPr>
              <p:spPr>
                <a:xfrm>
                  <a:off x="992525" y="2223239"/>
                  <a:ext cx="350041" cy="27345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200" b="0" i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rPr>
                    <a:t>L0</a:t>
                  </a:r>
                  <a:endParaRPr kumimoji="0" lang="zh-CN" altLang="en-US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sp>
              <p:nvSpPr>
                <p:cNvPr id="474" name="文本框 473">
                  <a:extLst>
                    <a:ext uri="{FF2B5EF4-FFF2-40B4-BE49-F238E27FC236}">
                      <a16:creationId xmlns:a16="http://schemas.microsoft.com/office/drawing/2014/main" id="{63DA0B9A-C795-41A4-BAE6-A3EDF20C531C}"/>
                    </a:ext>
                  </a:extLst>
                </p:cNvPr>
                <p:cNvSpPr txBox="1"/>
                <p:nvPr/>
              </p:nvSpPr>
              <p:spPr>
                <a:xfrm>
                  <a:off x="992525" y="2566939"/>
                  <a:ext cx="354451" cy="27754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200" b="0" i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rPr>
                    <a:t>L1</a:t>
                  </a:r>
                  <a:endParaRPr kumimoji="0" lang="zh-CN" altLang="en-US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sp>
              <p:nvSpPr>
                <p:cNvPr id="475" name="文本框 474">
                  <a:extLst>
                    <a:ext uri="{FF2B5EF4-FFF2-40B4-BE49-F238E27FC236}">
                      <a16:creationId xmlns:a16="http://schemas.microsoft.com/office/drawing/2014/main" id="{0FB9590D-617D-4FBC-B1E1-C44B55BD1B5A}"/>
                    </a:ext>
                  </a:extLst>
                </p:cNvPr>
                <p:cNvSpPr txBox="1"/>
                <p:nvPr/>
              </p:nvSpPr>
              <p:spPr>
                <a:xfrm>
                  <a:off x="990407" y="2945817"/>
                  <a:ext cx="350041" cy="27345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200" b="0" i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rPr>
                    <a:t>L2</a:t>
                  </a:r>
                  <a:endParaRPr kumimoji="0" lang="zh-CN" altLang="en-US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sp>
              <p:nvSpPr>
                <p:cNvPr id="476" name="文本框 475">
                  <a:extLst>
                    <a:ext uri="{FF2B5EF4-FFF2-40B4-BE49-F238E27FC236}">
                      <a16:creationId xmlns:a16="http://schemas.microsoft.com/office/drawing/2014/main" id="{71ED589B-6E1A-489D-98C4-79E57C693A6F}"/>
                    </a:ext>
                  </a:extLst>
                </p:cNvPr>
                <p:cNvSpPr txBox="1"/>
                <p:nvPr/>
              </p:nvSpPr>
              <p:spPr>
                <a:xfrm>
                  <a:off x="994689" y="3356585"/>
                  <a:ext cx="350041" cy="27345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200" b="0" i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rPr>
                    <a:t>L3</a:t>
                  </a:r>
                  <a:endParaRPr kumimoji="0" lang="zh-CN" altLang="en-US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sp>
              <p:nvSpPr>
                <p:cNvPr id="477" name="文本框 476">
                  <a:extLst>
                    <a:ext uri="{FF2B5EF4-FFF2-40B4-BE49-F238E27FC236}">
                      <a16:creationId xmlns:a16="http://schemas.microsoft.com/office/drawing/2014/main" id="{7441C9D1-3F39-49D1-AA56-C0E39E93F951}"/>
                    </a:ext>
                  </a:extLst>
                </p:cNvPr>
                <p:cNvSpPr txBox="1"/>
                <p:nvPr/>
              </p:nvSpPr>
              <p:spPr>
                <a:xfrm>
                  <a:off x="998881" y="3740967"/>
                  <a:ext cx="350041" cy="27345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200" b="0" i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rPr>
                    <a:t>L4</a:t>
                  </a:r>
                  <a:endParaRPr kumimoji="0" lang="zh-CN" altLang="en-US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sp>
              <p:nvSpPr>
                <p:cNvPr id="478" name="文本框 477">
                  <a:extLst>
                    <a:ext uri="{FF2B5EF4-FFF2-40B4-BE49-F238E27FC236}">
                      <a16:creationId xmlns:a16="http://schemas.microsoft.com/office/drawing/2014/main" id="{D7D52603-C87B-4043-A2DE-CAF9D8760F3C}"/>
                    </a:ext>
                  </a:extLst>
                </p:cNvPr>
                <p:cNvSpPr txBox="1"/>
                <p:nvPr/>
              </p:nvSpPr>
              <p:spPr>
                <a:xfrm>
                  <a:off x="1003755" y="4104745"/>
                  <a:ext cx="350041" cy="27345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200" b="0" i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rPr>
                    <a:t>L5</a:t>
                  </a:r>
                  <a:endParaRPr kumimoji="0" lang="zh-CN" altLang="en-US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sp>
              <p:nvSpPr>
                <p:cNvPr id="479" name="文本框 478">
                  <a:extLst>
                    <a:ext uri="{FF2B5EF4-FFF2-40B4-BE49-F238E27FC236}">
                      <a16:creationId xmlns:a16="http://schemas.microsoft.com/office/drawing/2014/main" id="{9CE1E65C-39C5-4875-AF25-BDA1FEA49B29}"/>
                    </a:ext>
                  </a:extLst>
                </p:cNvPr>
                <p:cNvSpPr txBox="1"/>
                <p:nvPr/>
              </p:nvSpPr>
              <p:spPr>
                <a:xfrm>
                  <a:off x="998881" y="4498741"/>
                  <a:ext cx="350041" cy="27345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200" b="0" i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rPr>
                    <a:t>L6</a:t>
                  </a:r>
                  <a:endParaRPr kumimoji="0" lang="zh-CN" altLang="en-US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sp>
              <p:nvSpPr>
                <p:cNvPr id="480" name="文本框 479">
                  <a:extLst>
                    <a:ext uri="{FF2B5EF4-FFF2-40B4-BE49-F238E27FC236}">
                      <a16:creationId xmlns:a16="http://schemas.microsoft.com/office/drawing/2014/main" id="{0800794D-C5C2-4414-906F-8CBF17145B02}"/>
                    </a:ext>
                  </a:extLst>
                </p:cNvPr>
                <p:cNvSpPr txBox="1"/>
                <p:nvPr/>
              </p:nvSpPr>
              <p:spPr>
                <a:xfrm>
                  <a:off x="993227" y="4872675"/>
                  <a:ext cx="350041" cy="27345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200" b="0" i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rPr>
                    <a:t>L7</a:t>
                  </a:r>
                  <a:endParaRPr kumimoji="0" lang="zh-CN" altLang="en-US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</p:grpSp>
          <p:cxnSp>
            <p:nvCxnSpPr>
              <p:cNvPr id="465" name="直接连接符 464">
                <a:extLst>
                  <a:ext uri="{FF2B5EF4-FFF2-40B4-BE49-F238E27FC236}">
                    <a16:creationId xmlns:a16="http://schemas.microsoft.com/office/drawing/2014/main" id="{CB046146-4967-4103-A07F-CEF79D7917BF}"/>
                  </a:ext>
                </a:extLst>
              </p:cNvPr>
              <p:cNvCxnSpPr/>
              <p:nvPr/>
            </p:nvCxnSpPr>
            <p:spPr>
              <a:xfrm>
                <a:off x="3437521" y="2305776"/>
                <a:ext cx="304188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466" name="直接连接符 465">
                <a:extLst>
                  <a:ext uri="{FF2B5EF4-FFF2-40B4-BE49-F238E27FC236}">
                    <a16:creationId xmlns:a16="http://schemas.microsoft.com/office/drawing/2014/main" id="{DA2783A0-5F18-41CC-8787-015730C30644}"/>
                  </a:ext>
                </a:extLst>
              </p:cNvPr>
              <p:cNvCxnSpPr/>
              <p:nvPr/>
            </p:nvCxnSpPr>
            <p:spPr>
              <a:xfrm>
                <a:off x="3430214" y="2705030"/>
                <a:ext cx="304188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467" name="直接连接符 466">
                <a:extLst>
                  <a:ext uri="{FF2B5EF4-FFF2-40B4-BE49-F238E27FC236}">
                    <a16:creationId xmlns:a16="http://schemas.microsoft.com/office/drawing/2014/main" id="{DAFC3CD9-C85E-44D7-90CD-9B14D50C00F5}"/>
                  </a:ext>
                </a:extLst>
              </p:cNvPr>
              <p:cNvCxnSpPr/>
              <p:nvPr/>
            </p:nvCxnSpPr>
            <p:spPr>
              <a:xfrm>
                <a:off x="3437521" y="3184135"/>
                <a:ext cx="304188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468" name="直接连接符 467">
                <a:extLst>
                  <a:ext uri="{FF2B5EF4-FFF2-40B4-BE49-F238E27FC236}">
                    <a16:creationId xmlns:a16="http://schemas.microsoft.com/office/drawing/2014/main" id="{BCDC7447-F553-4AE3-8A61-34311D54261F}"/>
                  </a:ext>
                </a:extLst>
              </p:cNvPr>
              <p:cNvCxnSpPr/>
              <p:nvPr/>
            </p:nvCxnSpPr>
            <p:spPr>
              <a:xfrm>
                <a:off x="3437521" y="3583389"/>
                <a:ext cx="304188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469" name="直接连接符 468">
                <a:extLst>
                  <a:ext uri="{FF2B5EF4-FFF2-40B4-BE49-F238E27FC236}">
                    <a16:creationId xmlns:a16="http://schemas.microsoft.com/office/drawing/2014/main" id="{B3F892AB-89B8-4A05-AA66-D83695B2AB77}"/>
                  </a:ext>
                </a:extLst>
              </p:cNvPr>
              <p:cNvCxnSpPr/>
              <p:nvPr/>
            </p:nvCxnSpPr>
            <p:spPr>
              <a:xfrm>
                <a:off x="3430214" y="3982643"/>
                <a:ext cx="304188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470" name="直接连接符 469">
                <a:extLst>
                  <a:ext uri="{FF2B5EF4-FFF2-40B4-BE49-F238E27FC236}">
                    <a16:creationId xmlns:a16="http://schemas.microsoft.com/office/drawing/2014/main" id="{D9096B3D-A324-4AC5-B94E-5CADD7FE9040}"/>
                  </a:ext>
                </a:extLst>
              </p:cNvPr>
              <p:cNvCxnSpPr/>
              <p:nvPr/>
            </p:nvCxnSpPr>
            <p:spPr>
              <a:xfrm>
                <a:off x="3430214" y="4410473"/>
                <a:ext cx="304188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471" name="直接连接符 470">
                <a:extLst>
                  <a:ext uri="{FF2B5EF4-FFF2-40B4-BE49-F238E27FC236}">
                    <a16:creationId xmlns:a16="http://schemas.microsoft.com/office/drawing/2014/main" id="{AD6FBE26-7B3F-4C65-95AB-6EAA0977F2E9}"/>
                  </a:ext>
                </a:extLst>
              </p:cNvPr>
              <p:cNvCxnSpPr/>
              <p:nvPr/>
            </p:nvCxnSpPr>
            <p:spPr>
              <a:xfrm>
                <a:off x="3437521" y="4861002"/>
                <a:ext cx="304188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472" name="直接连接符 471">
                <a:extLst>
                  <a:ext uri="{FF2B5EF4-FFF2-40B4-BE49-F238E27FC236}">
                    <a16:creationId xmlns:a16="http://schemas.microsoft.com/office/drawing/2014/main" id="{22D21610-453A-45AC-926B-3B5594ACFB1F}"/>
                  </a:ext>
                </a:extLst>
              </p:cNvPr>
              <p:cNvCxnSpPr/>
              <p:nvPr/>
            </p:nvCxnSpPr>
            <p:spPr>
              <a:xfrm>
                <a:off x="3437521" y="5260257"/>
                <a:ext cx="304188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</p:grpSp>
        <p:grpSp>
          <p:nvGrpSpPr>
            <p:cNvPr id="338" name="组合 337">
              <a:extLst>
                <a:ext uri="{FF2B5EF4-FFF2-40B4-BE49-F238E27FC236}">
                  <a16:creationId xmlns:a16="http://schemas.microsoft.com/office/drawing/2014/main" id="{D4B0CDA5-4DCC-4D67-BDCB-D7D45015A8A0}"/>
                </a:ext>
              </a:extLst>
            </p:cNvPr>
            <p:cNvGrpSpPr/>
            <p:nvPr/>
          </p:nvGrpSpPr>
          <p:grpSpPr>
            <a:xfrm>
              <a:off x="2202307" y="2754679"/>
              <a:ext cx="2285377" cy="2511840"/>
              <a:chOff x="1619681" y="2516278"/>
              <a:chExt cx="2060911" cy="2265131"/>
            </a:xfrm>
          </p:grpSpPr>
          <p:sp>
            <p:nvSpPr>
              <p:cNvPr id="462" name="斜纹 461">
                <a:extLst>
                  <a:ext uri="{FF2B5EF4-FFF2-40B4-BE49-F238E27FC236}">
                    <a16:creationId xmlns:a16="http://schemas.microsoft.com/office/drawing/2014/main" id="{3E98A10F-6B90-4E61-93E3-B79406951957}"/>
                  </a:ext>
                </a:extLst>
              </p:cNvPr>
              <p:cNvSpPr/>
              <p:nvPr/>
            </p:nvSpPr>
            <p:spPr>
              <a:xfrm rot="19064014">
                <a:off x="1619681" y="2516278"/>
                <a:ext cx="2060911" cy="2265131"/>
              </a:xfrm>
              <a:prstGeom prst="diagStripe">
                <a:avLst>
                  <a:gd name="adj" fmla="val 78754"/>
                </a:avLst>
              </a:prstGeom>
              <a:solidFill>
                <a:srgbClr val="CCFFCC"/>
              </a:solidFill>
              <a:ln w="12700" cap="flat" cmpd="sng" algn="ctr">
                <a:solidFill>
                  <a:srgbClr val="333333">
                    <a:shade val="5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  <p:sp>
            <p:nvSpPr>
              <p:cNvPr id="463" name="文本框 462">
                <a:extLst>
                  <a:ext uri="{FF2B5EF4-FFF2-40B4-BE49-F238E27FC236}">
                    <a16:creationId xmlns:a16="http://schemas.microsoft.com/office/drawing/2014/main" id="{1AE1BC24-B573-43E6-95B4-B50290A3C68C}"/>
                  </a:ext>
                </a:extLst>
              </p:cNvPr>
              <p:cNvSpPr txBox="1"/>
              <p:nvPr/>
            </p:nvSpPr>
            <p:spPr>
              <a:xfrm>
                <a:off x="2295119" y="2871235"/>
                <a:ext cx="295324" cy="141549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行索引译码器</a:t>
                </a:r>
              </a:p>
            </p:txBody>
          </p:sp>
        </p:grpSp>
        <p:grpSp>
          <p:nvGrpSpPr>
            <p:cNvPr id="339" name="组合 338">
              <a:extLst>
                <a:ext uri="{FF2B5EF4-FFF2-40B4-BE49-F238E27FC236}">
                  <a16:creationId xmlns:a16="http://schemas.microsoft.com/office/drawing/2014/main" id="{2B3317F0-532E-4097-B70F-82FFBFC80DE0}"/>
                </a:ext>
              </a:extLst>
            </p:cNvPr>
            <p:cNvGrpSpPr/>
            <p:nvPr/>
          </p:nvGrpSpPr>
          <p:grpSpPr>
            <a:xfrm>
              <a:off x="9027707" y="2212984"/>
              <a:ext cx="1461203" cy="3418733"/>
              <a:chOff x="8453032" y="1965334"/>
              <a:chExt cx="1461203" cy="3418733"/>
            </a:xfrm>
          </p:grpSpPr>
          <p:grpSp>
            <p:nvGrpSpPr>
              <p:cNvPr id="410" name="组合 409">
                <a:extLst>
                  <a:ext uri="{FF2B5EF4-FFF2-40B4-BE49-F238E27FC236}">
                    <a16:creationId xmlns:a16="http://schemas.microsoft.com/office/drawing/2014/main" id="{B4CCCD75-55AA-4C15-A9FC-A9113356F224}"/>
                  </a:ext>
                </a:extLst>
              </p:cNvPr>
              <p:cNvGrpSpPr/>
              <p:nvPr/>
            </p:nvGrpSpPr>
            <p:grpSpPr>
              <a:xfrm>
                <a:off x="8453032" y="1965334"/>
                <a:ext cx="974431" cy="3418733"/>
                <a:chOff x="8453032" y="1965334"/>
                <a:chExt cx="974431" cy="3418733"/>
              </a:xfrm>
            </p:grpSpPr>
            <p:grpSp>
              <p:nvGrpSpPr>
                <p:cNvPr id="412" name="组合 411">
                  <a:extLst>
                    <a:ext uri="{FF2B5EF4-FFF2-40B4-BE49-F238E27FC236}">
                      <a16:creationId xmlns:a16="http://schemas.microsoft.com/office/drawing/2014/main" id="{B892B379-3BC2-4BC1-82BD-48B3456E1C73}"/>
                    </a:ext>
                  </a:extLst>
                </p:cNvPr>
                <p:cNvGrpSpPr/>
                <p:nvPr/>
              </p:nvGrpSpPr>
              <p:grpSpPr>
                <a:xfrm>
                  <a:off x="8453032" y="1965334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457" name="等腰三角形 456">
                    <a:extLst>
                      <a:ext uri="{FF2B5EF4-FFF2-40B4-BE49-F238E27FC236}">
                        <a16:creationId xmlns:a16="http://schemas.microsoft.com/office/drawing/2014/main" id="{563FE6C9-02C6-4239-8626-401D54930C62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600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458" name="直接连接符 457">
                    <a:extLst>
                      <a:ext uri="{FF2B5EF4-FFF2-40B4-BE49-F238E27FC236}">
                        <a16:creationId xmlns:a16="http://schemas.microsoft.com/office/drawing/2014/main" id="{DB95168A-D9CB-44DC-9EA6-1E33F909E9D4}"/>
                      </a:ext>
                    </a:extLst>
                  </p:cNvPr>
                  <p:cNvCxnSpPr>
                    <a:endCxn id="457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59" name="直接连接符 458">
                    <a:extLst>
                      <a:ext uri="{FF2B5EF4-FFF2-40B4-BE49-F238E27FC236}">
                        <a16:creationId xmlns:a16="http://schemas.microsoft.com/office/drawing/2014/main" id="{28C691F1-610D-4531-8DF4-631F33E650EB}"/>
                      </a:ext>
                    </a:extLst>
                  </p:cNvPr>
                  <p:cNvCxnSpPr>
                    <a:stCxn id="457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60" name="直接连接符 459">
                    <a:extLst>
                      <a:ext uri="{FF2B5EF4-FFF2-40B4-BE49-F238E27FC236}">
                        <a16:creationId xmlns:a16="http://schemas.microsoft.com/office/drawing/2014/main" id="{A9970F92-9588-4755-80A2-324CE31CAC11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461" name="文本框 460">
                    <a:extLst>
                      <a:ext uri="{FF2B5EF4-FFF2-40B4-BE49-F238E27FC236}">
                        <a16:creationId xmlns:a16="http://schemas.microsoft.com/office/drawing/2014/main" id="{3C4E26EE-FE43-4D46-9646-33840C815107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05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L0</a:t>
                    </a:r>
                    <a:endParaRPr kumimoji="0" lang="zh-CN" altLang="en-US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413" name="组合 412">
                  <a:extLst>
                    <a:ext uri="{FF2B5EF4-FFF2-40B4-BE49-F238E27FC236}">
                      <a16:creationId xmlns:a16="http://schemas.microsoft.com/office/drawing/2014/main" id="{61BB5C97-556B-430C-9A5C-06505A28CD25}"/>
                    </a:ext>
                  </a:extLst>
                </p:cNvPr>
                <p:cNvGrpSpPr/>
                <p:nvPr/>
              </p:nvGrpSpPr>
              <p:grpSpPr>
                <a:xfrm>
                  <a:off x="8453034" y="2384493"/>
                  <a:ext cx="662151" cy="413839"/>
                  <a:chOff x="6944101" y="2286253"/>
                  <a:chExt cx="600776" cy="375480"/>
                </a:xfrm>
              </p:grpSpPr>
              <p:sp>
                <p:nvSpPr>
                  <p:cNvPr id="452" name="等腰三角形 451">
                    <a:extLst>
                      <a:ext uri="{FF2B5EF4-FFF2-40B4-BE49-F238E27FC236}">
                        <a16:creationId xmlns:a16="http://schemas.microsoft.com/office/drawing/2014/main" id="{BBB03A2A-D76E-419F-8C10-1550C543C9D2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600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453" name="直接连接符 452">
                    <a:extLst>
                      <a:ext uri="{FF2B5EF4-FFF2-40B4-BE49-F238E27FC236}">
                        <a16:creationId xmlns:a16="http://schemas.microsoft.com/office/drawing/2014/main" id="{A784DC94-1888-4D35-9B4C-EC4C7A0ACC0E}"/>
                      </a:ext>
                    </a:extLst>
                  </p:cNvPr>
                  <p:cNvCxnSpPr>
                    <a:endCxn id="452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cxnSp>
                <p:nvCxnSpPr>
                  <p:cNvPr id="454" name="直接连接符 453">
                    <a:extLst>
                      <a:ext uri="{FF2B5EF4-FFF2-40B4-BE49-F238E27FC236}">
                        <a16:creationId xmlns:a16="http://schemas.microsoft.com/office/drawing/2014/main" id="{4E19F71E-624C-4F65-8792-3D1A33364691}"/>
                      </a:ext>
                    </a:extLst>
                  </p:cNvPr>
                  <p:cNvCxnSpPr>
                    <a:stCxn id="452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cxnSp>
                <p:nvCxnSpPr>
                  <p:cNvPr id="455" name="直接连接符 454">
                    <a:extLst>
                      <a:ext uri="{FF2B5EF4-FFF2-40B4-BE49-F238E27FC236}">
                        <a16:creationId xmlns:a16="http://schemas.microsoft.com/office/drawing/2014/main" id="{93B89537-3B55-4D2E-B27B-E84315D5F616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456" name="文本框 455">
                    <a:extLst>
                      <a:ext uri="{FF2B5EF4-FFF2-40B4-BE49-F238E27FC236}">
                        <a16:creationId xmlns:a16="http://schemas.microsoft.com/office/drawing/2014/main" id="{F1AC95CE-91B6-4021-BDFF-8E5707F00B1D}"/>
                      </a:ext>
                    </a:extLst>
                  </p:cNvPr>
                  <p:cNvSpPr txBox="1"/>
                  <p:nvPr/>
                </p:nvSpPr>
                <p:spPr>
                  <a:xfrm>
                    <a:off x="7214981" y="2286253"/>
                    <a:ext cx="329896" cy="252199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05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L1</a:t>
                    </a:r>
                    <a:endParaRPr kumimoji="0" lang="zh-CN" altLang="en-US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414" name="组合 413">
                  <a:extLst>
                    <a:ext uri="{FF2B5EF4-FFF2-40B4-BE49-F238E27FC236}">
                      <a16:creationId xmlns:a16="http://schemas.microsoft.com/office/drawing/2014/main" id="{770319E3-2DAB-4664-B505-9965319FBD40}"/>
                    </a:ext>
                  </a:extLst>
                </p:cNvPr>
                <p:cNvGrpSpPr/>
                <p:nvPr/>
              </p:nvGrpSpPr>
              <p:grpSpPr>
                <a:xfrm>
                  <a:off x="8453032" y="2811981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447" name="等腰三角形 446">
                    <a:extLst>
                      <a:ext uri="{FF2B5EF4-FFF2-40B4-BE49-F238E27FC236}">
                        <a16:creationId xmlns:a16="http://schemas.microsoft.com/office/drawing/2014/main" id="{31707BAA-C360-4B96-A10D-3E209A465052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600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448" name="直接连接符 447">
                    <a:extLst>
                      <a:ext uri="{FF2B5EF4-FFF2-40B4-BE49-F238E27FC236}">
                        <a16:creationId xmlns:a16="http://schemas.microsoft.com/office/drawing/2014/main" id="{4920FEE3-85BE-4EE0-B825-71BE4B00A36A}"/>
                      </a:ext>
                    </a:extLst>
                  </p:cNvPr>
                  <p:cNvCxnSpPr>
                    <a:endCxn id="447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49" name="直接连接符 448">
                    <a:extLst>
                      <a:ext uri="{FF2B5EF4-FFF2-40B4-BE49-F238E27FC236}">
                        <a16:creationId xmlns:a16="http://schemas.microsoft.com/office/drawing/2014/main" id="{884D08A9-58D0-4E30-B220-0EFB0A3F9C36}"/>
                      </a:ext>
                    </a:extLst>
                  </p:cNvPr>
                  <p:cNvCxnSpPr>
                    <a:stCxn id="447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50" name="直接连接符 449">
                    <a:extLst>
                      <a:ext uri="{FF2B5EF4-FFF2-40B4-BE49-F238E27FC236}">
                        <a16:creationId xmlns:a16="http://schemas.microsoft.com/office/drawing/2014/main" id="{054120F5-B6ED-48B2-8E5D-66171225A09F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451" name="文本框 450">
                    <a:extLst>
                      <a:ext uri="{FF2B5EF4-FFF2-40B4-BE49-F238E27FC236}">
                        <a16:creationId xmlns:a16="http://schemas.microsoft.com/office/drawing/2014/main" id="{D3D34B2E-F232-42AA-A507-7CD8CC417DDC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05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L2</a:t>
                    </a:r>
                    <a:endParaRPr kumimoji="0" lang="zh-CN" altLang="en-US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415" name="组合 414">
                  <a:extLst>
                    <a:ext uri="{FF2B5EF4-FFF2-40B4-BE49-F238E27FC236}">
                      <a16:creationId xmlns:a16="http://schemas.microsoft.com/office/drawing/2014/main" id="{BDAE12BB-AC95-4EDF-8A35-06054C12CBCB}"/>
                    </a:ext>
                  </a:extLst>
                </p:cNvPr>
                <p:cNvGrpSpPr/>
                <p:nvPr/>
              </p:nvGrpSpPr>
              <p:grpSpPr>
                <a:xfrm>
                  <a:off x="8453032" y="3248140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442" name="等腰三角形 441">
                    <a:extLst>
                      <a:ext uri="{FF2B5EF4-FFF2-40B4-BE49-F238E27FC236}">
                        <a16:creationId xmlns:a16="http://schemas.microsoft.com/office/drawing/2014/main" id="{3342FAC1-7D16-4F6E-A1EC-8CAE1B4F3E76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600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443" name="直接连接符 442">
                    <a:extLst>
                      <a:ext uri="{FF2B5EF4-FFF2-40B4-BE49-F238E27FC236}">
                        <a16:creationId xmlns:a16="http://schemas.microsoft.com/office/drawing/2014/main" id="{D675F936-EF77-4CB4-B6C4-91323743CED2}"/>
                      </a:ext>
                    </a:extLst>
                  </p:cNvPr>
                  <p:cNvCxnSpPr>
                    <a:endCxn id="442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44" name="直接连接符 443">
                    <a:extLst>
                      <a:ext uri="{FF2B5EF4-FFF2-40B4-BE49-F238E27FC236}">
                        <a16:creationId xmlns:a16="http://schemas.microsoft.com/office/drawing/2014/main" id="{51C80A98-438A-47CB-B2E8-17E23B848C5F}"/>
                      </a:ext>
                    </a:extLst>
                  </p:cNvPr>
                  <p:cNvCxnSpPr>
                    <a:stCxn id="442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45" name="直接连接符 444">
                    <a:extLst>
                      <a:ext uri="{FF2B5EF4-FFF2-40B4-BE49-F238E27FC236}">
                        <a16:creationId xmlns:a16="http://schemas.microsoft.com/office/drawing/2014/main" id="{D4D996E8-05E0-4F2E-8FCD-2CB4DC81523E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446" name="文本框 445">
                    <a:extLst>
                      <a:ext uri="{FF2B5EF4-FFF2-40B4-BE49-F238E27FC236}">
                        <a16:creationId xmlns:a16="http://schemas.microsoft.com/office/drawing/2014/main" id="{BCB1C339-8A58-4A7C-8FC9-92310FD1C123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05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L3</a:t>
                    </a:r>
                    <a:endParaRPr kumimoji="0" lang="zh-CN" altLang="en-US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416" name="组合 415">
                  <a:extLst>
                    <a:ext uri="{FF2B5EF4-FFF2-40B4-BE49-F238E27FC236}">
                      <a16:creationId xmlns:a16="http://schemas.microsoft.com/office/drawing/2014/main" id="{D9469802-235C-4BF5-8575-B11173A48994}"/>
                    </a:ext>
                  </a:extLst>
                </p:cNvPr>
                <p:cNvGrpSpPr/>
                <p:nvPr/>
              </p:nvGrpSpPr>
              <p:grpSpPr>
                <a:xfrm>
                  <a:off x="8453034" y="3680004"/>
                  <a:ext cx="669618" cy="417176"/>
                  <a:chOff x="6944101" y="2283225"/>
                  <a:chExt cx="607551" cy="378508"/>
                </a:xfrm>
              </p:grpSpPr>
              <p:sp>
                <p:nvSpPr>
                  <p:cNvPr id="437" name="等腰三角形 436">
                    <a:extLst>
                      <a:ext uri="{FF2B5EF4-FFF2-40B4-BE49-F238E27FC236}">
                        <a16:creationId xmlns:a16="http://schemas.microsoft.com/office/drawing/2014/main" id="{32BB5214-F6FE-4055-A18B-F18223837427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600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438" name="直接连接符 437">
                    <a:extLst>
                      <a:ext uri="{FF2B5EF4-FFF2-40B4-BE49-F238E27FC236}">
                        <a16:creationId xmlns:a16="http://schemas.microsoft.com/office/drawing/2014/main" id="{8C559644-7CB8-49BF-A48A-3BCBEB5BA3BC}"/>
                      </a:ext>
                    </a:extLst>
                  </p:cNvPr>
                  <p:cNvCxnSpPr>
                    <a:endCxn id="437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39" name="直接连接符 438">
                    <a:extLst>
                      <a:ext uri="{FF2B5EF4-FFF2-40B4-BE49-F238E27FC236}">
                        <a16:creationId xmlns:a16="http://schemas.microsoft.com/office/drawing/2014/main" id="{3CEFD5BF-19A8-45BE-8469-CC55CB2AA7B9}"/>
                      </a:ext>
                    </a:extLst>
                  </p:cNvPr>
                  <p:cNvCxnSpPr>
                    <a:stCxn id="437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40" name="直接连接符 439">
                    <a:extLst>
                      <a:ext uri="{FF2B5EF4-FFF2-40B4-BE49-F238E27FC236}">
                        <a16:creationId xmlns:a16="http://schemas.microsoft.com/office/drawing/2014/main" id="{A5C60207-B71B-45EF-89F1-27A05004C5F7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441" name="文本框 440">
                    <a:extLst>
                      <a:ext uri="{FF2B5EF4-FFF2-40B4-BE49-F238E27FC236}">
                        <a16:creationId xmlns:a16="http://schemas.microsoft.com/office/drawing/2014/main" id="{87F0B3AB-59AF-4B2A-879A-6657E0E73A5C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4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05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L4</a:t>
                    </a:r>
                    <a:endParaRPr kumimoji="0" lang="zh-CN" altLang="en-US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417" name="组合 416">
                  <a:extLst>
                    <a:ext uri="{FF2B5EF4-FFF2-40B4-BE49-F238E27FC236}">
                      <a16:creationId xmlns:a16="http://schemas.microsoft.com/office/drawing/2014/main" id="{DBB8589A-4B00-45C6-98F9-626F8560C02C}"/>
                    </a:ext>
                  </a:extLst>
                </p:cNvPr>
                <p:cNvGrpSpPr/>
                <p:nvPr/>
              </p:nvGrpSpPr>
              <p:grpSpPr>
                <a:xfrm>
                  <a:off x="8453032" y="4094798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432" name="等腰三角形 431">
                    <a:extLst>
                      <a:ext uri="{FF2B5EF4-FFF2-40B4-BE49-F238E27FC236}">
                        <a16:creationId xmlns:a16="http://schemas.microsoft.com/office/drawing/2014/main" id="{7918985C-5E60-471A-AEA4-5DB12C747E50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600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433" name="直接连接符 432">
                    <a:extLst>
                      <a:ext uri="{FF2B5EF4-FFF2-40B4-BE49-F238E27FC236}">
                        <a16:creationId xmlns:a16="http://schemas.microsoft.com/office/drawing/2014/main" id="{C241D940-A0FF-4F3E-A05A-7263BA532EF7}"/>
                      </a:ext>
                    </a:extLst>
                  </p:cNvPr>
                  <p:cNvCxnSpPr>
                    <a:endCxn id="432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34" name="直接连接符 433">
                    <a:extLst>
                      <a:ext uri="{FF2B5EF4-FFF2-40B4-BE49-F238E27FC236}">
                        <a16:creationId xmlns:a16="http://schemas.microsoft.com/office/drawing/2014/main" id="{8E240208-4821-429C-9D86-A577B1291E5E}"/>
                      </a:ext>
                    </a:extLst>
                  </p:cNvPr>
                  <p:cNvCxnSpPr>
                    <a:stCxn id="432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35" name="直接连接符 434">
                    <a:extLst>
                      <a:ext uri="{FF2B5EF4-FFF2-40B4-BE49-F238E27FC236}">
                        <a16:creationId xmlns:a16="http://schemas.microsoft.com/office/drawing/2014/main" id="{EFE1B938-DDB8-4E02-A061-4619EA4F95A7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436" name="文本框 435">
                    <a:extLst>
                      <a:ext uri="{FF2B5EF4-FFF2-40B4-BE49-F238E27FC236}">
                        <a16:creationId xmlns:a16="http://schemas.microsoft.com/office/drawing/2014/main" id="{3DE666C2-E921-4FC6-8535-6E629C6CA859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05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L5</a:t>
                    </a:r>
                    <a:endParaRPr kumimoji="0" lang="zh-CN" altLang="en-US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418" name="组合 417">
                  <a:extLst>
                    <a:ext uri="{FF2B5EF4-FFF2-40B4-BE49-F238E27FC236}">
                      <a16:creationId xmlns:a16="http://schemas.microsoft.com/office/drawing/2014/main" id="{78573680-E8ED-42BA-9A42-8FD06717524C}"/>
                    </a:ext>
                  </a:extLst>
                </p:cNvPr>
                <p:cNvGrpSpPr/>
                <p:nvPr/>
              </p:nvGrpSpPr>
              <p:grpSpPr>
                <a:xfrm>
                  <a:off x="8453032" y="4541149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427" name="等腰三角形 426">
                    <a:extLst>
                      <a:ext uri="{FF2B5EF4-FFF2-40B4-BE49-F238E27FC236}">
                        <a16:creationId xmlns:a16="http://schemas.microsoft.com/office/drawing/2014/main" id="{CF76C48E-2E56-4824-9332-82373158BB75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600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428" name="直接连接符 427">
                    <a:extLst>
                      <a:ext uri="{FF2B5EF4-FFF2-40B4-BE49-F238E27FC236}">
                        <a16:creationId xmlns:a16="http://schemas.microsoft.com/office/drawing/2014/main" id="{1B3FE7C2-54F1-48F4-8FF9-1CD2DDB1DCA2}"/>
                      </a:ext>
                    </a:extLst>
                  </p:cNvPr>
                  <p:cNvCxnSpPr>
                    <a:endCxn id="427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29" name="直接连接符 428">
                    <a:extLst>
                      <a:ext uri="{FF2B5EF4-FFF2-40B4-BE49-F238E27FC236}">
                        <a16:creationId xmlns:a16="http://schemas.microsoft.com/office/drawing/2014/main" id="{F2D2BD17-BE1D-4C25-99A0-836A167F9A46}"/>
                      </a:ext>
                    </a:extLst>
                  </p:cNvPr>
                  <p:cNvCxnSpPr>
                    <a:stCxn id="427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30" name="直接连接符 429">
                    <a:extLst>
                      <a:ext uri="{FF2B5EF4-FFF2-40B4-BE49-F238E27FC236}">
                        <a16:creationId xmlns:a16="http://schemas.microsoft.com/office/drawing/2014/main" id="{9DC57D00-E074-4CDC-88B6-4B3C2A06910E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431" name="文本框 430">
                    <a:extLst>
                      <a:ext uri="{FF2B5EF4-FFF2-40B4-BE49-F238E27FC236}">
                        <a16:creationId xmlns:a16="http://schemas.microsoft.com/office/drawing/2014/main" id="{5F12C985-CA41-48A8-869B-9FEF9825EE8E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05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L6</a:t>
                    </a:r>
                    <a:endParaRPr kumimoji="0" lang="zh-CN" altLang="en-US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grpSp>
              <p:nvGrpSpPr>
                <p:cNvPr id="419" name="组合 418">
                  <a:extLst>
                    <a:ext uri="{FF2B5EF4-FFF2-40B4-BE49-F238E27FC236}">
                      <a16:creationId xmlns:a16="http://schemas.microsoft.com/office/drawing/2014/main" id="{8B224206-2AEB-43DC-B4B4-676973D68570}"/>
                    </a:ext>
                  </a:extLst>
                </p:cNvPr>
                <p:cNvGrpSpPr/>
                <p:nvPr/>
              </p:nvGrpSpPr>
              <p:grpSpPr>
                <a:xfrm>
                  <a:off x="8453032" y="4966891"/>
                  <a:ext cx="669619" cy="417176"/>
                  <a:chOff x="6944101" y="2283225"/>
                  <a:chExt cx="607552" cy="378508"/>
                </a:xfrm>
              </p:grpSpPr>
              <p:sp>
                <p:nvSpPr>
                  <p:cNvPr id="422" name="等腰三角形 421">
                    <a:extLst>
                      <a:ext uri="{FF2B5EF4-FFF2-40B4-BE49-F238E27FC236}">
                        <a16:creationId xmlns:a16="http://schemas.microsoft.com/office/drawing/2014/main" id="{8609DC0C-E3E5-47E1-A8C6-F206DC930BD4}"/>
                      </a:ext>
                    </a:extLst>
                  </p:cNvPr>
                  <p:cNvSpPr/>
                  <p:nvPr/>
                </p:nvSpPr>
                <p:spPr>
                  <a:xfrm rot="5400000" flipH="1">
                    <a:off x="7160855" y="2515786"/>
                    <a:ext cx="150880" cy="141013"/>
                  </a:xfrm>
                  <a:prstGeom prst="triangl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triangle" w="lg" len="lg"/>
                  </a:ln>
                </p:spPr>
                <p:txBody>
                  <a:bodyPr vert="horz" wrap="square" lIns="86699" tIns="43349" rIns="86699" bIns="43349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3600" b="0" i="1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cxnSp>
                <p:nvCxnSpPr>
                  <p:cNvPr id="423" name="直接连接符 422">
                    <a:extLst>
                      <a:ext uri="{FF2B5EF4-FFF2-40B4-BE49-F238E27FC236}">
                        <a16:creationId xmlns:a16="http://schemas.microsoft.com/office/drawing/2014/main" id="{9438B8C6-6A59-4740-93EB-2375AC961932}"/>
                      </a:ext>
                    </a:extLst>
                  </p:cNvPr>
                  <p:cNvCxnSpPr>
                    <a:endCxn id="422" idx="3"/>
                  </p:cNvCxnSpPr>
                  <p:nvPr/>
                </p:nvCxnSpPr>
                <p:spPr>
                  <a:xfrm>
                    <a:off x="6944101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24" name="直接连接符 423">
                    <a:extLst>
                      <a:ext uri="{FF2B5EF4-FFF2-40B4-BE49-F238E27FC236}">
                        <a16:creationId xmlns:a16="http://schemas.microsoft.com/office/drawing/2014/main" id="{17BA4E94-3435-4B72-B8D7-27CB65486C75}"/>
                      </a:ext>
                    </a:extLst>
                  </p:cNvPr>
                  <p:cNvCxnSpPr>
                    <a:stCxn id="422" idx="5"/>
                  </p:cNvCxnSpPr>
                  <p:nvPr/>
                </p:nvCxnSpPr>
                <p:spPr>
                  <a:xfrm flipV="1">
                    <a:off x="7236295" y="2386797"/>
                    <a:ext cx="0" cy="161776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>
                    <a:solidFill>
                      <a:srgbClr val="5B9BD5"/>
                    </a:solidFill>
                    <a:round/>
                    <a:headEnd/>
                    <a:tailEnd type="none" w="lg" len="lg"/>
                  </a:ln>
                </p:spPr>
              </p:cxnSp>
              <p:cxnSp>
                <p:nvCxnSpPr>
                  <p:cNvPr id="425" name="直接连接符 424">
                    <a:extLst>
                      <a:ext uri="{FF2B5EF4-FFF2-40B4-BE49-F238E27FC236}">
                        <a16:creationId xmlns:a16="http://schemas.microsoft.com/office/drawing/2014/main" id="{002EC20A-BEB3-42D3-BEAC-E5092899C28E}"/>
                      </a:ext>
                    </a:extLst>
                  </p:cNvPr>
                  <p:cNvCxnSpPr/>
                  <p:nvPr/>
                </p:nvCxnSpPr>
                <p:spPr>
                  <a:xfrm>
                    <a:off x="7302642" y="2584359"/>
                    <a:ext cx="221688" cy="1934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sp>
                <p:nvSpPr>
                  <p:cNvPr id="426" name="文本框 425">
                    <a:extLst>
                      <a:ext uri="{FF2B5EF4-FFF2-40B4-BE49-F238E27FC236}">
                        <a16:creationId xmlns:a16="http://schemas.microsoft.com/office/drawing/2014/main" id="{0E10D0D7-943B-4D0E-87B7-1D91E8F2F2EB}"/>
                      </a:ext>
                    </a:extLst>
                  </p:cNvPr>
                  <p:cNvSpPr txBox="1"/>
                  <p:nvPr/>
                </p:nvSpPr>
                <p:spPr>
                  <a:xfrm>
                    <a:off x="7211495" y="2283225"/>
                    <a:ext cx="340158" cy="2616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105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/>
                        <a:ea typeface="微软雅黑"/>
                      </a:rPr>
                      <a:t>L7</a:t>
                    </a:r>
                    <a:endParaRPr kumimoji="0" lang="zh-CN" altLang="en-US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endParaRPr>
                  </a:p>
                </p:txBody>
              </p:sp>
            </p:grpSp>
            <p:cxnSp>
              <p:nvCxnSpPr>
                <p:cNvPr id="420" name="直接连接符 419">
                  <a:extLst>
                    <a:ext uri="{FF2B5EF4-FFF2-40B4-BE49-F238E27FC236}">
                      <a16:creationId xmlns:a16="http://schemas.microsoft.com/office/drawing/2014/main" id="{7BCE449D-EDF0-40B6-82F7-8A874BD5D7DA}"/>
                    </a:ext>
                  </a:extLst>
                </p:cNvPr>
                <p:cNvCxnSpPr/>
                <p:nvPr/>
              </p:nvCxnSpPr>
              <p:spPr>
                <a:xfrm>
                  <a:off x="9101736" y="2297233"/>
                  <a:ext cx="0" cy="3001557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421" name="直接连接符 420">
                  <a:extLst>
                    <a:ext uri="{FF2B5EF4-FFF2-40B4-BE49-F238E27FC236}">
                      <a16:creationId xmlns:a16="http://schemas.microsoft.com/office/drawing/2014/main" id="{11D890F8-62E9-4C0F-B8FB-7DC9305FB214}"/>
                    </a:ext>
                  </a:extLst>
                </p:cNvPr>
                <p:cNvCxnSpPr/>
                <p:nvPr/>
              </p:nvCxnSpPr>
              <p:spPr>
                <a:xfrm flipH="1">
                  <a:off x="9110925" y="3798009"/>
                  <a:ext cx="316538" cy="0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</p:grpSp>
          <p:sp>
            <p:nvSpPr>
              <p:cNvPr id="411" name="矩形 410">
                <a:extLst>
                  <a:ext uri="{FF2B5EF4-FFF2-40B4-BE49-F238E27FC236}">
                    <a16:creationId xmlns:a16="http://schemas.microsoft.com/office/drawing/2014/main" id="{A7874BB9-5174-43D5-9369-A40D700CF0E2}"/>
                  </a:ext>
                </a:extLst>
              </p:cNvPr>
              <p:cNvSpPr/>
              <p:nvPr/>
            </p:nvSpPr>
            <p:spPr>
              <a:xfrm>
                <a:off x="8826812" y="4686523"/>
                <a:ext cx="1087423" cy="204777"/>
              </a:xfrm>
              <a:prstGeom prst="rect">
                <a:avLst/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95000"/>
                        <a:lumOff val="5000"/>
                      </a:srgbClr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SlotData</a:t>
                </a:r>
                <a:endParaRPr kumimoji="0" lang="zh-CN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  <p:sp>
          <p:nvSpPr>
            <p:cNvPr id="340" name="文本框 339">
              <a:extLst>
                <a:ext uri="{FF2B5EF4-FFF2-40B4-BE49-F238E27FC236}">
                  <a16:creationId xmlns:a16="http://schemas.microsoft.com/office/drawing/2014/main" id="{210FE7FE-B4CA-4AF6-95E6-214E477EEE82}"/>
                </a:ext>
              </a:extLst>
            </p:cNvPr>
            <p:cNvSpPr txBox="1"/>
            <p:nvPr/>
          </p:nvSpPr>
          <p:spPr>
            <a:xfrm>
              <a:off x="9606484" y="5826323"/>
              <a:ext cx="8819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rPr>
                <a:t>Hit/miss</a:t>
              </a:r>
              <a:endParaRPr kumimoji="0" lang="zh-CN" altLang="en-US" sz="1200" b="1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grpSp>
          <p:nvGrpSpPr>
            <p:cNvPr id="341" name="组合 340">
              <a:extLst>
                <a:ext uri="{FF2B5EF4-FFF2-40B4-BE49-F238E27FC236}">
                  <a16:creationId xmlns:a16="http://schemas.microsoft.com/office/drawing/2014/main" id="{52DD3D8A-7542-4BB3-B319-7E15B94A855B}"/>
                </a:ext>
              </a:extLst>
            </p:cNvPr>
            <p:cNvGrpSpPr/>
            <p:nvPr/>
          </p:nvGrpSpPr>
          <p:grpSpPr>
            <a:xfrm>
              <a:off x="4706288" y="2203599"/>
              <a:ext cx="669620" cy="3788868"/>
              <a:chOff x="8453032" y="1965334"/>
              <a:chExt cx="669620" cy="3788868"/>
            </a:xfrm>
          </p:grpSpPr>
          <p:grpSp>
            <p:nvGrpSpPr>
              <p:cNvPr id="361" name="组合 360">
                <a:extLst>
                  <a:ext uri="{FF2B5EF4-FFF2-40B4-BE49-F238E27FC236}">
                    <a16:creationId xmlns:a16="http://schemas.microsoft.com/office/drawing/2014/main" id="{B773766D-F4CB-4001-8A88-FA794692C2AA}"/>
                  </a:ext>
                </a:extLst>
              </p:cNvPr>
              <p:cNvGrpSpPr/>
              <p:nvPr/>
            </p:nvGrpSpPr>
            <p:grpSpPr>
              <a:xfrm>
                <a:off x="8453032" y="1965334"/>
                <a:ext cx="669619" cy="417176"/>
                <a:chOff x="6944101" y="2283225"/>
                <a:chExt cx="607552" cy="378508"/>
              </a:xfrm>
            </p:grpSpPr>
            <p:sp>
              <p:nvSpPr>
                <p:cNvPr id="405" name="等腰三角形 404">
                  <a:extLst>
                    <a:ext uri="{FF2B5EF4-FFF2-40B4-BE49-F238E27FC236}">
                      <a16:creationId xmlns:a16="http://schemas.microsoft.com/office/drawing/2014/main" id="{5DA9C553-5F0C-4C24-B75B-7B9A8F2A06ED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406" name="直接连接符 405">
                  <a:extLst>
                    <a:ext uri="{FF2B5EF4-FFF2-40B4-BE49-F238E27FC236}">
                      <a16:creationId xmlns:a16="http://schemas.microsoft.com/office/drawing/2014/main" id="{08FB0BD1-84E3-4DB7-82DD-273B7C909099}"/>
                    </a:ext>
                  </a:extLst>
                </p:cNvPr>
                <p:cNvCxnSpPr>
                  <a:endCxn id="405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407" name="直接连接符 406">
                  <a:extLst>
                    <a:ext uri="{FF2B5EF4-FFF2-40B4-BE49-F238E27FC236}">
                      <a16:creationId xmlns:a16="http://schemas.microsoft.com/office/drawing/2014/main" id="{F84F4B08-22FD-433A-BA73-17A736AA3174}"/>
                    </a:ext>
                  </a:extLst>
                </p:cNvPr>
                <p:cNvCxnSpPr>
                  <a:stCxn id="405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408" name="直接连接符 407">
                  <a:extLst>
                    <a:ext uri="{FF2B5EF4-FFF2-40B4-BE49-F238E27FC236}">
                      <a16:creationId xmlns:a16="http://schemas.microsoft.com/office/drawing/2014/main" id="{E160B346-5B5D-4B27-ACD5-E839C0FF41F2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409" name="文本框 408">
                  <a:extLst>
                    <a:ext uri="{FF2B5EF4-FFF2-40B4-BE49-F238E27FC236}">
                      <a16:creationId xmlns:a16="http://schemas.microsoft.com/office/drawing/2014/main" id="{819F2B69-7423-4C37-8943-A0BC6024293F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L0</a:t>
                  </a:r>
                  <a:endParaRPr kumimoji="0" lang="zh-CN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362" name="组合 361">
                <a:extLst>
                  <a:ext uri="{FF2B5EF4-FFF2-40B4-BE49-F238E27FC236}">
                    <a16:creationId xmlns:a16="http://schemas.microsoft.com/office/drawing/2014/main" id="{9D9445C0-4ADB-4BC7-A044-A94EB2FA693D}"/>
                  </a:ext>
                </a:extLst>
              </p:cNvPr>
              <p:cNvGrpSpPr/>
              <p:nvPr/>
            </p:nvGrpSpPr>
            <p:grpSpPr>
              <a:xfrm>
                <a:off x="8453034" y="2384493"/>
                <a:ext cx="662151" cy="413839"/>
                <a:chOff x="6944101" y="2286253"/>
                <a:chExt cx="600776" cy="375480"/>
              </a:xfrm>
            </p:grpSpPr>
            <p:cxnSp>
              <p:nvCxnSpPr>
                <p:cNvPr id="400" name="直接连接符 399">
                  <a:extLst>
                    <a:ext uri="{FF2B5EF4-FFF2-40B4-BE49-F238E27FC236}">
                      <a16:creationId xmlns:a16="http://schemas.microsoft.com/office/drawing/2014/main" id="{4A3CBA0F-9CFC-4076-BF01-3C94B84FE33F}"/>
                    </a:ext>
                  </a:extLst>
                </p:cNvPr>
                <p:cNvCxnSpPr>
                  <a:endCxn id="404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401" name="直接连接符 400">
                  <a:extLst>
                    <a:ext uri="{FF2B5EF4-FFF2-40B4-BE49-F238E27FC236}">
                      <a16:creationId xmlns:a16="http://schemas.microsoft.com/office/drawing/2014/main" id="{CDEBD454-E880-4A61-AA8D-49E45F2889F2}"/>
                    </a:ext>
                  </a:extLst>
                </p:cNvPr>
                <p:cNvCxnSpPr>
                  <a:stCxn id="404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402" name="直接连接符 401">
                  <a:extLst>
                    <a:ext uri="{FF2B5EF4-FFF2-40B4-BE49-F238E27FC236}">
                      <a16:creationId xmlns:a16="http://schemas.microsoft.com/office/drawing/2014/main" id="{DA2D73DA-7692-4187-8053-DC1E3C6E1D6D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403" name="文本框 402">
                  <a:extLst>
                    <a:ext uri="{FF2B5EF4-FFF2-40B4-BE49-F238E27FC236}">
                      <a16:creationId xmlns:a16="http://schemas.microsoft.com/office/drawing/2014/main" id="{16E64661-5D18-43DA-B357-E874D152E553}"/>
                    </a:ext>
                  </a:extLst>
                </p:cNvPr>
                <p:cNvSpPr txBox="1"/>
                <p:nvPr/>
              </p:nvSpPr>
              <p:spPr>
                <a:xfrm>
                  <a:off x="7214981" y="2286253"/>
                  <a:ext cx="329896" cy="25219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L1</a:t>
                  </a:r>
                  <a:endParaRPr kumimoji="0" lang="zh-CN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  <p:sp>
              <p:nvSpPr>
                <p:cNvPr id="404" name="等腰三角形 403">
                  <a:extLst>
                    <a:ext uri="{FF2B5EF4-FFF2-40B4-BE49-F238E27FC236}">
                      <a16:creationId xmlns:a16="http://schemas.microsoft.com/office/drawing/2014/main" id="{8605986B-9E53-4C7C-BDF7-52BE06E9C54E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</p:grpSp>
          <p:grpSp>
            <p:nvGrpSpPr>
              <p:cNvPr id="363" name="组合 362">
                <a:extLst>
                  <a:ext uri="{FF2B5EF4-FFF2-40B4-BE49-F238E27FC236}">
                    <a16:creationId xmlns:a16="http://schemas.microsoft.com/office/drawing/2014/main" id="{9240D2E1-8CDF-42C9-B1E3-F29108ECFFAB}"/>
                  </a:ext>
                </a:extLst>
              </p:cNvPr>
              <p:cNvGrpSpPr/>
              <p:nvPr/>
            </p:nvGrpSpPr>
            <p:grpSpPr>
              <a:xfrm>
                <a:off x="8453032" y="2811981"/>
                <a:ext cx="669619" cy="417176"/>
                <a:chOff x="6944101" y="2283225"/>
                <a:chExt cx="607552" cy="378508"/>
              </a:xfrm>
            </p:grpSpPr>
            <p:sp>
              <p:nvSpPr>
                <p:cNvPr id="395" name="等腰三角形 394">
                  <a:extLst>
                    <a:ext uri="{FF2B5EF4-FFF2-40B4-BE49-F238E27FC236}">
                      <a16:creationId xmlns:a16="http://schemas.microsoft.com/office/drawing/2014/main" id="{4CB92873-B6AC-4AB4-B7C2-FED5CF7C9B3F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396" name="直接连接符 395">
                  <a:extLst>
                    <a:ext uri="{FF2B5EF4-FFF2-40B4-BE49-F238E27FC236}">
                      <a16:creationId xmlns:a16="http://schemas.microsoft.com/office/drawing/2014/main" id="{9093C956-01FC-4C7F-ADC2-10C4BB38BBB1}"/>
                    </a:ext>
                  </a:extLst>
                </p:cNvPr>
                <p:cNvCxnSpPr>
                  <a:endCxn id="395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97" name="直接连接符 396">
                  <a:extLst>
                    <a:ext uri="{FF2B5EF4-FFF2-40B4-BE49-F238E27FC236}">
                      <a16:creationId xmlns:a16="http://schemas.microsoft.com/office/drawing/2014/main" id="{E1BBB339-6458-482E-A32A-CDE1F3A75638}"/>
                    </a:ext>
                  </a:extLst>
                </p:cNvPr>
                <p:cNvCxnSpPr>
                  <a:stCxn id="395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98" name="直接连接符 397">
                  <a:extLst>
                    <a:ext uri="{FF2B5EF4-FFF2-40B4-BE49-F238E27FC236}">
                      <a16:creationId xmlns:a16="http://schemas.microsoft.com/office/drawing/2014/main" id="{6313DBEB-C471-43FD-BE10-5AC0C96B3FED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399" name="文本框 398">
                  <a:extLst>
                    <a:ext uri="{FF2B5EF4-FFF2-40B4-BE49-F238E27FC236}">
                      <a16:creationId xmlns:a16="http://schemas.microsoft.com/office/drawing/2014/main" id="{7C6125CF-1883-4237-B245-FE3FC1E8D7C0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L2</a:t>
                  </a:r>
                  <a:endParaRPr kumimoji="0" lang="zh-CN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364" name="组合 363">
                <a:extLst>
                  <a:ext uri="{FF2B5EF4-FFF2-40B4-BE49-F238E27FC236}">
                    <a16:creationId xmlns:a16="http://schemas.microsoft.com/office/drawing/2014/main" id="{0C860AB8-C0E4-4344-A3EA-8E6DDCC1BDC9}"/>
                  </a:ext>
                </a:extLst>
              </p:cNvPr>
              <p:cNvGrpSpPr/>
              <p:nvPr/>
            </p:nvGrpSpPr>
            <p:grpSpPr>
              <a:xfrm>
                <a:off x="8453032" y="3248140"/>
                <a:ext cx="669619" cy="417176"/>
                <a:chOff x="6944101" y="2283225"/>
                <a:chExt cx="607552" cy="378508"/>
              </a:xfrm>
            </p:grpSpPr>
            <p:sp>
              <p:nvSpPr>
                <p:cNvPr id="390" name="等腰三角形 389">
                  <a:extLst>
                    <a:ext uri="{FF2B5EF4-FFF2-40B4-BE49-F238E27FC236}">
                      <a16:creationId xmlns:a16="http://schemas.microsoft.com/office/drawing/2014/main" id="{6F012425-7ECC-430C-BE6E-3A445E89D774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391" name="直接连接符 390">
                  <a:extLst>
                    <a:ext uri="{FF2B5EF4-FFF2-40B4-BE49-F238E27FC236}">
                      <a16:creationId xmlns:a16="http://schemas.microsoft.com/office/drawing/2014/main" id="{608E3861-41DF-403C-B8D1-040825C36D90}"/>
                    </a:ext>
                  </a:extLst>
                </p:cNvPr>
                <p:cNvCxnSpPr>
                  <a:endCxn id="390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92" name="直接连接符 391">
                  <a:extLst>
                    <a:ext uri="{FF2B5EF4-FFF2-40B4-BE49-F238E27FC236}">
                      <a16:creationId xmlns:a16="http://schemas.microsoft.com/office/drawing/2014/main" id="{A6188BA3-EDFD-4082-B188-B7A3F763A2BD}"/>
                    </a:ext>
                  </a:extLst>
                </p:cNvPr>
                <p:cNvCxnSpPr>
                  <a:stCxn id="390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93" name="直接连接符 392">
                  <a:extLst>
                    <a:ext uri="{FF2B5EF4-FFF2-40B4-BE49-F238E27FC236}">
                      <a16:creationId xmlns:a16="http://schemas.microsoft.com/office/drawing/2014/main" id="{70126521-2F69-47B9-AFC2-B1BC6CB70ACF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394" name="文本框 393">
                  <a:extLst>
                    <a:ext uri="{FF2B5EF4-FFF2-40B4-BE49-F238E27FC236}">
                      <a16:creationId xmlns:a16="http://schemas.microsoft.com/office/drawing/2014/main" id="{89A05C5A-EB32-4D21-8B47-6A8FFCEA57FD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L3</a:t>
                  </a:r>
                  <a:endParaRPr kumimoji="0" lang="zh-CN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365" name="组合 364">
                <a:extLst>
                  <a:ext uri="{FF2B5EF4-FFF2-40B4-BE49-F238E27FC236}">
                    <a16:creationId xmlns:a16="http://schemas.microsoft.com/office/drawing/2014/main" id="{36BDD60C-3724-4932-A630-0191B680EC1D}"/>
                  </a:ext>
                </a:extLst>
              </p:cNvPr>
              <p:cNvGrpSpPr/>
              <p:nvPr/>
            </p:nvGrpSpPr>
            <p:grpSpPr>
              <a:xfrm>
                <a:off x="8453034" y="3680004"/>
                <a:ext cx="669618" cy="417176"/>
                <a:chOff x="6944101" y="2283225"/>
                <a:chExt cx="607551" cy="378508"/>
              </a:xfrm>
            </p:grpSpPr>
            <p:sp>
              <p:nvSpPr>
                <p:cNvPr id="385" name="等腰三角形 384">
                  <a:extLst>
                    <a:ext uri="{FF2B5EF4-FFF2-40B4-BE49-F238E27FC236}">
                      <a16:creationId xmlns:a16="http://schemas.microsoft.com/office/drawing/2014/main" id="{CDFDD576-DC0D-4E45-8626-01B1E9402773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386" name="直接连接符 385">
                  <a:extLst>
                    <a:ext uri="{FF2B5EF4-FFF2-40B4-BE49-F238E27FC236}">
                      <a16:creationId xmlns:a16="http://schemas.microsoft.com/office/drawing/2014/main" id="{F6FE17CF-D2C0-439D-83A9-C042A3C3B757}"/>
                    </a:ext>
                  </a:extLst>
                </p:cNvPr>
                <p:cNvCxnSpPr>
                  <a:endCxn id="385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87" name="直接连接符 386">
                  <a:extLst>
                    <a:ext uri="{FF2B5EF4-FFF2-40B4-BE49-F238E27FC236}">
                      <a16:creationId xmlns:a16="http://schemas.microsoft.com/office/drawing/2014/main" id="{D3E95FDD-58EE-4B80-A6E2-4D1D8ED2DE8E}"/>
                    </a:ext>
                  </a:extLst>
                </p:cNvPr>
                <p:cNvCxnSpPr>
                  <a:stCxn id="385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88" name="直接连接符 387">
                  <a:extLst>
                    <a:ext uri="{FF2B5EF4-FFF2-40B4-BE49-F238E27FC236}">
                      <a16:creationId xmlns:a16="http://schemas.microsoft.com/office/drawing/2014/main" id="{7EBEEF70-463D-4A63-9C30-A6D475449536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389" name="文本框 388">
                  <a:extLst>
                    <a:ext uri="{FF2B5EF4-FFF2-40B4-BE49-F238E27FC236}">
                      <a16:creationId xmlns:a16="http://schemas.microsoft.com/office/drawing/2014/main" id="{33B59C48-F036-4BC6-8A82-06BE974FED48}"/>
                    </a:ext>
                  </a:extLst>
                </p:cNvPr>
                <p:cNvSpPr txBox="1"/>
                <p:nvPr/>
              </p:nvSpPr>
              <p:spPr>
                <a:xfrm>
                  <a:off x="7211494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L4</a:t>
                  </a:r>
                  <a:endParaRPr kumimoji="0" lang="zh-CN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366" name="组合 365">
                <a:extLst>
                  <a:ext uri="{FF2B5EF4-FFF2-40B4-BE49-F238E27FC236}">
                    <a16:creationId xmlns:a16="http://schemas.microsoft.com/office/drawing/2014/main" id="{A4167F9D-552D-42CB-A5A1-29907905FC29}"/>
                  </a:ext>
                </a:extLst>
              </p:cNvPr>
              <p:cNvGrpSpPr/>
              <p:nvPr/>
            </p:nvGrpSpPr>
            <p:grpSpPr>
              <a:xfrm>
                <a:off x="8453032" y="4094798"/>
                <a:ext cx="669619" cy="417176"/>
                <a:chOff x="6944101" y="2283225"/>
                <a:chExt cx="607552" cy="378508"/>
              </a:xfrm>
            </p:grpSpPr>
            <p:sp>
              <p:nvSpPr>
                <p:cNvPr id="380" name="等腰三角形 379">
                  <a:extLst>
                    <a:ext uri="{FF2B5EF4-FFF2-40B4-BE49-F238E27FC236}">
                      <a16:creationId xmlns:a16="http://schemas.microsoft.com/office/drawing/2014/main" id="{48B15C7B-2BD2-4647-8A5F-4A959BC8E52C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381" name="直接连接符 380">
                  <a:extLst>
                    <a:ext uri="{FF2B5EF4-FFF2-40B4-BE49-F238E27FC236}">
                      <a16:creationId xmlns:a16="http://schemas.microsoft.com/office/drawing/2014/main" id="{8862BDE3-AFA2-484A-AE01-BD38196D5ED6}"/>
                    </a:ext>
                  </a:extLst>
                </p:cNvPr>
                <p:cNvCxnSpPr>
                  <a:endCxn id="380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82" name="直接连接符 381">
                  <a:extLst>
                    <a:ext uri="{FF2B5EF4-FFF2-40B4-BE49-F238E27FC236}">
                      <a16:creationId xmlns:a16="http://schemas.microsoft.com/office/drawing/2014/main" id="{4393BA35-6842-450B-B0E1-0F28668FB53A}"/>
                    </a:ext>
                  </a:extLst>
                </p:cNvPr>
                <p:cNvCxnSpPr>
                  <a:stCxn id="380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83" name="直接连接符 382">
                  <a:extLst>
                    <a:ext uri="{FF2B5EF4-FFF2-40B4-BE49-F238E27FC236}">
                      <a16:creationId xmlns:a16="http://schemas.microsoft.com/office/drawing/2014/main" id="{EB49DD57-18D8-4862-81E3-AFE94CE1DC69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384" name="文本框 383">
                  <a:extLst>
                    <a:ext uri="{FF2B5EF4-FFF2-40B4-BE49-F238E27FC236}">
                      <a16:creationId xmlns:a16="http://schemas.microsoft.com/office/drawing/2014/main" id="{6BFC4AEC-2261-424A-886B-87C1F631DF20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L5</a:t>
                  </a:r>
                  <a:endParaRPr kumimoji="0" lang="zh-CN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367" name="组合 366">
                <a:extLst>
                  <a:ext uri="{FF2B5EF4-FFF2-40B4-BE49-F238E27FC236}">
                    <a16:creationId xmlns:a16="http://schemas.microsoft.com/office/drawing/2014/main" id="{0B64DFF0-5EC8-4261-B885-DA344A8BDE46}"/>
                  </a:ext>
                </a:extLst>
              </p:cNvPr>
              <p:cNvGrpSpPr/>
              <p:nvPr/>
            </p:nvGrpSpPr>
            <p:grpSpPr>
              <a:xfrm>
                <a:off x="8453032" y="4541149"/>
                <a:ext cx="669619" cy="417176"/>
                <a:chOff x="6944101" y="2283225"/>
                <a:chExt cx="607552" cy="378508"/>
              </a:xfrm>
            </p:grpSpPr>
            <p:sp>
              <p:nvSpPr>
                <p:cNvPr id="375" name="等腰三角形 374">
                  <a:extLst>
                    <a:ext uri="{FF2B5EF4-FFF2-40B4-BE49-F238E27FC236}">
                      <a16:creationId xmlns:a16="http://schemas.microsoft.com/office/drawing/2014/main" id="{EFD71361-DA28-4BF7-A26D-AE6921582D3D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376" name="直接连接符 375">
                  <a:extLst>
                    <a:ext uri="{FF2B5EF4-FFF2-40B4-BE49-F238E27FC236}">
                      <a16:creationId xmlns:a16="http://schemas.microsoft.com/office/drawing/2014/main" id="{FAC5C991-93E9-45FA-8762-5EFD5F9D3208}"/>
                    </a:ext>
                  </a:extLst>
                </p:cNvPr>
                <p:cNvCxnSpPr>
                  <a:endCxn id="375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77" name="直接连接符 376">
                  <a:extLst>
                    <a:ext uri="{FF2B5EF4-FFF2-40B4-BE49-F238E27FC236}">
                      <a16:creationId xmlns:a16="http://schemas.microsoft.com/office/drawing/2014/main" id="{E805FF65-99ED-432F-86D9-5EE490CC6C9F}"/>
                    </a:ext>
                  </a:extLst>
                </p:cNvPr>
                <p:cNvCxnSpPr>
                  <a:stCxn id="375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78" name="直接连接符 377">
                  <a:extLst>
                    <a:ext uri="{FF2B5EF4-FFF2-40B4-BE49-F238E27FC236}">
                      <a16:creationId xmlns:a16="http://schemas.microsoft.com/office/drawing/2014/main" id="{9CB78088-267F-44F6-B7B3-DA58893A81D8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379" name="文本框 378">
                  <a:extLst>
                    <a:ext uri="{FF2B5EF4-FFF2-40B4-BE49-F238E27FC236}">
                      <a16:creationId xmlns:a16="http://schemas.microsoft.com/office/drawing/2014/main" id="{3A987342-0B6E-470E-9B2C-F4FA0F553E71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L6</a:t>
                  </a:r>
                  <a:endParaRPr kumimoji="0" lang="zh-CN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grpSp>
            <p:nvGrpSpPr>
              <p:cNvPr id="368" name="组合 367">
                <a:extLst>
                  <a:ext uri="{FF2B5EF4-FFF2-40B4-BE49-F238E27FC236}">
                    <a16:creationId xmlns:a16="http://schemas.microsoft.com/office/drawing/2014/main" id="{B6484A5A-813D-4B2A-B867-1F16BAC95120}"/>
                  </a:ext>
                </a:extLst>
              </p:cNvPr>
              <p:cNvGrpSpPr/>
              <p:nvPr/>
            </p:nvGrpSpPr>
            <p:grpSpPr>
              <a:xfrm>
                <a:off x="8453032" y="4966891"/>
                <a:ext cx="669619" cy="417176"/>
                <a:chOff x="6944101" y="2283225"/>
                <a:chExt cx="607552" cy="378508"/>
              </a:xfrm>
            </p:grpSpPr>
            <p:sp>
              <p:nvSpPr>
                <p:cNvPr id="370" name="等腰三角形 369">
                  <a:extLst>
                    <a:ext uri="{FF2B5EF4-FFF2-40B4-BE49-F238E27FC236}">
                      <a16:creationId xmlns:a16="http://schemas.microsoft.com/office/drawing/2014/main" id="{85C7B06F-0736-4E3A-ADF2-69B1EE409E46}"/>
                    </a:ext>
                  </a:extLst>
                </p:cNvPr>
                <p:cNvSpPr/>
                <p:nvPr/>
              </p:nvSpPr>
              <p:spPr>
                <a:xfrm rot="5400000" flipH="1">
                  <a:off x="7160855" y="2515786"/>
                  <a:ext cx="150880" cy="141013"/>
                </a:xfrm>
                <a:prstGeom prst="triangl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triangle" w="lg" len="lg"/>
                </a:ln>
              </p:spPr>
              <p:txBody>
                <a:bodyPr vert="horz" wrap="square" lIns="86699" tIns="43349" rIns="86699" bIns="43349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3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endParaRPr>
                </a:p>
              </p:txBody>
            </p:sp>
            <p:cxnSp>
              <p:nvCxnSpPr>
                <p:cNvPr id="371" name="直接连接符 370">
                  <a:extLst>
                    <a:ext uri="{FF2B5EF4-FFF2-40B4-BE49-F238E27FC236}">
                      <a16:creationId xmlns:a16="http://schemas.microsoft.com/office/drawing/2014/main" id="{17EA1001-381F-49A8-B420-4B68F82EF736}"/>
                    </a:ext>
                  </a:extLst>
                </p:cNvPr>
                <p:cNvCxnSpPr>
                  <a:endCxn id="370" idx="3"/>
                </p:cNvCxnSpPr>
                <p:nvPr/>
              </p:nvCxnSpPr>
              <p:spPr>
                <a:xfrm>
                  <a:off x="6944101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72" name="直接连接符 371">
                  <a:extLst>
                    <a:ext uri="{FF2B5EF4-FFF2-40B4-BE49-F238E27FC236}">
                      <a16:creationId xmlns:a16="http://schemas.microsoft.com/office/drawing/2014/main" id="{AE2F7E88-3562-4B01-930D-741A0D084DFA}"/>
                    </a:ext>
                  </a:extLst>
                </p:cNvPr>
                <p:cNvCxnSpPr>
                  <a:stCxn id="370" idx="5"/>
                </p:cNvCxnSpPr>
                <p:nvPr/>
              </p:nvCxnSpPr>
              <p:spPr>
                <a:xfrm flipV="1">
                  <a:off x="7236295" y="2386797"/>
                  <a:ext cx="0" cy="161776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>
                  <a:solidFill>
                    <a:srgbClr val="5B9BD5"/>
                  </a:solidFill>
                  <a:round/>
                  <a:headEnd/>
                  <a:tailEnd type="none" w="lg" len="lg"/>
                </a:ln>
              </p:spPr>
            </p:cxnSp>
            <p:cxnSp>
              <p:nvCxnSpPr>
                <p:cNvPr id="373" name="直接连接符 372">
                  <a:extLst>
                    <a:ext uri="{FF2B5EF4-FFF2-40B4-BE49-F238E27FC236}">
                      <a16:creationId xmlns:a16="http://schemas.microsoft.com/office/drawing/2014/main" id="{0218C23B-D67F-470E-A59A-D1203128F90A}"/>
                    </a:ext>
                  </a:extLst>
                </p:cNvPr>
                <p:cNvCxnSpPr/>
                <p:nvPr/>
              </p:nvCxnSpPr>
              <p:spPr>
                <a:xfrm>
                  <a:off x="7302642" y="2584359"/>
                  <a:ext cx="221688" cy="1934"/>
                </a:xfrm>
                <a:prstGeom prst="line">
                  <a:avLst/>
                </a:prstGeom>
                <a:solidFill>
                  <a:sysClr val="window" lastClr="FFFFFF"/>
                </a:solidFill>
                <a:ln w="19050" cap="sq">
                  <a:solidFill>
                    <a:srgbClr val="5B9BD5"/>
                  </a:solidFill>
                  <a:miter lim="800000"/>
                  <a:headEnd/>
                  <a:tailEnd type="none" w="lg" len="lg"/>
                </a:ln>
              </p:spPr>
            </p:cxnSp>
            <p:sp>
              <p:nvSpPr>
                <p:cNvPr id="374" name="文本框 373">
                  <a:extLst>
                    <a:ext uri="{FF2B5EF4-FFF2-40B4-BE49-F238E27FC236}">
                      <a16:creationId xmlns:a16="http://schemas.microsoft.com/office/drawing/2014/main" id="{88013DC8-D66A-4934-93D0-623BA5F89937}"/>
                    </a:ext>
                  </a:extLst>
                </p:cNvPr>
                <p:cNvSpPr txBox="1"/>
                <p:nvPr/>
              </p:nvSpPr>
              <p:spPr>
                <a:xfrm>
                  <a:off x="7211495" y="2283225"/>
                  <a:ext cx="34015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/>
                      <a:ea typeface="微软雅黑"/>
                    </a:rPr>
                    <a:t>L7</a:t>
                  </a:r>
                  <a:endParaRPr kumimoji="0" lang="zh-CN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endParaRPr>
                </a:p>
              </p:txBody>
            </p:sp>
          </p:grpSp>
          <p:cxnSp>
            <p:nvCxnSpPr>
              <p:cNvPr id="369" name="直接连接符 368">
                <a:extLst>
                  <a:ext uri="{FF2B5EF4-FFF2-40B4-BE49-F238E27FC236}">
                    <a16:creationId xmlns:a16="http://schemas.microsoft.com/office/drawing/2014/main" id="{831A4F37-DA6C-47EE-8B94-682449B69D9E}"/>
                  </a:ext>
                </a:extLst>
              </p:cNvPr>
              <p:cNvCxnSpPr/>
              <p:nvPr/>
            </p:nvCxnSpPr>
            <p:spPr>
              <a:xfrm>
                <a:off x="9101736" y="2297233"/>
                <a:ext cx="0" cy="3456969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</p:grpSp>
        <p:grpSp>
          <p:nvGrpSpPr>
            <p:cNvPr id="342" name="组合 341">
              <a:extLst>
                <a:ext uri="{FF2B5EF4-FFF2-40B4-BE49-F238E27FC236}">
                  <a16:creationId xmlns:a16="http://schemas.microsoft.com/office/drawing/2014/main" id="{B757C74A-3E66-48CC-9EAD-2D9C4245499E}"/>
                </a:ext>
              </a:extLst>
            </p:cNvPr>
            <p:cNvGrpSpPr/>
            <p:nvPr/>
          </p:nvGrpSpPr>
          <p:grpSpPr>
            <a:xfrm>
              <a:off x="9919829" y="3153834"/>
              <a:ext cx="992472" cy="1748398"/>
              <a:chOff x="9345154" y="2906184"/>
              <a:chExt cx="992472" cy="1748398"/>
            </a:xfrm>
          </p:grpSpPr>
          <p:sp>
            <p:nvSpPr>
              <p:cNvPr id="344" name="矩形 343">
                <a:extLst>
                  <a:ext uri="{FF2B5EF4-FFF2-40B4-BE49-F238E27FC236}">
                    <a16:creationId xmlns:a16="http://schemas.microsoft.com/office/drawing/2014/main" id="{3C4EFB92-9FCD-4CB4-AB46-520E9DF9608B}"/>
                  </a:ext>
                </a:extLst>
              </p:cNvPr>
              <p:cNvSpPr/>
              <p:nvPr/>
            </p:nvSpPr>
            <p:spPr>
              <a:xfrm>
                <a:off x="9354711" y="3398593"/>
                <a:ext cx="452586" cy="27480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W</a:t>
                </a:r>
                <a:r>
                  <a:rPr kumimoji="0" lang="en-US" altLang="zh-CN" sz="105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1</a:t>
                </a:r>
              </a:p>
            </p:txBody>
          </p:sp>
          <p:sp>
            <p:nvSpPr>
              <p:cNvPr id="345" name="矩形 344">
                <a:extLst>
                  <a:ext uri="{FF2B5EF4-FFF2-40B4-BE49-F238E27FC236}">
                    <a16:creationId xmlns:a16="http://schemas.microsoft.com/office/drawing/2014/main" id="{D3257A5F-FF06-4F73-9D6F-514F53605318}"/>
                  </a:ext>
                </a:extLst>
              </p:cNvPr>
              <p:cNvSpPr/>
              <p:nvPr/>
            </p:nvSpPr>
            <p:spPr>
              <a:xfrm>
                <a:off x="9345154" y="3053529"/>
                <a:ext cx="452586" cy="27480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W</a:t>
                </a:r>
                <a:r>
                  <a:rPr kumimoji="0" lang="en-US" altLang="zh-CN" sz="105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0</a:t>
                </a:r>
              </a:p>
            </p:txBody>
          </p:sp>
          <p:sp>
            <p:nvSpPr>
              <p:cNvPr id="346" name="矩形 345">
                <a:extLst>
                  <a:ext uri="{FF2B5EF4-FFF2-40B4-BE49-F238E27FC236}">
                    <a16:creationId xmlns:a16="http://schemas.microsoft.com/office/drawing/2014/main" id="{9802E88D-00B3-4FD4-8689-B6F17741914B}"/>
                  </a:ext>
                </a:extLst>
              </p:cNvPr>
              <p:cNvSpPr/>
              <p:nvPr/>
            </p:nvSpPr>
            <p:spPr>
              <a:xfrm>
                <a:off x="9356012" y="3724950"/>
                <a:ext cx="452586" cy="27480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W</a:t>
                </a:r>
                <a:r>
                  <a:rPr kumimoji="0" lang="en-US" altLang="zh-CN" sz="105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2</a:t>
                </a:r>
              </a:p>
            </p:txBody>
          </p:sp>
          <p:sp>
            <p:nvSpPr>
              <p:cNvPr id="347" name="矩形 346">
                <a:extLst>
                  <a:ext uri="{FF2B5EF4-FFF2-40B4-BE49-F238E27FC236}">
                    <a16:creationId xmlns:a16="http://schemas.microsoft.com/office/drawing/2014/main" id="{68CD76E7-2A51-4AAD-A29F-EB675B87CF80}"/>
                  </a:ext>
                </a:extLst>
              </p:cNvPr>
              <p:cNvSpPr/>
              <p:nvPr/>
            </p:nvSpPr>
            <p:spPr>
              <a:xfrm>
                <a:off x="9356671" y="4049268"/>
                <a:ext cx="452586" cy="27480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W</a:t>
                </a:r>
                <a:r>
                  <a:rPr kumimoji="0" lang="en-US" altLang="zh-CN" sz="105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3</a:t>
                </a:r>
              </a:p>
            </p:txBody>
          </p:sp>
          <p:grpSp>
            <p:nvGrpSpPr>
              <p:cNvPr id="348" name="组合 347">
                <a:extLst>
                  <a:ext uri="{FF2B5EF4-FFF2-40B4-BE49-F238E27FC236}">
                    <a16:creationId xmlns:a16="http://schemas.microsoft.com/office/drawing/2014/main" id="{03C3FDC6-8735-4AC5-8DFE-5C3E430CF3BC}"/>
                  </a:ext>
                </a:extLst>
              </p:cNvPr>
              <p:cNvGrpSpPr/>
              <p:nvPr/>
            </p:nvGrpSpPr>
            <p:grpSpPr>
              <a:xfrm>
                <a:off x="9427463" y="2906184"/>
                <a:ext cx="910163" cy="1748398"/>
                <a:chOff x="9427463" y="2906184"/>
                <a:chExt cx="910163" cy="1748398"/>
              </a:xfrm>
            </p:grpSpPr>
            <p:cxnSp>
              <p:nvCxnSpPr>
                <p:cNvPr id="350" name="直接连接符 349">
                  <a:extLst>
                    <a:ext uri="{FF2B5EF4-FFF2-40B4-BE49-F238E27FC236}">
                      <a16:creationId xmlns:a16="http://schemas.microsoft.com/office/drawing/2014/main" id="{7E2AF3B7-4C70-4D06-ACC1-23D347F0E11E}"/>
                    </a:ext>
                  </a:extLst>
                </p:cNvPr>
                <p:cNvCxnSpPr/>
                <p:nvPr/>
              </p:nvCxnSpPr>
              <p:spPr>
                <a:xfrm rot="16200000">
                  <a:off x="10182094" y="3653730"/>
                  <a:ext cx="0" cy="292376"/>
                </a:xfrm>
                <a:prstGeom prst="line">
                  <a:avLst/>
                </a:prstGeom>
                <a:noFill/>
                <a:ln w="25400" cap="flat" cmpd="sng" algn="ctr">
                  <a:solidFill>
                    <a:srgbClr val="5B9BD5"/>
                  </a:solidFill>
                  <a:prstDash val="solid"/>
                  <a:miter lim="800000"/>
                  <a:tailEnd type="triangle"/>
                </a:ln>
                <a:effectLst/>
              </p:spPr>
            </p:cxnSp>
            <p:grpSp>
              <p:nvGrpSpPr>
                <p:cNvPr id="351" name="组合 350">
                  <a:extLst>
                    <a:ext uri="{FF2B5EF4-FFF2-40B4-BE49-F238E27FC236}">
                      <a16:creationId xmlns:a16="http://schemas.microsoft.com/office/drawing/2014/main" id="{80952428-480F-4214-B679-7C51DEDB0F9F}"/>
                    </a:ext>
                  </a:extLst>
                </p:cNvPr>
                <p:cNvGrpSpPr/>
                <p:nvPr/>
              </p:nvGrpSpPr>
              <p:grpSpPr>
                <a:xfrm>
                  <a:off x="9427463" y="3286052"/>
                  <a:ext cx="330665" cy="995546"/>
                  <a:chOff x="7766536" y="3451012"/>
                  <a:chExt cx="300016" cy="903269"/>
                </a:xfrm>
              </p:grpSpPr>
              <p:cxnSp>
                <p:nvCxnSpPr>
                  <p:cNvPr id="356" name="直接连接符 355">
                    <a:extLst>
                      <a:ext uri="{FF2B5EF4-FFF2-40B4-BE49-F238E27FC236}">
                        <a16:creationId xmlns:a16="http://schemas.microsoft.com/office/drawing/2014/main" id="{A5C5DD57-DDF4-4377-A684-0969261A27AD}"/>
                      </a:ext>
                    </a:extLst>
                  </p:cNvPr>
                  <p:cNvCxnSpPr/>
                  <p:nvPr/>
                </p:nvCxnSpPr>
                <p:spPr>
                  <a:xfrm>
                    <a:off x="7766536" y="3451012"/>
                    <a:ext cx="0" cy="903269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cxnSp>
                <p:nvCxnSpPr>
                  <p:cNvPr id="357" name="直接连接符 356">
                    <a:extLst>
                      <a:ext uri="{FF2B5EF4-FFF2-40B4-BE49-F238E27FC236}">
                        <a16:creationId xmlns:a16="http://schemas.microsoft.com/office/drawing/2014/main" id="{503E850C-5651-4D02-B1DA-E20FED9F16F6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7774273" y="3451012"/>
                    <a:ext cx="287198" cy="0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cxnSp>
                <p:nvCxnSpPr>
                  <p:cNvPr id="358" name="直接连接符 357">
                    <a:extLst>
                      <a:ext uri="{FF2B5EF4-FFF2-40B4-BE49-F238E27FC236}">
                        <a16:creationId xmlns:a16="http://schemas.microsoft.com/office/drawing/2014/main" id="{347F8B54-AF09-47A1-8143-AE024AC0F61D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7779354" y="3752884"/>
                    <a:ext cx="287198" cy="0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cxnSp>
                <p:nvCxnSpPr>
                  <p:cNvPr id="359" name="直接连接符 358">
                    <a:extLst>
                      <a:ext uri="{FF2B5EF4-FFF2-40B4-BE49-F238E27FC236}">
                        <a16:creationId xmlns:a16="http://schemas.microsoft.com/office/drawing/2014/main" id="{56EB2B1F-11E4-4A2D-819D-B579822727DD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7766536" y="4052868"/>
                    <a:ext cx="287198" cy="0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  <p:cxnSp>
                <p:nvCxnSpPr>
                  <p:cNvPr id="360" name="直接连接符 359">
                    <a:extLst>
                      <a:ext uri="{FF2B5EF4-FFF2-40B4-BE49-F238E27FC236}">
                        <a16:creationId xmlns:a16="http://schemas.microsoft.com/office/drawing/2014/main" id="{A77B5D5C-B118-437F-AAF0-31EAB90DAAE0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7766536" y="4354281"/>
                    <a:ext cx="287198" cy="0"/>
                  </a:xfrm>
                  <a:prstGeom prst="line">
                    <a:avLst/>
                  </a:prstGeom>
                  <a:solidFill>
                    <a:sysClr val="window" lastClr="FFFFFF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</p:cxnSp>
            </p:grpSp>
            <p:sp>
              <p:nvSpPr>
                <p:cNvPr id="352" name="文本框 351">
                  <a:extLst>
                    <a:ext uri="{FF2B5EF4-FFF2-40B4-BE49-F238E27FC236}">
                      <a16:creationId xmlns:a16="http://schemas.microsoft.com/office/drawing/2014/main" id="{5C26FE2C-9AA4-47A8-ADD4-0AC4FA0DFA61}"/>
                    </a:ext>
                  </a:extLst>
                </p:cNvPr>
                <p:cNvSpPr txBox="1"/>
                <p:nvPr/>
              </p:nvSpPr>
              <p:spPr>
                <a:xfrm rot="16200000">
                  <a:off x="9847473" y="3224076"/>
                  <a:ext cx="758081" cy="222225"/>
                </a:xfrm>
                <a:prstGeom prst="rect">
                  <a:avLst/>
                </a:prstGeom>
                <a:noFill/>
              </p:spPr>
              <p:txBody>
                <a:bodyPr vert="eaVert" wrap="squar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zh-CN" altLang="en-US" sz="11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字输出</a:t>
                  </a:r>
                </a:p>
              </p:txBody>
            </p:sp>
            <p:grpSp>
              <p:nvGrpSpPr>
                <p:cNvPr id="353" name="组合 352">
                  <a:extLst>
                    <a:ext uri="{FF2B5EF4-FFF2-40B4-BE49-F238E27FC236}">
                      <a16:creationId xmlns:a16="http://schemas.microsoft.com/office/drawing/2014/main" id="{69DFDE8E-90E7-4AEB-9215-1D0AB4261675}"/>
                    </a:ext>
                  </a:extLst>
                </p:cNvPr>
                <p:cNvGrpSpPr/>
                <p:nvPr/>
              </p:nvGrpSpPr>
              <p:grpSpPr>
                <a:xfrm>
                  <a:off x="9756163" y="2906184"/>
                  <a:ext cx="407561" cy="1748398"/>
                  <a:chOff x="8088601" y="3262692"/>
                  <a:chExt cx="324658" cy="1288723"/>
                </a:xfrm>
              </p:grpSpPr>
              <p:sp>
                <p:nvSpPr>
                  <p:cNvPr id="354" name="梯形 353">
                    <a:extLst>
                      <a:ext uri="{FF2B5EF4-FFF2-40B4-BE49-F238E27FC236}">
                        <a16:creationId xmlns:a16="http://schemas.microsoft.com/office/drawing/2014/main" id="{D49E3B7D-4B1A-4181-A025-06E74F2D3C50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7570153" y="3781140"/>
                    <a:ext cx="1288723" cy="251827"/>
                  </a:xfrm>
                  <a:prstGeom prst="trapezoid">
                    <a:avLst>
                      <a:gd name="adj" fmla="val 72150"/>
                    </a:avLst>
                  </a:prstGeom>
                  <a:solidFill>
                    <a:srgbClr val="FFC000"/>
                  </a:solidFill>
                  <a:ln w="19050" cap="sq">
                    <a:solidFill>
                      <a:srgbClr val="5B9BD5"/>
                    </a:solidFill>
                    <a:miter lim="800000"/>
                    <a:headEnd/>
                    <a:tailEnd type="none" w="lg" len="lg"/>
                  </a:ln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华文细黑" pitchFamily="2" charset="-122"/>
                    </a:endParaRPr>
                  </a:p>
                </p:txBody>
              </p:sp>
              <p:sp>
                <p:nvSpPr>
                  <p:cNvPr id="355" name="文本框 354">
                    <a:extLst>
                      <a:ext uri="{FF2B5EF4-FFF2-40B4-BE49-F238E27FC236}">
                        <a16:creationId xmlns:a16="http://schemas.microsoft.com/office/drawing/2014/main" id="{0B798762-9D57-4DA6-9DC5-B8B3F86A59DB}"/>
                      </a:ext>
                    </a:extLst>
                  </p:cNvPr>
                  <p:cNvSpPr txBox="1"/>
                  <p:nvPr/>
                </p:nvSpPr>
                <p:spPr>
                  <a:xfrm rot="16200000">
                    <a:off x="7979984" y="3812431"/>
                    <a:ext cx="558773" cy="307777"/>
                  </a:xfrm>
                  <a:prstGeom prst="rect">
                    <a:avLst/>
                  </a:prstGeom>
                  <a:noFill/>
                </p:spPr>
                <p:txBody>
                  <a:bodyPr vert="eaVert" wrap="square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zh-CN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微软雅黑" panose="020B0503020204020204" pitchFamily="34" charset="-122"/>
                        <a:ea typeface="微软雅黑" panose="020B0503020204020204" pitchFamily="34" charset="-122"/>
                      </a:rPr>
                      <a:t>字选择</a:t>
                    </a:r>
                  </a:p>
                </p:txBody>
              </p:sp>
            </p:grpSp>
          </p:grpSp>
          <p:sp>
            <p:nvSpPr>
              <p:cNvPr id="349" name="矩形 348">
                <a:extLst>
                  <a:ext uri="{FF2B5EF4-FFF2-40B4-BE49-F238E27FC236}">
                    <a16:creationId xmlns:a16="http://schemas.microsoft.com/office/drawing/2014/main" id="{E07C9D7D-4A06-47BD-956D-0E431943F68C}"/>
                  </a:ext>
                </a:extLst>
              </p:cNvPr>
              <p:cNvSpPr/>
              <p:nvPr/>
            </p:nvSpPr>
            <p:spPr>
              <a:xfrm>
                <a:off x="9607331" y="4245412"/>
                <a:ext cx="521057" cy="250203"/>
              </a:xfrm>
              <a:prstGeom prst="rect">
                <a:avLst/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95000"/>
                        <a:lumOff val="5000"/>
                      </a:srgbClr>
                    </a:solidFill>
                    <a:effectLst/>
                    <a:uLnTx/>
                    <a:uFillTx/>
                    <a:latin typeface="微软雅黑"/>
                    <a:ea typeface="微软雅黑"/>
                    <a:cs typeface="Arial" pitchFamily="34" charset="0"/>
                  </a:rPr>
                  <a:t>OE</a:t>
                </a:r>
                <a:endParaRPr kumimoji="0" lang="zh-CN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endParaRPr>
              </a:p>
            </p:txBody>
          </p:sp>
        </p:grpSp>
        <p:sp>
          <p:nvSpPr>
            <p:cNvPr id="343" name="矩形 342">
              <a:extLst>
                <a:ext uri="{FF2B5EF4-FFF2-40B4-BE49-F238E27FC236}">
                  <a16:creationId xmlns:a16="http://schemas.microsoft.com/office/drawing/2014/main" id="{78EDB872-8BB4-4385-BDAD-0002EEF07C18}"/>
                </a:ext>
              </a:extLst>
            </p:cNvPr>
            <p:cNvSpPr/>
            <p:nvPr/>
          </p:nvSpPr>
          <p:spPr>
            <a:xfrm>
              <a:off x="4828455" y="5756648"/>
              <a:ext cx="1533792" cy="251737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ea typeface="微软雅黑"/>
                  <a:cs typeface="Arial" pitchFamily="34" charset="0"/>
                </a:rPr>
                <a:t>有效位</a:t>
              </a: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ea typeface="微软雅黑"/>
                  <a:cs typeface="Arial" pitchFamily="34" charset="0"/>
                </a:rPr>
                <a:t>+TAG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99FF"/>
                </a:solidFill>
                <a:effectLst/>
                <a:uLnTx/>
                <a:uFillTx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547" name="文本框 546">
            <a:extLst>
              <a:ext uri="{FF2B5EF4-FFF2-40B4-BE49-F238E27FC236}">
                <a16:creationId xmlns:a16="http://schemas.microsoft.com/office/drawing/2014/main" id="{D2280B69-DDDB-466C-A87E-7BAB5895B7B5}"/>
              </a:ext>
            </a:extLst>
          </p:cNvPr>
          <p:cNvSpPr txBox="1"/>
          <p:nvPr/>
        </p:nvSpPr>
        <p:spPr>
          <a:xfrm>
            <a:off x="4523358" y="6231796"/>
            <a:ext cx="7312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1" hangingPunct="1"/>
            <a:r>
              <a:rPr lang="en-US" altLang="zh-CN" sz="1200" i="1" dirty="0">
                <a:solidFill>
                  <a:srgbClr val="000000"/>
                </a:solidFill>
                <a:latin typeface="Arial" charset="0"/>
                <a:ea typeface="华文细黑" pitchFamily="2" charset="-122"/>
              </a:rPr>
              <a:t>Hit/miss</a:t>
            </a:r>
            <a:endParaRPr lang="zh-CN" altLang="en-US" sz="1200" i="1" dirty="0">
              <a:solidFill>
                <a:srgbClr val="000000"/>
              </a:solidFill>
              <a:latin typeface="Arial" charset="0"/>
              <a:ea typeface="华文细黑" pitchFamily="2" charset="-122"/>
            </a:endParaRPr>
          </a:p>
        </p:txBody>
      </p:sp>
      <p:sp>
        <p:nvSpPr>
          <p:cNvPr id="548" name="文本框 547">
            <a:extLst>
              <a:ext uri="{FF2B5EF4-FFF2-40B4-BE49-F238E27FC236}">
                <a16:creationId xmlns:a16="http://schemas.microsoft.com/office/drawing/2014/main" id="{ADB37455-81D1-4557-AE69-EFBD5C997A5F}"/>
              </a:ext>
            </a:extLst>
          </p:cNvPr>
          <p:cNvSpPr txBox="1"/>
          <p:nvPr/>
        </p:nvSpPr>
        <p:spPr>
          <a:xfrm>
            <a:off x="4523358" y="6231796"/>
            <a:ext cx="731290" cy="276999"/>
          </a:xfrm>
          <a:prstGeom prst="rect">
            <a:avLst/>
          </a:prstGeom>
          <a:solidFill>
            <a:srgbClr val="333333">
              <a:lumMod val="40000"/>
              <a:lumOff val="60000"/>
            </a:srgbClr>
          </a:solidFill>
        </p:spPr>
        <p:txBody>
          <a:bodyPr wrap="square" rtlCol="0">
            <a:spAutoFit/>
          </a:bodyPr>
          <a:lstStyle/>
          <a:p>
            <a:pPr algn="ctr" eaLnBrk="1" hangingPunct="1">
              <a:defRPr/>
            </a:pPr>
            <a:r>
              <a:rPr lang="en-US" altLang="zh-CN" sz="1200" i="1" kern="0" dirty="0">
                <a:solidFill>
                  <a:srgbClr val="000000"/>
                </a:solidFill>
                <a:latin typeface="Arial" charset="0"/>
                <a:ea typeface="华文细黑" pitchFamily="2" charset="-122"/>
              </a:rPr>
              <a:t>miss</a:t>
            </a:r>
            <a:endParaRPr lang="zh-CN" altLang="en-US" sz="1200" i="1" kern="0" dirty="0">
              <a:solidFill>
                <a:srgbClr val="000000"/>
              </a:solidFill>
              <a:latin typeface="Arial" charset="0"/>
              <a:ea typeface="华文细黑" pitchFamily="2" charset="-122"/>
            </a:endParaRPr>
          </a:p>
        </p:txBody>
      </p:sp>
      <p:sp>
        <p:nvSpPr>
          <p:cNvPr id="549" name="文本框 548">
            <a:extLst>
              <a:ext uri="{FF2B5EF4-FFF2-40B4-BE49-F238E27FC236}">
                <a16:creationId xmlns:a16="http://schemas.microsoft.com/office/drawing/2014/main" id="{CBF2707A-9499-4566-8626-55EF584F24B0}"/>
              </a:ext>
            </a:extLst>
          </p:cNvPr>
          <p:cNvSpPr txBox="1"/>
          <p:nvPr/>
        </p:nvSpPr>
        <p:spPr>
          <a:xfrm>
            <a:off x="4523358" y="6231796"/>
            <a:ext cx="731290" cy="276999"/>
          </a:xfrm>
          <a:prstGeom prst="rect">
            <a:avLst/>
          </a:prstGeom>
          <a:solidFill>
            <a:srgbClr val="FFFF00"/>
          </a:solidFill>
        </p:spPr>
        <p:txBody>
          <a:bodyPr wrap="square" rtlCol="0">
            <a:spAutoFit/>
          </a:bodyPr>
          <a:lstStyle/>
          <a:p>
            <a:pPr algn="ctr" eaLnBrk="1" hangingPunct="1"/>
            <a:r>
              <a:rPr lang="en-US" altLang="zh-CN" sz="1200" i="1" dirty="0">
                <a:solidFill>
                  <a:srgbClr val="000000"/>
                </a:solidFill>
                <a:latin typeface="Arial" charset="0"/>
                <a:ea typeface="华文细黑" pitchFamily="2" charset="-122"/>
              </a:rPr>
              <a:t>Hit</a:t>
            </a:r>
            <a:endParaRPr lang="zh-CN" altLang="en-US" sz="1200" i="1" dirty="0">
              <a:solidFill>
                <a:srgbClr val="000000"/>
              </a:solidFill>
              <a:latin typeface="Arial" charset="0"/>
              <a:ea typeface="华文细黑" pitchFamily="2" charset="-122"/>
            </a:endParaRPr>
          </a:p>
        </p:txBody>
      </p:sp>
      <p:cxnSp>
        <p:nvCxnSpPr>
          <p:cNvPr id="550" name="直接连接符 549">
            <a:extLst>
              <a:ext uri="{FF2B5EF4-FFF2-40B4-BE49-F238E27FC236}">
                <a16:creationId xmlns:a16="http://schemas.microsoft.com/office/drawing/2014/main" id="{84343C47-D86C-42D2-B5D0-789519387A52}"/>
              </a:ext>
            </a:extLst>
          </p:cNvPr>
          <p:cNvCxnSpPr/>
          <p:nvPr/>
        </p:nvCxnSpPr>
        <p:spPr>
          <a:xfrm>
            <a:off x="4877613" y="5972810"/>
            <a:ext cx="0" cy="265276"/>
          </a:xfrm>
          <a:prstGeom prst="line">
            <a:avLst/>
          </a:prstGeom>
          <a:noFill/>
          <a:ln w="12700" cap="flat" cmpd="sng" algn="ctr">
            <a:solidFill>
              <a:srgbClr val="333333">
                <a:shade val="95000"/>
                <a:satMod val="105000"/>
              </a:srgbClr>
            </a:solidFill>
            <a:prstDash val="solid"/>
            <a:tailEnd type="triangle"/>
          </a:ln>
          <a:effectLst/>
        </p:spPr>
      </p:cxnSp>
      <p:sp>
        <p:nvSpPr>
          <p:cNvPr id="551" name="矩形 550">
            <a:extLst>
              <a:ext uri="{FF2B5EF4-FFF2-40B4-BE49-F238E27FC236}">
                <a16:creationId xmlns:a16="http://schemas.microsoft.com/office/drawing/2014/main" id="{32093741-A7E1-4041-A006-5970E9CC51A2}"/>
              </a:ext>
            </a:extLst>
          </p:cNvPr>
          <p:cNvSpPr/>
          <p:nvPr/>
        </p:nvSpPr>
        <p:spPr>
          <a:xfrm>
            <a:off x="257541" y="2932245"/>
            <a:ext cx="819785" cy="265801"/>
          </a:xfrm>
          <a:prstGeom prst="rect">
            <a:avLst/>
          </a:prstGeom>
          <a:solidFill>
            <a:srgbClr val="1FB965"/>
          </a:solidFill>
          <a:ln w="635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itchFamily="34" charset="0"/>
              </a:rPr>
              <a:t>1F</a:t>
            </a:r>
            <a:endParaRPr lang="zh-CN" altLang="en-US" sz="1400" b="1" kern="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itchFamily="34" charset="0"/>
            </a:endParaRPr>
          </a:p>
        </p:txBody>
      </p:sp>
      <p:sp>
        <p:nvSpPr>
          <p:cNvPr id="552" name="矩形 551">
            <a:extLst>
              <a:ext uri="{FF2B5EF4-FFF2-40B4-BE49-F238E27FC236}">
                <a16:creationId xmlns:a16="http://schemas.microsoft.com/office/drawing/2014/main" id="{F316C326-FE14-430D-BD95-D998514DD9FF}"/>
              </a:ext>
            </a:extLst>
          </p:cNvPr>
          <p:cNvSpPr/>
          <p:nvPr/>
        </p:nvSpPr>
        <p:spPr>
          <a:xfrm>
            <a:off x="257541" y="3198046"/>
            <a:ext cx="819785" cy="265801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itchFamily="34" charset="0"/>
              </a:rPr>
              <a:t>20</a:t>
            </a:r>
            <a:endParaRPr lang="zh-CN" altLang="en-US" sz="1400" b="1" kern="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itchFamily="34" charset="0"/>
            </a:endParaRPr>
          </a:p>
        </p:txBody>
      </p:sp>
      <p:sp>
        <p:nvSpPr>
          <p:cNvPr id="553" name="矩形 552">
            <a:extLst>
              <a:ext uri="{FF2B5EF4-FFF2-40B4-BE49-F238E27FC236}">
                <a16:creationId xmlns:a16="http://schemas.microsoft.com/office/drawing/2014/main" id="{73E40267-C06B-4D2F-A9C6-34650ABE329C}"/>
              </a:ext>
            </a:extLst>
          </p:cNvPr>
          <p:cNvSpPr/>
          <p:nvPr/>
        </p:nvSpPr>
        <p:spPr>
          <a:xfrm>
            <a:off x="257541" y="3463847"/>
            <a:ext cx="819785" cy="265801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itchFamily="34" charset="0"/>
              </a:rPr>
              <a:t>24</a:t>
            </a:r>
            <a:endParaRPr lang="zh-CN" altLang="en-US" sz="1400" b="1" kern="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itchFamily="34" charset="0"/>
            </a:endParaRPr>
          </a:p>
        </p:txBody>
      </p:sp>
      <p:sp>
        <p:nvSpPr>
          <p:cNvPr id="554" name="矩形 553">
            <a:extLst>
              <a:ext uri="{FF2B5EF4-FFF2-40B4-BE49-F238E27FC236}">
                <a16:creationId xmlns:a16="http://schemas.microsoft.com/office/drawing/2014/main" id="{B755CED1-154A-4B64-8ADE-3ED8654083EB}"/>
              </a:ext>
            </a:extLst>
          </p:cNvPr>
          <p:cNvSpPr/>
          <p:nvPr/>
        </p:nvSpPr>
        <p:spPr>
          <a:xfrm>
            <a:off x="257541" y="3729648"/>
            <a:ext cx="819785" cy="225575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itchFamily="34" charset="0"/>
              </a:rPr>
              <a:t>1E</a:t>
            </a:r>
            <a:endParaRPr lang="zh-CN" altLang="en-US" sz="1400" b="1" kern="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itchFamily="34" charset="0"/>
            </a:endParaRPr>
          </a:p>
        </p:txBody>
      </p:sp>
      <p:sp>
        <p:nvSpPr>
          <p:cNvPr id="555" name="矩形 554">
            <a:extLst>
              <a:ext uri="{FF2B5EF4-FFF2-40B4-BE49-F238E27FC236}">
                <a16:creationId xmlns:a16="http://schemas.microsoft.com/office/drawing/2014/main" id="{04291709-B4FF-4E96-B545-0F7198809E37}"/>
              </a:ext>
            </a:extLst>
          </p:cNvPr>
          <p:cNvSpPr/>
          <p:nvPr/>
        </p:nvSpPr>
        <p:spPr>
          <a:xfrm>
            <a:off x="257541" y="3955223"/>
            <a:ext cx="819785" cy="265801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itchFamily="34" charset="0"/>
              </a:rPr>
              <a:t>48</a:t>
            </a:r>
            <a:endParaRPr lang="zh-CN" altLang="en-US" sz="1400" b="1" kern="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itchFamily="34" charset="0"/>
            </a:endParaRPr>
          </a:p>
        </p:txBody>
      </p:sp>
      <p:sp>
        <p:nvSpPr>
          <p:cNvPr id="556" name="矩形 555">
            <a:extLst>
              <a:ext uri="{FF2B5EF4-FFF2-40B4-BE49-F238E27FC236}">
                <a16:creationId xmlns:a16="http://schemas.microsoft.com/office/drawing/2014/main" id="{C6858EC6-FA44-465A-B26C-1E7349DE6BAE}"/>
              </a:ext>
            </a:extLst>
          </p:cNvPr>
          <p:cNvSpPr/>
          <p:nvPr/>
        </p:nvSpPr>
        <p:spPr>
          <a:xfrm>
            <a:off x="257541" y="4193478"/>
            <a:ext cx="819785" cy="265801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itchFamily="34" charset="0"/>
              </a:rPr>
              <a:t>54</a:t>
            </a:r>
            <a:endParaRPr lang="zh-CN" altLang="en-US" sz="1400" b="1" kern="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itchFamily="34" charset="0"/>
            </a:endParaRPr>
          </a:p>
        </p:txBody>
      </p:sp>
      <p:sp>
        <p:nvSpPr>
          <p:cNvPr id="557" name="矩形 556">
            <a:extLst>
              <a:ext uri="{FF2B5EF4-FFF2-40B4-BE49-F238E27FC236}">
                <a16:creationId xmlns:a16="http://schemas.microsoft.com/office/drawing/2014/main" id="{C500E9F7-E2DE-4D5D-AC59-EA92810AEBFA}"/>
              </a:ext>
            </a:extLst>
          </p:cNvPr>
          <p:cNvSpPr/>
          <p:nvPr/>
        </p:nvSpPr>
        <p:spPr>
          <a:xfrm>
            <a:off x="257541" y="4459279"/>
            <a:ext cx="819785" cy="265801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itchFamily="34" charset="0"/>
              </a:rPr>
              <a:t>107</a:t>
            </a:r>
            <a:endParaRPr lang="zh-CN" altLang="en-US" sz="1400" b="1" kern="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itchFamily="34" charset="0"/>
            </a:endParaRPr>
          </a:p>
        </p:txBody>
      </p:sp>
      <p:sp>
        <p:nvSpPr>
          <p:cNvPr id="558" name="Text Box 51">
            <a:extLst>
              <a:ext uri="{FF2B5EF4-FFF2-40B4-BE49-F238E27FC236}">
                <a16:creationId xmlns:a16="http://schemas.microsoft.com/office/drawing/2014/main" id="{2B194EEB-5A77-48D4-B97C-BDECA1DFE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264" y="891613"/>
            <a:ext cx="8043692" cy="328936"/>
          </a:xfrm>
          <a:prstGeom prst="rect">
            <a:avLst/>
          </a:prstGeom>
          <a:solidFill>
            <a:srgbClr val="FFFFFF">
              <a:lumMod val="85000"/>
            </a:srgbClr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eaLnBrk="1" hangingPunct="1">
              <a:lnSpc>
                <a:spcPct val="120000"/>
              </a:lnSpc>
              <a:defRPr/>
            </a:pPr>
            <a:r>
              <a:rPr lang="en-US" altLang="zh-CN" sz="1400" kern="0" dirty="0">
                <a:solidFill>
                  <a:srgbClr val="000000"/>
                </a:solidFill>
                <a:latin typeface="微软雅黑"/>
                <a:ea typeface="微软雅黑"/>
              </a:rPr>
              <a:t>Cache 8</a:t>
            </a:r>
            <a:r>
              <a:rPr lang="zh-CN" altLang="en-US" sz="1400" kern="0" dirty="0">
                <a:solidFill>
                  <a:srgbClr val="000000"/>
                </a:solidFill>
                <a:latin typeface="微软雅黑"/>
                <a:ea typeface="微软雅黑"/>
              </a:rPr>
              <a:t>行，块大小</a:t>
            </a:r>
            <a:r>
              <a:rPr lang="en-US" altLang="zh-CN" sz="1400" kern="0" dirty="0">
                <a:solidFill>
                  <a:srgbClr val="000000"/>
                </a:solidFill>
                <a:latin typeface="微软雅黑"/>
                <a:ea typeface="微软雅黑"/>
              </a:rPr>
              <a:t>4W</a:t>
            </a:r>
            <a:r>
              <a:rPr lang="zh-CN" altLang="en-US" sz="1400" kern="0" dirty="0">
                <a:solidFill>
                  <a:srgbClr val="000000"/>
                </a:solidFill>
                <a:latin typeface="微软雅黑"/>
                <a:ea typeface="微软雅黑"/>
              </a:rPr>
              <a:t>，主存</a:t>
            </a:r>
            <a:r>
              <a:rPr lang="en-US" altLang="zh-CN" sz="1400" kern="0" dirty="0">
                <a:solidFill>
                  <a:srgbClr val="000000"/>
                </a:solidFill>
                <a:latin typeface="微软雅黑"/>
                <a:ea typeface="微软雅黑"/>
              </a:rPr>
              <a:t>2</a:t>
            </a:r>
            <a:r>
              <a:rPr lang="en-US" altLang="zh-CN" sz="1400" kern="0" baseline="30000" dirty="0">
                <a:solidFill>
                  <a:srgbClr val="000000"/>
                </a:solidFill>
                <a:latin typeface="微软雅黑"/>
                <a:ea typeface="微软雅黑"/>
              </a:rPr>
              <a:t>9  </a:t>
            </a:r>
            <a:r>
              <a:rPr lang="en-US" altLang="zh-CN" sz="1400" kern="0" dirty="0">
                <a:solidFill>
                  <a:srgbClr val="000000"/>
                </a:solidFill>
                <a:latin typeface="微软雅黑"/>
                <a:ea typeface="微软雅黑"/>
              </a:rPr>
              <a:t>W    Cache</a:t>
            </a:r>
            <a:r>
              <a:rPr lang="zh-CN" altLang="en-US" sz="1400" kern="0" dirty="0">
                <a:solidFill>
                  <a:srgbClr val="000000"/>
                </a:solidFill>
                <a:latin typeface="微软雅黑"/>
                <a:ea typeface="微软雅黑"/>
              </a:rPr>
              <a:t>总容量</a:t>
            </a:r>
            <a:r>
              <a:rPr lang="en-US" altLang="zh-CN" sz="1400" kern="0" dirty="0">
                <a:solidFill>
                  <a:srgbClr val="000000"/>
                </a:solidFill>
                <a:latin typeface="微软雅黑"/>
                <a:ea typeface="微软雅黑"/>
              </a:rPr>
              <a:t>=</a:t>
            </a:r>
            <a:r>
              <a:rPr lang="zh-CN" altLang="en-US" sz="1400" kern="0" dirty="0">
                <a:solidFill>
                  <a:srgbClr val="FF0000"/>
                </a:solidFill>
                <a:latin typeface="微软雅黑"/>
                <a:ea typeface="微软雅黑"/>
              </a:rPr>
              <a:t>（</a:t>
            </a:r>
            <a:r>
              <a:rPr lang="en-US" altLang="zh-CN" sz="1400" kern="0" dirty="0">
                <a:solidFill>
                  <a:srgbClr val="000000"/>
                </a:solidFill>
                <a:latin typeface="微软雅黑"/>
                <a:ea typeface="微软雅黑"/>
              </a:rPr>
              <a:t>valid</a:t>
            </a:r>
            <a:r>
              <a:rPr lang="en-US" altLang="zh-CN" sz="1400" kern="0" dirty="0">
                <a:solidFill>
                  <a:srgbClr val="FF0000"/>
                </a:solidFill>
                <a:latin typeface="微软雅黑"/>
                <a:ea typeface="微软雅黑"/>
              </a:rPr>
              <a:t>+</a:t>
            </a:r>
            <a:r>
              <a:rPr lang="zh-CN" altLang="en-US" sz="1400" kern="0" dirty="0">
                <a:solidFill>
                  <a:srgbClr val="0070C0"/>
                </a:solidFill>
                <a:latin typeface="微软雅黑"/>
                <a:ea typeface="微软雅黑"/>
              </a:rPr>
              <a:t>标记位</a:t>
            </a:r>
            <a:r>
              <a:rPr lang="en-US" altLang="zh-CN" sz="1400" kern="0" dirty="0">
                <a:solidFill>
                  <a:srgbClr val="FF0000"/>
                </a:solidFill>
                <a:latin typeface="微软雅黑"/>
                <a:ea typeface="微软雅黑"/>
              </a:rPr>
              <a:t>+</a:t>
            </a:r>
            <a:r>
              <a:rPr lang="zh-CN" altLang="en-US" sz="1400" kern="0" dirty="0">
                <a:solidFill>
                  <a:srgbClr val="000000"/>
                </a:solidFill>
                <a:latin typeface="微软雅黑"/>
                <a:ea typeface="微软雅黑"/>
              </a:rPr>
              <a:t>标志位</a:t>
            </a:r>
            <a:r>
              <a:rPr lang="en-US" altLang="zh-CN" sz="1400" kern="0" dirty="0">
                <a:solidFill>
                  <a:srgbClr val="FF0000"/>
                </a:solidFill>
                <a:latin typeface="微软雅黑"/>
                <a:ea typeface="微软雅黑"/>
              </a:rPr>
              <a:t>+</a:t>
            </a:r>
            <a:r>
              <a:rPr lang="zh-CN" altLang="en-US" sz="1400" kern="0" dirty="0">
                <a:solidFill>
                  <a:srgbClr val="339933"/>
                </a:solidFill>
                <a:latin typeface="微软雅黑"/>
                <a:ea typeface="微软雅黑"/>
              </a:rPr>
              <a:t>副本容量</a:t>
            </a:r>
            <a:r>
              <a:rPr lang="zh-CN" altLang="en-US" sz="1400" kern="0" dirty="0">
                <a:solidFill>
                  <a:srgbClr val="FF0000"/>
                </a:solidFill>
                <a:latin typeface="微软雅黑"/>
                <a:ea typeface="微软雅黑"/>
              </a:rPr>
              <a:t>）*</a:t>
            </a:r>
            <a:r>
              <a:rPr lang="zh-CN" altLang="en-US" sz="1400" kern="0" dirty="0">
                <a:solidFill>
                  <a:srgbClr val="000000"/>
                </a:solidFill>
                <a:latin typeface="微软雅黑"/>
                <a:ea typeface="微软雅黑"/>
              </a:rPr>
              <a:t>总行数</a:t>
            </a:r>
            <a:endParaRPr lang="en-US" altLang="zh-CN" sz="1400" kern="0" dirty="0">
              <a:solidFill>
                <a:srgbClr val="000000"/>
              </a:solidFill>
              <a:latin typeface="微软雅黑"/>
              <a:ea typeface="微软雅黑"/>
            </a:endParaRPr>
          </a:p>
        </p:txBody>
      </p:sp>
      <p:sp>
        <p:nvSpPr>
          <p:cNvPr id="559" name="矩形 558">
            <a:extLst>
              <a:ext uri="{FF2B5EF4-FFF2-40B4-BE49-F238E27FC236}">
                <a16:creationId xmlns:a16="http://schemas.microsoft.com/office/drawing/2014/main" id="{80B764F0-A979-4BEE-A6E8-FF489F5677D7}"/>
              </a:ext>
            </a:extLst>
          </p:cNvPr>
          <p:cNvSpPr/>
          <p:nvPr/>
        </p:nvSpPr>
        <p:spPr>
          <a:xfrm>
            <a:off x="115719" y="2644302"/>
            <a:ext cx="1070365" cy="217488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zh-CN" altLang="en-US" sz="1400" b="1" kern="0" dirty="0">
                <a:solidFill>
                  <a:srgbClr val="000000">
                    <a:lumMod val="95000"/>
                    <a:lumOff val="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itchFamily="34" charset="0"/>
              </a:rPr>
              <a:t>访问序列</a:t>
            </a:r>
          </a:p>
        </p:txBody>
      </p:sp>
      <p:grpSp>
        <p:nvGrpSpPr>
          <p:cNvPr id="560" name="组合 559">
            <a:extLst>
              <a:ext uri="{FF2B5EF4-FFF2-40B4-BE49-F238E27FC236}">
                <a16:creationId xmlns:a16="http://schemas.microsoft.com/office/drawing/2014/main" id="{13DF7E4F-349E-49DC-9100-35D4E074D407}"/>
              </a:ext>
            </a:extLst>
          </p:cNvPr>
          <p:cNvGrpSpPr/>
          <p:nvPr/>
        </p:nvGrpSpPr>
        <p:grpSpPr>
          <a:xfrm>
            <a:off x="1034871" y="1753740"/>
            <a:ext cx="2182065" cy="228600"/>
            <a:chOff x="2861077" y="969828"/>
            <a:chExt cx="2182065" cy="228600"/>
          </a:xfrm>
        </p:grpSpPr>
        <p:sp>
          <p:nvSpPr>
            <p:cNvPr id="561" name="矩形 560">
              <a:extLst>
                <a:ext uri="{FF2B5EF4-FFF2-40B4-BE49-F238E27FC236}">
                  <a16:creationId xmlns:a16="http://schemas.microsoft.com/office/drawing/2014/main" id="{3A946895-B920-4386-9494-6FBBDCB58093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Tag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62" name="矩形 561">
              <a:extLst>
                <a:ext uri="{FF2B5EF4-FFF2-40B4-BE49-F238E27FC236}">
                  <a16:creationId xmlns:a16="http://schemas.microsoft.com/office/drawing/2014/main" id="{1E676B77-3103-42CB-8E36-B67812AE2C26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index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63" name="矩形 562">
              <a:extLst>
                <a:ext uri="{FF2B5EF4-FFF2-40B4-BE49-F238E27FC236}">
                  <a16:creationId xmlns:a16="http://schemas.microsoft.com/office/drawing/2014/main" id="{C9CBD9D9-3B7E-458F-92D7-6F1EA6E99D40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offset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cxnSp>
        <p:nvCxnSpPr>
          <p:cNvPr id="564" name="直接连接符 563">
            <a:extLst>
              <a:ext uri="{FF2B5EF4-FFF2-40B4-BE49-F238E27FC236}">
                <a16:creationId xmlns:a16="http://schemas.microsoft.com/office/drawing/2014/main" id="{17619E28-EF19-4F2F-8E40-73FC1BF32C28}"/>
              </a:ext>
            </a:extLst>
          </p:cNvPr>
          <p:cNvCxnSpPr/>
          <p:nvPr/>
        </p:nvCxnSpPr>
        <p:spPr>
          <a:xfrm>
            <a:off x="115719" y="2955049"/>
            <a:ext cx="0" cy="1803193"/>
          </a:xfrm>
          <a:prstGeom prst="line">
            <a:avLst/>
          </a:prstGeom>
          <a:noFill/>
          <a:ln w="12700" cap="flat" cmpd="sng" algn="ctr">
            <a:solidFill>
              <a:srgbClr val="333333">
                <a:shade val="95000"/>
                <a:satMod val="105000"/>
              </a:srgbClr>
            </a:solidFill>
            <a:prstDash val="solid"/>
            <a:tailEnd type="triangle"/>
          </a:ln>
          <a:effectLst/>
        </p:spPr>
      </p:cxnSp>
      <p:grpSp>
        <p:nvGrpSpPr>
          <p:cNvPr id="565" name="组合 564">
            <a:extLst>
              <a:ext uri="{FF2B5EF4-FFF2-40B4-BE49-F238E27FC236}">
                <a16:creationId xmlns:a16="http://schemas.microsoft.com/office/drawing/2014/main" id="{360A72BE-A5F3-4DB2-A0BD-00AAAE85D55C}"/>
              </a:ext>
            </a:extLst>
          </p:cNvPr>
          <p:cNvGrpSpPr/>
          <p:nvPr/>
        </p:nvGrpSpPr>
        <p:grpSpPr>
          <a:xfrm>
            <a:off x="2626131" y="5281699"/>
            <a:ext cx="907753" cy="230534"/>
            <a:chOff x="3909010" y="1043086"/>
            <a:chExt cx="907753" cy="230534"/>
          </a:xfrm>
        </p:grpSpPr>
        <p:sp>
          <p:nvSpPr>
            <p:cNvPr id="566" name="矩形 565">
              <a:extLst>
                <a:ext uri="{FF2B5EF4-FFF2-40B4-BE49-F238E27FC236}">
                  <a16:creationId xmlns:a16="http://schemas.microsoft.com/office/drawing/2014/main" id="{7FCDDDAB-BA13-4909-9E26-5A605190EBB1}"/>
                </a:ext>
              </a:extLst>
            </p:cNvPr>
            <p:cNvSpPr/>
            <p:nvPr/>
          </p:nvSpPr>
          <p:spPr>
            <a:xfrm>
              <a:off x="4261094" y="1043086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0000</a:t>
              </a:r>
              <a:endParaRPr lang="zh-CN" altLang="en-US" sz="12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67" name="矩形 566">
              <a:extLst>
                <a:ext uri="{FF2B5EF4-FFF2-40B4-BE49-F238E27FC236}">
                  <a16:creationId xmlns:a16="http://schemas.microsoft.com/office/drawing/2014/main" id="{AB3C2FD6-6686-4B87-AF42-B8F561FA825F}"/>
                </a:ext>
              </a:extLst>
            </p:cNvPr>
            <p:cNvSpPr/>
            <p:nvPr/>
          </p:nvSpPr>
          <p:spPr>
            <a:xfrm>
              <a:off x="3909010" y="1045020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2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68" name="组合 567">
            <a:extLst>
              <a:ext uri="{FF2B5EF4-FFF2-40B4-BE49-F238E27FC236}">
                <a16:creationId xmlns:a16="http://schemas.microsoft.com/office/drawing/2014/main" id="{EF419079-5773-4C7F-BC90-C15D6A63F2FE}"/>
              </a:ext>
            </a:extLst>
          </p:cNvPr>
          <p:cNvGrpSpPr/>
          <p:nvPr/>
        </p:nvGrpSpPr>
        <p:grpSpPr>
          <a:xfrm>
            <a:off x="2624486" y="4506696"/>
            <a:ext cx="899939" cy="229056"/>
            <a:chOff x="3917539" y="1044564"/>
            <a:chExt cx="899939" cy="229056"/>
          </a:xfrm>
        </p:grpSpPr>
        <p:sp>
          <p:nvSpPr>
            <p:cNvPr id="569" name="矩形 568">
              <a:extLst>
                <a:ext uri="{FF2B5EF4-FFF2-40B4-BE49-F238E27FC236}">
                  <a16:creationId xmlns:a16="http://schemas.microsoft.com/office/drawing/2014/main" id="{C708B24E-83FE-4341-AFB7-9C57CB12C5CF}"/>
                </a:ext>
              </a:extLst>
            </p:cNvPr>
            <p:cNvSpPr/>
            <p:nvPr/>
          </p:nvSpPr>
          <p:spPr>
            <a:xfrm>
              <a:off x="4261809" y="1044564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0010</a:t>
              </a:r>
              <a:endParaRPr lang="zh-CN" altLang="en-US" sz="12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70" name="矩形 569">
              <a:extLst>
                <a:ext uri="{FF2B5EF4-FFF2-40B4-BE49-F238E27FC236}">
                  <a16:creationId xmlns:a16="http://schemas.microsoft.com/office/drawing/2014/main" id="{C47762CD-BD29-4D65-8421-6C141F08B8F5}"/>
                </a:ext>
              </a:extLst>
            </p:cNvPr>
            <p:cNvSpPr/>
            <p:nvPr/>
          </p:nvSpPr>
          <p:spPr>
            <a:xfrm>
              <a:off x="3917539" y="1045020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2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71" name="组合 570">
            <a:extLst>
              <a:ext uri="{FF2B5EF4-FFF2-40B4-BE49-F238E27FC236}">
                <a16:creationId xmlns:a16="http://schemas.microsoft.com/office/drawing/2014/main" id="{E3698D50-7420-4BCB-BFF8-F215B83E0190}"/>
              </a:ext>
            </a:extLst>
          </p:cNvPr>
          <p:cNvGrpSpPr/>
          <p:nvPr/>
        </p:nvGrpSpPr>
        <p:grpSpPr>
          <a:xfrm>
            <a:off x="2632286" y="3344535"/>
            <a:ext cx="901139" cy="238945"/>
            <a:chOff x="3924083" y="1034568"/>
            <a:chExt cx="901139" cy="238945"/>
          </a:xfrm>
        </p:grpSpPr>
        <p:sp>
          <p:nvSpPr>
            <p:cNvPr id="572" name="矩形 571">
              <a:extLst>
                <a:ext uri="{FF2B5EF4-FFF2-40B4-BE49-F238E27FC236}">
                  <a16:creationId xmlns:a16="http://schemas.microsoft.com/office/drawing/2014/main" id="{8A025E67-2175-4F41-B7CC-695BBF9C6797}"/>
                </a:ext>
              </a:extLst>
            </p:cNvPr>
            <p:cNvSpPr/>
            <p:nvPr/>
          </p:nvSpPr>
          <p:spPr>
            <a:xfrm>
              <a:off x="4269553" y="1034568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0010</a:t>
              </a:r>
              <a:endParaRPr lang="zh-CN" altLang="en-US" sz="12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73" name="矩形 572">
              <a:extLst>
                <a:ext uri="{FF2B5EF4-FFF2-40B4-BE49-F238E27FC236}">
                  <a16:creationId xmlns:a16="http://schemas.microsoft.com/office/drawing/2014/main" id="{D315A9E4-10D7-482F-8B75-26E3BA63ECA7}"/>
                </a:ext>
              </a:extLst>
            </p:cNvPr>
            <p:cNvSpPr/>
            <p:nvPr/>
          </p:nvSpPr>
          <p:spPr>
            <a:xfrm>
              <a:off x="3924083" y="1044913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2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74" name="组合 573">
            <a:extLst>
              <a:ext uri="{FF2B5EF4-FFF2-40B4-BE49-F238E27FC236}">
                <a16:creationId xmlns:a16="http://schemas.microsoft.com/office/drawing/2014/main" id="{6B3DA328-7F76-4894-BB65-DEBE0A769F13}"/>
              </a:ext>
            </a:extLst>
          </p:cNvPr>
          <p:cNvGrpSpPr/>
          <p:nvPr/>
        </p:nvGrpSpPr>
        <p:grpSpPr>
          <a:xfrm>
            <a:off x="2625502" y="2958521"/>
            <a:ext cx="899224" cy="230534"/>
            <a:chOff x="3917539" y="1043086"/>
            <a:chExt cx="899224" cy="230534"/>
          </a:xfrm>
        </p:grpSpPr>
        <p:sp>
          <p:nvSpPr>
            <p:cNvPr id="575" name="矩形 574">
              <a:extLst>
                <a:ext uri="{FF2B5EF4-FFF2-40B4-BE49-F238E27FC236}">
                  <a16:creationId xmlns:a16="http://schemas.microsoft.com/office/drawing/2014/main" id="{52143A9B-A757-4F5E-9E55-1383F39D84A9}"/>
                </a:ext>
              </a:extLst>
            </p:cNvPr>
            <p:cNvSpPr/>
            <p:nvPr/>
          </p:nvSpPr>
          <p:spPr>
            <a:xfrm>
              <a:off x="4261094" y="1043086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0001</a:t>
              </a:r>
              <a:endParaRPr lang="zh-CN" altLang="en-US" sz="12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76" name="矩形 575">
              <a:extLst>
                <a:ext uri="{FF2B5EF4-FFF2-40B4-BE49-F238E27FC236}">
                  <a16:creationId xmlns:a16="http://schemas.microsoft.com/office/drawing/2014/main" id="{4D786EB2-BA86-4DF8-B9D7-94546E8500DC}"/>
                </a:ext>
              </a:extLst>
            </p:cNvPr>
            <p:cNvSpPr/>
            <p:nvPr/>
          </p:nvSpPr>
          <p:spPr>
            <a:xfrm>
              <a:off x="3917539" y="1045020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2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77" name="组合 576">
            <a:extLst>
              <a:ext uri="{FF2B5EF4-FFF2-40B4-BE49-F238E27FC236}">
                <a16:creationId xmlns:a16="http://schemas.microsoft.com/office/drawing/2014/main" id="{509328AE-A405-4E93-898D-9E44C511F9E8}"/>
              </a:ext>
            </a:extLst>
          </p:cNvPr>
          <p:cNvGrpSpPr/>
          <p:nvPr/>
        </p:nvGrpSpPr>
        <p:grpSpPr>
          <a:xfrm>
            <a:off x="2630356" y="2564921"/>
            <a:ext cx="895690" cy="239234"/>
            <a:chOff x="3930239" y="1045020"/>
            <a:chExt cx="895690" cy="239234"/>
          </a:xfrm>
        </p:grpSpPr>
        <p:sp>
          <p:nvSpPr>
            <p:cNvPr id="578" name="矩形 577">
              <a:extLst>
                <a:ext uri="{FF2B5EF4-FFF2-40B4-BE49-F238E27FC236}">
                  <a16:creationId xmlns:a16="http://schemas.microsoft.com/office/drawing/2014/main" id="{A69C630C-632A-4745-8C98-4A9436E9DE6A}"/>
                </a:ext>
              </a:extLst>
            </p:cNvPr>
            <p:cNvSpPr/>
            <p:nvPr/>
          </p:nvSpPr>
          <p:spPr>
            <a:xfrm>
              <a:off x="4270260" y="1055654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0001</a:t>
              </a:r>
              <a:endParaRPr lang="zh-CN" altLang="en-US" sz="12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79" name="矩形 578">
              <a:extLst>
                <a:ext uri="{FF2B5EF4-FFF2-40B4-BE49-F238E27FC236}">
                  <a16:creationId xmlns:a16="http://schemas.microsoft.com/office/drawing/2014/main" id="{085682E8-C545-4785-AC96-E5F90F944BF6}"/>
                </a:ext>
              </a:extLst>
            </p:cNvPr>
            <p:cNvSpPr/>
            <p:nvPr/>
          </p:nvSpPr>
          <p:spPr>
            <a:xfrm>
              <a:off x="3930239" y="1045020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2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80" name="组合 579">
            <a:extLst>
              <a:ext uri="{FF2B5EF4-FFF2-40B4-BE49-F238E27FC236}">
                <a16:creationId xmlns:a16="http://schemas.microsoft.com/office/drawing/2014/main" id="{38A4D583-6879-4F9A-862A-94D651DE84E3}"/>
              </a:ext>
            </a:extLst>
          </p:cNvPr>
          <p:cNvGrpSpPr/>
          <p:nvPr/>
        </p:nvGrpSpPr>
        <p:grpSpPr>
          <a:xfrm>
            <a:off x="4345907" y="2577621"/>
            <a:ext cx="2984705" cy="228600"/>
            <a:chOff x="5112580" y="1043086"/>
            <a:chExt cx="2984705" cy="228600"/>
          </a:xfrm>
          <a:solidFill>
            <a:srgbClr val="99FF66"/>
          </a:solidFill>
        </p:grpSpPr>
        <p:sp>
          <p:nvSpPr>
            <p:cNvPr id="581" name="矩形 580">
              <a:extLst>
                <a:ext uri="{FF2B5EF4-FFF2-40B4-BE49-F238E27FC236}">
                  <a16:creationId xmlns:a16="http://schemas.microsoft.com/office/drawing/2014/main" id="{8BF758B7-3F72-4C4D-BD9B-AE66CA6087EA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20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82" name="矩形 581">
              <a:extLst>
                <a:ext uri="{FF2B5EF4-FFF2-40B4-BE49-F238E27FC236}">
                  <a16:creationId xmlns:a16="http://schemas.microsoft.com/office/drawing/2014/main" id="{926B4CA5-2C62-4A68-B3F3-843FB107A6E7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21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83" name="矩形 582">
              <a:extLst>
                <a:ext uri="{FF2B5EF4-FFF2-40B4-BE49-F238E27FC236}">
                  <a16:creationId xmlns:a16="http://schemas.microsoft.com/office/drawing/2014/main" id="{9EBDE179-C7F3-4C92-9A14-98DFEF0F63BD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22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84" name="矩形 583">
              <a:extLst>
                <a:ext uri="{FF2B5EF4-FFF2-40B4-BE49-F238E27FC236}">
                  <a16:creationId xmlns:a16="http://schemas.microsoft.com/office/drawing/2014/main" id="{F8C5607C-62C9-4135-A920-05EFFE7F0A64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23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85" name="组合 584">
            <a:extLst>
              <a:ext uri="{FF2B5EF4-FFF2-40B4-BE49-F238E27FC236}">
                <a16:creationId xmlns:a16="http://schemas.microsoft.com/office/drawing/2014/main" id="{2F9C460D-6DC2-49CD-B03C-A7096E83D8D8}"/>
              </a:ext>
            </a:extLst>
          </p:cNvPr>
          <p:cNvGrpSpPr/>
          <p:nvPr/>
        </p:nvGrpSpPr>
        <p:grpSpPr>
          <a:xfrm>
            <a:off x="4353760" y="2958521"/>
            <a:ext cx="2984705" cy="228600"/>
            <a:chOff x="5112580" y="1043086"/>
            <a:chExt cx="2984705" cy="228600"/>
          </a:xfrm>
          <a:solidFill>
            <a:srgbClr val="99FF66"/>
          </a:solidFill>
        </p:grpSpPr>
        <p:sp>
          <p:nvSpPr>
            <p:cNvPr id="586" name="矩形 585">
              <a:extLst>
                <a:ext uri="{FF2B5EF4-FFF2-40B4-BE49-F238E27FC236}">
                  <a16:creationId xmlns:a16="http://schemas.microsoft.com/office/drawing/2014/main" id="{CA0AD24D-800D-4FDF-95EB-F3C9A15B2B8E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24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87" name="矩形 586">
              <a:extLst>
                <a:ext uri="{FF2B5EF4-FFF2-40B4-BE49-F238E27FC236}">
                  <a16:creationId xmlns:a16="http://schemas.microsoft.com/office/drawing/2014/main" id="{19E4E4EC-A6E3-4F94-B562-668A94BA50C0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25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88" name="矩形 587">
              <a:extLst>
                <a:ext uri="{FF2B5EF4-FFF2-40B4-BE49-F238E27FC236}">
                  <a16:creationId xmlns:a16="http://schemas.microsoft.com/office/drawing/2014/main" id="{CA7E9E1B-24B8-4402-AE74-3C6DD10B0F9A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26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89" name="矩形 588">
              <a:extLst>
                <a:ext uri="{FF2B5EF4-FFF2-40B4-BE49-F238E27FC236}">
                  <a16:creationId xmlns:a16="http://schemas.microsoft.com/office/drawing/2014/main" id="{DBD3AEB4-0770-4AFE-A0A0-56F7D9312B24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27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90" name="组合 589">
            <a:extLst>
              <a:ext uri="{FF2B5EF4-FFF2-40B4-BE49-F238E27FC236}">
                <a16:creationId xmlns:a16="http://schemas.microsoft.com/office/drawing/2014/main" id="{BD481223-595C-4AF1-97E6-8FD8387572C0}"/>
              </a:ext>
            </a:extLst>
          </p:cNvPr>
          <p:cNvGrpSpPr/>
          <p:nvPr/>
        </p:nvGrpSpPr>
        <p:grpSpPr>
          <a:xfrm>
            <a:off x="4355955" y="3352775"/>
            <a:ext cx="2984705" cy="228600"/>
            <a:chOff x="5112580" y="1043086"/>
            <a:chExt cx="2984705" cy="228600"/>
          </a:xfrm>
        </p:grpSpPr>
        <p:sp>
          <p:nvSpPr>
            <p:cNvPr id="591" name="矩形 590">
              <a:extLst>
                <a:ext uri="{FF2B5EF4-FFF2-40B4-BE49-F238E27FC236}">
                  <a16:creationId xmlns:a16="http://schemas.microsoft.com/office/drawing/2014/main" id="{B8EDCDCB-9CF3-456F-9D47-F6F36164322A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solidFill>
              <a:srgbClr val="99FF66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48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92" name="矩形 591">
              <a:extLst>
                <a:ext uri="{FF2B5EF4-FFF2-40B4-BE49-F238E27FC236}">
                  <a16:creationId xmlns:a16="http://schemas.microsoft.com/office/drawing/2014/main" id="{A8F0F0F9-7164-4EF9-B492-55BF658919E6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solidFill>
              <a:srgbClr val="99FF66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49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93" name="矩形 592">
              <a:extLst>
                <a:ext uri="{FF2B5EF4-FFF2-40B4-BE49-F238E27FC236}">
                  <a16:creationId xmlns:a16="http://schemas.microsoft.com/office/drawing/2014/main" id="{7A5281D1-10E3-41D4-9CD5-612A747CC608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solidFill>
              <a:srgbClr val="99FF66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4A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94" name="矩形 593">
              <a:extLst>
                <a:ext uri="{FF2B5EF4-FFF2-40B4-BE49-F238E27FC236}">
                  <a16:creationId xmlns:a16="http://schemas.microsoft.com/office/drawing/2014/main" id="{7256EEC7-E157-429B-A036-7F8CA2762583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solidFill>
              <a:srgbClr val="99FF66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4B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95" name="组合 594">
            <a:extLst>
              <a:ext uri="{FF2B5EF4-FFF2-40B4-BE49-F238E27FC236}">
                <a16:creationId xmlns:a16="http://schemas.microsoft.com/office/drawing/2014/main" id="{C42B03B3-F703-426B-B993-A2AF8D43FBC6}"/>
              </a:ext>
            </a:extLst>
          </p:cNvPr>
          <p:cNvGrpSpPr/>
          <p:nvPr/>
        </p:nvGrpSpPr>
        <p:grpSpPr>
          <a:xfrm>
            <a:off x="4358607" y="2958521"/>
            <a:ext cx="2984705" cy="228829"/>
            <a:chOff x="5112580" y="1042857"/>
            <a:chExt cx="2984705" cy="228829"/>
          </a:xfrm>
          <a:solidFill>
            <a:srgbClr val="FF0000"/>
          </a:solidFill>
        </p:grpSpPr>
        <p:sp>
          <p:nvSpPr>
            <p:cNvPr id="596" name="矩形 595">
              <a:extLst>
                <a:ext uri="{FF2B5EF4-FFF2-40B4-BE49-F238E27FC236}">
                  <a16:creationId xmlns:a16="http://schemas.microsoft.com/office/drawing/2014/main" id="{C29158E4-3932-4236-AF9A-EAA264C9153C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104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97" name="矩形 596">
              <a:extLst>
                <a:ext uri="{FF2B5EF4-FFF2-40B4-BE49-F238E27FC236}">
                  <a16:creationId xmlns:a16="http://schemas.microsoft.com/office/drawing/2014/main" id="{4EB17EE5-5A25-4276-840D-129A159451E3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105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98" name="矩形 597">
              <a:extLst>
                <a:ext uri="{FF2B5EF4-FFF2-40B4-BE49-F238E27FC236}">
                  <a16:creationId xmlns:a16="http://schemas.microsoft.com/office/drawing/2014/main" id="{01992247-49F7-44A6-8E8B-499E49F1EFD9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106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99" name="矩形 598">
              <a:extLst>
                <a:ext uri="{FF2B5EF4-FFF2-40B4-BE49-F238E27FC236}">
                  <a16:creationId xmlns:a16="http://schemas.microsoft.com/office/drawing/2014/main" id="{02A71C0F-957D-460F-8313-2A040C54D380}"/>
                </a:ext>
              </a:extLst>
            </p:cNvPr>
            <p:cNvSpPr/>
            <p:nvPr/>
          </p:nvSpPr>
          <p:spPr>
            <a:xfrm>
              <a:off x="7376560" y="1042857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107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00" name="组合 599">
            <a:extLst>
              <a:ext uri="{FF2B5EF4-FFF2-40B4-BE49-F238E27FC236}">
                <a16:creationId xmlns:a16="http://schemas.microsoft.com/office/drawing/2014/main" id="{D8A7D883-B455-4854-ABBE-1BFF3016D88D}"/>
              </a:ext>
            </a:extLst>
          </p:cNvPr>
          <p:cNvGrpSpPr/>
          <p:nvPr/>
        </p:nvGrpSpPr>
        <p:grpSpPr>
          <a:xfrm>
            <a:off x="4366460" y="4499157"/>
            <a:ext cx="2984705" cy="228600"/>
            <a:chOff x="5112580" y="1043086"/>
            <a:chExt cx="2984705" cy="228600"/>
          </a:xfrm>
          <a:solidFill>
            <a:srgbClr val="99FF66"/>
          </a:solidFill>
        </p:grpSpPr>
        <p:sp>
          <p:nvSpPr>
            <p:cNvPr id="601" name="矩形 600">
              <a:extLst>
                <a:ext uri="{FF2B5EF4-FFF2-40B4-BE49-F238E27FC236}">
                  <a16:creationId xmlns:a16="http://schemas.microsoft.com/office/drawing/2014/main" id="{566DC5F8-6F97-48DF-9FCF-AB1D5E7C7666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54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02" name="矩形 601">
              <a:extLst>
                <a:ext uri="{FF2B5EF4-FFF2-40B4-BE49-F238E27FC236}">
                  <a16:creationId xmlns:a16="http://schemas.microsoft.com/office/drawing/2014/main" id="{6725E7D0-0DD4-42D7-8192-64F54B2E0F34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55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03" name="矩形 602">
              <a:extLst>
                <a:ext uri="{FF2B5EF4-FFF2-40B4-BE49-F238E27FC236}">
                  <a16:creationId xmlns:a16="http://schemas.microsoft.com/office/drawing/2014/main" id="{9B5E9934-7F89-46D9-869E-286A629B033B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56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04" name="矩形 603">
              <a:extLst>
                <a:ext uri="{FF2B5EF4-FFF2-40B4-BE49-F238E27FC236}">
                  <a16:creationId xmlns:a16="http://schemas.microsoft.com/office/drawing/2014/main" id="{80033333-9E50-4CD7-858A-AC9636D50493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57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05" name="组合 604">
            <a:extLst>
              <a:ext uri="{FF2B5EF4-FFF2-40B4-BE49-F238E27FC236}">
                <a16:creationId xmlns:a16="http://schemas.microsoft.com/office/drawing/2014/main" id="{F9D6C6E3-2902-4A8F-9DC1-3B59E5526413}"/>
              </a:ext>
            </a:extLst>
          </p:cNvPr>
          <p:cNvGrpSpPr/>
          <p:nvPr/>
        </p:nvGrpSpPr>
        <p:grpSpPr>
          <a:xfrm>
            <a:off x="4356167" y="5266372"/>
            <a:ext cx="2984705" cy="228600"/>
            <a:chOff x="5112580" y="1043086"/>
            <a:chExt cx="2984705" cy="228600"/>
          </a:xfrm>
          <a:solidFill>
            <a:srgbClr val="99FF66"/>
          </a:solidFill>
        </p:grpSpPr>
        <p:sp>
          <p:nvSpPr>
            <p:cNvPr id="606" name="矩形 605">
              <a:extLst>
                <a:ext uri="{FF2B5EF4-FFF2-40B4-BE49-F238E27FC236}">
                  <a16:creationId xmlns:a16="http://schemas.microsoft.com/office/drawing/2014/main" id="{B6E5D1C3-0E7A-4A3E-BA1C-B342517079E9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1C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07" name="矩形 606">
              <a:extLst>
                <a:ext uri="{FF2B5EF4-FFF2-40B4-BE49-F238E27FC236}">
                  <a16:creationId xmlns:a16="http://schemas.microsoft.com/office/drawing/2014/main" id="{2E619D89-8E56-4CDE-A4BB-D58B7806A5F3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1D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08" name="矩形 607">
              <a:extLst>
                <a:ext uri="{FF2B5EF4-FFF2-40B4-BE49-F238E27FC236}">
                  <a16:creationId xmlns:a16="http://schemas.microsoft.com/office/drawing/2014/main" id="{46077076-9A28-4D88-8805-367C154CE342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1E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09" name="矩形 608">
              <a:extLst>
                <a:ext uri="{FF2B5EF4-FFF2-40B4-BE49-F238E27FC236}">
                  <a16:creationId xmlns:a16="http://schemas.microsoft.com/office/drawing/2014/main" id="{C8EC4867-4BA6-4E1C-8A70-696751B0CE2C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1F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10" name="组合 609">
            <a:extLst>
              <a:ext uri="{FF2B5EF4-FFF2-40B4-BE49-F238E27FC236}">
                <a16:creationId xmlns:a16="http://schemas.microsoft.com/office/drawing/2014/main" id="{ED9F893A-9221-494C-94D5-7F10FF63CD8C}"/>
              </a:ext>
            </a:extLst>
          </p:cNvPr>
          <p:cNvGrpSpPr/>
          <p:nvPr/>
        </p:nvGrpSpPr>
        <p:grpSpPr>
          <a:xfrm>
            <a:off x="1034871" y="1753740"/>
            <a:ext cx="2182065" cy="228600"/>
            <a:chOff x="2861077" y="969828"/>
            <a:chExt cx="2182065" cy="228600"/>
          </a:xfrm>
        </p:grpSpPr>
        <p:sp>
          <p:nvSpPr>
            <p:cNvPr id="611" name="矩形 610">
              <a:extLst>
                <a:ext uri="{FF2B5EF4-FFF2-40B4-BE49-F238E27FC236}">
                  <a16:creationId xmlns:a16="http://schemas.microsoft.com/office/drawing/2014/main" id="{63EA2CF1-9FD4-4371-B0E4-EC0A28786CAE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0000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12" name="矩形 611">
              <a:extLst>
                <a:ext uri="{FF2B5EF4-FFF2-40B4-BE49-F238E27FC236}">
                  <a16:creationId xmlns:a16="http://schemas.microsoft.com/office/drawing/2014/main" id="{B3E68FFF-D6E7-400A-8ADD-017E10F6875F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111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13" name="矩形 612">
              <a:extLst>
                <a:ext uri="{FF2B5EF4-FFF2-40B4-BE49-F238E27FC236}">
                  <a16:creationId xmlns:a16="http://schemas.microsoft.com/office/drawing/2014/main" id="{CACE7F0D-C258-4742-A658-445488B7CFA5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11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14" name="组合 613">
            <a:extLst>
              <a:ext uri="{FF2B5EF4-FFF2-40B4-BE49-F238E27FC236}">
                <a16:creationId xmlns:a16="http://schemas.microsoft.com/office/drawing/2014/main" id="{085CE45E-2B1B-4D39-BCA8-EB669B3FD78C}"/>
              </a:ext>
            </a:extLst>
          </p:cNvPr>
          <p:cNvGrpSpPr/>
          <p:nvPr/>
        </p:nvGrpSpPr>
        <p:grpSpPr>
          <a:xfrm>
            <a:off x="1034871" y="1753740"/>
            <a:ext cx="2182065" cy="228600"/>
            <a:chOff x="2861077" y="969828"/>
            <a:chExt cx="2182065" cy="228600"/>
          </a:xfrm>
        </p:grpSpPr>
        <p:sp>
          <p:nvSpPr>
            <p:cNvPr id="615" name="矩形 614">
              <a:extLst>
                <a:ext uri="{FF2B5EF4-FFF2-40B4-BE49-F238E27FC236}">
                  <a16:creationId xmlns:a16="http://schemas.microsoft.com/office/drawing/2014/main" id="{96A0CBAE-0C17-4818-99C7-B499196652B4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0001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16" name="矩形 615">
              <a:extLst>
                <a:ext uri="{FF2B5EF4-FFF2-40B4-BE49-F238E27FC236}">
                  <a16:creationId xmlns:a16="http://schemas.microsoft.com/office/drawing/2014/main" id="{633CA7A6-51C1-4E58-8A96-BB68C039F8E1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000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17" name="矩形 616">
              <a:extLst>
                <a:ext uri="{FF2B5EF4-FFF2-40B4-BE49-F238E27FC236}">
                  <a16:creationId xmlns:a16="http://schemas.microsoft.com/office/drawing/2014/main" id="{53FFBC46-2086-48AA-858A-7C0AF1F3ACB9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00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18" name="组合 617">
            <a:extLst>
              <a:ext uri="{FF2B5EF4-FFF2-40B4-BE49-F238E27FC236}">
                <a16:creationId xmlns:a16="http://schemas.microsoft.com/office/drawing/2014/main" id="{16DD1282-EDCE-408B-A08C-716693BC680C}"/>
              </a:ext>
            </a:extLst>
          </p:cNvPr>
          <p:cNvGrpSpPr/>
          <p:nvPr/>
        </p:nvGrpSpPr>
        <p:grpSpPr>
          <a:xfrm>
            <a:off x="1034871" y="1753740"/>
            <a:ext cx="2182065" cy="228600"/>
            <a:chOff x="2861077" y="969828"/>
            <a:chExt cx="2182065" cy="228600"/>
          </a:xfrm>
        </p:grpSpPr>
        <p:sp>
          <p:nvSpPr>
            <p:cNvPr id="619" name="矩形 618">
              <a:extLst>
                <a:ext uri="{FF2B5EF4-FFF2-40B4-BE49-F238E27FC236}">
                  <a16:creationId xmlns:a16="http://schemas.microsoft.com/office/drawing/2014/main" id="{70A11BBC-6567-4F44-AF74-5C844FDB00CE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0001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20" name="矩形 619">
              <a:extLst>
                <a:ext uri="{FF2B5EF4-FFF2-40B4-BE49-F238E27FC236}">
                  <a16:creationId xmlns:a16="http://schemas.microsoft.com/office/drawing/2014/main" id="{26E878EB-1E2C-4A5A-9E0A-3FDAC34F918C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001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21" name="矩形 620">
              <a:extLst>
                <a:ext uri="{FF2B5EF4-FFF2-40B4-BE49-F238E27FC236}">
                  <a16:creationId xmlns:a16="http://schemas.microsoft.com/office/drawing/2014/main" id="{9AC18A0A-2ADB-496E-90C0-8DFD3924E96E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00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22" name="组合 621">
            <a:extLst>
              <a:ext uri="{FF2B5EF4-FFF2-40B4-BE49-F238E27FC236}">
                <a16:creationId xmlns:a16="http://schemas.microsoft.com/office/drawing/2014/main" id="{A69BA1AF-6DCE-4866-AD71-1FBFB904AED6}"/>
              </a:ext>
            </a:extLst>
          </p:cNvPr>
          <p:cNvGrpSpPr/>
          <p:nvPr/>
        </p:nvGrpSpPr>
        <p:grpSpPr>
          <a:xfrm>
            <a:off x="1034871" y="1753740"/>
            <a:ext cx="2182065" cy="228600"/>
            <a:chOff x="2861077" y="969828"/>
            <a:chExt cx="2182065" cy="228600"/>
          </a:xfrm>
        </p:grpSpPr>
        <p:sp>
          <p:nvSpPr>
            <p:cNvPr id="623" name="矩形 622">
              <a:extLst>
                <a:ext uri="{FF2B5EF4-FFF2-40B4-BE49-F238E27FC236}">
                  <a16:creationId xmlns:a16="http://schemas.microsoft.com/office/drawing/2014/main" id="{D12FC477-1AB5-4BAE-AB62-E0BFB3C7B60A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0000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24" name="矩形 623">
              <a:extLst>
                <a:ext uri="{FF2B5EF4-FFF2-40B4-BE49-F238E27FC236}">
                  <a16:creationId xmlns:a16="http://schemas.microsoft.com/office/drawing/2014/main" id="{E0FBEEF3-FF36-40CF-A29C-DA524CAAACF5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111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25" name="矩形 624">
              <a:extLst>
                <a:ext uri="{FF2B5EF4-FFF2-40B4-BE49-F238E27FC236}">
                  <a16:creationId xmlns:a16="http://schemas.microsoft.com/office/drawing/2014/main" id="{B927A27A-1D88-450B-A57E-BF320726B8EC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10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26" name="组合 625">
            <a:extLst>
              <a:ext uri="{FF2B5EF4-FFF2-40B4-BE49-F238E27FC236}">
                <a16:creationId xmlns:a16="http://schemas.microsoft.com/office/drawing/2014/main" id="{7E98B498-838E-4E65-AEBF-02B5760333FF}"/>
              </a:ext>
            </a:extLst>
          </p:cNvPr>
          <p:cNvGrpSpPr/>
          <p:nvPr/>
        </p:nvGrpSpPr>
        <p:grpSpPr>
          <a:xfrm>
            <a:off x="1034871" y="1753740"/>
            <a:ext cx="2182065" cy="228600"/>
            <a:chOff x="2861077" y="969828"/>
            <a:chExt cx="2182065" cy="228600"/>
          </a:xfrm>
        </p:grpSpPr>
        <p:sp>
          <p:nvSpPr>
            <p:cNvPr id="627" name="矩形 626">
              <a:extLst>
                <a:ext uri="{FF2B5EF4-FFF2-40B4-BE49-F238E27FC236}">
                  <a16:creationId xmlns:a16="http://schemas.microsoft.com/office/drawing/2014/main" id="{90030DB1-CA34-4B03-B509-7EADEB2BFEFA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0010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28" name="矩形 627">
              <a:extLst>
                <a:ext uri="{FF2B5EF4-FFF2-40B4-BE49-F238E27FC236}">
                  <a16:creationId xmlns:a16="http://schemas.microsoft.com/office/drawing/2014/main" id="{EE283D80-3F28-4F1B-9AAA-4FFEFD43AF30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010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29" name="矩形 628">
              <a:extLst>
                <a:ext uri="{FF2B5EF4-FFF2-40B4-BE49-F238E27FC236}">
                  <a16:creationId xmlns:a16="http://schemas.microsoft.com/office/drawing/2014/main" id="{A0438FD1-738F-4818-9862-93CDCB5C8F67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00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30" name="组合 629">
            <a:extLst>
              <a:ext uri="{FF2B5EF4-FFF2-40B4-BE49-F238E27FC236}">
                <a16:creationId xmlns:a16="http://schemas.microsoft.com/office/drawing/2014/main" id="{09FB91BC-725B-46B2-9A44-9AA31F6B08B3}"/>
              </a:ext>
            </a:extLst>
          </p:cNvPr>
          <p:cNvGrpSpPr/>
          <p:nvPr/>
        </p:nvGrpSpPr>
        <p:grpSpPr>
          <a:xfrm>
            <a:off x="1034871" y="1753740"/>
            <a:ext cx="2182065" cy="228600"/>
            <a:chOff x="2861077" y="969828"/>
            <a:chExt cx="2182065" cy="228600"/>
          </a:xfrm>
        </p:grpSpPr>
        <p:sp>
          <p:nvSpPr>
            <p:cNvPr id="631" name="矩形 630">
              <a:extLst>
                <a:ext uri="{FF2B5EF4-FFF2-40B4-BE49-F238E27FC236}">
                  <a16:creationId xmlns:a16="http://schemas.microsoft.com/office/drawing/2014/main" id="{2FCC63D6-FA88-448D-8F87-6D5AA802E9A3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0010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32" name="矩形 631">
              <a:extLst>
                <a:ext uri="{FF2B5EF4-FFF2-40B4-BE49-F238E27FC236}">
                  <a16:creationId xmlns:a16="http://schemas.microsoft.com/office/drawing/2014/main" id="{8A580691-D3D9-4674-B5A3-DC56E4E84152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101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33" name="矩形 632">
              <a:extLst>
                <a:ext uri="{FF2B5EF4-FFF2-40B4-BE49-F238E27FC236}">
                  <a16:creationId xmlns:a16="http://schemas.microsoft.com/office/drawing/2014/main" id="{3AA3051E-453C-4B6B-9153-4EB65E8DDA17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00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34" name="组合 633">
            <a:extLst>
              <a:ext uri="{FF2B5EF4-FFF2-40B4-BE49-F238E27FC236}">
                <a16:creationId xmlns:a16="http://schemas.microsoft.com/office/drawing/2014/main" id="{98385F00-89CC-4E42-8FA9-C16587E19C35}"/>
              </a:ext>
            </a:extLst>
          </p:cNvPr>
          <p:cNvGrpSpPr/>
          <p:nvPr/>
        </p:nvGrpSpPr>
        <p:grpSpPr>
          <a:xfrm>
            <a:off x="2628187" y="2958521"/>
            <a:ext cx="896123" cy="230803"/>
            <a:chOff x="3921240" y="1034510"/>
            <a:chExt cx="896123" cy="230803"/>
          </a:xfrm>
        </p:grpSpPr>
        <p:sp>
          <p:nvSpPr>
            <p:cNvPr id="635" name="矩形 634">
              <a:extLst>
                <a:ext uri="{FF2B5EF4-FFF2-40B4-BE49-F238E27FC236}">
                  <a16:creationId xmlns:a16="http://schemas.microsoft.com/office/drawing/2014/main" id="{0D1213B3-7C2D-4F03-B63D-A56B3A6A7EFC}"/>
                </a:ext>
              </a:extLst>
            </p:cNvPr>
            <p:cNvSpPr/>
            <p:nvPr/>
          </p:nvSpPr>
          <p:spPr>
            <a:xfrm>
              <a:off x="4261694" y="1034510"/>
              <a:ext cx="55566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1000</a:t>
              </a:r>
              <a:endParaRPr lang="zh-CN" altLang="en-US" sz="12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36" name="矩形 635">
              <a:extLst>
                <a:ext uri="{FF2B5EF4-FFF2-40B4-BE49-F238E27FC236}">
                  <a16:creationId xmlns:a16="http://schemas.microsoft.com/office/drawing/2014/main" id="{F4403E15-BBB1-467A-862E-B7FCEF0F114B}"/>
                </a:ext>
              </a:extLst>
            </p:cNvPr>
            <p:cNvSpPr/>
            <p:nvPr/>
          </p:nvSpPr>
          <p:spPr>
            <a:xfrm>
              <a:off x="3921240" y="1036713"/>
              <a:ext cx="215157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2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2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sp>
        <p:nvSpPr>
          <p:cNvPr id="637" name="文本框 636">
            <a:extLst>
              <a:ext uri="{FF2B5EF4-FFF2-40B4-BE49-F238E27FC236}">
                <a16:creationId xmlns:a16="http://schemas.microsoft.com/office/drawing/2014/main" id="{A52E5DCA-825D-4C54-AB8B-6E09D8978C95}"/>
              </a:ext>
            </a:extLst>
          </p:cNvPr>
          <p:cNvSpPr txBox="1"/>
          <p:nvPr/>
        </p:nvSpPr>
        <p:spPr>
          <a:xfrm>
            <a:off x="4523358" y="6231796"/>
            <a:ext cx="731290" cy="276999"/>
          </a:xfrm>
          <a:prstGeom prst="rect">
            <a:avLst/>
          </a:prstGeom>
          <a:solidFill>
            <a:srgbClr val="FFFF00"/>
          </a:solidFill>
        </p:spPr>
        <p:txBody>
          <a:bodyPr wrap="square" rtlCol="0">
            <a:spAutoFit/>
          </a:bodyPr>
          <a:lstStyle/>
          <a:p>
            <a:pPr algn="ctr" eaLnBrk="1" hangingPunct="1"/>
            <a:r>
              <a:rPr lang="en-US" altLang="zh-CN" sz="1200" i="1" dirty="0">
                <a:solidFill>
                  <a:srgbClr val="000000"/>
                </a:solidFill>
                <a:latin typeface="Arial" charset="0"/>
                <a:ea typeface="华文细黑" pitchFamily="2" charset="-122"/>
              </a:rPr>
              <a:t>Hit</a:t>
            </a:r>
            <a:endParaRPr lang="zh-CN" altLang="en-US" sz="1200" i="1" dirty="0">
              <a:solidFill>
                <a:srgbClr val="000000"/>
              </a:solidFill>
              <a:latin typeface="Arial" charset="0"/>
              <a:ea typeface="华文细黑" pitchFamily="2" charset="-122"/>
            </a:endParaRPr>
          </a:p>
        </p:txBody>
      </p:sp>
      <p:sp>
        <p:nvSpPr>
          <p:cNvPr id="638" name="文本框 637">
            <a:extLst>
              <a:ext uri="{FF2B5EF4-FFF2-40B4-BE49-F238E27FC236}">
                <a16:creationId xmlns:a16="http://schemas.microsoft.com/office/drawing/2014/main" id="{74B8D216-A743-4ED1-82F1-80D74E69D6B2}"/>
              </a:ext>
            </a:extLst>
          </p:cNvPr>
          <p:cNvSpPr txBox="1"/>
          <p:nvPr/>
        </p:nvSpPr>
        <p:spPr>
          <a:xfrm>
            <a:off x="4523358" y="6231796"/>
            <a:ext cx="731290" cy="276999"/>
          </a:xfrm>
          <a:prstGeom prst="rect">
            <a:avLst/>
          </a:prstGeom>
          <a:solidFill>
            <a:srgbClr val="333333">
              <a:lumMod val="40000"/>
              <a:lumOff val="60000"/>
            </a:srgbClr>
          </a:solidFill>
        </p:spPr>
        <p:txBody>
          <a:bodyPr wrap="square" rtlCol="0">
            <a:spAutoFit/>
          </a:bodyPr>
          <a:lstStyle/>
          <a:p>
            <a:pPr algn="ctr" eaLnBrk="1" hangingPunct="1">
              <a:defRPr/>
            </a:pPr>
            <a:r>
              <a:rPr lang="en-US" altLang="zh-CN" sz="1200" i="1" kern="0" dirty="0">
                <a:solidFill>
                  <a:srgbClr val="000000"/>
                </a:solidFill>
                <a:latin typeface="Arial" charset="0"/>
                <a:ea typeface="华文细黑" pitchFamily="2" charset="-122"/>
              </a:rPr>
              <a:t>miss</a:t>
            </a:r>
            <a:endParaRPr lang="zh-CN" altLang="en-US" sz="1200" i="1" kern="0" dirty="0">
              <a:solidFill>
                <a:srgbClr val="000000"/>
              </a:solidFill>
              <a:latin typeface="Arial" charset="0"/>
              <a:ea typeface="华文细黑" pitchFamily="2" charset="-122"/>
            </a:endParaRPr>
          </a:p>
        </p:txBody>
      </p:sp>
      <p:grpSp>
        <p:nvGrpSpPr>
          <p:cNvPr id="639" name="组合 638">
            <a:extLst>
              <a:ext uri="{FF2B5EF4-FFF2-40B4-BE49-F238E27FC236}">
                <a16:creationId xmlns:a16="http://schemas.microsoft.com/office/drawing/2014/main" id="{57A18E2D-695B-412D-B207-971FD0F21618}"/>
              </a:ext>
            </a:extLst>
          </p:cNvPr>
          <p:cNvGrpSpPr/>
          <p:nvPr/>
        </p:nvGrpSpPr>
        <p:grpSpPr>
          <a:xfrm>
            <a:off x="1034871" y="1753740"/>
            <a:ext cx="2182065" cy="228600"/>
            <a:chOff x="2861077" y="969828"/>
            <a:chExt cx="2182065" cy="228600"/>
          </a:xfrm>
        </p:grpSpPr>
        <p:sp>
          <p:nvSpPr>
            <p:cNvPr id="640" name="矩形 639">
              <a:extLst>
                <a:ext uri="{FF2B5EF4-FFF2-40B4-BE49-F238E27FC236}">
                  <a16:creationId xmlns:a16="http://schemas.microsoft.com/office/drawing/2014/main" id="{AE2DB648-9BA8-4473-9DB9-A78BA9475FFA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prstClr val="white"/>
                  </a:solidFill>
                  <a:ea typeface="微软雅黑"/>
                  <a:cs typeface="Arial" pitchFamily="34" charset="0"/>
                </a:rPr>
                <a:t>1000</a:t>
              </a:r>
              <a:endParaRPr lang="zh-CN" altLang="en-US" sz="1400" kern="0" dirty="0">
                <a:solidFill>
                  <a:prstClr val="white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41" name="矩形 640">
              <a:extLst>
                <a:ext uri="{FF2B5EF4-FFF2-40B4-BE49-F238E27FC236}">
                  <a16:creationId xmlns:a16="http://schemas.microsoft.com/office/drawing/2014/main" id="{FAA55EDD-1AA3-4980-9BD1-97ED4B1FEFEF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001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42" name="矩形 641">
              <a:extLst>
                <a:ext uri="{FF2B5EF4-FFF2-40B4-BE49-F238E27FC236}">
                  <a16:creationId xmlns:a16="http://schemas.microsoft.com/office/drawing/2014/main" id="{75BB8699-3AB5-4497-A786-657474D64CAA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4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11</a:t>
              </a:r>
              <a:endParaRPr lang="zh-CN" altLang="en-US" sz="14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2037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8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5" dur="5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46" dur="5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7" dur="5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9" dur="500" fill="hold"/>
                                        <p:tgtEl>
                                          <p:spTgt spid="5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50" dur="500" fill="hold"/>
                                        <p:tgtEl>
                                          <p:spTgt spid="5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1" dur="500" fill="hold"/>
                                        <p:tgtEl>
                                          <p:spTgt spid="5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6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6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5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5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2" dur="500" fill="hold"/>
                                        <p:tgtEl>
                                          <p:spTgt spid="5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73" dur="500" fill="hold"/>
                                        <p:tgtEl>
                                          <p:spTgt spid="5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4" dur="500" fill="hold"/>
                                        <p:tgtEl>
                                          <p:spTgt spid="5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6" dur="5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77" dur="5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8" dur="5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6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6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500"/>
                            </p:stCondLst>
                            <p:childTnLst>
                              <p:par>
                                <p:cTn id="90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7" dur="500" fill="hold"/>
                                        <p:tgtEl>
                                          <p:spTgt spid="5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98" dur="500" fill="hold"/>
                                        <p:tgtEl>
                                          <p:spTgt spid="5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9" dur="500" fill="hold"/>
                                        <p:tgtEl>
                                          <p:spTgt spid="5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1" dur="5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102" dur="5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3" dur="5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500"/>
                            </p:stCondLst>
                            <p:childTnLst>
                              <p:par>
                                <p:cTn id="105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6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6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000"/>
                            </p:stCondLst>
                            <p:childTnLst>
                              <p:par>
                                <p:cTn id="110" presetID="22" presetClass="entr" presetSubtype="8" fill="hold" grpId="0" nodeType="afterEffect">
                                  <p:stCondLst>
                                    <p:cond delay="130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4500"/>
                            </p:stCondLst>
                            <p:childTnLst>
                              <p:par>
                                <p:cTn id="114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5" dur="1000" fill="hold"/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35" presetClass="emph" presetSubtype="0" repeatCount="2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7" dur="1000" fill="hold"/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19" dur="5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66"/>
                                      </p:to>
                                    </p:animClr>
                                    <p:set>
                                      <p:cBhvr>
                                        <p:cTn id="120" dur="5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5" dur="500" fill="hold"/>
                                        <p:tgtEl>
                                          <p:spTgt spid="5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126" dur="500" fill="hold"/>
                                        <p:tgtEl>
                                          <p:spTgt spid="5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7" dur="500" fill="hold"/>
                                        <p:tgtEl>
                                          <p:spTgt spid="5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500"/>
                            </p:stCondLst>
                            <p:childTnLst>
                              <p:par>
                                <p:cTn id="129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6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6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0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1500"/>
                            </p:stCondLst>
                            <p:childTnLst>
                              <p:par>
                                <p:cTn id="13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5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5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2000"/>
                            </p:stCondLst>
                            <p:childTnLst>
                              <p:par>
                                <p:cTn id="14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2500"/>
                            </p:stCondLst>
                            <p:childTnLst>
                              <p:par>
                                <p:cTn id="148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49" dur="500" fill="hold"/>
                                        <p:tgtEl>
                                          <p:spTgt spid="5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150" dur="500" fill="hold"/>
                                        <p:tgtEl>
                                          <p:spTgt spid="5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1" dur="500" fill="hold"/>
                                        <p:tgtEl>
                                          <p:spTgt spid="5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3000"/>
                            </p:stCondLst>
                            <p:childTnLst>
                              <p:par>
                                <p:cTn id="153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54" dur="500" fill="hold"/>
                                        <p:tgtEl>
                                          <p:spTgt spid="5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155" dur="500" fill="hold"/>
                                        <p:tgtEl>
                                          <p:spTgt spid="5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6" dur="500" fill="hold"/>
                                        <p:tgtEl>
                                          <p:spTgt spid="5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3500"/>
                            </p:stCondLst>
                            <p:childTnLst>
                              <p:par>
                                <p:cTn id="158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6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6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4000"/>
                            </p:stCondLst>
                            <p:childTnLst>
                              <p:par>
                                <p:cTn id="16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 fill="hold"/>
                                        <p:tgtEl>
                                          <p:spTgt spid="6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6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50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50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74" dur="500" fill="hold"/>
                                        <p:tgtEl>
                                          <p:spTgt spid="5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CC00"/>
                                      </p:to>
                                    </p:animClr>
                                    <p:set>
                                      <p:cBhvr>
                                        <p:cTn id="175" dur="500" fill="hold"/>
                                        <p:tgtEl>
                                          <p:spTgt spid="5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6" dur="500" fill="hold"/>
                                        <p:tgtEl>
                                          <p:spTgt spid="5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>
                            <p:stCondLst>
                              <p:cond delay="500"/>
                            </p:stCondLst>
                            <p:childTnLst>
                              <p:par>
                                <p:cTn id="178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79" dur="500" fill="hold"/>
                                        <p:tgtEl>
                                          <p:spTgt spid="5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180" dur="500" fill="hold"/>
                                        <p:tgtEl>
                                          <p:spTgt spid="5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1" dur="500" fill="hold"/>
                                        <p:tgtEl>
                                          <p:spTgt spid="5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1000"/>
                            </p:stCondLst>
                            <p:childTnLst>
                              <p:par>
                                <p:cTn id="183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500" fill="hold"/>
                                        <p:tgtEl>
                                          <p:spTgt spid="6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500" fill="hold"/>
                                        <p:tgtEl>
                                          <p:spTgt spid="6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0" dur="1000" fill="hold"/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chemeClr val="hlink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2" presetClass="entr" presetSubtype="2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500" fill="hold"/>
                                        <p:tgtEl>
                                          <p:spTgt spid="5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500" fill="hold"/>
                                        <p:tgtEl>
                                          <p:spTgt spid="5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8" grpId="0" animBg="1"/>
      <p:bldP spid="549" grpId="0" animBg="1"/>
      <p:bldP spid="549" grpId="1" animBg="1"/>
      <p:bldP spid="558" grpId="0" animBg="1"/>
      <p:bldP spid="637" grpId="0" animBg="1"/>
      <p:bldP spid="638" grpId="0" animBg="1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>
            <a:extLst>
              <a:ext uri="{FF2B5EF4-FFF2-40B4-BE49-F238E27FC236}">
                <a16:creationId xmlns:a16="http://schemas.microsoft.com/office/drawing/2014/main" id="{F2693F20-EFEB-429F-B15F-2EE21B701AF9}"/>
              </a:ext>
            </a:extLst>
          </p:cNvPr>
          <p:cNvSpPr txBox="1">
            <a:spLocks/>
          </p:cNvSpPr>
          <p:nvPr/>
        </p:nvSpPr>
        <p:spPr>
          <a:xfrm>
            <a:off x="487822" y="257614"/>
            <a:ext cx="8404658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2.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直接相联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—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小结</a:t>
            </a:r>
          </a:p>
        </p:txBody>
      </p:sp>
      <p:sp>
        <p:nvSpPr>
          <p:cNvPr id="6" name="内容占位符 2">
            <a:extLst>
              <a:ext uri="{FF2B5EF4-FFF2-40B4-BE49-F238E27FC236}">
                <a16:creationId xmlns:a16="http://schemas.microsoft.com/office/drawing/2014/main" id="{C9C4FF30-1416-48CE-B2C0-2D2579E7EDA8}"/>
              </a:ext>
            </a:extLst>
          </p:cNvPr>
          <p:cNvSpPr txBox="1">
            <a:spLocks/>
          </p:cNvSpPr>
          <p:nvPr/>
        </p:nvSpPr>
        <p:spPr>
          <a:xfrm>
            <a:off x="323529" y="924217"/>
            <a:ext cx="7848872" cy="563702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块映射速度快，一对一映射，无须查表</a:t>
            </a:r>
          </a:p>
          <a:p>
            <a:pPr marR="0" lvl="1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利用索引字段直接对比相应标记位即可</a:t>
            </a:r>
          </a:p>
          <a:p>
            <a:pPr marR="0" lvl="1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查找表可以和副本一起存放，无需相联存储器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容易冲突，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cache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利用率低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淘汰算法简单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命中率低，适合大容量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cache</a:t>
            </a: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Ø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227001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7633DE37-6C3A-436C-BD15-97FD5B908E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</a:p>
        </p:txBody>
      </p:sp>
      <p:sp>
        <p:nvSpPr>
          <p:cNvPr id="3" name="标题 1">
            <a:extLst>
              <a:ext uri="{FF2B5EF4-FFF2-40B4-BE49-F238E27FC236}">
                <a16:creationId xmlns:a16="http://schemas.microsoft.com/office/drawing/2014/main" id="{31C362EC-4930-46AB-92F7-2745316188F9}"/>
              </a:ext>
            </a:extLst>
          </p:cNvPr>
          <p:cNvSpPr txBox="1">
            <a:spLocks/>
          </p:cNvSpPr>
          <p:nvPr/>
        </p:nvSpPr>
        <p:spPr>
          <a:xfrm>
            <a:off x="194379" y="1114978"/>
            <a:ext cx="2579155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3.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组相联映射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316DFEC8-3B90-49E3-9BE6-CBE0149CBB0E}"/>
              </a:ext>
            </a:extLst>
          </p:cNvPr>
          <p:cNvSpPr/>
          <p:nvPr/>
        </p:nvSpPr>
        <p:spPr>
          <a:xfrm>
            <a:off x="1494276" y="5697164"/>
            <a:ext cx="3813171" cy="884377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12700" cap="flat" cmpd="sng" algn="ctr">
            <a:solidFill>
              <a:srgbClr val="E7E6E6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 anchorCtr="1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D1F61D68-213F-4739-BE95-42612C5321F0}"/>
              </a:ext>
            </a:extLst>
          </p:cNvPr>
          <p:cNvSpPr/>
          <p:nvPr/>
        </p:nvSpPr>
        <p:spPr>
          <a:xfrm>
            <a:off x="1489430" y="4118927"/>
            <a:ext cx="3800046" cy="884377"/>
          </a:xfrm>
          <a:prstGeom prst="rect">
            <a:avLst/>
          </a:prstGeom>
          <a:solidFill>
            <a:srgbClr val="C5E0B4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 anchorCtr="1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cxnSp>
        <p:nvCxnSpPr>
          <p:cNvPr id="7" name="直接箭头连接符 6">
            <a:extLst>
              <a:ext uri="{FF2B5EF4-FFF2-40B4-BE49-F238E27FC236}">
                <a16:creationId xmlns:a16="http://schemas.microsoft.com/office/drawing/2014/main" id="{6F9F290F-5061-498C-8074-6AF7DC893C5F}"/>
              </a:ext>
            </a:extLst>
          </p:cNvPr>
          <p:cNvCxnSpPr/>
          <p:nvPr/>
        </p:nvCxnSpPr>
        <p:spPr>
          <a:xfrm flipV="1">
            <a:off x="2647396" y="3730067"/>
            <a:ext cx="0" cy="1051989"/>
          </a:xfrm>
          <a:prstGeom prst="straightConnector1">
            <a:avLst/>
          </a:prstGeom>
          <a:noFill/>
          <a:ln w="19050" cap="sq" cmpd="sng" algn="ctr">
            <a:solidFill>
              <a:srgbClr val="0066FF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8" name="肘形连接符 13">
            <a:extLst>
              <a:ext uri="{FF2B5EF4-FFF2-40B4-BE49-F238E27FC236}">
                <a16:creationId xmlns:a16="http://schemas.microsoft.com/office/drawing/2014/main" id="{CB4919DA-1390-4E72-AC5D-D49F5938361B}"/>
              </a:ext>
            </a:extLst>
          </p:cNvPr>
          <p:cNvCxnSpPr>
            <a:cxnSpLocks/>
            <a:endCxn id="33" idx="3"/>
          </p:cNvCxnSpPr>
          <p:nvPr/>
        </p:nvCxnSpPr>
        <p:spPr>
          <a:xfrm rot="16200000" flipV="1">
            <a:off x="2723602" y="3733486"/>
            <a:ext cx="648751" cy="310518"/>
          </a:xfrm>
          <a:prstGeom prst="bentConnector2">
            <a:avLst/>
          </a:prstGeom>
          <a:noFill/>
          <a:ln w="19050" cap="sq" cmpd="sng" algn="ctr">
            <a:solidFill>
              <a:srgbClr val="0066FF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9" name="直接箭头连接符 8">
            <a:extLst>
              <a:ext uri="{FF2B5EF4-FFF2-40B4-BE49-F238E27FC236}">
                <a16:creationId xmlns:a16="http://schemas.microsoft.com/office/drawing/2014/main" id="{2BB05893-C106-46B2-81BF-70A26F07C2E8}"/>
              </a:ext>
            </a:extLst>
          </p:cNvPr>
          <p:cNvCxnSpPr/>
          <p:nvPr/>
        </p:nvCxnSpPr>
        <p:spPr>
          <a:xfrm flipV="1">
            <a:off x="2060251" y="3730068"/>
            <a:ext cx="0" cy="483512"/>
          </a:xfrm>
          <a:prstGeom prst="straightConnector1">
            <a:avLst/>
          </a:prstGeom>
          <a:noFill/>
          <a:ln w="1270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triangle"/>
          </a:ln>
          <a:effectLst/>
        </p:spPr>
      </p:cxnSp>
      <p:sp>
        <p:nvSpPr>
          <p:cNvPr id="10" name="Line 16">
            <a:extLst>
              <a:ext uri="{FF2B5EF4-FFF2-40B4-BE49-F238E27FC236}">
                <a16:creationId xmlns:a16="http://schemas.microsoft.com/office/drawing/2014/main" id="{21D39851-B1B1-4D65-BFA4-EA5C74F93D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80650" y="2845154"/>
            <a:ext cx="1684655" cy="1494155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 type="stealth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1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C844FA06-065B-45F8-B068-67588B28756F}"/>
              </a:ext>
            </a:extLst>
          </p:cNvPr>
          <p:cNvGrpSpPr>
            <a:grpSpLocks/>
          </p:cNvGrpSpPr>
          <p:nvPr/>
        </p:nvGrpSpPr>
        <p:grpSpPr bwMode="auto">
          <a:xfrm>
            <a:off x="434370" y="2567969"/>
            <a:ext cx="4753058" cy="746748"/>
            <a:chOff x="19351" y="5280380"/>
            <a:chExt cx="4821266" cy="746725"/>
          </a:xfrm>
        </p:grpSpPr>
        <p:grpSp>
          <p:nvGrpSpPr>
            <p:cNvPr id="12" name="组合 183">
              <a:extLst>
                <a:ext uri="{FF2B5EF4-FFF2-40B4-BE49-F238E27FC236}">
                  <a16:creationId xmlns:a16="http://schemas.microsoft.com/office/drawing/2014/main" id="{AE92AAD5-73B8-4B47-8929-8BBB91BFE8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5462" y="5280380"/>
              <a:ext cx="3735155" cy="746725"/>
              <a:chOff x="1447798" y="5551488"/>
              <a:chExt cx="6705605" cy="1114720"/>
            </a:xfrm>
          </p:grpSpPr>
          <p:sp>
            <p:nvSpPr>
              <p:cNvPr id="14" name="Text Box 3">
                <a:extLst>
                  <a:ext uri="{FF2B5EF4-FFF2-40B4-BE49-F238E27FC236}">
                    <a16:creationId xmlns:a16="http://schemas.microsoft.com/office/drawing/2014/main" id="{591431A7-6813-4CB4-9D1B-B93F51B6FD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70656" y="6351028"/>
                <a:ext cx="951838" cy="315180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w</a:t>
                </a: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位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" name="AutoShape 6">
                <a:extLst>
                  <a:ext uri="{FF2B5EF4-FFF2-40B4-BE49-F238E27FC236}">
                    <a16:creationId xmlns:a16="http://schemas.microsoft.com/office/drawing/2014/main" id="{299B2130-0E9A-41D8-9F25-44CFCBB23849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6788670" y="4963688"/>
                <a:ext cx="242764" cy="2486702"/>
              </a:xfrm>
              <a:prstGeom prst="leftBrace">
                <a:avLst>
                  <a:gd name="adj1" fmla="val 57712"/>
                  <a:gd name="adj2" fmla="val 50000"/>
                </a:avLst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" name="Rectangle 9">
                <a:extLst>
                  <a:ext uri="{FF2B5EF4-FFF2-40B4-BE49-F238E27FC236}">
                    <a16:creationId xmlns:a16="http://schemas.microsoft.com/office/drawing/2014/main" id="{B136DA64-A661-417C-900D-53F082922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7798" y="5551488"/>
                <a:ext cx="2083234" cy="533400"/>
              </a:xfrm>
              <a:prstGeom prst="rect">
                <a:avLst/>
              </a:prstGeom>
              <a:solidFill>
                <a:srgbClr val="00B0F0"/>
              </a:solidFill>
              <a:ln w="222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标记 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tag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)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" name="Rectangle 11">
                <a:extLst>
                  <a:ext uri="{FF2B5EF4-FFF2-40B4-BE49-F238E27FC236}">
                    <a16:creationId xmlns:a16="http://schemas.microsoft.com/office/drawing/2014/main" id="{5AA28CE6-BD6F-42AD-990C-2002FBCEE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3387" y="5551488"/>
                <a:ext cx="2620012" cy="533400"/>
              </a:xfrm>
              <a:prstGeom prst="rect">
                <a:avLst/>
              </a:prstGeom>
              <a:solidFill>
                <a:srgbClr val="FFC000">
                  <a:lumMod val="20000"/>
                  <a:lumOff val="80000"/>
                </a:srgbClr>
              </a:solidFill>
              <a:ln w="222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anchorCtr="1"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块内偏移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offset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)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" name="Text Box 13">
                <a:extLst>
                  <a:ext uri="{FF2B5EF4-FFF2-40B4-BE49-F238E27FC236}">
                    <a16:creationId xmlns:a16="http://schemas.microsoft.com/office/drawing/2014/main" id="{7E78F9FE-F147-4D68-ACD6-3670B2C902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82930" y="6294884"/>
                <a:ext cx="914788" cy="315180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s-d</a:t>
                </a: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位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" name="AutoShape 14">
                <a:extLst>
                  <a:ext uri="{FF2B5EF4-FFF2-40B4-BE49-F238E27FC236}">
                    <a16:creationId xmlns:a16="http://schemas.microsoft.com/office/drawing/2014/main" id="{9917FB3C-556A-4E38-8626-B7B45E19CABC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2396797" y="5149921"/>
                <a:ext cx="182134" cy="2080124"/>
              </a:xfrm>
              <a:prstGeom prst="leftBrace">
                <a:avLst>
                  <a:gd name="adj1" fmla="val 47244"/>
                  <a:gd name="adj2" fmla="val 50000"/>
                </a:avLst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" name="Rectangle 11">
                <a:extLst>
                  <a:ext uri="{FF2B5EF4-FFF2-40B4-BE49-F238E27FC236}">
                    <a16:creationId xmlns:a16="http://schemas.microsoft.com/office/drawing/2014/main" id="{3BBC5185-DFC6-4727-A1C4-3A514E540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814" y="5551489"/>
                <a:ext cx="2129889" cy="535180"/>
              </a:xfrm>
              <a:prstGeom prst="rect">
                <a:avLst/>
              </a:prstGeom>
              <a:solidFill>
                <a:srgbClr val="C5E0B4"/>
              </a:solidFill>
              <a:ln w="222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rIns="0"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组索引</a:t>
                </a: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(index)</a:t>
                </a:r>
                <a:endParaRPr kumimoji="0" lang="zh-CN" altLang="en-US" sz="1400" b="1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" name="AutoShape 14">
                <a:extLst>
                  <a:ext uri="{FF2B5EF4-FFF2-40B4-BE49-F238E27FC236}">
                    <a16:creationId xmlns:a16="http://schemas.microsoft.com/office/drawing/2014/main" id="{8CD39C9D-337F-4736-8656-2C4736B15103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4493646" y="5150071"/>
                <a:ext cx="187866" cy="2119303"/>
              </a:xfrm>
              <a:prstGeom prst="leftBrace">
                <a:avLst>
                  <a:gd name="adj1" fmla="val 47244"/>
                  <a:gd name="adj2" fmla="val 50000"/>
                </a:avLst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" name="Text Box 3">
                <a:extLst>
                  <a:ext uri="{FF2B5EF4-FFF2-40B4-BE49-F238E27FC236}">
                    <a16:creationId xmlns:a16="http://schemas.microsoft.com/office/drawing/2014/main" id="{50D7D13B-BF31-4105-AA03-5D02471B1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72883" y="6307990"/>
                <a:ext cx="951838" cy="315180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位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3" name="Text Box 52">
              <a:extLst>
                <a:ext uri="{FF2B5EF4-FFF2-40B4-BE49-F238E27FC236}">
                  <a16:creationId xmlns:a16="http://schemas.microsoft.com/office/drawing/2014/main" id="{A7BC88D2-49C2-4E80-9F40-5D0BB45756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51" y="5300558"/>
              <a:ext cx="1260140" cy="307768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主存地址</a:t>
              </a:r>
            </a:p>
          </p:txBody>
        </p:sp>
      </p:grpSp>
      <p:sp>
        <p:nvSpPr>
          <p:cNvPr id="23" name="Line 16">
            <a:extLst>
              <a:ext uri="{FF2B5EF4-FFF2-40B4-BE49-F238E27FC236}">
                <a16:creationId xmlns:a16="http://schemas.microsoft.com/office/drawing/2014/main" id="{E29FD847-A9B2-4732-AA8C-49CE1A3A29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88270" y="2851504"/>
            <a:ext cx="1677036" cy="1861185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 type="stealth" w="med" len="med"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1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350375E9-2ECF-4A02-8511-09F70FD558DF}"/>
              </a:ext>
            </a:extLst>
          </p:cNvPr>
          <p:cNvGrpSpPr/>
          <p:nvPr/>
        </p:nvGrpSpPr>
        <p:grpSpPr>
          <a:xfrm>
            <a:off x="5198430" y="3583949"/>
            <a:ext cx="1673225" cy="2737828"/>
            <a:chOff x="6946900" y="2716819"/>
            <a:chExt cx="1673225" cy="2737828"/>
          </a:xfrm>
        </p:grpSpPr>
        <p:sp>
          <p:nvSpPr>
            <p:cNvPr id="25" name="Line 16">
              <a:extLst>
                <a:ext uri="{FF2B5EF4-FFF2-40B4-BE49-F238E27FC236}">
                  <a16:creationId xmlns:a16="http://schemas.microsoft.com/office/drawing/2014/main" id="{6B0FF7CC-1FBB-4926-BB8F-1B7DA64822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3249" y="2723170"/>
              <a:ext cx="1660525" cy="2369529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16">
              <a:extLst>
                <a:ext uri="{FF2B5EF4-FFF2-40B4-BE49-F238E27FC236}">
                  <a16:creationId xmlns:a16="http://schemas.microsoft.com/office/drawing/2014/main" id="{A01798F0-D3A3-415B-B490-499FC58A51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6900" y="2716819"/>
              <a:ext cx="1673225" cy="2737828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 lIns="0" rIns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cxnSp>
        <p:nvCxnSpPr>
          <p:cNvPr id="27" name="直接箭头连接符 26">
            <a:extLst>
              <a:ext uri="{FF2B5EF4-FFF2-40B4-BE49-F238E27FC236}">
                <a16:creationId xmlns:a16="http://schemas.microsoft.com/office/drawing/2014/main" id="{2F0AF699-2792-45A1-8AAC-3AAB59910C1B}"/>
              </a:ext>
            </a:extLst>
          </p:cNvPr>
          <p:cNvCxnSpPr/>
          <p:nvPr/>
        </p:nvCxnSpPr>
        <p:spPr>
          <a:xfrm>
            <a:off x="2074445" y="3113104"/>
            <a:ext cx="0" cy="281940"/>
          </a:xfrm>
          <a:prstGeom prst="straightConnector1">
            <a:avLst/>
          </a:prstGeom>
          <a:noFill/>
          <a:ln w="19050" cap="sq" cmpd="sng" algn="ctr">
            <a:solidFill>
              <a:srgbClr val="0066FF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B014DF2B-2F5B-4E91-909B-AB2C73F08F08}"/>
              </a:ext>
            </a:extLst>
          </p:cNvPr>
          <p:cNvGrpSpPr/>
          <p:nvPr/>
        </p:nvGrpSpPr>
        <p:grpSpPr>
          <a:xfrm>
            <a:off x="684220" y="3401206"/>
            <a:ext cx="805325" cy="307777"/>
            <a:chOff x="2432690" y="2534076"/>
            <a:chExt cx="805325" cy="307777"/>
          </a:xfrm>
        </p:grpSpPr>
        <p:cxnSp>
          <p:nvCxnSpPr>
            <p:cNvPr id="29" name="直接箭头连接符 28">
              <a:extLst>
                <a:ext uri="{FF2B5EF4-FFF2-40B4-BE49-F238E27FC236}">
                  <a16:creationId xmlns:a16="http://schemas.microsoft.com/office/drawing/2014/main" id="{DB118FEB-5586-45B0-BD3B-55E15F7B3090}"/>
                </a:ext>
              </a:extLst>
            </p:cNvPr>
            <p:cNvCxnSpPr/>
            <p:nvPr/>
          </p:nvCxnSpPr>
          <p:spPr>
            <a:xfrm flipH="1">
              <a:off x="2923690" y="2694413"/>
              <a:ext cx="314325" cy="0"/>
            </a:xfrm>
            <a:prstGeom prst="straightConnector1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30" name="TextBox 132">
              <a:extLst>
                <a:ext uri="{FF2B5EF4-FFF2-40B4-BE49-F238E27FC236}">
                  <a16:creationId xmlns:a16="http://schemas.microsoft.com/office/drawing/2014/main" id="{13D0B3C7-E99E-4C3E-ADDB-DC81B2E034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32690" y="2534076"/>
              <a:ext cx="552450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命中</a:t>
              </a: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1" name="Text Box 52">
            <a:extLst>
              <a:ext uri="{FF2B5EF4-FFF2-40B4-BE49-F238E27FC236}">
                <a16:creationId xmlns:a16="http://schemas.microsoft.com/office/drawing/2014/main" id="{704ED640-ABFD-4357-A9FC-5C1B4293E6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1881" y="3796006"/>
            <a:ext cx="1467594" cy="30777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SRAM</a:t>
            </a:r>
            <a:r>
              <a:rPr lang="en-US" altLang="zh-CN" sz="1400" b="1" kern="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i="1" kern="0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cache</a:t>
            </a:r>
            <a:endParaRPr lang="zh-CN" altLang="en-US" sz="1400" b="1" i="1" kern="0" dirty="0">
              <a:solidFill>
                <a:srgbClr val="000000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32" name="肘形连接符 6">
            <a:extLst>
              <a:ext uri="{FF2B5EF4-FFF2-40B4-BE49-F238E27FC236}">
                <a16:creationId xmlns:a16="http://schemas.microsoft.com/office/drawing/2014/main" id="{F9851991-87FA-40AB-A7F9-51D00590F38B}"/>
              </a:ext>
            </a:extLst>
          </p:cNvPr>
          <p:cNvCxnSpPr>
            <a:cxnSpLocks/>
            <a:stCxn id="20" idx="0"/>
            <a:endCxn id="6" idx="1"/>
          </p:cNvCxnSpPr>
          <p:nvPr/>
        </p:nvCxnSpPr>
        <p:spPr>
          <a:xfrm rot="16200000" flipH="1" flipV="1">
            <a:off x="1366682" y="2690718"/>
            <a:ext cx="1993146" cy="1747650"/>
          </a:xfrm>
          <a:prstGeom prst="bentConnector4">
            <a:avLst>
              <a:gd name="adj1" fmla="val -11469"/>
              <a:gd name="adj2" fmla="val 171397"/>
            </a:avLst>
          </a:prstGeom>
          <a:noFill/>
          <a:ln w="1905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triangle"/>
          </a:ln>
          <a:effectLst/>
        </p:spPr>
      </p:cxnSp>
      <p:sp>
        <p:nvSpPr>
          <p:cNvPr id="33" name="矩形 32">
            <a:extLst>
              <a:ext uri="{FF2B5EF4-FFF2-40B4-BE49-F238E27FC236}">
                <a16:creationId xmlns:a16="http://schemas.microsoft.com/office/drawing/2014/main" id="{04BC9C22-7D54-4823-9D6B-AAF7728308C1}"/>
              </a:ext>
            </a:extLst>
          </p:cNvPr>
          <p:cNvSpPr/>
          <p:nvPr/>
        </p:nvSpPr>
        <p:spPr>
          <a:xfrm>
            <a:off x="1491655" y="3398671"/>
            <a:ext cx="1401063" cy="331396"/>
          </a:xfrm>
          <a:prstGeom prst="rect">
            <a:avLst/>
          </a:prstGeom>
          <a:solidFill>
            <a:srgbClr val="ED7D31">
              <a:lumMod val="60000"/>
              <a:lumOff val="40000"/>
            </a:srgbClr>
          </a:solidFill>
          <a:ln w="2222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路比较</a:t>
            </a:r>
          </a:p>
        </p:txBody>
      </p:sp>
      <p:grpSp>
        <p:nvGrpSpPr>
          <p:cNvPr id="34" name="组合 33">
            <a:extLst>
              <a:ext uri="{FF2B5EF4-FFF2-40B4-BE49-F238E27FC236}">
                <a16:creationId xmlns:a16="http://schemas.microsoft.com/office/drawing/2014/main" id="{918FD903-C1FC-43F6-8FA6-8A61EE08ED29}"/>
              </a:ext>
            </a:extLst>
          </p:cNvPr>
          <p:cNvGrpSpPr/>
          <p:nvPr/>
        </p:nvGrpSpPr>
        <p:grpSpPr>
          <a:xfrm>
            <a:off x="3540112" y="4214820"/>
            <a:ext cx="1629617" cy="698809"/>
            <a:chOff x="5583744" y="2950133"/>
            <a:chExt cx="1629617" cy="698809"/>
          </a:xfrm>
        </p:grpSpPr>
        <p:sp>
          <p:nvSpPr>
            <p:cNvPr id="35" name="矩形 34">
              <a:extLst>
                <a:ext uri="{FF2B5EF4-FFF2-40B4-BE49-F238E27FC236}">
                  <a16:creationId xmlns:a16="http://schemas.microsoft.com/office/drawing/2014/main" id="{CED3F45D-7CC1-4851-92A2-4B064C43E10F}"/>
                </a:ext>
              </a:extLst>
            </p:cNvPr>
            <p:cNvSpPr/>
            <p:nvPr/>
          </p:nvSpPr>
          <p:spPr bwMode="auto">
            <a:xfrm>
              <a:off x="5583744" y="3337293"/>
              <a:ext cx="1627908" cy="31164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数据块副本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矩形 35">
              <a:extLst>
                <a:ext uri="{FF2B5EF4-FFF2-40B4-BE49-F238E27FC236}">
                  <a16:creationId xmlns:a16="http://schemas.microsoft.com/office/drawing/2014/main" id="{BA24E0FE-791F-413B-B827-F1596DE1D670}"/>
                </a:ext>
              </a:extLst>
            </p:cNvPr>
            <p:cNvSpPr/>
            <p:nvPr/>
          </p:nvSpPr>
          <p:spPr bwMode="auto">
            <a:xfrm>
              <a:off x="5585453" y="2950133"/>
              <a:ext cx="1627908" cy="31164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数据块副本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7" name="组合 36">
            <a:extLst>
              <a:ext uri="{FF2B5EF4-FFF2-40B4-BE49-F238E27FC236}">
                <a16:creationId xmlns:a16="http://schemas.microsoft.com/office/drawing/2014/main" id="{9D3FCCC0-D763-4853-9CED-4867969CF271}"/>
              </a:ext>
            </a:extLst>
          </p:cNvPr>
          <p:cNvGrpSpPr/>
          <p:nvPr/>
        </p:nvGrpSpPr>
        <p:grpSpPr>
          <a:xfrm>
            <a:off x="918998" y="5793057"/>
            <a:ext cx="4294093" cy="698809"/>
            <a:chOff x="2963741" y="2950133"/>
            <a:chExt cx="4249620" cy="698809"/>
          </a:xfrm>
        </p:grpSpPr>
        <p:grpSp>
          <p:nvGrpSpPr>
            <p:cNvPr id="38" name="组合 37">
              <a:extLst>
                <a:ext uri="{FF2B5EF4-FFF2-40B4-BE49-F238E27FC236}">
                  <a16:creationId xmlns:a16="http://schemas.microsoft.com/office/drawing/2014/main" id="{0CBA2F44-A636-4AB5-A78D-7F89F1BA50D0}"/>
                </a:ext>
              </a:extLst>
            </p:cNvPr>
            <p:cNvGrpSpPr/>
            <p:nvPr/>
          </p:nvGrpSpPr>
          <p:grpSpPr>
            <a:xfrm>
              <a:off x="2963741" y="3149752"/>
              <a:ext cx="4247911" cy="499190"/>
              <a:chOff x="2919007" y="2861136"/>
              <a:chExt cx="4247911" cy="499190"/>
            </a:xfrm>
          </p:grpSpPr>
          <p:sp>
            <p:nvSpPr>
              <p:cNvPr id="40" name="TextBox 132">
                <a:extLst>
                  <a:ext uri="{FF2B5EF4-FFF2-40B4-BE49-F238E27FC236}">
                    <a16:creationId xmlns:a16="http://schemas.microsoft.com/office/drawing/2014/main" id="{38E7018C-6B38-435E-9058-B3D6C8756D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9007" y="2861136"/>
                <a:ext cx="670228" cy="307777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组</a:t>
                </a:r>
                <a:r>
                  <a:rPr kumimoji="0" lang="en-US" altLang="zh-CN" sz="14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n-</a:t>
                </a:r>
                <a:r>
                  <a: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" name="矩形 40">
                <a:extLst>
                  <a:ext uri="{FF2B5EF4-FFF2-40B4-BE49-F238E27FC236}">
                    <a16:creationId xmlns:a16="http://schemas.microsoft.com/office/drawing/2014/main" id="{4E81D26C-3D36-4287-A8CE-30338C26B6D4}"/>
                  </a:ext>
                </a:extLst>
              </p:cNvPr>
              <p:cNvSpPr/>
              <p:nvPr/>
            </p:nvSpPr>
            <p:spPr bwMode="auto">
              <a:xfrm>
                <a:off x="5539010" y="3048677"/>
                <a:ext cx="1627908" cy="311649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anchor="ctr" anchorCtr="1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4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数据块副本</a:t>
                </a:r>
                <a:endPara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9" name="矩形 38">
              <a:extLst>
                <a:ext uri="{FF2B5EF4-FFF2-40B4-BE49-F238E27FC236}">
                  <a16:creationId xmlns:a16="http://schemas.microsoft.com/office/drawing/2014/main" id="{ED33D684-B349-4924-9650-90845EE3E81D}"/>
                </a:ext>
              </a:extLst>
            </p:cNvPr>
            <p:cNvSpPr/>
            <p:nvPr/>
          </p:nvSpPr>
          <p:spPr bwMode="auto">
            <a:xfrm>
              <a:off x="5585453" y="2950133"/>
              <a:ext cx="1627908" cy="31164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anchor="ctr" anchorCtr="1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数据块副本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2" name="矩形 41">
            <a:extLst>
              <a:ext uri="{FF2B5EF4-FFF2-40B4-BE49-F238E27FC236}">
                <a16:creationId xmlns:a16="http://schemas.microsoft.com/office/drawing/2014/main" id="{422DA052-9EBE-422E-9EE7-6CC4B98F79EC}"/>
              </a:ext>
            </a:extLst>
          </p:cNvPr>
          <p:cNvSpPr/>
          <p:nvPr/>
        </p:nvSpPr>
        <p:spPr>
          <a:xfrm>
            <a:off x="1483957" y="5108541"/>
            <a:ext cx="3823490" cy="495446"/>
          </a:xfrm>
          <a:prstGeom prst="rect">
            <a:avLst/>
          </a:prstGeom>
          <a:noFill/>
          <a:ln w="12700" cap="flat" cmpd="sng" algn="ctr">
            <a:solidFill>
              <a:sysClr val="windowText" lastClr="000000"/>
            </a:solidFill>
            <a:prstDash val="sysDash"/>
            <a:miter lim="800000"/>
          </a:ln>
          <a:effectLst/>
        </p:spPr>
        <p:txBody>
          <a:bodyPr rtlCol="0" anchor="ctr" anchorCtr="1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3" name="TextBox 132">
            <a:extLst>
              <a:ext uri="{FF2B5EF4-FFF2-40B4-BE49-F238E27FC236}">
                <a16:creationId xmlns:a16="http://schemas.microsoft.com/office/drawing/2014/main" id="{9E48F60B-DF44-4E1C-84AB-ABC14D3D57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6157" y="5204192"/>
            <a:ext cx="552450" cy="30777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en-US" altLang="zh-CN" sz="14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lang="zh-CN" altLang="en-US" sz="1400" b="1" baseline="-250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Box 132">
            <a:extLst>
              <a:ext uri="{FF2B5EF4-FFF2-40B4-BE49-F238E27FC236}">
                <a16:creationId xmlns:a16="http://schemas.microsoft.com/office/drawing/2014/main" id="{F7405E0D-5046-49BB-A289-BE068328C2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2301" y="5196346"/>
            <a:ext cx="552450" cy="30777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en-US" altLang="zh-CN" sz="14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lang="zh-CN" altLang="en-US" sz="1400" b="1" baseline="-250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5" name="组合 44">
            <a:extLst>
              <a:ext uri="{FF2B5EF4-FFF2-40B4-BE49-F238E27FC236}">
                <a16:creationId xmlns:a16="http://schemas.microsoft.com/office/drawing/2014/main" id="{5C073FE0-09E0-4857-8B94-2DE3F999308C}"/>
              </a:ext>
            </a:extLst>
          </p:cNvPr>
          <p:cNvGrpSpPr/>
          <p:nvPr/>
        </p:nvGrpSpPr>
        <p:grpSpPr>
          <a:xfrm>
            <a:off x="5204778" y="6004280"/>
            <a:ext cx="1682751" cy="431800"/>
            <a:chOff x="6953248" y="5137150"/>
            <a:chExt cx="1682751" cy="431800"/>
          </a:xfrm>
        </p:grpSpPr>
        <p:sp>
          <p:nvSpPr>
            <p:cNvPr id="46" name="Line 16">
              <a:extLst>
                <a:ext uri="{FF2B5EF4-FFF2-40B4-BE49-F238E27FC236}">
                  <a16:creationId xmlns:a16="http://schemas.microsoft.com/office/drawing/2014/main" id="{7AB5ACAF-401C-4626-8941-053748EC8B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3250" y="5137150"/>
              <a:ext cx="1682749" cy="42545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16">
              <a:extLst>
                <a:ext uri="{FF2B5EF4-FFF2-40B4-BE49-F238E27FC236}">
                  <a16:creationId xmlns:a16="http://schemas.microsoft.com/office/drawing/2014/main" id="{56CE94A0-5AC2-4E11-A43D-670018855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3248" y="5485446"/>
              <a:ext cx="1670051" cy="83504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8" name="组合 47">
            <a:extLst>
              <a:ext uri="{FF2B5EF4-FFF2-40B4-BE49-F238E27FC236}">
                <a16:creationId xmlns:a16="http://schemas.microsoft.com/office/drawing/2014/main" id="{F51803EC-5813-43C7-A6EB-470F6BA1C867}"/>
              </a:ext>
            </a:extLst>
          </p:cNvPr>
          <p:cNvGrpSpPr/>
          <p:nvPr/>
        </p:nvGrpSpPr>
        <p:grpSpPr>
          <a:xfrm>
            <a:off x="5188270" y="4445991"/>
            <a:ext cx="1686560" cy="1304290"/>
            <a:chOff x="6936740" y="3578861"/>
            <a:chExt cx="1686560" cy="1304290"/>
          </a:xfrm>
        </p:grpSpPr>
        <p:sp>
          <p:nvSpPr>
            <p:cNvPr id="49" name="Line 16">
              <a:extLst>
                <a:ext uri="{FF2B5EF4-FFF2-40B4-BE49-F238E27FC236}">
                  <a16:creationId xmlns:a16="http://schemas.microsoft.com/office/drawing/2014/main" id="{B6C12F91-887E-4CCF-98EC-F214D00CE3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36740" y="3578861"/>
              <a:ext cx="1686560" cy="129794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16">
              <a:extLst>
                <a:ext uri="{FF2B5EF4-FFF2-40B4-BE49-F238E27FC236}">
                  <a16:creationId xmlns:a16="http://schemas.microsoft.com/office/drawing/2014/main" id="{F025FADE-9BE8-4BC9-9F3D-EC42333B4E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44360" y="3921760"/>
              <a:ext cx="1672590" cy="961391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 type="stealth" w="med" len="med"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1" name="组合 50">
            <a:extLst>
              <a:ext uri="{FF2B5EF4-FFF2-40B4-BE49-F238E27FC236}">
                <a16:creationId xmlns:a16="http://schemas.microsoft.com/office/drawing/2014/main" id="{070D0C17-C77C-4CE0-BF76-54DE2C23E70A}"/>
              </a:ext>
            </a:extLst>
          </p:cNvPr>
          <p:cNvGrpSpPr/>
          <p:nvPr/>
        </p:nvGrpSpPr>
        <p:grpSpPr>
          <a:xfrm>
            <a:off x="6875989" y="2435304"/>
            <a:ext cx="1627913" cy="4127879"/>
            <a:chOff x="8903859" y="1174474"/>
            <a:chExt cx="1627913" cy="4127879"/>
          </a:xfrm>
        </p:grpSpPr>
        <p:sp>
          <p:nvSpPr>
            <p:cNvPr id="52" name="Text Box 52">
              <a:extLst>
                <a:ext uri="{FF2B5EF4-FFF2-40B4-BE49-F238E27FC236}">
                  <a16:creationId xmlns:a16="http://schemas.microsoft.com/office/drawing/2014/main" id="{0D841FD1-31AD-4E00-98E6-652ACE6E7E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2846" y="1174474"/>
              <a:ext cx="1242312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DRAM</a:t>
              </a:r>
              <a:r>
                <a: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主存</a:t>
              </a:r>
            </a:p>
          </p:txBody>
        </p:sp>
        <p:grpSp>
          <p:nvGrpSpPr>
            <p:cNvPr id="53" name="组合 52">
              <a:extLst>
                <a:ext uri="{FF2B5EF4-FFF2-40B4-BE49-F238E27FC236}">
                  <a16:creationId xmlns:a16="http://schemas.microsoft.com/office/drawing/2014/main" id="{5AAEFCD1-93D6-4BA8-BF0B-EEB7FE427593}"/>
                </a:ext>
              </a:extLst>
            </p:cNvPr>
            <p:cNvGrpSpPr/>
            <p:nvPr/>
          </p:nvGrpSpPr>
          <p:grpSpPr>
            <a:xfrm>
              <a:off x="8903859" y="1486390"/>
              <a:ext cx="1627913" cy="3815963"/>
              <a:chOff x="8903859" y="1486390"/>
              <a:chExt cx="1627913" cy="4057929"/>
            </a:xfrm>
          </p:grpSpPr>
          <p:sp>
            <p:nvSpPr>
              <p:cNvPr id="54" name="矩形 53">
                <a:extLst>
                  <a:ext uri="{FF2B5EF4-FFF2-40B4-BE49-F238E27FC236}">
                    <a16:creationId xmlns:a16="http://schemas.microsoft.com/office/drawing/2014/main" id="{3451EF76-B96B-4BD5-B6C9-C34B62705F8D}"/>
                  </a:ext>
                </a:extLst>
              </p:cNvPr>
              <p:cNvSpPr/>
              <p:nvPr/>
            </p:nvSpPr>
            <p:spPr>
              <a:xfrm>
                <a:off x="8903865" y="1486390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0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" name="矩形 54">
                <a:extLst>
                  <a:ext uri="{FF2B5EF4-FFF2-40B4-BE49-F238E27FC236}">
                    <a16:creationId xmlns:a16="http://schemas.microsoft.com/office/drawing/2014/main" id="{E529FC98-9387-45CA-B6D8-85906D9E4A8A}"/>
                  </a:ext>
                </a:extLst>
              </p:cNvPr>
              <p:cNvSpPr/>
              <p:nvPr/>
            </p:nvSpPr>
            <p:spPr>
              <a:xfrm>
                <a:off x="8903863" y="1741070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" name="矩形 55">
                <a:extLst>
                  <a:ext uri="{FF2B5EF4-FFF2-40B4-BE49-F238E27FC236}">
                    <a16:creationId xmlns:a16="http://schemas.microsoft.com/office/drawing/2014/main" id="{BE892CB3-7183-452E-9864-951D40F7C0D2}"/>
                  </a:ext>
                </a:extLst>
              </p:cNvPr>
              <p:cNvSpPr/>
              <p:nvPr/>
            </p:nvSpPr>
            <p:spPr>
              <a:xfrm>
                <a:off x="8903865" y="1995641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" name="矩形 56">
                <a:extLst>
                  <a:ext uri="{FF2B5EF4-FFF2-40B4-BE49-F238E27FC236}">
                    <a16:creationId xmlns:a16="http://schemas.microsoft.com/office/drawing/2014/main" id="{AC0FE844-AD4D-428E-96EE-1843C178536C}"/>
                  </a:ext>
                </a:extLst>
              </p:cNvPr>
              <p:cNvSpPr/>
              <p:nvPr/>
            </p:nvSpPr>
            <p:spPr>
              <a:xfrm>
                <a:off x="8903863" y="2250321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n-1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" name="矩形 57">
                <a:extLst>
                  <a:ext uri="{FF2B5EF4-FFF2-40B4-BE49-F238E27FC236}">
                    <a16:creationId xmlns:a16="http://schemas.microsoft.com/office/drawing/2014/main" id="{C7D02B36-0473-4320-BD67-F27277D12014}"/>
                  </a:ext>
                </a:extLst>
              </p:cNvPr>
              <p:cNvSpPr/>
              <p:nvPr/>
            </p:nvSpPr>
            <p:spPr>
              <a:xfrm>
                <a:off x="8905874" y="1489075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" name="矩形 58">
                <a:extLst>
                  <a:ext uri="{FF2B5EF4-FFF2-40B4-BE49-F238E27FC236}">
                    <a16:creationId xmlns:a16="http://schemas.microsoft.com/office/drawing/2014/main" id="{E9C9E18B-94DA-4124-941B-72650B260CAF}"/>
                  </a:ext>
                </a:extLst>
              </p:cNvPr>
              <p:cNvSpPr/>
              <p:nvPr/>
            </p:nvSpPr>
            <p:spPr>
              <a:xfrm>
                <a:off x="8903863" y="2501057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" name="矩形 59">
                <a:extLst>
                  <a:ext uri="{FF2B5EF4-FFF2-40B4-BE49-F238E27FC236}">
                    <a16:creationId xmlns:a16="http://schemas.microsoft.com/office/drawing/2014/main" id="{EFB3F7BA-0448-436B-A49C-439CAE90AD0F}"/>
                  </a:ext>
                </a:extLst>
              </p:cNvPr>
              <p:cNvSpPr/>
              <p:nvPr/>
            </p:nvSpPr>
            <p:spPr>
              <a:xfrm>
                <a:off x="8903861" y="2755737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n+1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" name="矩形 60">
                <a:extLst>
                  <a:ext uri="{FF2B5EF4-FFF2-40B4-BE49-F238E27FC236}">
                    <a16:creationId xmlns:a16="http://schemas.microsoft.com/office/drawing/2014/main" id="{8C16AE0A-7C98-4776-B17C-D4260DFC297A}"/>
                  </a:ext>
                </a:extLst>
              </p:cNvPr>
              <p:cNvSpPr/>
              <p:nvPr/>
            </p:nvSpPr>
            <p:spPr>
              <a:xfrm>
                <a:off x="8903863" y="3010308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" name="矩形 61">
                <a:extLst>
                  <a:ext uri="{FF2B5EF4-FFF2-40B4-BE49-F238E27FC236}">
                    <a16:creationId xmlns:a16="http://schemas.microsoft.com/office/drawing/2014/main" id="{C0515859-AD95-4A65-B076-7221C9A69327}"/>
                  </a:ext>
                </a:extLst>
              </p:cNvPr>
              <p:cNvSpPr/>
              <p:nvPr/>
            </p:nvSpPr>
            <p:spPr>
              <a:xfrm>
                <a:off x="8903861" y="3264988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2n-1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" name="矩形 62">
                <a:extLst>
                  <a:ext uri="{FF2B5EF4-FFF2-40B4-BE49-F238E27FC236}">
                    <a16:creationId xmlns:a16="http://schemas.microsoft.com/office/drawing/2014/main" id="{A8111B56-C122-49B3-A4EB-A0E2DD68700B}"/>
                  </a:ext>
                </a:extLst>
              </p:cNvPr>
              <p:cNvSpPr/>
              <p:nvPr/>
            </p:nvSpPr>
            <p:spPr>
              <a:xfrm>
                <a:off x="8905872" y="2503742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" name="矩形 63">
                <a:extLst>
                  <a:ext uri="{FF2B5EF4-FFF2-40B4-BE49-F238E27FC236}">
                    <a16:creationId xmlns:a16="http://schemas.microsoft.com/office/drawing/2014/main" id="{C7764E18-8253-4859-80D6-C8B5753B599F}"/>
                  </a:ext>
                </a:extLst>
              </p:cNvPr>
              <p:cNvSpPr/>
              <p:nvPr/>
            </p:nvSpPr>
            <p:spPr>
              <a:xfrm>
                <a:off x="8903863" y="3515724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" name="矩形 64">
                <a:extLst>
                  <a:ext uri="{FF2B5EF4-FFF2-40B4-BE49-F238E27FC236}">
                    <a16:creationId xmlns:a16="http://schemas.microsoft.com/office/drawing/2014/main" id="{AEDA43E6-A199-4B53-84A7-334B95FEC372}"/>
                  </a:ext>
                </a:extLst>
              </p:cNvPr>
              <p:cNvSpPr/>
              <p:nvPr/>
            </p:nvSpPr>
            <p:spPr>
              <a:xfrm>
                <a:off x="8903861" y="3770404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" name="矩形 65">
                <a:extLst>
                  <a:ext uri="{FF2B5EF4-FFF2-40B4-BE49-F238E27FC236}">
                    <a16:creationId xmlns:a16="http://schemas.microsoft.com/office/drawing/2014/main" id="{2C42A771-12BD-43DF-B7A7-A759C03A1AB4}"/>
                  </a:ext>
                </a:extLst>
              </p:cNvPr>
              <p:cNvSpPr/>
              <p:nvPr/>
            </p:nvSpPr>
            <p:spPr>
              <a:xfrm>
                <a:off x="8903863" y="4024975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" name="矩形 66">
                <a:extLst>
                  <a:ext uri="{FF2B5EF4-FFF2-40B4-BE49-F238E27FC236}">
                    <a16:creationId xmlns:a16="http://schemas.microsoft.com/office/drawing/2014/main" id="{A3E3E1B5-3F73-47E6-BAB9-C0B59A967C9D}"/>
                  </a:ext>
                </a:extLst>
              </p:cNvPr>
              <p:cNvSpPr/>
              <p:nvPr/>
            </p:nvSpPr>
            <p:spPr>
              <a:xfrm>
                <a:off x="8903861" y="4279655"/>
                <a:ext cx="1627907" cy="256013"/>
              </a:xfrm>
              <a:prstGeom prst="rect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" name="矩形 67">
                <a:extLst>
                  <a:ext uri="{FF2B5EF4-FFF2-40B4-BE49-F238E27FC236}">
                    <a16:creationId xmlns:a16="http://schemas.microsoft.com/office/drawing/2014/main" id="{85A7C12B-227E-4307-A689-DE70EB3BDC7F}"/>
                  </a:ext>
                </a:extLst>
              </p:cNvPr>
              <p:cNvSpPr/>
              <p:nvPr/>
            </p:nvSpPr>
            <p:spPr>
              <a:xfrm>
                <a:off x="8905872" y="3518409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" name="矩形 68">
                <a:extLst>
                  <a:ext uri="{FF2B5EF4-FFF2-40B4-BE49-F238E27FC236}">
                    <a16:creationId xmlns:a16="http://schemas.microsoft.com/office/drawing/2014/main" id="{EC46C19D-447D-41B9-8814-D5415847A696}"/>
                  </a:ext>
                </a:extLst>
              </p:cNvPr>
              <p:cNvSpPr/>
              <p:nvPr/>
            </p:nvSpPr>
            <p:spPr>
              <a:xfrm>
                <a:off x="8903861" y="4524375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mn-n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" name="矩形 69">
                <a:extLst>
                  <a:ext uri="{FF2B5EF4-FFF2-40B4-BE49-F238E27FC236}">
                    <a16:creationId xmlns:a16="http://schemas.microsoft.com/office/drawing/2014/main" id="{F8A8BCE4-D48E-4243-B4CD-D17F1FDF43F7}"/>
                  </a:ext>
                </a:extLst>
              </p:cNvPr>
              <p:cNvSpPr/>
              <p:nvPr/>
            </p:nvSpPr>
            <p:spPr>
              <a:xfrm>
                <a:off x="8903859" y="4779055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mn-n+1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" name="矩形 70">
                <a:extLst>
                  <a:ext uri="{FF2B5EF4-FFF2-40B4-BE49-F238E27FC236}">
                    <a16:creationId xmlns:a16="http://schemas.microsoft.com/office/drawing/2014/main" id="{D08C81A4-2E57-4585-9F89-4BC2DB6302CB}"/>
                  </a:ext>
                </a:extLst>
              </p:cNvPr>
              <p:cNvSpPr/>
              <p:nvPr/>
            </p:nvSpPr>
            <p:spPr>
              <a:xfrm>
                <a:off x="8903861" y="5033626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⸱⸱⸱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" name="矩形 71">
                <a:extLst>
                  <a:ext uri="{FF2B5EF4-FFF2-40B4-BE49-F238E27FC236}">
                    <a16:creationId xmlns:a16="http://schemas.microsoft.com/office/drawing/2014/main" id="{30DEC228-807F-4D94-9761-85A553A09A94}"/>
                  </a:ext>
                </a:extLst>
              </p:cNvPr>
              <p:cNvSpPr/>
              <p:nvPr/>
            </p:nvSpPr>
            <p:spPr>
              <a:xfrm>
                <a:off x="8903859" y="5288306"/>
                <a:ext cx="1627907" cy="256013"/>
              </a:xfrm>
              <a:prstGeom prst="rect">
                <a:avLst/>
              </a:prstGeom>
              <a:solidFill>
                <a:srgbClr val="FFE699"/>
              </a:solidFill>
              <a:ln w="952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B</a:t>
                </a:r>
                <a:r>
                  <a:rPr kumimoji="0" lang="en-US" altLang="zh-CN" sz="1400" b="1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mn-1</a:t>
                </a:r>
                <a:endParaRPr kumimoji="0" lang="zh-CN" altLang="en-US" sz="14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" name="矩形 72">
                <a:extLst>
                  <a:ext uri="{FF2B5EF4-FFF2-40B4-BE49-F238E27FC236}">
                    <a16:creationId xmlns:a16="http://schemas.microsoft.com/office/drawing/2014/main" id="{54F89615-C23D-4FF9-81B8-3BBCE59A47A8}"/>
                  </a:ext>
                </a:extLst>
              </p:cNvPr>
              <p:cNvSpPr/>
              <p:nvPr/>
            </p:nvSpPr>
            <p:spPr>
              <a:xfrm>
                <a:off x="8905870" y="4527060"/>
                <a:ext cx="1622075" cy="1016000"/>
              </a:xfrm>
              <a:prstGeom prst="rect">
                <a:avLst/>
              </a:prstGeom>
              <a:grpFill/>
              <a:ln w="25400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lIns="720000" anchor="b" anchorCtr="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4" name="组合 73">
            <a:extLst>
              <a:ext uri="{FF2B5EF4-FFF2-40B4-BE49-F238E27FC236}">
                <a16:creationId xmlns:a16="http://schemas.microsoft.com/office/drawing/2014/main" id="{6E1ACBEC-972C-49D8-B51D-9FAD28A83E04}"/>
              </a:ext>
            </a:extLst>
          </p:cNvPr>
          <p:cNvGrpSpPr/>
          <p:nvPr/>
        </p:nvGrpSpPr>
        <p:grpSpPr>
          <a:xfrm>
            <a:off x="1318507" y="3020922"/>
            <a:ext cx="494471" cy="361234"/>
            <a:chOff x="3066977" y="2153792"/>
            <a:chExt cx="494471" cy="361234"/>
          </a:xfrm>
        </p:grpSpPr>
        <p:cxnSp>
          <p:nvCxnSpPr>
            <p:cNvPr id="75" name="直接箭头连接符 74">
              <a:extLst>
                <a:ext uri="{FF2B5EF4-FFF2-40B4-BE49-F238E27FC236}">
                  <a16:creationId xmlns:a16="http://schemas.microsoft.com/office/drawing/2014/main" id="{FA17E98C-414B-42A7-9FBB-F46E29C058A7}"/>
                </a:ext>
              </a:extLst>
            </p:cNvPr>
            <p:cNvCxnSpPr/>
            <p:nvPr/>
          </p:nvCxnSpPr>
          <p:spPr>
            <a:xfrm>
              <a:off x="3559543" y="2297288"/>
              <a:ext cx="0" cy="217738"/>
            </a:xfrm>
            <a:prstGeom prst="straightConnector1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76" name="TextBox 132">
              <a:extLst>
                <a:ext uri="{FF2B5EF4-FFF2-40B4-BE49-F238E27FC236}">
                  <a16:creationId xmlns:a16="http://schemas.microsoft.com/office/drawing/2014/main" id="{5D1903D1-6CCF-41F5-A3AD-69C4CFC9B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6977" y="2153792"/>
              <a:ext cx="438020" cy="307777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7" name="直接连接符 76">
              <a:extLst>
                <a:ext uri="{FF2B5EF4-FFF2-40B4-BE49-F238E27FC236}">
                  <a16:creationId xmlns:a16="http://schemas.microsoft.com/office/drawing/2014/main" id="{375B8DFD-0472-4B77-BA24-B57163C43AA6}"/>
                </a:ext>
              </a:extLst>
            </p:cNvPr>
            <p:cNvCxnSpPr/>
            <p:nvPr/>
          </p:nvCxnSpPr>
          <p:spPr>
            <a:xfrm flipH="1">
              <a:off x="3277647" y="2297288"/>
              <a:ext cx="283801" cy="0"/>
            </a:xfrm>
            <a:prstGeom prst="line">
              <a:avLst/>
            </a:prstGeom>
            <a:noFill/>
            <a:ln w="12700" cap="sq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  <a:miter lim="800000"/>
              <a:tailEnd type="none"/>
            </a:ln>
            <a:effectLst/>
          </p:spPr>
        </p:cxnSp>
      </p:grpSp>
      <p:grpSp>
        <p:nvGrpSpPr>
          <p:cNvPr id="78" name="组合 77">
            <a:extLst>
              <a:ext uri="{FF2B5EF4-FFF2-40B4-BE49-F238E27FC236}">
                <a16:creationId xmlns:a16="http://schemas.microsoft.com/office/drawing/2014/main" id="{9AF24933-6594-4B71-BBC6-714BCC2DFBA1}"/>
              </a:ext>
            </a:extLst>
          </p:cNvPr>
          <p:cNvGrpSpPr/>
          <p:nvPr/>
        </p:nvGrpSpPr>
        <p:grpSpPr>
          <a:xfrm>
            <a:off x="2348173" y="4214820"/>
            <a:ext cx="1106375" cy="2277046"/>
            <a:chOff x="4096643" y="3347690"/>
            <a:chExt cx="1106375" cy="2277046"/>
          </a:xfrm>
        </p:grpSpPr>
        <p:sp>
          <p:nvSpPr>
            <p:cNvPr id="79" name="矩形 78">
              <a:extLst>
                <a:ext uri="{FF2B5EF4-FFF2-40B4-BE49-F238E27FC236}">
                  <a16:creationId xmlns:a16="http://schemas.microsoft.com/office/drawing/2014/main" id="{3D643FCA-5963-4004-B440-9E2F73A8D335}"/>
                </a:ext>
              </a:extLst>
            </p:cNvPr>
            <p:cNvSpPr/>
            <p:nvPr/>
          </p:nvSpPr>
          <p:spPr bwMode="auto">
            <a:xfrm>
              <a:off x="4098352" y="3347690"/>
              <a:ext cx="1079517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标记 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(</a:t>
              </a:r>
              <a:r>
                <a:rPr lang="en-US" altLang="zh-CN" sz="1400" b="1" i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tag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)</a:t>
              </a:r>
              <a:endParaRPr lang="zh-CN" altLang="en-US" sz="1400" b="1" kern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80" name="矩形 79">
              <a:extLst>
                <a:ext uri="{FF2B5EF4-FFF2-40B4-BE49-F238E27FC236}">
                  <a16:creationId xmlns:a16="http://schemas.microsoft.com/office/drawing/2014/main" id="{92DE30C3-12E2-49CA-A73B-A95A243D27EA}"/>
                </a:ext>
              </a:extLst>
            </p:cNvPr>
            <p:cNvSpPr/>
            <p:nvPr/>
          </p:nvSpPr>
          <p:spPr bwMode="auto">
            <a:xfrm>
              <a:off x="4096643" y="3734850"/>
              <a:ext cx="1079517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标记 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(</a:t>
              </a:r>
              <a:r>
                <a:rPr lang="en-US" altLang="zh-CN" sz="1400" b="1" i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tag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)</a:t>
              </a:r>
              <a:endParaRPr lang="zh-CN" altLang="en-US" sz="1400" kern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81" name="矩形 80">
              <a:extLst>
                <a:ext uri="{FF2B5EF4-FFF2-40B4-BE49-F238E27FC236}">
                  <a16:creationId xmlns:a16="http://schemas.microsoft.com/office/drawing/2014/main" id="{7199656A-C714-494A-B254-C9F7ADBC8A43}"/>
                </a:ext>
              </a:extLst>
            </p:cNvPr>
            <p:cNvSpPr/>
            <p:nvPr/>
          </p:nvSpPr>
          <p:spPr bwMode="auto">
            <a:xfrm>
              <a:off x="4112204" y="4925927"/>
              <a:ext cx="1090814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标记 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(</a:t>
              </a:r>
              <a:r>
                <a:rPr lang="en-US" altLang="zh-CN" sz="1400" b="1" i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tag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)</a:t>
              </a:r>
              <a:endParaRPr lang="zh-CN" altLang="en-US" sz="1400" b="1" kern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82" name="矩形 81">
              <a:extLst>
                <a:ext uri="{FF2B5EF4-FFF2-40B4-BE49-F238E27FC236}">
                  <a16:creationId xmlns:a16="http://schemas.microsoft.com/office/drawing/2014/main" id="{EBDD74A8-EF1C-4566-A127-F88259C29BCE}"/>
                </a:ext>
              </a:extLst>
            </p:cNvPr>
            <p:cNvSpPr/>
            <p:nvPr/>
          </p:nvSpPr>
          <p:spPr bwMode="auto">
            <a:xfrm>
              <a:off x="4110477" y="5313087"/>
              <a:ext cx="1090814" cy="31164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标记 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(</a:t>
              </a:r>
              <a:r>
                <a:rPr lang="en-US" altLang="zh-CN" sz="1400" b="1" i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tag</a:t>
              </a:r>
              <a:r>
                <a:rPr lang="en-US" altLang="zh-CN" sz="1400" b="1" kern="0" dirty="0">
                  <a:solidFill>
                    <a:prstClr val="white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)</a:t>
              </a:r>
              <a:endParaRPr lang="zh-CN" altLang="en-US" sz="1400" b="1" kern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83" name="TextBox 132">
            <a:extLst>
              <a:ext uri="{FF2B5EF4-FFF2-40B4-BE49-F238E27FC236}">
                <a16:creationId xmlns:a16="http://schemas.microsoft.com/office/drawing/2014/main" id="{6F33F1FE-7066-4153-9D18-4786399EF5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4967" y="4597910"/>
            <a:ext cx="552450" cy="30777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zh-CN" altLang="en-US" sz="14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en-US" altLang="zh-CN" sz="14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zh-CN" altLang="en-US" sz="1400" b="1" baseline="-250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84" name="直接箭头连接符 83">
            <a:extLst>
              <a:ext uri="{FF2B5EF4-FFF2-40B4-BE49-F238E27FC236}">
                <a16:creationId xmlns:a16="http://schemas.microsoft.com/office/drawing/2014/main" id="{5F2A61B6-14BB-4AAF-A969-684C427FF69C}"/>
              </a:ext>
            </a:extLst>
          </p:cNvPr>
          <p:cNvCxnSpPr/>
          <p:nvPr/>
        </p:nvCxnSpPr>
        <p:spPr>
          <a:xfrm flipV="1">
            <a:off x="1739383" y="3730069"/>
            <a:ext cx="0" cy="867841"/>
          </a:xfrm>
          <a:prstGeom prst="straightConnector1">
            <a:avLst/>
          </a:prstGeom>
          <a:noFill/>
          <a:ln w="12700" cap="sq" cmpd="sng" algn="ctr">
            <a:solidFill>
              <a:sysClr val="windowText" lastClr="000000">
                <a:lumMod val="95000"/>
                <a:lumOff val="5000"/>
              </a:sysClr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85" name="组合 84">
            <a:extLst>
              <a:ext uri="{FF2B5EF4-FFF2-40B4-BE49-F238E27FC236}">
                <a16:creationId xmlns:a16="http://schemas.microsoft.com/office/drawing/2014/main" id="{37CF2BD9-1090-4E0D-A12E-BDB3B6705F8A}"/>
              </a:ext>
            </a:extLst>
          </p:cNvPr>
          <p:cNvGrpSpPr/>
          <p:nvPr/>
        </p:nvGrpSpPr>
        <p:grpSpPr>
          <a:xfrm>
            <a:off x="1579089" y="4214820"/>
            <a:ext cx="684754" cy="2277046"/>
            <a:chOff x="3327559" y="3347690"/>
            <a:chExt cx="684754" cy="2277046"/>
          </a:xfrm>
        </p:grpSpPr>
        <p:sp>
          <p:nvSpPr>
            <p:cNvPr id="86" name="矩形 85">
              <a:extLst>
                <a:ext uri="{FF2B5EF4-FFF2-40B4-BE49-F238E27FC236}">
                  <a16:creationId xmlns:a16="http://schemas.microsoft.com/office/drawing/2014/main" id="{B86C1F74-327A-4043-AEAD-C19C39DA740C}"/>
                </a:ext>
              </a:extLst>
            </p:cNvPr>
            <p:cNvSpPr/>
            <p:nvPr/>
          </p:nvSpPr>
          <p:spPr bwMode="auto">
            <a:xfrm>
              <a:off x="3329268" y="3347690"/>
              <a:ext cx="670228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</a:p>
          </p:txBody>
        </p:sp>
        <p:sp>
          <p:nvSpPr>
            <p:cNvPr id="87" name="矩形 86">
              <a:extLst>
                <a:ext uri="{FF2B5EF4-FFF2-40B4-BE49-F238E27FC236}">
                  <a16:creationId xmlns:a16="http://schemas.microsoft.com/office/drawing/2014/main" id="{213B43B7-4DAA-4CEA-AFF3-BEA38D7F1DF4}"/>
                </a:ext>
              </a:extLst>
            </p:cNvPr>
            <p:cNvSpPr/>
            <p:nvPr/>
          </p:nvSpPr>
          <p:spPr bwMode="auto">
            <a:xfrm>
              <a:off x="3327559" y="3734850"/>
              <a:ext cx="670228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</a:p>
          </p:txBody>
        </p:sp>
        <p:sp>
          <p:nvSpPr>
            <p:cNvPr id="88" name="矩形 87">
              <a:extLst>
                <a:ext uri="{FF2B5EF4-FFF2-40B4-BE49-F238E27FC236}">
                  <a16:creationId xmlns:a16="http://schemas.microsoft.com/office/drawing/2014/main" id="{34DABAA4-B661-4BAB-AF96-ED13E1AE8D2D}"/>
                </a:ext>
              </a:extLst>
            </p:cNvPr>
            <p:cNvSpPr/>
            <p:nvPr/>
          </p:nvSpPr>
          <p:spPr bwMode="auto">
            <a:xfrm>
              <a:off x="3335071" y="4925927"/>
              <a:ext cx="677242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</a:p>
          </p:txBody>
        </p:sp>
        <p:sp>
          <p:nvSpPr>
            <p:cNvPr id="89" name="矩形 88">
              <a:extLst>
                <a:ext uri="{FF2B5EF4-FFF2-40B4-BE49-F238E27FC236}">
                  <a16:creationId xmlns:a16="http://schemas.microsoft.com/office/drawing/2014/main" id="{152D80D0-4E33-4739-958F-8FB7A1669360}"/>
                </a:ext>
              </a:extLst>
            </p:cNvPr>
            <p:cNvSpPr/>
            <p:nvPr/>
          </p:nvSpPr>
          <p:spPr bwMode="auto">
            <a:xfrm>
              <a:off x="3333344" y="5313087"/>
              <a:ext cx="677242" cy="311649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lIns="0" tIns="0" rIns="0" bIns="0" anchor="ctr" anchorCtr="1"/>
            <a:lstStyle/>
            <a:p>
              <a:pPr algn="ctr" eaLnBrk="1" hangingPunct="1">
                <a:defRPr/>
              </a:pPr>
              <a:r>
                <a:rPr lang="zh-CN" altLang="en-US" sz="1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有效位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23574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23" grpId="0" animBg="1"/>
      <p:bldP spid="33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>
            <a:extLst>
              <a:ext uri="{FF2B5EF4-FFF2-40B4-BE49-F238E27FC236}">
                <a16:creationId xmlns:a16="http://schemas.microsoft.com/office/drawing/2014/main" id="{3F40A7A6-9015-4945-BCD8-8203FC194316}"/>
              </a:ext>
            </a:extLst>
          </p:cNvPr>
          <p:cNvGrpSpPr/>
          <p:nvPr/>
        </p:nvGrpSpPr>
        <p:grpSpPr>
          <a:xfrm>
            <a:off x="505258" y="5297341"/>
            <a:ext cx="2916902" cy="984013"/>
            <a:chOff x="1535571" y="4890788"/>
            <a:chExt cx="2710039" cy="890645"/>
          </a:xfrm>
        </p:grpSpPr>
        <p:cxnSp>
          <p:nvCxnSpPr>
            <p:cNvPr id="6" name="直接连接符 5">
              <a:extLst>
                <a:ext uri="{FF2B5EF4-FFF2-40B4-BE49-F238E27FC236}">
                  <a16:creationId xmlns:a16="http://schemas.microsoft.com/office/drawing/2014/main" id="{F0C84665-34D5-498D-987B-6B5832837877}"/>
                </a:ext>
              </a:extLst>
            </p:cNvPr>
            <p:cNvCxnSpPr/>
            <p:nvPr/>
          </p:nvCxnSpPr>
          <p:spPr>
            <a:xfrm>
              <a:off x="1576081" y="4890788"/>
              <a:ext cx="0" cy="571007"/>
            </a:xfrm>
            <a:prstGeom prst="line">
              <a:avLst/>
            </a:prstGeom>
            <a:noFill/>
            <a:ln w="25400" cap="flat" cmpd="sng" algn="ctr">
              <a:solidFill>
                <a:srgbClr val="C00000"/>
              </a:solidFill>
              <a:prstDash val="solid"/>
            </a:ln>
            <a:effectLst/>
          </p:spPr>
        </p:cxnSp>
        <p:grpSp>
          <p:nvGrpSpPr>
            <p:cNvPr id="7" name="组合 6">
              <a:extLst>
                <a:ext uri="{FF2B5EF4-FFF2-40B4-BE49-F238E27FC236}">
                  <a16:creationId xmlns:a16="http://schemas.microsoft.com/office/drawing/2014/main" id="{F71856AF-D574-4CD4-8FF8-1C1C5DF9104D}"/>
                </a:ext>
              </a:extLst>
            </p:cNvPr>
            <p:cNvGrpSpPr/>
            <p:nvPr/>
          </p:nvGrpSpPr>
          <p:grpSpPr>
            <a:xfrm>
              <a:off x="1535571" y="5227725"/>
              <a:ext cx="2710039" cy="553708"/>
              <a:chOff x="1535571" y="5227725"/>
              <a:chExt cx="2710039" cy="553708"/>
            </a:xfrm>
          </p:grpSpPr>
          <p:cxnSp>
            <p:nvCxnSpPr>
              <p:cNvPr id="9" name="直接连接符 8">
                <a:extLst>
                  <a:ext uri="{FF2B5EF4-FFF2-40B4-BE49-F238E27FC236}">
                    <a16:creationId xmlns:a16="http://schemas.microsoft.com/office/drawing/2014/main" id="{0B8CF2C8-243A-473A-9079-CFC532DE08F3}"/>
                  </a:ext>
                </a:extLst>
              </p:cNvPr>
              <p:cNvCxnSpPr/>
              <p:nvPr/>
            </p:nvCxnSpPr>
            <p:spPr>
              <a:xfrm>
                <a:off x="4199236" y="5229570"/>
                <a:ext cx="0" cy="235099"/>
              </a:xfrm>
              <a:prstGeom prst="line">
                <a:avLst/>
              </a:prstGeom>
              <a:noFill/>
              <a:ln w="25400" cap="sq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0" name="直接连接符 9">
                <a:extLst>
                  <a:ext uri="{FF2B5EF4-FFF2-40B4-BE49-F238E27FC236}">
                    <a16:creationId xmlns:a16="http://schemas.microsoft.com/office/drawing/2014/main" id="{E3F9FAF2-E684-4CED-A949-FC5D4499C03F}"/>
                  </a:ext>
                </a:extLst>
              </p:cNvPr>
              <p:cNvCxnSpPr/>
              <p:nvPr/>
            </p:nvCxnSpPr>
            <p:spPr>
              <a:xfrm>
                <a:off x="1572393" y="5464598"/>
                <a:ext cx="2617993" cy="1"/>
              </a:xfrm>
              <a:prstGeom prst="line">
                <a:avLst/>
              </a:prstGeom>
              <a:noFill/>
              <a:ln w="28575" cap="sq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</p:cxnSp>
          <p:sp>
            <p:nvSpPr>
              <p:cNvPr id="11" name="文本框 10">
                <a:extLst>
                  <a:ext uri="{FF2B5EF4-FFF2-40B4-BE49-F238E27FC236}">
                    <a16:creationId xmlns:a16="http://schemas.microsoft.com/office/drawing/2014/main" id="{28E555D5-234D-4959-8C55-B9C7D4E51DB0}"/>
                  </a:ext>
                </a:extLst>
              </p:cNvPr>
              <p:cNvSpPr txBox="1"/>
              <p:nvPr/>
            </p:nvSpPr>
            <p:spPr>
              <a:xfrm>
                <a:off x="2260609" y="5502859"/>
                <a:ext cx="1339196" cy="27857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>
                  <a:defRPr/>
                </a:pPr>
                <a:r>
                  <a:rPr lang="zh-CN" altLang="en-US" sz="1400" kern="0" dirty="0">
                    <a:solidFill>
                      <a:srgbClr val="C00000"/>
                    </a:solidFill>
                    <a:latin typeface="微软雅黑"/>
                    <a:ea typeface="微软雅黑"/>
                  </a:rPr>
                  <a:t>组索引译码输出</a:t>
                </a:r>
              </a:p>
            </p:txBody>
          </p:sp>
          <p:cxnSp>
            <p:nvCxnSpPr>
              <p:cNvPr id="12" name="直接连接符 11">
                <a:extLst>
                  <a:ext uri="{FF2B5EF4-FFF2-40B4-BE49-F238E27FC236}">
                    <a16:creationId xmlns:a16="http://schemas.microsoft.com/office/drawing/2014/main" id="{E7E87F5A-92A0-4B9A-8386-1AD6C5D90A98}"/>
                  </a:ext>
                </a:extLst>
              </p:cNvPr>
              <p:cNvCxnSpPr/>
              <p:nvPr/>
            </p:nvCxnSpPr>
            <p:spPr>
              <a:xfrm>
                <a:off x="1535571" y="5519387"/>
                <a:ext cx="2710039" cy="0"/>
              </a:xfrm>
              <a:prstGeom prst="line">
                <a:avLst/>
              </a:prstGeom>
              <a:noFill/>
              <a:ln w="9525" cap="sq" cmpd="sng" algn="ctr">
                <a:solidFill>
                  <a:srgbClr val="00CC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3" name="直接连接符 12">
                <a:extLst>
                  <a:ext uri="{FF2B5EF4-FFF2-40B4-BE49-F238E27FC236}">
                    <a16:creationId xmlns:a16="http://schemas.microsoft.com/office/drawing/2014/main" id="{2DE0D961-8A76-4BF9-A688-783F3A3502C4}"/>
                  </a:ext>
                </a:extLst>
              </p:cNvPr>
              <p:cNvCxnSpPr/>
              <p:nvPr/>
            </p:nvCxnSpPr>
            <p:spPr>
              <a:xfrm flipV="1">
                <a:off x="4245610" y="5227725"/>
                <a:ext cx="0" cy="289507"/>
              </a:xfrm>
              <a:prstGeom prst="line">
                <a:avLst/>
              </a:prstGeom>
              <a:noFill/>
              <a:ln w="9525" cap="sq" cmpd="sng" algn="ctr">
                <a:solidFill>
                  <a:srgbClr val="00CC00"/>
                </a:solidFill>
                <a:prstDash val="solid"/>
                <a:miter lim="800000"/>
              </a:ln>
              <a:effectLst/>
            </p:spPr>
          </p:cxnSp>
        </p:grpSp>
        <p:cxnSp>
          <p:nvCxnSpPr>
            <p:cNvPr id="8" name="直接连接符 7">
              <a:extLst>
                <a:ext uri="{FF2B5EF4-FFF2-40B4-BE49-F238E27FC236}">
                  <a16:creationId xmlns:a16="http://schemas.microsoft.com/office/drawing/2014/main" id="{8CB84A0D-2B48-4340-89DF-3ACA0FDBFD1D}"/>
                </a:ext>
              </a:extLst>
            </p:cNvPr>
            <p:cNvCxnSpPr/>
            <p:nvPr/>
          </p:nvCxnSpPr>
          <p:spPr>
            <a:xfrm>
              <a:off x="1535571" y="4890788"/>
              <a:ext cx="0" cy="626444"/>
            </a:xfrm>
            <a:prstGeom prst="line">
              <a:avLst/>
            </a:prstGeom>
            <a:noFill/>
            <a:ln w="9525" cap="sq" cmpd="sng" algn="ctr">
              <a:solidFill>
                <a:srgbClr val="00CC00"/>
              </a:solidFill>
              <a:prstDash val="solid"/>
              <a:miter lim="800000"/>
            </a:ln>
            <a:effectLst/>
          </p:spPr>
        </p:cxnSp>
      </p:grpSp>
      <p:sp>
        <p:nvSpPr>
          <p:cNvPr id="14" name="标题 1">
            <a:extLst>
              <a:ext uri="{FF2B5EF4-FFF2-40B4-BE49-F238E27FC236}">
                <a16:creationId xmlns:a16="http://schemas.microsoft.com/office/drawing/2014/main" id="{4A8D6F45-78C0-4E95-9A6E-9DDE374DD74A}"/>
              </a:ext>
            </a:extLst>
          </p:cNvPr>
          <p:cNvSpPr txBox="1">
            <a:spLocks/>
          </p:cNvSpPr>
          <p:nvPr/>
        </p:nvSpPr>
        <p:spPr>
          <a:xfrm>
            <a:off x="60657" y="138336"/>
            <a:ext cx="10515600" cy="61764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1" kern="1200"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3.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组相联映射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-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E4E7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rPr>
              <a:t>地址变换过程</a:t>
            </a:r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5EB9FEF8-AD39-44B2-9245-6BA6B8E08D5E}"/>
              </a:ext>
            </a:extLst>
          </p:cNvPr>
          <p:cNvGrpSpPr/>
          <p:nvPr/>
        </p:nvGrpSpPr>
        <p:grpSpPr>
          <a:xfrm>
            <a:off x="196447" y="1642657"/>
            <a:ext cx="3189494" cy="898898"/>
            <a:chOff x="1902910" y="1408486"/>
            <a:chExt cx="3189494" cy="898898"/>
          </a:xfrm>
        </p:grpSpPr>
        <p:cxnSp>
          <p:nvCxnSpPr>
            <p:cNvPr id="16" name="直接连接符 15">
              <a:extLst>
                <a:ext uri="{FF2B5EF4-FFF2-40B4-BE49-F238E27FC236}">
                  <a16:creationId xmlns:a16="http://schemas.microsoft.com/office/drawing/2014/main" id="{020181D4-93CC-47B0-82A0-404D6DCF1A05}"/>
                </a:ext>
              </a:extLst>
            </p:cNvPr>
            <p:cNvCxnSpPr/>
            <p:nvPr/>
          </p:nvCxnSpPr>
          <p:spPr>
            <a:xfrm>
              <a:off x="5092404" y="1408486"/>
              <a:ext cx="0" cy="256244"/>
            </a:xfrm>
            <a:prstGeom prst="line">
              <a:avLst/>
            </a:prstGeom>
            <a:noFill/>
            <a:ln w="25400" cap="sq" cmpd="sng" algn="ctr">
              <a:solidFill>
                <a:srgbClr val="333333">
                  <a:shade val="95000"/>
                  <a:satMod val="105000"/>
                </a:srgbClr>
              </a:solidFill>
              <a:prstDash val="solid"/>
              <a:miter lim="800000"/>
            </a:ln>
            <a:effectLst/>
          </p:spPr>
        </p:cxnSp>
        <p:grpSp>
          <p:nvGrpSpPr>
            <p:cNvPr id="17" name="组合 16">
              <a:extLst>
                <a:ext uri="{FF2B5EF4-FFF2-40B4-BE49-F238E27FC236}">
                  <a16:creationId xmlns:a16="http://schemas.microsoft.com/office/drawing/2014/main" id="{33EA41F1-1BA3-4E7F-9525-453FD7501AC5}"/>
                </a:ext>
              </a:extLst>
            </p:cNvPr>
            <p:cNvGrpSpPr/>
            <p:nvPr/>
          </p:nvGrpSpPr>
          <p:grpSpPr>
            <a:xfrm>
              <a:off x="1902910" y="1671673"/>
              <a:ext cx="3183669" cy="635711"/>
              <a:chOff x="1248661" y="1821095"/>
              <a:chExt cx="2957887" cy="575391"/>
            </a:xfrm>
          </p:grpSpPr>
          <p:cxnSp>
            <p:nvCxnSpPr>
              <p:cNvPr id="18" name="直接连接符 17">
                <a:extLst>
                  <a:ext uri="{FF2B5EF4-FFF2-40B4-BE49-F238E27FC236}">
                    <a16:creationId xmlns:a16="http://schemas.microsoft.com/office/drawing/2014/main" id="{1727AF03-B1B7-4E72-A87F-9BC5004B835F}"/>
                  </a:ext>
                </a:extLst>
              </p:cNvPr>
              <p:cNvCxnSpPr/>
              <p:nvPr/>
            </p:nvCxnSpPr>
            <p:spPr>
              <a:xfrm>
                <a:off x="1248661" y="1828210"/>
                <a:ext cx="0" cy="568276"/>
              </a:xfrm>
              <a:prstGeom prst="line">
                <a:avLst/>
              </a:prstGeom>
              <a:noFill/>
              <a:ln w="25400" cap="sq" cmpd="sng" algn="ctr">
                <a:solidFill>
                  <a:srgbClr val="333333">
                    <a:shade val="95000"/>
                    <a:satMod val="105000"/>
                  </a:srgbClr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9" name="直接连接符 18">
                <a:extLst>
                  <a:ext uri="{FF2B5EF4-FFF2-40B4-BE49-F238E27FC236}">
                    <a16:creationId xmlns:a16="http://schemas.microsoft.com/office/drawing/2014/main" id="{375E26E1-8BC5-4AB0-8EF3-964A0597DBC2}"/>
                  </a:ext>
                </a:extLst>
              </p:cNvPr>
              <p:cNvCxnSpPr/>
              <p:nvPr/>
            </p:nvCxnSpPr>
            <p:spPr>
              <a:xfrm>
                <a:off x="1259632" y="1821095"/>
                <a:ext cx="2946916" cy="0"/>
              </a:xfrm>
              <a:prstGeom prst="line">
                <a:avLst/>
              </a:prstGeom>
              <a:noFill/>
              <a:ln w="28575" cap="sq" cmpd="sng" algn="ctr">
                <a:solidFill>
                  <a:srgbClr val="333333">
                    <a:shade val="95000"/>
                    <a:satMod val="105000"/>
                  </a:srgbClr>
                </a:solidFill>
                <a:prstDash val="solid"/>
                <a:miter lim="800000"/>
              </a:ln>
              <a:effectLst/>
            </p:spPr>
          </p:cxnSp>
        </p:grpSp>
      </p:grpSp>
      <p:sp>
        <p:nvSpPr>
          <p:cNvPr id="20" name="矩形 19">
            <a:extLst>
              <a:ext uri="{FF2B5EF4-FFF2-40B4-BE49-F238E27FC236}">
                <a16:creationId xmlns:a16="http://schemas.microsoft.com/office/drawing/2014/main" id="{336BF03F-FF7A-424A-A8B9-6589DEB18C68}"/>
              </a:ext>
            </a:extLst>
          </p:cNvPr>
          <p:cNvSpPr/>
          <p:nvPr/>
        </p:nvSpPr>
        <p:spPr>
          <a:xfrm>
            <a:off x="4679795" y="1973510"/>
            <a:ext cx="2022110" cy="211599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algn="r" eaLnBrk="1" hangingPunct="1">
              <a:defRPr/>
            </a:pPr>
            <a:r>
              <a:rPr lang="zh-CN" altLang="en-US" sz="1600" b="1" kern="0" dirty="0">
                <a:solidFill>
                  <a:srgbClr val="000000">
                    <a:lumMod val="95000"/>
                    <a:lumOff val="5000"/>
                  </a:srgbClr>
                </a:solidFill>
                <a:ea typeface="微软雅黑"/>
                <a:cs typeface="Arial" pitchFamily="34" charset="0"/>
              </a:rPr>
              <a:t>数据块副本缓冲区</a:t>
            </a:r>
          </a:p>
        </p:txBody>
      </p:sp>
      <p:cxnSp>
        <p:nvCxnSpPr>
          <p:cNvPr id="21" name="直接连接符 20">
            <a:extLst>
              <a:ext uri="{FF2B5EF4-FFF2-40B4-BE49-F238E27FC236}">
                <a16:creationId xmlns:a16="http://schemas.microsoft.com/office/drawing/2014/main" id="{4B7805CC-A5FA-4DCA-8217-CEE48BFF7F2A}"/>
              </a:ext>
            </a:extLst>
          </p:cNvPr>
          <p:cNvCxnSpPr/>
          <p:nvPr/>
        </p:nvCxnSpPr>
        <p:spPr>
          <a:xfrm>
            <a:off x="4574868" y="1534279"/>
            <a:ext cx="4236245" cy="0"/>
          </a:xfrm>
          <a:prstGeom prst="line">
            <a:avLst/>
          </a:prstGeom>
          <a:noFill/>
          <a:ln w="2540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cxnSp>
        <p:nvCxnSpPr>
          <p:cNvPr id="22" name="直接连接符 21">
            <a:extLst>
              <a:ext uri="{FF2B5EF4-FFF2-40B4-BE49-F238E27FC236}">
                <a16:creationId xmlns:a16="http://schemas.microsoft.com/office/drawing/2014/main" id="{95687575-BE68-46FF-BCA1-F9F00A8C2F76}"/>
              </a:ext>
            </a:extLst>
          </p:cNvPr>
          <p:cNvCxnSpPr/>
          <p:nvPr/>
        </p:nvCxnSpPr>
        <p:spPr>
          <a:xfrm>
            <a:off x="8811113" y="1534279"/>
            <a:ext cx="0" cy="1669868"/>
          </a:xfrm>
          <a:prstGeom prst="line">
            <a:avLst/>
          </a:prstGeom>
          <a:noFill/>
          <a:ln w="2540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cxnSp>
        <p:nvCxnSpPr>
          <p:cNvPr id="23" name="直接连接符 22">
            <a:extLst>
              <a:ext uri="{FF2B5EF4-FFF2-40B4-BE49-F238E27FC236}">
                <a16:creationId xmlns:a16="http://schemas.microsoft.com/office/drawing/2014/main" id="{4E5635B1-DE1D-41B0-9D71-807109D0D7CB}"/>
              </a:ext>
            </a:extLst>
          </p:cNvPr>
          <p:cNvCxnSpPr/>
          <p:nvPr/>
        </p:nvCxnSpPr>
        <p:spPr>
          <a:xfrm>
            <a:off x="8794038" y="4723714"/>
            <a:ext cx="0" cy="1424857"/>
          </a:xfrm>
          <a:prstGeom prst="line">
            <a:avLst/>
          </a:prstGeom>
          <a:noFill/>
          <a:ln w="1905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17983637-DEAC-4ED4-927C-9FA9699B3D35}"/>
              </a:ext>
            </a:extLst>
          </p:cNvPr>
          <p:cNvGrpSpPr/>
          <p:nvPr/>
        </p:nvGrpSpPr>
        <p:grpSpPr>
          <a:xfrm>
            <a:off x="3918994" y="2250289"/>
            <a:ext cx="3410199" cy="373888"/>
            <a:chOff x="4355976" y="2130352"/>
            <a:chExt cx="3168352" cy="338412"/>
          </a:xfrm>
        </p:grpSpPr>
        <p:sp>
          <p:nvSpPr>
            <p:cNvPr id="25" name="矩形 24">
              <a:extLst>
                <a:ext uri="{FF2B5EF4-FFF2-40B4-BE49-F238E27FC236}">
                  <a16:creationId xmlns:a16="http://schemas.microsoft.com/office/drawing/2014/main" id="{0309D087-E698-4163-ACE1-2B52D6461F49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6" name="矩形 25">
              <a:extLst>
                <a:ext uri="{FF2B5EF4-FFF2-40B4-BE49-F238E27FC236}">
                  <a16:creationId xmlns:a16="http://schemas.microsoft.com/office/drawing/2014/main" id="{16A523D1-7B3A-44DC-B370-7B4C12C4908C}"/>
                </a:ext>
              </a:extLst>
            </p:cNvPr>
            <p:cNvSpPr/>
            <p:nvPr/>
          </p:nvSpPr>
          <p:spPr>
            <a:xfrm>
              <a:off x="4467615" y="2192613"/>
              <a:ext cx="720725" cy="233896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7" name="矩形 26">
              <a:extLst>
                <a:ext uri="{FF2B5EF4-FFF2-40B4-BE49-F238E27FC236}">
                  <a16:creationId xmlns:a16="http://schemas.microsoft.com/office/drawing/2014/main" id="{10CCC709-A08B-47D4-BBED-FE1BD48CDF5C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8" name="矩形 27">
              <a:extLst>
                <a:ext uri="{FF2B5EF4-FFF2-40B4-BE49-F238E27FC236}">
                  <a16:creationId xmlns:a16="http://schemas.microsoft.com/office/drawing/2014/main" id="{DB906E00-6A0E-4AD2-817F-B1D5E73DA2A3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29" name="矩形 28">
              <a:extLst>
                <a:ext uri="{FF2B5EF4-FFF2-40B4-BE49-F238E27FC236}">
                  <a16:creationId xmlns:a16="http://schemas.microsoft.com/office/drawing/2014/main" id="{AEC0E50C-3379-4A34-BE59-582B3A2A56CA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3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cxnSp>
        <p:nvCxnSpPr>
          <p:cNvPr id="30" name="直接连接符 29">
            <a:extLst>
              <a:ext uri="{FF2B5EF4-FFF2-40B4-BE49-F238E27FC236}">
                <a16:creationId xmlns:a16="http://schemas.microsoft.com/office/drawing/2014/main" id="{79F7E629-FC98-4A17-A3E1-180123EBA6C1}"/>
              </a:ext>
            </a:extLst>
          </p:cNvPr>
          <p:cNvCxnSpPr/>
          <p:nvPr/>
        </p:nvCxnSpPr>
        <p:spPr>
          <a:xfrm>
            <a:off x="2859147" y="6148570"/>
            <a:ext cx="5924697" cy="0"/>
          </a:xfrm>
          <a:prstGeom prst="line">
            <a:avLst/>
          </a:prstGeom>
          <a:noFill/>
          <a:ln w="1905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33C4371E-6B4D-4A8B-B51E-293B326E66E1}"/>
              </a:ext>
            </a:extLst>
          </p:cNvPr>
          <p:cNvGrpSpPr/>
          <p:nvPr/>
        </p:nvGrpSpPr>
        <p:grpSpPr>
          <a:xfrm>
            <a:off x="2859147" y="4636991"/>
            <a:ext cx="891648" cy="2079427"/>
            <a:chOff x="4565610" y="4402820"/>
            <a:chExt cx="891648" cy="2079427"/>
          </a:xfrm>
        </p:grpSpPr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DF13EC83-5507-454A-A9DA-133ABAECAF8C}"/>
                </a:ext>
              </a:extLst>
            </p:cNvPr>
            <p:cNvSpPr txBox="1"/>
            <p:nvPr/>
          </p:nvSpPr>
          <p:spPr>
            <a:xfrm>
              <a:off x="4575284" y="6174470"/>
              <a:ext cx="88197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1" hangingPunct="1"/>
              <a:r>
                <a:rPr lang="en-US" altLang="zh-CN" sz="1400" b="1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Hit/miss</a:t>
              </a:r>
              <a:endParaRPr lang="zh-CN" altLang="en-US" sz="1400" b="1" i="1" dirty="0">
                <a:solidFill>
                  <a:srgbClr val="000000"/>
                </a:solidFill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33" name="直接连接符 32">
              <a:extLst>
                <a:ext uri="{FF2B5EF4-FFF2-40B4-BE49-F238E27FC236}">
                  <a16:creationId xmlns:a16="http://schemas.microsoft.com/office/drawing/2014/main" id="{CFA63FEC-8AFC-43F1-8C62-6F31534D85E2}"/>
                </a:ext>
              </a:extLst>
            </p:cNvPr>
            <p:cNvCxnSpPr/>
            <p:nvPr/>
          </p:nvCxnSpPr>
          <p:spPr>
            <a:xfrm>
              <a:off x="4565610" y="4402820"/>
              <a:ext cx="0" cy="1909362"/>
            </a:xfrm>
            <a:prstGeom prst="line">
              <a:avLst/>
            </a:prstGeom>
            <a:noFill/>
            <a:ln w="19050" cap="flat" cmpd="sng" algn="ctr">
              <a:solidFill>
                <a:srgbClr val="333333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</p:grpSp>
      <p:grpSp>
        <p:nvGrpSpPr>
          <p:cNvPr id="34" name="组合 33">
            <a:extLst>
              <a:ext uri="{FF2B5EF4-FFF2-40B4-BE49-F238E27FC236}">
                <a16:creationId xmlns:a16="http://schemas.microsoft.com/office/drawing/2014/main" id="{D87E2760-5D8B-46CF-A805-041EC1D05B06}"/>
              </a:ext>
            </a:extLst>
          </p:cNvPr>
          <p:cNvGrpSpPr/>
          <p:nvPr/>
        </p:nvGrpSpPr>
        <p:grpSpPr>
          <a:xfrm>
            <a:off x="3918994" y="2678252"/>
            <a:ext cx="3410199" cy="373888"/>
            <a:chOff x="4355976" y="2130352"/>
            <a:chExt cx="3168352" cy="338412"/>
          </a:xfrm>
        </p:grpSpPr>
        <p:sp>
          <p:nvSpPr>
            <p:cNvPr id="35" name="矩形 34">
              <a:extLst>
                <a:ext uri="{FF2B5EF4-FFF2-40B4-BE49-F238E27FC236}">
                  <a16:creationId xmlns:a16="http://schemas.microsoft.com/office/drawing/2014/main" id="{127CE7A4-AB58-48A0-8B2D-14DFF4E3B8D6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6" name="矩形 35">
              <a:extLst>
                <a:ext uri="{FF2B5EF4-FFF2-40B4-BE49-F238E27FC236}">
                  <a16:creationId xmlns:a16="http://schemas.microsoft.com/office/drawing/2014/main" id="{C5C047A6-2B89-41AF-827B-43BCF976A9EC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7" name="矩形 36">
              <a:extLst>
                <a:ext uri="{FF2B5EF4-FFF2-40B4-BE49-F238E27FC236}">
                  <a16:creationId xmlns:a16="http://schemas.microsoft.com/office/drawing/2014/main" id="{D88FEC7C-C3AE-4C45-B1C9-A94ED9E50028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8" name="矩形 37">
              <a:extLst>
                <a:ext uri="{FF2B5EF4-FFF2-40B4-BE49-F238E27FC236}">
                  <a16:creationId xmlns:a16="http://schemas.microsoft.com/office/drawing/2014/main" id="{28890549-D9AC-4A30-99E6-51198B710512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39" name="矩形 38">
              <a:extLst>
                <a:ext uri="{FF2B5EF4-FFF2-40B4-BE49-F238E27FC236}">
                  <a16:creationId xmlns:a16="http://schemas.microsoft.com/office/drawing/2014/main" id="{711D9DB8-7469-4577-9E56-7BDBCEF7E2FB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40" name="组合 39">
            <a:extLst>
              <a:ext uri="{FF2B5EF4-FFF2-40B4-BE49-F238E27FC236}">
                <a16:creationId xmlns:a16="http://schemas.microsoft.com/office/drawing/2014/main" id="{9FEB0A2B-4793-46FD-83DD-5E7607A82E9E}"/>
              </a:ext>
            </a:extLst>
          </p:cNvPr>
          <p:cNvGrpSpPr/>
          <p:nvPr/>
        </p:nvGrpSpPr>
        <p:grpSpPr>
          <a:xfrm>
            <a:off x="3918994" y="3106216"/>
            <a:ext cx="3410199" cy="373888"/>
            <a:chOff x="4355976" y="2130352"/>
            <a:chExt cx="3168352" cy="338412"/>
          </a:xfrm>
        </p:grpSpPr>
        <p:sp>
          <p:nvSpPr>
            <p:cNvPr id="41" name="矩形 40">
              <a:extLst>
                <a:ext uri="{FF2B5EF4-FFF2-40B4-BE49-F238E27FC236}">
                  <a16:creationId xmlns:a16="http://schemas.microsoft.com/office/drawing/2014/main" id="{0AE36218-E00D-40EB-8473-4C3185DC5B0F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2" name="矩形 41">
              <a:extLst>
                <a:ext uri="{FF2B5EF4-FFF2-40B4-BE49-F238E27FC236}">
                  <a16:creationId xmlns:a16="http://schemas.microsoft.com/office/drawing/2014/main" id="{3F219017-BAA7-49BF-A225-516DAC332D3B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3" name="矩形 42">
              <a:extLst>
                <a:ext uri="{FF2B5EF4-FFF2-40B4-BE49-F238E27FC236}">
                  <a16:creationId xmlns:a16="http://schemas.microsoft.com/office/drawing/2014/main" id="{EF0BE2BC-8B5E-4717-8AA5-5F619A20B559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4" name="矩形 43">
              <a:extLst>
                <a:ext uri="{FF2B5EF4-FFF2-40B4-BE49-F238E27FC236}">
                  <a16:creationId xmlns:a16="http://schemas.microsoft.com/office/drawing/2014/main" id="{0064E7C8-F096-4BD3-8D4D-4B9079C984BB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5" name="矩形 44">
              <a:extLst>
                <a:ext uri="{FF2B5EF4-FFF2-40B4-BE49-F238E27FC236}">
                  <a16:creationId xmlns:a16="http://schemas.microsoft.com/office/drawing/2014/main" id="{E394C48B-7153-44B9-9FF5-30C34ECE719F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46" name="组合 45">
            <a:extLst>
              <a:ext uri="{FF2B5EF4-FFF2-40B4-BE49-F238E27FC236}">
                <a16:creationId xmlns:a16="http://schemas.microsoft.com/office/drawing/2014/main" id="{2758FCFB-440A-4919-BCDF-BC29785C847C}"/>
              </a:ext>
            </a:extLst>
          </p:cNvPr>
          <p:cNvGrpSpPr/>
          <p:nvPr/>
        </p:nvGrpSpPr>
        <p:grpSpPr>
          <a:xfrm>
            <a:off x="3918994" y="3534179"/>
            <a:ext cx="3410199" cy="373888"/>
            <a:chOff x="4355976" y="2130352"/>
            <a:chExt cx="3168352" cy="338412"/>
          </a:xfrm>
        </p:grpSpPr>
        <p:sp>
          <p:nvSpPr>
            <p:cNvPr id="47" name="矩形 46">
              <a:extLst>
                <a:ext uri="{FF2B5EF4-FFF2-40B4-BE49-F238E27FC236}">
                  <a16:creationId xmlns:a16="http://schemas.microsoft.com/office/drawing/2014/main" id="{A3A667D1-7F4B-4137-9F51-8923C9FF142D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8" name="矩形 47">
              <a:extLst>
                <a:ext uri="{FF2B5EF4-FFF2-40B4-BE49-F238E27FC236}">
                  <a16:creationId xmlns:a16="http://schemas.microsoft.com/office/drawing/2014/main" id="{2447DCF0-FF99-472B-8CEA-6B7C00EA5311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/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49" name="矩形 48">
              <a:extLst>
                <a:ext uri="{FF2B5EF4-FFF2-40B4-BE49-F238E27FC236}">
                  <a16:creationId xmlns:a16="http://schemas.microsoft.com/office/drawing/2014/main" id="{B4BAD232-3ED5-4CC2-814A-6F223DDDF463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/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0" name="矩形 49">
              <a:extLst>
                <a:ext uri="{FF2B5EF4-FFF2-40B4-BE49-F238E27FC236}">
                  <a16:creationId xmlns:a16="http://schemas.microsoft.com/office/drawing/2014/main" id="{E5F8D873-5BDF-4DB3-92F5-0C692A55A34E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/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1" name="矩形 50">
              <a:extLst>
                <a:ext uri="{FF2B5EF4-FFF2-40B4-BE49-F238E27FC236}">
                  <a16:creationId xmlns:a16="http://schemas.microsoft.com/office/drawing/2014/main" id="{6E158AFF-B004-4627-A85B-6EC4E07D0767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/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2" name="组合 51">
            <a:extLst>
              <a:ext uri="{FF2B5EF4-FFF2-40B4-BE49-F238E27FC236}">
                <a16:creationId xmlns:a16="http://schemas.microsoft.com/office/drawing/2014/main" id="{0ACD467B-E7FB-493E-BDAA-E24243B4E6DB}"/>
              </a:ext>
            </a:extLst>
          </p:cNvPr>
          <p:cNvGrpSpPr/>
          <p:nvPr/>
        </p:nvGrpSpPr>
        <p:grpSpPr>
          <a:xfrm>
            <a:off x="3918994" y="4013451"/>
            <a:ext cx="3410199" cy="373888"/>
            <a:chOff x="4355976" y="2130352"/>
            <a:chExt cx="3168352" cy="338412"/>
          </a:xfrm>
        </p:grpSpPr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3DB6EBD5-B5D2-494A-AD3E-0F5E2AB0F74E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4" name="矩形 53">
              <a:extLst>
                <a:ext uri="{FF2B5EF4-FFF2-40B4-BE49-F238E27FC236}">
                  <a16:creationId xmlns:a16="http://schemas.microsoft.com/office/drawing/2014/main" id="{A5006543-2FDE-4A89-A41A-B404AD064EFF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5" name="矩形 54">
              <a:extLst>
                <a:ext uri="{FF2B5EF4-FFF2-40B4-BE49-F238E27FC236}">
                  <a16:creationId xmlns:a16="http://schemas.microsoft.com/office/drawing/2014/main" id="{94A64A9A-9434-48C2-8F04-FCE7043C0BFC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6" name="矩形 55">
              <a:extLst>
                <a:ext uri="{FF2B5EF4-FFF2-40B4-BE49-F238E27FC236}">
                  <a16:creationId xmlns:a16="http://schemas.microsoft.com/office/drawing/2014/main" id="{C2AF87E5-7ECD-4CF8-9633-178DC2B25FC1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57" name="矩形 56">
              <a:extLst>
                <a:ext uri="{FF2B5EF4-FFF2-40B4-BE49-F238E27FC236}">
                  <a16:creationId xmlns:a16="http://schemas.microsoft.com/office/drawing/2014/main" id="{5D6AD9B1-C2BA-47ED-BBF5-4D92A87525C8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8" name="组合 57">
            <a:extLst>
              <a:ext uri="{FF2B5EF4-FFF2-40B4-BE49-F238E27FC236}">
                <a16:creationId xmlns:a16="http://schemas.microsoft.com/office/drawing/2014/main" id="{C730472D-F734-4A73-B99B-7344A682F3D2}"/>
              </a:ext>
            </a:extLst>
          </p:cNvPr>
          <p:cNvGrpSpPr/>
          <p:nvPr/>
        </p:nvGrpSpPr>
        <p:grpSpPr>
          <a:xfrm>
            <a:off x="3918994" y="4441414"/>
            <a:ext cx="3410199" cy="373888"/>
            <a:chOff x="4355976" y="2130352"/>
            <a:chExt cx="3168352" cy="338412"/>
          </a:xfrm>
        </p:grpSpPr>
        <p:sp>
          <p:nvSpPr>
            <p:cNvPr id="59" name="矩形 58">
              <a:extLst>
                <a:ext uri="{FF2B5EF4-FFF2-40B4-BE49-F238E27FC236}">
                  <a16:creationId xmlns:a16="http://schemas.microsoft.com/office/drawing/2014/main" id="{48B6E1F6-ACFB-4B6F-80BD-874E02D20D64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0" name="矩形 59">
              <a:extLst>
                <a:ext uri="{FF2B5EF4-FFF2-40B4-BE49-F238E27FC236}">
                  <a16:creationId xmlns:a16="http://schemas.microsoft.com/office/drawing/2014/main" id="{5BFE0798-4C9C-4A7A-94EC-1398BA2FFC3C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1" name="矩形 60">
              <a:extLst>
                <a:ext uri="{FF2B5EF4-FFF2-40B4-BE49-F238E27FC236}">
                  <a16:creationId xmlns:a16="http://schemas.microsoft.com/office/drawing/2014/main" id="{D2B5A762-2784-4254-AC0A-BF141E4FF9B7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2" name="矩形 61">
              <a:extLst>
                <a:ext uri="{FF2B5EF4-FFF2-40B4-BE49-F238E27FC236}">
                  <a16:creationId xmlns:a16="http://schemas.microsoft.com/office/drawing/2014/main" id="{DFAE71E4-8E91-4820-B1C3-FAB8B527D7A6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3" name="矩形 62">
              <a:extLst>
                <a:ext uri="{FF2B5EF4-FFF2-40B4-BE49-F238E27FC236}">
                  <a16:creationId xmlns:a16="http://schemas.microsoft.com/office/drawing/2014/main" id="{C9DFE1A7-754C-44C1-B796-9DF93FFF89EB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4" name="组合 63">
            <a:extLst>
              <a:ext uri="{FF2B5EF4-FFF2-40B4-BE49-F238E27FC236}">
                <a16:creationId xmlns:a16="http://schemas.microsoft.com/office/drawing/2014/main" id="{652DD516-27DA-4A1D-8B01-B981AB0B3996}"/>
              </a:ext>
            </a:extLst>
          </p:cNvPr>
          <p:cNvGrpSpPr/>
          <p:nvPr/>
        </p:nvGrpSpPr>
        <p:grpSpPr>
          <a:xfrm>
            <a:off x="3918994" y="4869377"/>
            <a:ext cx="3410199" cy="373888"/>
            <a:chOff x="4355976" y="2130352"/>
            <a:chExt cx="3168352" cy="338412"/>
          </a:xfrm>
        </p:grpSpPr>
        <p:sp>
          <p:nvSpPr>
            <p:cNvPr id="65" name="矩形 64">
              <a:extLst>
                <a:ext uri="{FF2B5EF4-FFF2-40B4-BE49-F238E27FC236}">
                  <a16:creationId xmlns:a16="http://schemas.microsoft.com/office/drawing/2014/main" id="{1E46D4CD-5B59-4F30-86DE-C3AF3BB182C6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6" name="矩形 65">
              <a:extLst>
                <a:ext uri="{FF2B5EF4-FFF2-40B4-BE49-F238E27FC236}">
                  <a16:creationId xmlns:a16="http://schemas.microsoft.com/office/drawing/2014/main" id="{D87FA666-72A8-455C-8CCA-4D6325748CB4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7" name="矩形 66">
              <a:extLst>
                <a:ext uri="{FF2B5EF4-FFF2-40B4-BE49-F238E27FC236}">
                  <a16:creationId xmlns:a16="http://schemas.microsoft.com/office/drawing/2014/main" id="{39E87C16-2C86-4718-86D0-55FB7857A9BE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8" name="矩形 67">
              <a:extLst>
                <a:ext uri="{FF2B5EF4-FFF2-40B4-BE49-F238E27FC236}">
                  <a16:creationId xmlns:a16="http://schemas.microsoft.com/office/drawing/2014/main" id="{BBBDDB98-5699-4337-9019-C6664CFB3ABC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69" name="矩形 68">
              <a:extLst>
                <a:ext uri="{FF2B5EF4-FFF2-40B4-BE49-F238E27FC236}">
                  <a16:creationId xmlns:a16="http://schemas.microsoft.com/office/drawing/2014/main" id="{6FA1FF61-E91F-4BF6-BCBC-B73A888B2582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70" name="组合 69">
            <a:extLst>
              <a:ext uri="{FF2B5EF4-FFF2-40B4-BE49-F238E27FC236}">
                <a16:creationId xmlns:a16="http://schemas.microsoft.com/office/drawing/2014/main" id="{3225D0E8-9AFB-4034-A04B-679A780CE6E6}"/>
              </a:ext>
            </a:extLst>
          </p:cNvPr>
          <p:cNvGrpSpPr/>
          <p:nvPr/>
        </p:nvGrpSpPr>
        <p:grpSpPr>
          <a:xfrm>
            <a:off x="3918994" y="5297341"/>
            <a:ext cx="3410199" cy="373888"/>
            <a:chOff x="4355976" y="2130352"/>
            <a:chExt cx="3168352" cy="338412"/>
          </a:xfrm>
        </p:grpSpPr>
        <p:sp>
          <p:nvSpPr>
            <p:cNvPr id="71" name="矩形 70">
              <a:extLst>
                <a:ext uri="{FF2B5EF4-FFF2-40B4-BE49-F238E27FC236}">
                  <a16:creationId xmlns:a16="http://schemas.microsoft.com/office/drawing/2014/main" id="{FE7382D7-FD4E-4F62-9960-44562BE51C05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72" name="矩形 71">
              <a:extLst>
                <a:ext uri="{FF2B5EF4-FFF2-40B4-BE49-F238E27FC236}">
                  <a16:creationId xmlns:a16="http://schemas.microsoft.com/office/drawing/2014/main" id="{C7311804-A5C8-4E67-8F9A-079D6968FEB8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0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73" name="矩形 72">
              <a:extLst>
                <a:ext uri="{FF2B5EF4-FFF2-40B4-BE49-F238E27FC236}">
                  <a16:creationId xmlns:a16="http://schemas.microsoft.com/office/drawing/2014/main" id="{9D4EF679-BC61-4E35-8913-F40E8B4BD373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1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74" name="矩形 73">
              <a:extLst>
                <a:ext uri="{FF2B5EF4-FFF2-40B4-BE49-F238E27FC236}">
                  <a16:creationId xmlns:a16="http://schemas.microsoft.com/office/drawing/2014/main" id="{95BB9936-AAA2-41E1-B66D-1B9C8C909652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2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  <p:sp>
          <p:nvSpPr>
            <p:cNvPr id="75" name="矩形 74">
              <a:extLst>
                <a:ext uri="{FF2B5EF4-FFF2-40B4-BE49-F238E27FC236}">
                  <a16:creationId xmlns:a16="http://schemas.microsoft.com/office/drawing/2014/main" id="{09233006-7236-4F43-B0AA-AF4B92C46722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CN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rPr>
                <a:t>3</a:t>
              </a:r>
              <a:endParaRPr lang="zh-CN" altLang="en-US" sz="1600" kern="0" dirty="0">
                <a:solidFill>
                  <a:srgbClr val="000000"/>
                </a:solidFill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76" name="组合 75">
            <a:extLst>
              <a:ext uri="{FF2B5EF4-FFF2-40B4-BE49-F238E27FC236}">
                <a16:creationId xmlns:a16="http://schemas.microsoft.com/office/drawing/2014/main" id="{E6298645-1CA8-43C3-A916-91381AE0D374}"/>
              </a:ext>
            </a:extLst>
          </p:cNvPr>
          <p:cNvGrpSpPr/>
          <p:nvPr/>
        </p:nvGrpSpPr>
        <p:grpSpPr>
          <a:xfrm>
            <a:off x="2801458" y="1661374"/>
            <a:ext cx="328155" cy="1734854"/>
            <a:chOff x="3668928" y="1599820"/>
            <a:chExt cx="304883" cy="1570242"/>
          </a:xfrm>
        </p:grpSpPr>
        <p:sp>
          <p:nvSpPr>
            <p:cNvPr id="77" name="文本框 76">
              <a:extLst>
                <a:ext uri="{FF2B5EF4-FFF2-40B4-BE49-F238E27FC236}">
                  <a16:creationId xmlns:a16="http://schemas.microsoft.com/office/drawing/2014/main" id="{BAEFA124-DE47-4662-91AE-0FBBF19A1B5E}"/>
                </a:ext>
              </a:extLst>
            </p:cNvPr>
            <p:cNvSpPr txBox="1"/>
            <p:nvPr/>
          </p:nvSpPr>
          <p:spPr>
            <a:xfrm>
              <a:off x="3704185" y="2741270"/>
              <a:ext cx="26962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1" hangingPunct="1">
                <a:defRPr/>
              </a:pPr>
              <a:r>
                <a:rPr lang="en-US" altLang="zh-CN" sz="1400" i="1" kern="0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1</a:t>
              </a:r>
              <a:endParaRPr lang="zh-CN" altLang="en-US" sz="1400" i="1" kern="0" dirty="0">
                <a:solidFill>
                  <a:srgbClr val="000000"/>
                </a:solidFill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78" name="直接连接符 77">
              <a:extLst>
                <a:ext uri="{FF2B5EF4-FFF2-40B4-BE49-F238E27FC236}">
                  <a16:creationId xmlns:a16="http://schemas.microsoft.com/office/drawing/2014/main" id="{E7175720-05E4-4079-B5B1-1A4C6645CED4}"/>
                </a:ext>
              </a:extLst>
            </p:cNvPr>
            <p:cNvCxnSpPr/>
            <p:nvPr/>
          </p:nvCxnSpPr>
          <p:spPr>
            <a:xfrm>
              <a:off x="3758063" y="2819125"/>
              <a:ext cx="0" cy="248013"/>
            </a:xfrm>
            <a:prstGeom prst="line">
              <a:avLst/>
            </a:prstGeom>
            <a:noFill/>
            <a:ln w="9525" cap="flat" cmpd="sng" algn="ctr">
              <a:solidFill>
                <a:srgbClr val="FF6600"/>
              </a:solidFill>
              <a:prstDash val="solid"/>
            </a:ln>
            <a:effectLst/>
          </p:spPr>
        </p:cxnSp>
        <p:cxnSp>
          <p:nvCxnSpPr>
            <p:cNvPr id="79" name="直接连接符 78">
              <a:extLst>
                <a:ext uri="{FF2B5EF4-FFF2-40B4-BE49-F238E27FC236}">
                  <a16:creationId xmlns:a16="http://schemas.microsoft.com/office/drawing/2014/main" id="{CE4E5A50-FFCF-45F3-8EF5-B3A13D404045}"/>
                </a:ext>
              </a:extLst>
            </p:cNvPr>
            <p:cNvCxnSpPr/>
            <p:nvPr/>
          </p:nvCxnSpPr>
          <p:spPr>
            <a:xfrm>
              <a:off x="3668928" y="1599820"/>
              <a:ext cx="0" cy="1570242"/>
            </a:xfrm>
            <a:prstGeom prst="line">
              <a:avLst/>
            </a:prstGeom>
            <a:noFill/>
            <a:ln w="25400" cap="flat" cmpd="sng" algn="ctr">
              <a:solidFill>
                <a:srgbClr val="00B0F0"/>
              </a:solidFill>
              <a:prstDash val="solid"/>
            </a:ln>
            <a:effectLst/>
          </p:spPr>
        </p:cxnSp>
      </p:grpSp>
      <p:grpSp>
        <p:nvGrpSpPr>
          <p:cNvPr id="80" name="组合 79">
            <a:extLst>
              <a:ext uri="{FF2B5EF4-FFF2-40B4-BE49-F238E27FC236}">
                <a16:creationId xmlns:a16="http://schemas.microsoft.com/office/drawing/2014/main" id="{7F10DED0-1841-4B3F-AB49-06070265FE59}"/>
              </a:ext>
            </a:extLst>
          </p:cNvPr>
          <p:cNvGrpSpPr/>
          <p:nvPr/>
        </p:nvGrpSpPr>
        <p:grpSpPr>
          <a:xfrm>
            <a:off x="348985" y="2362717"/>
            <a:ext cx="416676" cy="2934626"/>
            <a:chOff x="1390381" y="2234615"/>
            <a:chExt cx="387126" cy="2656173"/>
          </a:xfrm>
        </p:grpSpPr>
        <p:cxnSp>
          <p:nvCxnSpPr>
            <p:cNvPr id="81" name="直接连接符 80">
              <a:extLst>
                <a:ext uri="{FF2B5EF4-FFF2-40B4-BE49-F238E27FC236}">
                  <a16:creationId xmlns:a16="http://schemas.microsoft.com/office/drawing/2014/main" id="{3ABEC56B-EBF4-4B79-AAD3-B04A4321CD8F}"/>
                </a:ext>
              </a:extLst>
            </p:cNvPr>
            <p:cNvCxnSpPr/>
            <p:nvPr/>
          </p:nvCxnSpPr>
          <p:spPr>
            <a:xfrm>
              <a:off x="1441461" y="2527441"/>
              <a:ext cx="274311" cy="0"/>
            </a:xfrm>
            <a:prstGeom prst="line">
              <a:avLst/>
            </a:prstGeom>
            <a:noFill/>
            <a:ln w="19050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82" name="直接连接符 81">
              <a:extLst>
                <a:ext uri="{FF2B5EF4-FFF2-40B4-BE49-F238E27FC236}">
                  <a16:creationId xmlns:a16="http://schemas.microsoft.com/office/drawing/2014/main" id="{C3349E43-61A1-4285-9340-094C5D0816E0}"/>
                </a:ext>
              </a:extLst>
            </p:cNvPr>
            <p:cNvCxnSpPr/>
            <p:nvPr/>
          </p:nvCxnSpPr>
          <p:spPr>
            <a:xfrm>
              <a:off x="1443803" y="3294924"/>
              <a:ext cx="274311" cy="0"/>
            </a:xfrm>
            <a:prstGeom prst="line">
              <a:avLst/>
            </a:prstGeom>
            <a:noFill/>
            <a:ln w="19050" cap="flat" cmpd="sng" algn="ctr">
              <a:solidFill>
                <a:srgbClr val="00CC00"/>
              </a:solidFill>
              <a:prstDash val="solid"/>
            </a:ln>
            <a:effectLst/>
          </p:spPr>
        </p:cxnSp>
        <p:cxnSp>
          <p:nvCxnSpPr>
            <p:cNvPr id="83" name="直接连接符 82">
              <a:extLst>
                <a:ext uri="{FF2B5EF4-FFF2-40B4-BE49-F238E27FC236}">
                  <a16:creationId xmlns:a16="http://schemas.microsoft.com/office/drawing/2014/main" id="{3F4BAEAA-BC87-4F95-9A18-100EA3594425}"/>
                </a:ext>
              </a:extLst>
            </p:cNvPr>
            <p:cNvCxnSpPr/>
            <p:nvPr/>
          </p:nvCxnSpPr>
          <p:spPr>
            <a:xfrm>
              <a:off x="1428451" y="4079791"/>
              <a:ext cx="274311" cy="0"/>
            </a:xfrm>
            <a:prstGeom prst="line">
              <a:avLst/>
            </a:prstGeom>
            <a:noFill/>
            <a:ln w="19050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84" name="直接连接符 83">
              <a:extLst>
                <a:ext uri="{FF2B5EF4-FFF2-40B4-BE49-F238E27FC236}">
                  <a16:creationId xmlns:a16="http://schemas.microsoft.com/office/drawing/2014/main" id="{F8083F5B-B0FD-4E56-BE59-E6D69DD5267D}"/>
                </a:ext>
              </a:extLst>
            </p:cNvPr>
            <p:cNvCxnSpPr/>
            <p:nvPr/>
          </p:nvCxnSpPr>
          <p:spPr>
            <a:xfrm>
              <a:off x="1446563" y="4890788"/>
              <a:ext cx="274311" cy="0"/>
            </a:xfrm>
            <a:prstGeom prst="line">
              <a:avLst/>
            </a:prstGeom>
            <a:noFill/>
            <a:ln w="19050" cap="flat" cmpd="sng" algn="ctr">
              <a:solidFill>
                <a:srgbClr val="C00000"/>
              </a:solidFill>
              <a:prstDash val="solid"/>
            </a:ln>
            <a:effectLst/>
          </p:spPr>
        </p:cxnSp>
        <p:grpSp>
          <p:nvGrpSpPr>
            <p:cNvPr id="85" name="组合 84">
              <a:extLst>
                <a:ext uri="{FF2B5EF4-FFF2-40B4-BE49-F238E27FC236}">
                  <a16:creationId xmlns:a16="http://schemas.microsoft.com/office/drawing/2014/main" id="{AEA03A11-6F98-4305-BC46-AC98F1505F2F}"/>
                </a:ext>
              </a:extLst>
            </p:cNvPr>
            <p:cNvGrpSpPr/>
            <p:nvPr/>
          </p:nvGrpSpPr>
          <p:grpSpPr>
            <a:xfrm>
              <a:off x="1390381" y="2234615"/>
              <a:ext cx="387126" cy="2653572"/>
              <a:chOff x="947990" y="2357340"/>
              <a:chExt cx="387126" cy="2653572"/>
            </a:xfrm>
          </p:grpSpPr>
          <p:sp>
            <p:nvSpPr>
              <p:cNvPr id="86" name="文本框 85">
                <a:extLst>
                  <a:ext uri="{FF2B5EF4-FFF2-40B4-BE49-F238E27FC236}">
                    <a16:creationId xmlns:a16="http://schemas.microsoft.com/office/drawing/2014/main" id="{0CC715DC-FB84-4DE3-823B-53F499098239}"/>
                  </a:ext>
                </a:extLst>
              </p:cNvPr>
              <p:cNvSpPr txBox="1"/>
              <p:nvPr/>
            </p:nvSpPr>
            <p:spPr>
              <a:xfrm>
                <a:off x="947990" y="2357340"/>
                <a:ext cx="375607" cy="27857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>
                  <a:defRPr/>
                </a:pPr>
                <a:r>
                  <a:rPr lang="en-US" altLang="zh-CN" sz="1400" i="1" kern="0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S0</a:t>
                </a:r>
                <a:endParaRPr lang="zh-CN" altLang="en-US" sz="1400" i="1" kern="0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87" name="文本框 86">
                <a:extLst>
                  <a:ext uri="{FF2B5EF4-FFF2-40B4-BE49-F238E27FC236}">
                    <a16:creationId xmlns:a16="http://schemas.microsoft.com/office/drawing/2014/main" id="{C2A67FA2-4ABB-4066-898C-B9E37FA7284B}"/>
                  </a:ext>
                </a:extLst>
              </p:cNvPr>
              <p:cNvSpPr txBox="1"/>
              <p:nvPr/>
            </p:nvSpPr>
            <p:spPr>
              <a:xfrm>
                <a:off x="952064" y="3118931"/>
                <a:ext cx="375607" cy="27857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>
                  <a:defRPr/>
                </a:pPr>
                <a:r>
                  <a:rPr lang="en-US" altLang="zh-CN" sz="1400" i="1" kern="0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S1</a:t>
                </a:r>
                <a:endParaRPr lang="zh-CN" altLang="en-US" sz="1400" i="1" kern="0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88" name="文本框 87">
                <a:extLst>
                  <a:ext uri="{FF2B5EF4-FFF2-40B4-BE49-F238E27FC236}">
                    <a16:creationId xmlns:a16="http://schemas.microsoft.com/office/drawing/2014/main" id="{37889A2F-787A-4986-808A-573D3615608B}"/>
                  </a:ext>
                </a:extLst>
              </p:cNvPr>
              <p:cNvSpPr txBox="1"/>
              <p:nvPr/>
            </p:nvSpPr>
            <p:spPr>
              <a:xfrm>
                <a:off x="959508" y="3921464"/>
                <a:ext cx="375608" cy="27857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>
                  <a:defRPr/>
                </a:pPr>
                <a:r>
                  <a:rPr lang="en-US" altLang="zh-CN" sz="1400" i="1" kern="0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S2</a:t>
                </a:r>
                <a:endParaRPr lang="zh-CN" altLang="en-US" sz="1400" i="1" kern="0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89" name="文本框 88">
                <a:extLst>
                  <a:ext uri="{FF2B5EF4-FFF2-40B4-BE49-F238E27FC236}">
                    <a16:creationId xmlns:a16="http://schemas.microsoft.com/office/drawing/2014/main" id="{938502F5-E23B-47AD-AAC0-8F33C241845C}"/>
                  </a:ext>
                </a:extLst>
              </p:cNvPr>
              <p:cNvSpPr txBox="1"/>
              <p:nvPr/>
            </p:nvSpPr>
            <p:spPr>
              <a:xfrm>
                <a:off x="948416" y="4732338"/>
                <a:ext cx="375607" cy="27857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hangingPunct="1">
                  <a:defRPr/>
                </a:pPr>
                <a:r>
                  <a:rPr lang="en-US" altLang="zh-CN" sz="1400" i="1" kern="0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rPr>
                  <a:t>S3</a:t>
                </a:r>
                <a:endParaRPr lang="zh-CN" altLang="en-US" sz="1400" i="1" kern="0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</p:grpSp>
      </p:grpSp>
      <p:sp>
        <p:nvSpPr>
          <p:cNvPr id="90" name="矩形 89">
            <a:extLst>
              <a:ext uri="{FF2B5EF4-FFF2-40B4-BE49-F238E27FC236}">
                <a16:creationId xmlns:a16="http://schemas.microsoft.com/office/drawing/2014/main" id="{76ED10C5-2BCB-41C6-BF86-22FA4FA060C3}"/>
              </a:ext>
            </a:extLst>
          </p:cNvPr>
          <p:cNvSpPr/>
          <p:nvPr/>
        </p:nvSpPr>
        <p:spPr>
          <a:xfrm>
            <a:off x="2700465" y="3282514"/>
            <a:ext cx="297952" cy="1354478"/>
          </a:xfrm>
          <a:prstGeom prst="rect">
            <a:avLst/>
          </a:prstGeom>
          <a:solidFill>
            <a:srgbClr val="00B050"/>
          </a:solidFill>
          <a:ln w="1270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endParaRPr lang="en-US" altLang="zh-CN" sz="1400" kern="0" dirty="0">
              <a:solidFill>
                <a:srgbClr val="FFFFFF"/>
              </a:solidFill>
              <a:latin typeface="微软雅黑"/>
              <a:ea typeface="微软雅黑"/>
            </a:endParaRPr>
          </a:p>
          <a:p>
            <a:pPr algn="ctr" eaLnBrk="1" hangingPunct="1">
              <a:defRPr/>
            </a:pPr>
            <a:r>
              <a:rPr lang="en-US" altLang="zh-CN" sz="1400" kern="0" dirty="0">
                <a:solidFill>
                  <a:srgbClr val="FFFFFF"/>
                </a:solidFill>
                <a:latin typeface="微软雅黑"/>
                <a:ea typeface="微软雅黑"/>
              </a:rPr>
              <a:t>k</a:t>
            </a:r>
            <a:r>
              <a:rPr lang="zh-CN" altLang="en-US" sz="1400" kern="0" dirty="0">
                <a:solidFill>
                  <a:srgbClr val="FFFFFF"/>
                </a:solidFill>
                <a:latin typeface="微软雅黑"/>
                <a:ea typeface="微软雅黑"/>
              </a:rPr>
              <a:t>路并发比较</a:t>
            </a:r>
            <a:endParaRPr lang="en-US" altLang="zh-CN" sz="1400" kern="0" dirty="0">
              <a:solidFill>
                <a:srgbClr val="FFFFFF"/>
              </a:solidFill>
              <a:latin typeface="微软雅黑"/>
              <a:ea typeface="微软雅黑"/>
            </a:endParaRPr>
          </a:p>
          <a:p>
            <a:pPr algn="ctr" eaLnBrk="1" hangingPunct="1">
              <a:defRPr/>
            </a:pPr>
            <a:endParaRPr lang="zh-CN" altLang="en-US" sz="1400" kern="0" dirty="0">
              <a:solidFill>
                <a:srgbClr val="FFFFFF"/>
              </a:solidFill>
              <a:latin typeface="微软雅黑"/>
              <a:ea typeface="微软雅黑"/>
            </a:endParaRPr>
          </a:p>
        </p:txBody>
      </p:sp>
      <p:grpSp>
        <p:nvGrpSpPr>
          <p:cNvPr id="91" name="组合 90">
            <a:extLst>
              <a:ext uri="{FF2B5EF4-FFF2-40B4-BE49-F238E27FC236}">
                <a16:creationId xmlns:a16="http://schemas.microsoft.com/office/drawing/2014/main" id="{1602B849-303C-43FD-950A-D2DBA7A7A7C8}"/>
              </a:ext>
            </a:extLst>
          </p:cNvPr>
          <p:cNvGrpSpPr/>
          <p:nvPr/>
        </p:nvGrpSpPr>
        <p:grpSpPr>
          <a:xfrm>
            <a:off x="-696340" y="2673907"/>
            <a:ext cx="2218225" cy="2502589"/>
            <a:chOff x="419189" y="2516278"/>
            <a:chExt cx="2060911" cy="2265131"/>
          </a:xfrm>
        </p:grpSpPr>
        <p:sp>
          <p:nvSpPr>
            <p:cNvPr id="92" name="斜纹 91">
              <a:extLst>
                <a:ext uri="{FF2B5EF4-FFF2-40B4-BE49-F238E27FC236}">
                  <a16:creationId xmlns:a16="http://schemas.microsoft.com/office/drawing/2014/main" id="{B9804B1A-8C86-4AAD-879D-25CF48899A9C}"/>
                </a:ext>
              </a:extLst>
            </p:cNvPr>
            <p:cNvSpPr/>
            <p:nvPr/>
          </p:nvSpPr>
          <p:spPr>
            <a:xfrm rot="19109983">
              <a:off x="419189" y="2516278"/>
              <a:ext cx="2060911" cy="2265131"/>
            </a:xfrm>
            <a:prstGeom prst="diagStripe">
              <a:avLst>
                <a:gd name="adj" fmla="val 78754"/>
              </a:avLst>
            </a:prstGeom>
            <a:solidFill>
              <a:srgbClr val="CCFFCC"/>
            </a:solidFill>
            <a:ln w="12700" cap="flat" cmpd="sng" algn="ctr">
              <a:solidFill>
                <a:srgbClr val="333333">
                  <a:shade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eaLnBrk="1" hangingPunct="1">
                <a:defRPr/>
              </a:pPr>
              <a:endParaRPr lang="zh-CN" altLang="en-US" sz="1000" kern="0" dirty="0">
                <a:solidFill>
                  <a:srgbClr val="000000"/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93" name="文本框 92">
              <a:extLst>
                <a:ext uri="{FF2B5EF4-FFF2-40B4-BE49-F238E27FC236}">
                  <a16:creationId xmlns:a16="http://schemas.microsoft.com/office/drawing/2014/main" id="{B75FAFF5-20BD-4351-BC53-D2D4E6DB9377}"/>
                </a:ext>
              </a:extLst>
            </p:cNvPr>
            <p:cNvSpPr txBox="1"/>
            <p:nvPr/>
          </p:nvSpPr>
          <p:spPr>
            <a:xfrm>
              <a:off x="1094627" y="2871235"/>
              <a:ext cx="295324" cy="1420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1" hangingPunct="1">
                <a:defRPr/>
              </a:pPr>
              <a:r>
                <a:rPr lang="zh-CN" altLang="en-US" sz="1600" kern="0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组索引译码器</a:t>
              </a:r>
            </a:p>
          </p:txBody>
        </p:sp>
      </p:grpSp>
      <p:grpSp>
        <p:nvGrpSpPr>
          <p:cNvPr id="94" name="组合 93">
            <a:extLst>
              <a:ext uri="{FF2B5EF4-FFF2-40B4-BE49-F238E27FC236}">
                <a16:creationId xmlns:a16="http://schemas.microsoft.com/office/drawing/2014/main" id="{9DB003A1-99BE-4973-8C7E-E0EAEFF1C4B5}"/>
              </a:ext>
            </a:extLst>
          </p:cNvPr>
          <p:cNvGrpSpPr/>
          <p:nvPr/>
        </p:nvGrpSpPr>
        <p:grpSpPr>
          <a:xfrm>
            <a:off x="7364164" y="2179735"/>
            <a:ext cx="1875250" cy="3418733"/>
            <a:chOff x="8485545" y="2434862"/>
            <a:chExt cx="1701434" cy="3101851"/>
          </a:xfrm>
        </p:grpSpPr>
        <p:grpSp>
          <p:nvGrpSpPr>
            <p:cNvPr id="95" name="组合 94">
              <a:extLst>
                <a:ext uri="{FF2B5EF4-FFF2-40B4-BE49-F238E27FC236}">
                  <a16:creationId xmlns:a16="http://schemas.microsoft.com/office/drawing/2014/main" id="{5DC2F90C-24BD-46B9-848D-49090CBB19EF}"/>
                </a:ext>
              </a:extLst>
            </p:cNvPr>
            <p:cNvGrpSpPr/>
            <p:nvPr/>
          </p:nvGrpSpPr>
          <p:grpSpPr>
            <a:xfrm>
              <a:off x="8485545" y="2434862"/>
              <a:ext cx="607552" cy="378508"/>
              <a:chOff x="6944101" y="2283225"/>
              <a:chExt cx="607552" cy="378508"/>
            </a:xfrm>
          </p:grpSpPr>
          <p:sp>
            <p:nvSpPr>
              <p:cNvPr id="157" name="等腰三角形 156">
                <a:extLst>
                  <a:ext uri="{FF2B5EF4-FFF2-40B4-BE49-F238E27FC236}">
                    <a16:creationId xmlns:a16="http://schemas.microsoft.com/office/drawing/2014/main" id="{EA418A56-46E9-4B60-97C1-CB3F4AD41648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158" name="直接连接符 157">
                <a:extLst>
                  <a:ext uri="{FF2B5EF4-FFF2-40B4-BE49-F238E27FC236}">
                    <a16:creationId xmlns:a16="http://schemas.microsoft.com/office/drawing/2014/main" id="{FCD7194C-2EAB-4E22-BFA8-480BBB925476}"/>
                  </a:ext>
                </a:extLst>
              </p:cNvPr>
              <p:cNvCxnSpPr>
                <a:endCxn id="157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59" name="直接连接符 158">
                <a:extLst>
                  <a:ext uri="{FF2B5EF4-FFF2-40B4-BE49-F238E27FC236}">
                    <a16:creationId xmlns:a16="http://schemas.microsoft.com/office/drawing/2014/main" id="{A22AB03B-7B43-4D29-A4A3-A0254E1D44CA}"/>
                  </a:ext>
                </a:extLst>
              </p:cNvPr>
              <p:cNvCxnSpPr>
                <a:stCxn id="157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60" name="直接连接符 159">
                <a:extLst>
                  <a:ext uri="{FF2B5EF4-FFF2-40B4-BE49-F238E27FC236}">
                    <a16:creationId xmlns:a16="http://schemas.microsoft.com/office/drawing/2014/main" id="{9BFBAF76-BAFD-4A31-92F9-5775EBF3A8A7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161" name="文本框 160">
                <a:extLst>
                  <a:ext uri="{FF2B5EF4-FFF2-40B4-BE49-F238E27FC236}">
                    <a16:creationId xmlns:a16="http://schemas.microsoft.com/office/drawing/2014/main" id="{17841F96-69DE-4E3F-A0FF-0E62D1063C41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L0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cxnSp>
          <p:nvCxnSpPr>
            <p:cNvPr id="96" name="直接连接符 95">
              <a:extLst>
                <a:ext uri="{FF2B5EF4-FFF2-40B4-BE49-F238E27FC236}">
                  <a16:creationId xmlns:a16="http://schemas.microsoft.com/office/drawing/2014/main" id="{6E78B7B4-AB27-4383-85A5-F973E3838B93}"/>
                </a:ext>
              </a:extLst>
            </p:cNvPr>
            <p:cNvCxnSpPr/>
            <p:nvPr/>
          </p:nvCxnSpPr>
          <p:spPr>
            <a:xfrm rot="16200000">
              <a:off x="10054341" y="3966761"/>
              <a:ext cx="0" cy="265276"/>
            </a:xfrm>
            <a:prstGeom prst="line">
              <a:avLst/>
            </a:prstGeom>
            <a:noFill/>
            <a:ln w="25400" cap="flat" cmpd="sng" algn="ctr">
              <a:solidFill>
                <a:srgbClr val="5B9BD5"/>
              </a:solidFill>
              <a:prstDash val="solid"/>
              <a:miter lim="800000"/>
              <a:tailEnd type="triangle"/>
            </a:ln>
            <a:effectLst/>
          </p:spPr>
        </p:cxnSp>
        <p:grpSp>
          <p:nvGrpSpPr>
            <p:cNvPr id="97" name="组合 96">
              <a:extLst>
                <a:ext uri="{FF2B5EF4-FFF2-40B4-BE49-F238E27FC236}">
                  <a16:creationId xmlns:a16="http://schemas.microsoft.com/office/drawing/2014/main" id="{50B87104-2B7A-4D24-83E4-18CA75BF2101}"/>
                </a:ext>
              </a:extLst>
            </p:cNvPr>
            <p:cNvGrpSpPr/>
            <p:nvPr/>
          </p:nvGrpSpPr>
          <p:grpSpPr>
            <a:xfrm>
              <a:off x="8485545" y="2760514"/>
              <a:ext cx="600861" cy="430135"/>
              <a:chOff x="6944101" y="2231598"/>
              <a:chExt cx="600861" cy="430135"/>
            </a:xfrm>
          </p:grpSpPr>
          <p:sp>
            <p:nvSpPr>
              <p:cNvPr id="152" name="等腰三角形 151">
                <a:extLst>
                  <a:ext uri="{FF2B5EF4-FFF2-40B4-BE49-F238E27FC236}">
                    <a16:creationId xmlns:a16="http://schemas.microsoft.com/office/drawing/2014/main" id="{AB5147A4-8A07-40F9-9A0A-AF7160458103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153" name="直接连接符 152">
                <a:extLst>
                  <a:ext uri="{FF2B5EF4-FFF2-40B4-BE49-F238E27FC236}">
                    <a16:creationId xmlns:a16="http://schemas.microsoft.com/office/drawing/2014/main" id="{2E52D65B-AA15-45F3-9C7F-88A151E721BD}"/>
                  </a:ext>
                </a:extLst>
              </p:cNvPr>
              <p:cNvCxnSpPr>
                <a:endCxn id="152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54" name="直接连接符 153">
                <a:extLst>
                  <a:ext uri="{FF2B5EF4-FFF2-40B4-BE49-F238E27FC236}">
                    <a16:creationId xmlns:a16="http://schemas.microsoft.com/office/drawing/2014/main" id="{5064F832-8BA9-4C6E-B292-DF5CD7E8ADDB}"/>
                  </a:ext>
                </a:extLst>
              </p:cNvPr>
              <p:cNvCxnSpPr>
                <a:stCxn id="152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55" name="直接连接符 154">
                <a:extLst>
                  <a:ext uri="{FF2B5EF4-FFF2-40B4-BE49-F238E27FC236}">
                    <a16:creationId xmlns:a16="http://schemas.microsoft.com/office/drawing/2014/main" id="{8D32413B-1BD8-4B13-81B3-F23C3A40EA30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156" name="文本框 155">
                <a:extLst>
                  <a:ext uri="{FF2B5EF4-FFF2-40B4-BE49-F238E27FC236}">
                    <a16:creationId xmlns:a16="http://schemas.microsoft.com/office/drawing/2014/main" id="{490FA3CF-BD5D-48EA-B5E1-94F8017953BB}"/>
                  </a:ext>
                </a:extLst>
              </p:cNvPr>
              <p:cNvSpPr txBox="1"/>
              <p:nvPr/>
            </p:nvSpPr>
            <p:spPr>
              <a:xfrm>
                <a:off x="7204804" y="2231598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L1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98" name="组合 97">
              <a:extLst>
                <a:ext uri="{FF2B5EF4-FFF2-40B4-BE49-F238E27FC236}">
                  <a16:creationId xmlns:a16="http://schemas.microsoft.com/office/drawing/2014/main" id="{9C73049D-5DDF-46E6-8408-6F0196BD4F72}"/>
                </a:ext>
              </a:extLst>
            </p:cNvPr>
            <p:cNvGrpSpPr/>
            <p:nvPr/>
          </p:nvGrpSpPr>
          <p:grpSpPr>
            <a:xfrm>
              <a:off x="8485545" y="3203033"/>
              <a:ext cx="607552" cy="378508"/>
              <a:chOff x="6944101" y="2283225"/>
              <a:chExt cx="607552" cy="378508"/>
            </a:xfrm>
          </p:grpSpPr>
          <p:sp>
            <p:nvSpPr>
              <p:cNvPr id="147" name="等腰三角形 146">
                <a:extLst>
                  <a:ext uri="{FF2B5EF4-FFF2-40B4-BE49-F238E27FC236}">
                    <a16:creationId xmlns:a16="http://schemas.microsoft.com/office/drawing/2014/main" id="{97E2F44E-45A7-48C6-8E4B-91E963D717F3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148" name="直接连接符 147">
                <a:extLst>
                  <a:ext uri="{FF2B5EF4-FFF2-40B4-BE49-F238E27FC236}">
                    <a16:creationId xmlns:a16="http://schemas.microsoft.com/office/drawing/2014/main" id="{7C9F21A3-9713-4677-A6C1-69360D02E134}"/>
                  </a:ext>
                </a:extLst>
              </p:cNvPr>
              <p:cNvCxnSpPr>
                <a:endCxn id="147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49" name="直接连接符 148">
                <a:extLst>
                  <a:ext uri="{FF2B5EF4-FFF2-40B4-BE49-F238E27FC236}">
                    <a16:creationId xmlns:a16="http://schemas.microsoft.com/office/drawing/2014/main" id="{1FE68CD4-3528-4CF1-BF1A-61045379FCFF}"/>
                  </a:ext>
                </a:extLst>
              </p:cNvPr>
              <p:cNvCxnSpPr>
                <a:stCxn id="147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50" name="直接连接符 149">
                <a:extLst>
                  <a:ext uri="{FF2B5EF4-FFF2-40B4-BE49-F238E27FC236}">
                    <a16:creationId xmlns:a16="http://schemas.microsoft.com/office/drawing/2014/main" id="{D73D4AD4-C2C4-4C6E-A5BE-7ECD2C5B37A2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151" name="文本框 150">
                <a:extLst>
                  <a:ext uri="{FF2B5EF4-FFF2-40B4-BE49-F238E27FC236}">
                    <a16:creationId xmlns:a16="http://schemas.microsoft.com/office/drawing/2014/main" id="{19BB4413-74D2-4708-9B56-514B999EE773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L2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99" name="组合 98">
              <a:extLst>
                <a:ext uri="{FF2B5EF4-FFF2-40B4-BE49-F238E27FC236}">
                  <a16:creationId xmlns:a16="http://schemas.microsoft.com/office/drawing/2014/main" id="{65320F1F-3238-4CA9-8D38-475813550E90}"/>
                </a:ext>
              </a:extLst>
            </p:cNvPr>
            <p:cNvGrpSpPr/>
            <p:nvPr/>
          </p:nvGrpSpPr>
          <p:grpSpPr>
            <a:xfrm>
              <a:off x="8485545" y="3598765"/>
              <a:ext cx="607552" cy="378508"/>
              <a:chOff x="6944101" y="2283225"/>
              <a:chExt cx="607552" cy="378508"/>
            </a:xfrm>
          </p:grpSpPr>
          <p:sp>
            <p:nvSpPr>
              <p:cNvPr id="142" name="等腰三角形 141">
                <a:extLst>
                  <a:ext uri="{FF2B5EF4-FFF2-40B4-BE49-F238E27FC236}">
                    <a16:creationId xmlns:a16="http://schemas.microsoft.com/office/drawing/2014/main" id="{09B22745-179B-4248-AE72-0C5FB3A5E9C0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143" name="直接连接符 142">
                <a:extLst>
                  <a:ext uri="{FF2B5EF4-FFF2-40B4-BE49-F238E27FC236}">
                    <a16:creationId xmlns:a16="http://schemas.microsoft.com/office/drawing/2014/main" id="{AD385C8B-9A27-493C-800B-B1A6AD3B8F39}"/>
                  </a:ext>
                </a:extLst>
              </p:cNvPr>
              <p:cNvCxnSpPr>
                <a:endCxn id="142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44" name="直接连接符 143">
                <a:extLst>
                  <a:ext uri="{FF2B5EF4-FFF2-40B4-BE49-F238E27FC236}">
                    <a16:creationId xmlns:a16="http://schemas.microsoft.com/office/drawing/2014/main" id="{A130B775-82F1-43F1-A3A6-E48056259CD6}"/>
                  </a:ext>
                </a:extLst>
              </p:cNvPr>
              <p:cNvCxnSpPr>
                <a:stCxn id="142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45" name="直接连接符 144">
                <a:extLst>
                  <a:ext uri="{FF2B5EF4-FFF2-40B4-BE49-F238E27FC236}">
                    <a16:creationId xmlns:a16="http://schemas.microsoft.com/office/drawing/2014/main" id="{A14DE6C2-B567-46B7-94E3-82AE68C555DE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146" name="文本框 145">
                <a:extLst>
                  <a:ext uri="{FF2B5EF4-FFF2-40B4-BE49-F238E27FC236}">
                    <a16:creationId xmlns:a16="http://schemas.microsoft.com/office/drawing/2014/main" id="{9C818F08-8EAD-4C8F-A944-63F5A9B9EF1E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L3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100" name="组合 99">
              <a:extLst>
                <a:ext uri="{FF2B5EF4-FFF2-40B4-BE49-F238E27FC236}">
                  <a16:creationId xmlns:a16="http://schemas.microsoft.com/office/drawing/2014/main" id="{EE5288D7-4867-45F4-8C3D-4574C24CCED5}"/>
                </a:ext>
              </a:extLst>
            </p:cNvPr>
            <p:cNvGrpSpPr/>
            <p:nvPr/>
          </p:nvGrpSpPr>
          <p:grpSpPr>
            <a:xfrm>
              <a:off x="8485545" y="3990599"/>
              <a:ext cx="607552" cy="378508"/>
              <a:chOff x="6944101" y="2283225"/>
              <a:chExt cx="607552" cy="378508"/>
            </a:xfrm>
          </p:grpSpPr>
          <p:sp>
            <p:nvSpPr>
              <p:cNvPr id="137" name="等腰三角形 136">
                <a:extLst>
                  <a:ext uri="{FF2B5EF4-FFF2-40B4-BE49-F238E27FC236}">
                    <a16:creationId xmlns:a16="http://schemas.microsoft.com/office/drawing/2014/main" id="{D5CBA89F-7CEE-4802-9E8B-5B4EEAC0AC17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138" name="直接连接符 137">
                <a:extLst>
                  <a:ext uri="{FF2B5EF4-FFF2-40B4-BE49-F238E27FC236}">
                    <a16:creationId xmlns:a16="http://schemas.microsoft.com/office/drawing/2014/main" id="{B1A2C11B-4C43-4862-B671-712116179D7E}"/>
                  </a:ext>
                </a:extLst>
              </p:cNvPr>
              <p:cNvCxnSpPr>
                <a:endCxn id="137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39" name="直接连接符 138">
                <a:extLst>
                  <a:ext uri="{FF2B5EF4-FFF2-40B4-BE49-F238E27FC236}">
                    <a16:creationId xmlns:a16="http://schemas.microsoft.com/office/drawing/2014/main" id="{E9C41244-8E1E-4E69-9F40-018F528E2EB3}"/>
                  </a:ext>
                </a:extLst>
              </p:cNvPr>
              <p:cNvCxnSpPr>
                <a:stCxn id="137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40" name="直接连接符 139">
                <a:extLst>
                  <a:ext uri="{FF2B5EF4-FFF2-40B4-BE49-F238E27FC236}">
                    <a16:creationId xmlns:a16="http://schemas.microsoft.com/office/drawing/2014/main" id="{06530B3E-A270-499F-A059-490EE7BFE347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141" name="文本框 140">
                <a:extLst>
                  <a:ext uri="{FF2B5EF4-FFF2-40B4-BE49-F238E27FC236}">
                    <a16:creationId xmlns:a16="http://schemas.microsoft.com/office/drawing/2014/main" id="{F705A66D-11F0-4A2D-B42A-F2FCBA05E8A0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L4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101" name="组合 100">
              <a:extLst>
                <a:ext uri="{FF2B5EF4-FFF2-40B4-BE49-F238E27FC236}">
                  <a16:creationId xmlns:a16="http://schemas.microsoft.com/office/drawing/2014/main" id="{0B22ACE4-AECE-4770-A613-FF8F5F7B433D}"/>
                </a:ext>
              </a:extLst>
            </p:cNvPr>
            <p:cNvGrpSpPr/>
            <p:nvPr/>
          </p:nvGrpSpPr>
          <p:grpSpPr>
            <a:xfrm>
              <a:off x="8485545" y="4366946"/>
              <a:ext cx="607552" cy="378508"/>
              <a:chOff x="6944101" y="2283225"/>
              <a:chExt cx="607552" cy="378508"/>
            </a:xfrm>
          </p:grpSpPr>
          <p:sp>
            <p:nvSpPr>
              <p:cNvPr id="132" name="等腰三角形 131">
                <a:extLst>
                  <a:ext uri="{FF2B5EF4-FFF2-40B4-BE49-F238E27FC236}">
                    <a16:creationId xmlns:a16="http://schemas.microsoft.com/office/drawing/2014/main" id="{456991A0-3927-4E7A-9769-467E199572C9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133" name="直接连接符 132">
                <a:extLst>
                  <a:ext uri="{FF2B5EF4-FFF2-40B4-BE49-F238E27FC236}">
                    <a16:creationId xmlns:a16="http://schemas.microsoft.com/office/drawing/2014/main" id="{CBEC8F70-983A-47CB-842B-316E0426868F}"/>
                  </a:ext>
                </a:extLst>
              </p:cNvPr>
              <p:cNvCxnSpPr>
                <a:endCxn id="132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34" name="直接连接符 133">
                <a:extLst>
                  <a:ext uri="{FF2B5EF4-FFF2-40B4-BE49-F238E27FC236}">
                    <a16:creationId xmlns:a16="http://schemas.microsoft.com/office/drawing/2014/main" id="{7EC93E10-FB5E-45AA-925A-CEED8BC2ABE1}"/>
                  </a:ext>
                </a:extLst>
              </p:cNvPr>
              <p:cNvCxnSpPr>
                <a:stCxn id="132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35" name="直接连接符 134">
                <a:extLst>
                  <a:ext uri="{FF2B5EF4-FFF2-40B4-BE49-F238E27FC236}">
                    <a16:creationId xmlns:a16="http://schemas.microsoft.com/office/drawing/2014/main" id="{87C329A4-7833-40F6-92A7-9F5A947D01F6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136" name="文本框 135">
                <a:extLst>
                  <a:ext uri="{FF2B5EF4-FFF2-40B4-BE49-F238E27FC236}">
                    <a16:creationId xmlns:a16="http://schemas.microsoft.com/office/drawing/2014/main" id="{85777A20-4547-4B13-A0F4-3F6B91E9DDCA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L5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102" name="组合 101">
              <a:extLst>
                <a:ext uri="{FF2B5EF4-FFF2-40B4-BE49-F238E27FC236}">
                  <a16:creationId xmlns:a16="http://schemas.microsoft.com/office/drawing/2014/main" id="{F4F11762-81C5-4844-BB37-80726C82912B}"/>
                </a:ext>
              </a:extLst>
            </p:cNvPr>
            <p:cNvGrpSpPr/>
            <p:nvPr/>
          </p:nvGrpSpPr>
          <p:grpSpPr>
            <a:xfrm>
              <a:off x="8485545" y="4771925"/>
              <a:ext cx="607552" cy="378508"/>
              <a:chOff x="6944101" y="2283225"/>
              <a:chExt cx="607552" cy="378508"/>
            </a:xfrm>
          </p:grpSpPr>
          <p:sp>
            <p:nvSpPr>
              <p:cNvPr id="127" name="等腰三角形 126">
                <a:extLst>
                  <a:ext uri="{FF2B5EF4-FFF2-40B4-BE49-F238E27FC236}">
                    <a16:creationId xmlns:a16="http://schemas.microsoft.com/office/drawing/2014/main" id="{29BC0152-C4F6-47FA-95CA-9035C2119C9A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128" name="直接连接符 127">
                <a:extLst>
                  <a:ext uri="{FF2B5EF4-FFF2-40B4-BE49-F238E27FC236}">
                    <a16:creationId xmlns:a16="http://schemas.microsoft.com/office/drawing/2014/main" id="{994E7945-1FA6-48D6-B355-1C7AA6033236}"/>
                  </a:ext>
                </a:extLst>
              </p:cNvPr>
              <p:cNvCxnSpPr>
                <a:endCxn id="127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29" name="直接连接符 128">
                <a:extLst>
                  <a:ext uri="{FF2B5EF4-FFF2-40B4-BE49-F238E27FC236}">
                    <a16:creationId xmlns:a16="http://schemas.microsoft.com/office/drawing/2014/main" id="{1229BED4-DE41-453F-8685-B9C11539430A}"/>
                  </a:ext>
                </a:extLst>
              </p:cNvPr>
              <p:cNvCxnSpPr>
                <a:stCxn id="127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30" name="直接连接符 129">
                <a:extLst>
                  <a:ext uri="{FF2B5EF4-FFF2-40B4-BE49-F238E27FC236}">
                    <a16:creationId xmlns:a16="http://schemas.microsoft.com/office/drawing/2014/main" id="{A96F2B35-DCED-46FF-B335-EC1EE1B13AE5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131" name="文本框 130">
                <a:extLst>
                  <a:ext uri="{FF2B5EF4-FFF2-40B4-BE49-F238E27FC236}">
                    <a16:creationId xmlns:a16="http://schemas.microsoft.com/office/drawing/2014/main" id="{46ACD538-697A-457D-9762-D3CCB6A4B794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L6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103" name="组合 102">
              <a:extLst>
                <a:ext uri="{FF2B5EF4-FFF2-40B4-BE49-F238E27FC236}">
                  <a16:creationId xmlns:a16="http://schemas.microsoft.com/office/drawing/2014/main" id="{A6F12A2C-8FF6-4DE2-8DB5-58EDF5CA8500}"/>
                </a:ext>
              </a:extLst>
            </p:cNvPr>
            <p:cNvGrpSpPr/>
            <p:nvPr/>
          </p:nvGrpSpPr>
          <p:grpSpPr>
            <a:xfrm>
              <a:off x="8485545" y="5158205"/>
              <a:ext cx="607552" cy="378508"/>
              <a:chOff x="6944101" y="2283225"/>
              <a:chExt cx="607552" cy="378508"/>
            </a:xfrm>
          </p:grpSpPr>
          <p:sp>
            <p:nvSpPr>
              <p:cNvPr id="122" name="等腰三角形 121">
                <a:extLst>
                  <a:ext uri="{FF2B5EF4-FFF2-40B4-BE49-F238E27FC236}">
                    <a16:creationId xmlns:a16="http://schemas.microsoft.com/office/drawing/2014/main" id="{B6F14E3F-D4EA-4AE9-99C6-90927371ACD6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123" name="直接连接符 122">
                <a:extLst>
                  <a:ext uri="{FF2B5EF4-FFF2-40B4-BE49-F238E27FC236}">
                    <a16:creationId xmlns:a16="http://schemas.microsoft.com/office/drawing/2014/main" id="{FDCFBC20-C00D-42C3-970E-904B5A385F62}"/>
                  </a:ext>
                </a:extLst>
              </p:cNvPr>
              <p:cNvCxnSpPr>
                <a:endCxn id="122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24" name="直接连接符 123">
                <a:extLst>
                  <a:ext uri="{FF2B5EF4-FFF2-40B4-BE49-F238E27FC236}">
                    <a16:creationId xmlns:a16="http://schemas.microsoft.com/office/drawing/2014/main" id="{0DDB439A-129E-4D69-BF91-7E5BA427B45B}"/>
                  </a:ext>
                </a:extLst>
              </p:cNvPr>
              <p:cNvCxnSpPr>
                <a:stCxn id="122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5B9BD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125" name="直接连接符 124">
                <a:extLst>
                  <a:ext uri="{FF2B5EF4-FFF2-40B4-BE49-F238E27FC236}">
                    <a16:creationId xmlns:a16="http://schemas.microsoft.com/office/drawing/2014/main" id="{3A6842C4-4EC7-408D-987B-BE1E18EBFFDE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126" name="文本框 125">
                <a:extLst>
                  <a:ext uri="{FF2B5EF4-FFF2-40B4-BE49-F238E27FC236}">
                    <a16:creationId xmlns:a16="http://schemas.microsoft.com/office/drawing/2014/main" id="{CA7961B8-D399-430D-97A6-7311D13CDA14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L7</a:t>
                </a:r>
                <a:endParaRPr kumimoji="0" lang="zh-CN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</a:endParaRPr>
              </a:p>
            </p:txBody>
          </p:sp>
        </p:grpSp>
        <p:cxnSp>
          <p:nvCxnSpPr>
            <p:cNvPr id="104" name="直接连接符 103">
              <a:extLst>
                <a:ext uri="{FF2B5EF4-FFF2-40B4-BE49-F238E27FC236}">
                  <a16:creationId xmlns:a16="http://schemas.microsoft.com/office/drawing/2014/main" id="{0FC5EA95-91CB-42B9-874C-DADB2E74E24F}"/>
                </a:ext>
              </a:extLst>
            </p:cNvPr>
            <p:cNvCxnSpPr/>
            <p:nvPr/>
          </p:nvCxnSpPr>
          <p:spPr>
            <a:xfrm>
              <a:off x="9074121" y="2735997"/>
              <a:ext cx="0" cy="2723343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cxnSp>
          <p:nvCxnSpPr>
            <p:cNvPr id="105" name="直接连接符 104">
              <a:extLst>
                <a:ext uri="{FF2B5EF4-FFF2-40B4-BE49-F238E27FC236}">
                  <a16:creationId xmlns:a16="http://schemas.microsoft.com/office/drawing/2014/main" id="{83474FC2-153D-455D-ACCE-1057C44C7C2F}"/>
                </a:ext>
              </a:extLst>
            </p:cNvPr>
            <p:cNvCxnSpPr/>
            <p:nvPr/>
          </p:nvCxnSpPr>
          <p:spPr>
            <a:xfrm flipH="1">
              <a:off x="9082458" y="4097667"/>
              <a:ext cx="287198" cy="0"/>
            </a:xfrm>
            <a:prstGeom prst="line">
              <a:avLst/>
            </a:prstGeom>
            <a:solidFill>
              <a:sysClr val="window" lastClr="FFFFFF"/>
            </a:solidFill>
            <a:ln w="19050" cap="sq">
              <a:solidFill>
                <a:srgbClr val="5B9BD5"/>
              </a:solidFill>
              <a:miter lim="800000"/>
              <a:headEnd/>
              <a:tailEnd type="none" w="lg" len="lg"/>
            </a:ln>
          </p:spPr>
        </p:cxnSp>
        <p:grpSp>
          <p:nvGrpSpPr>
            <p:cNvPr id="106" name="组合 105">
              <a:extLst>
                <a:ext uri="{FF2B5EF4-FFF2-40B4-BE49-F238E27FC236}">
                  <a16:creationId xmlns:a16="http://schemas.microsoft.com/office/drawing/2014/main" id="{D4DC260F-311E-4B5E-8ADF-ECED38097EB6}"/>
                </a:ext>
              </a:extLst>
            </p:cNvPr>
            <p:cNvGrpSpPr/>
            <p:nvPr/>
          </p:nvGrpSpPr>
          <p:grpSpPr>
            <a:xfrm>
              <a:off x="9369656" y="3633163"/>
              <a:ext cx="300016" cy="903269"/>
              <a:chOff x="7766536" y="3451012"/>
              <a:chExt cx="300016" cy="903269"/>
            </a:xfrm>
          </p:grpSpPr>
          <p:cxnSp>
            <p:nvCxnSpPr>
              <p:cNvPr id="117" name="直接连接符 116">
                <a:extLst>
                  <a:ext uri="{FF2B5EF4-FFF2-40B4-BE49-F238E27FC236}">
                    <a16:creationId xmlns:a16="http://schemas.microsoft.com/office/drawing/2014/main" id="{5F5EF16A-1011-447C-B59E-CFB46669BC43}"/>
                  </a:ext>
                </a:extLst>
              </p:cNvPr>
              <p:cNvCxnSpPr/>
              <p:nvPr/>
            </p:nvCxnSpPr>
            <p:spPr>
              <a:xfrm>
                <a:off x="7766536" y="3451012"/>
                <a:ext cx="0" cy="903269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118" name="直接连接符 117">
                <a:extLst>
                  <a:ext uri="{FF2B5EF4-FFF2-40B4-BE49-F238E27FC236}">
                    <a16:creationId xmlns:a16="http://schemas.microsoft.com/office/drawing/2014/main" id="{76E5ECC1-9EBB-45F9-9560-CA74E6048023}"/>
                  </a:ext>
                </a:extLst>
              </p:cNvPr>
              <p:cNvCxnSpPr/>
              <p:nvPr/>
            </p:nvCxnSpPr>
            <p:spPr>
              <a:xfrm flipH="1">
                <a:off x="7774273" y="3451012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119" name="直接连接符 118">
                <a:extLst>
                  <a:ext uri="{FF2B5EF4-FFF2-40B4-BE49-F238E27FC236}">
                    <a16:creationId xmlns:a16="http://schemas.microsoft.com/office/drawing/2014/main" id="{9EB9B8F8-6CE2-4A82-A056-46682CA43850}"/>
                  </a:ext>
                </a:extLst>
              </p:cNvPr>
              <p:cNvCxnSpPr/>
              <p:nvPr/>
            </p:nvCxnSpPr>
            <p:spPr>
              <a:xfrm flipH="1">
                <a:off x="7779354" y="3752884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120" name="直接连接符 119">
                <a:extLst>
                  <a:ext uri="{FF2B5EF4-FFF2-40B4-BE49-F238E27FC236}">
                    <a16:creationId xmlns:a16="http://schemas.microsoft.com/office/drawing/2014/main" id="{10841297-82BA-44B8-B0E4-E9D42FDD981B}"/>
                  </a:ext>
                </a:extLst>
              </p:cNvPr>
              <p:cNvCxnSpPr/>
              <p:nvPr/>
            </p:nvCxnSpPr>
            <p:spPr>
              <a:xfrm flipH="1">
                <a:off x="7766536" y="4052868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121" name="直接连接符 120">
                <a:extLst>
                  <a:ext uri="{FF2B5EF4-FFF2-40B4-BE49-F238E27FC236}">
                    <a16:creationId xmlns:a16="http://schemas.microsoft.com/office/drawing/2014/main" id="{FBDC95A7-5154-4EC7-B8BD-6A3A295C6BA8}"/>
                  </a:ext>
                </a:extLst>
              </p:cNvPr>
              <p:cNvCxnSpPr/>
              <p:nvPr/>
            </p:nvCxnSpPr>
            <p:spPr>
              <a:xfrm flipH="1">
                <a:off x="7766536" y="4354281"/>
                <a:ext cx="287198" cy="0"/>
              </a:xfrm>
              <a:prstGeom prst="line">
                <a:avLst/>
              </a:prstGeom>
              <a:solidFill>
                <a:sysClr val="window" lastClr="FFFFFF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</p:cxnSp>
        </p:grpSp>
        <p:sp>
          <p:nvSpPr>
            <p:cNvPr id="107" name="文本框 106">
              <a:extLst>
                <a:ext uri="{FF2B5EF4-FFF2-40B4-BE49-F238E27FC236}">
                  <a16:creationId xmlns:a16="http://schemas.microsoft.com/office/drawing/2014/main" id="{9D0B0EEF-40AA-4968-A431-6424B1098B57}"/>
                </a:ext>
              </a:extLst>
            </p:cNvPr>
            <p:cNvSpPr txBox="1"/>
            <p:nvPr/>
          </p:nvSpPr>
          <p:spPr>
            <a:xfrm rot="16200000">
              <a:off x="9672689" y="3727541"/>
              <a:ext cx="738664" cy="201627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字输出</a:t>
              </a:r>
            </a:p>
          </p:txBody>
        </p:sp>
        <p:sp>
          <p:nvSpPr>
            <p:cNvPr id="108" name="矩形 107">
              <a:extLst>
                <a:ext uri="{FF2B5EF4-FFF2-40B4-BE49-F238E27FC236}">
                  <a16:creationId xmlns:a16="http://schemas.microsoft.com/office/drawing/2014/main" id="{FAD9F35B-B433-416C-AED8-AA363CAED8D1}"/>
                </a:ext>
              </a:extLst>
            </p:cNvPr>
            <p:cNvSpPr/>
            <p:nvPr/>
          </p:nvSpPr>
          <p:spPr>
            <a:xfrm>
              <a:off x="8849421" y="4868910"/>
              <a:ext cx="986630" cy="185796"/>
            </a:xfrm>
            <a:prstGeom prst="rect">
              <a:avLst/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SlotData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  <p:sp>
          <p:nvSpPr>
            <p:cNvPr id="109" name="矩形 108">
              <a:extLst>
                <a:ext uri="{FF2B5EF4-FFF2-40B4-BE49-F238E27FC236}">
                  <a16:creationId xmlns:a16="http://schemas.microsoft.com/office/drawing/2014/main" id="{DF81F17A-AF76-423E-9347-19C570306553}"/>
                </a:ext>
              </a:extLst>
            </p:cNvPr>
            <p:cNvSpPr/>
            <p:nvPr/>
          </p:nvSpPr>
          <p:spPr>
            <a:xfrm>
              <a:off x="9312434" y="3421703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0</a:t>
              </a:r>
            </a:p>
          </p:txBody>
        </p:sp>
        <p:sp>
          <p:nvSpPr>
            <p:cNvPr id="110" name="矩形 109">
              <a:extLst>
                <a:ext uri="{FF2B5EF4-FFF2-40B4-BE49-F238E27FC236}">
                  <a16:creationId xmlns:a16="http://schemas.microsoft.com/office/drawing/2014/main" id="{F3BC8811-8037-4387-BBB8-A4D6B01EB24D}"/>
                </a:ext>
              </a:extLst>
            </p:cNvPr>
            <p:cNvSpPr/>
            <p:nvPr/>
          </p:nvSpPr>
          <p:spPr>
            <a:xfrm>
              <a:off x="9303648" y="3735272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1</a:t>
              </a:r>
            </a:p>
          </p:txBody>
        </p:sp>
        <p:sp>
          <p:nvSpPr>
            <p:cNvPr id="111" name="矩形 110">
              <a:extLst>
                <a:ext uri="{FF2B5EF4-FFF2-40B4-BE49-F238E27FC236}">
                  <a16:creationId xmlns:a16="http://schemas.microsoft.com/office/drawing/2014/main" id="{3FD82279-0067-46D9-97B7-2211A71D4CBD}"/>
                </a:ext>
              </a:extLst>
            </p:cNvPr>
            <p:cNvSpPr/>
            <p:nvPr/>
          </p:nvSpPr>
          <p:spPr>
            <a:xfrm>
              <a:off x="9304828" y="4031379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2</a:t>
              </a:r>
            </a:p>
          </p:txBody>
        </p:sp>
        <p:sp>
          <p:nvSpPr>
            <p:cNvPr id="112" name="矩形 111">
              <a:extLst>
                <a:ext uri="{FF2B5EF4-FFF2-40B4-BE49-F238E27FC236}">
                  <a16:creationId xmlns:a16="http://schemas.microsoft.com/office/drawing/2014/main" id="{CDE326CB-E7AA-425C-8207-16F5A6B8C104}"/>
                </a:ext>
              </a:extLst>
            </p:cNvPr>
            <p:cNvSpPr/>
            <p:nvPr/>
          </p:nvSpPr>
          <p:spPr>
            <a:xfrm>
              <a:off x="9305426" y="4325636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W</a:t>
              </a:r>
              <a:r>
                <a:rPr kumimoji="0" lang="en-US" altLang="zh-CN" sz="11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3</a:t>
              </a:r>
            </a:p>
          </p:txBody>
        </p:sp>
        <p:grpSp>
          <p:nvGrpSpPr>
            <p:cNvPr id="113" name="组合 112">
              <a:extLst>
                <a:ext uri="{FF2B5EF4-FFF2-40B4-BE49-F238E27FC236}">
                  <a16:creationId xmlns:a16="http://schemas.microsoft.com/office/drawing/2014/main" id="{736B737A-8D24-479C-A5FF-9FF4A895A14E}"/>
                </a:ext>
              </a:extLst>
            </p:cNvPr>
            <p:cNvGrpSpPr/>
            <p:nvPr/>
          </p:nvGrpSpPr>
          <p:grpSpPr>
            <a:xfrm>
              <a:off x="9667895" y="3288505"/>
              <a:ext cx="369783" cy="1586339"/>
              <a:chOff x="8088601" y="3262692"/>
              <a:chExt cx="324657" cy="1288723"/>
            </a:xfrm>
          </p:grpSpPr>
          <p:sp>
            <p:nvSpPr>
              <p:cNvPr id="115" name="梯形 114">
                <a:extLst>
                  <a:ext uri="{FF2B5EF4-FFF2-40B4-BE49-F238E27FC236}">
                    <a16:creationId xmlns:a16="http://schemas.microsoft.com/office/drawing/2014/main" id="{80E42FFF-C1E1-4B38-9D35-FCF3857ABC15}"/>
                  </a:ext>
                </a:extLst>
              </p:cNvPr>
              <p:cNvSpPr/>
              <p:nvPr/>
            </p:nvSpPr>
            <p:spPr>
              <a:xfrm rot="5400000">
                <a:off x="7570153" y="3781140"/>
                <a:ext cx="1288723" cy="251827"/>
              </a:xfrm>
              <a:prstGeom prst="trapezoid">
                <a:avLst>
                  <a:gd name="adj" fmla="val 72150"/>
                </a:avLst>
              </a:prstGeom>
              <a:solidFill>
                <a:srgbClr val="FFC000"/>
              </a:solidFill>
              <a:ln w="19050" cap="sq">
                <a:solidFill>
                  <a:srgbClr val="5B9BD5"/>
                </a:solidFill>
                <a:miter lim="800000"/>
                <a:headEnd/>
                <a:tailEnd type="none" w="lg" len="lg"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116" name="文本框 115">
                <a:extLst>
                  <a:ext uri="{FF2B5EF4-FFF2-40B4-BE49-F238E27FC236}">
                    <a16:creationId xmlns:a16="http://schemas.microsoft.com/office/drawing/2014/main" id="{EC6F23FE-ED9A-44DD-98B5-E06FB6D4747C}"/>
                  </a:ext>
                </a:extLst>
              </p:cNvPr>
              <p:cNvSpPr txBox="1"/>
              <p:nvPr/>
            </p:nvSpPr>
            <p:spPr>
              <a:xfrm rot="16200000">
                <a:off x="7959329" y="3812431"/>
                <a:ext cx="600082" cy="307777"/>
              </a:xfrm>
              <a:prstGeom prst="rect">
                <a:avLst/>
              </a:prstGeom>
              <a:noFill/>
            </p:spPr>
            <p:txBody>
              <a:bodyPr vert="eaVert"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字选择</a:t>
                </a:r>
              </a:p>
            </p:txBody>
          </p:sp>
        </p:grpSp>
        <p:sp>
          <p:nvSpPr>
            <p:cNvPr id="114" name="矩形 113">
              <a:extLst>
                <a:ext uri="{FF2B5EF4-FFF2-40B4-BE49-F238E27FC236}">
                  <a16:creationId xmlns:a16="http://schemas.microsoft.com/office/drawing/2014/main" id="{2E022280-9245-453E-9450-D1B089EFF1BC}"/>
                </a:ext>
              </a:extLst>
            </p:cNvPr>
            <p:cNvSpPr/>
            <p:nvPr/>
          </p:nvSpPr>
          <p:spPr>
            <a:xfrm>
              <a:off x="9532852" y="4503600"/>
              <a:ext cx="472760" cy="227012"/>
            </a:xfrm>
            <a:prstGeom prst="rect">
              <a:avLst/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  <a:cs typeface="Arial" pitchFamily="34" charset="0"/>
                </a:rPr>
                <a:t>OE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162" name="组合 161">
            <a:extLst>
              <a:ext uri="{FF2B5EF4-FFF2-40B4-BE49-F238E27FC236}">
                <a16:creationId xmlns:a16="http://schemas.microsoft.com/office/drawing/2014/main" id="{1407FA72-B467-4D61-AEC0-4A4BC2667D6D}"/>
              </a:ext>
            </a:extLst>
          </p:cNvPr>
          <p:cNvGrpSpPr/>
          <p:nvPr/>
        </p:nvGrpSpPr>
        <p:grpSpPr>
          <a:xfrm>
            <a:off x="3450255" y="2283455"/>
            <a:ext cx="598749" cy="3249903"/>
            <a:chOff x="5156718" y="2049284"/>
            <a:chExt cx="598749" cy="3249903"/>
          </a:xfrm>
        </p:grpSpPr>
        <p:sp>
          <p:nvSpPr>
            <p:cNvPr id="163" name="矩形 162">
              <a:extLst>
                <a:ext uri="{FF2B5EF4-FFF2-40B4-BE49-F238E27FC236}">
                  <a16:creationId xmlns:a16="http://schemas.microsoft.com/office/drawing/2014/main" id="{3E539BE7-6E84-4006-AC27-C44ECF10DC49}"/>
                </a:ext>
              </a:extLst>
            </p:cNvPr>
            <p:cNvSpPr/>
            <p:nvPr/>
          </p:nvSpPr>
          <p:spPr>
            <a:xfrm>
              <a:off x="5156718" y="2458580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L1</a:t>
              </a:r>
            </a:p>
          </p:txBody>
        </p:sp>
        <p:grpSp>
          <p:nvGrpSpPr>
            <p:cNvPr id="164" name="组合 163">
              <a:extLst>
                <a:ext uri="{FF2B5EF4-FFF2-40B4-BE49-F238E27FC236}">
                  <a16:creationId xmlns:a16="http://schemas.microsoft.com/office/drawing/2014/main" id="{5D531121-0076-4C84-9E2A-74916AA23A18}"/>
                </a:ext>
              </a:extLst>
            </p:cNvPr>
            <p:cNvGrpSpPr/>
            <p:nvPr/>
          </p:nvGrpSpPr>
          <p:grpSpPr>
            <a:xfrm>
              <a:off x="5160381" y="2237726"/>
              <a:ext cx="595086" cy="3019671"/>
              <a:chOff x="3558329" y="2333436"/>
              <a:chExt cx="897415" cy="2733149"/>
            </a:xfrm>
          </p:grpSpPr>
          <p:cxnSp>
            <p:nvCxnSpPr>
              <p:cNvPr id="172" name="直接连接符 171">
                <a:extLst>
                  <a:ext uri="{FF2B5EF4-FFF2-40B4-BE49-F238E27FC236}">
                    <a16:creationId xmlns:a16="http://schemas.microsoft.com/office/drawing/2014/main" id="{1852D400-EC61-45CB-8163-FF4F2FCDCEF6}"/>
                  </a:ext>
                </a:extLst>
              </p:cNvPr>
              <p:cNvCxnSpPr/>
              <p:nvPr/>
            </p:nvCxnSpPr>
            <p:spPr>
              <a:xfrm>
                <a:off x="3593407" y="2333436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173" name="直接连接符 172">
                <a:extLst>
                  <a:ext uri="{FF2B5EF4-FFF2-40B4-BE49-F238E27FC236}">
                    <a16:creationId xmlns:a16="http://schemas.microsoft.com/office/drawing/2014/main" id="{531CB3B7-E5E7-4A4A-8936-E07055BB0CAF}"/>
                  </a:ext>
                </a:extLst>
              </p:cNvPr>
              <p:cNvCxnSpPr/>
              <p:nvPr/>
            </p:nvCxnSpPr>
            <p:spPr>
              <a:xfrm>
                <a:off x="3570203" y="2700485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174" name="直接连接符 173">
                <a:extLst>
                  <a:ext uri="{FF2B5EF4-FFF2-40B4-BE49-F238E27FC236}">
                    <a16:creationId xmlns:a16="http://schemas.microsoft.com/office/drawing/2014/main" id="{A5C665CF-E121-44A6-A2E7-1D6C1583A951}"/>
                  </a:ext>
                </a:extLst>
              </p:cNvPr>
              <p:cNvCxnSpPr/>
              <p:nvPr/>
            </p:nvCxnSpPr>
            <p:spPr>
              <a:xfrm>
                <a:off x="3579043" y="3084777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175" name="直接连接符 174">
                <a:extLst>
                  <a:ext uri="{FF2B5EF4-FFF2-40B4-BE49-F238E27FC236}">
                    <a16:creationId xmlns:a16="http://schemas.microsoft.com/office/drawing/2014/main" id="{DECB041A-A19E-4D9E-B2FE-0FA95E123C74}"/>
                  </a:ext>
                </a:extLst>
              </p:cNvPr>
              <p:cNvCxnSpPr/>
              <p:nvPr/>
            </p:nvCxnSpPr>
            <p:spPr>
              <a:xfrm>
                <a:off x="3584566" y="3469359"/>
                <a:ext cx="862336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176" name="直接连接符 175">
                <a:extLst>
                  <a:ext uri="{FF2B5EF4-FFF2-40B4-BE49-F238E27FC236}">
                    <a16:creationId xmlns:a16="http://schemas.microsoft.com/office/drawing/2014/main" id="{6172D7FE-2193-442D-8CF5-86148BDE3916}"/>
                  </a:ext>
                </a:extLst>
              </p:cNvPr>
              <p:cNvCxnSpPr/>
              <p:nvPr/>
            </p:nvCxnSpPr>
            <p:spPr>
              <a:xfrm>
                <a:off x="3558329" y="3915169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177" name="直接连接符 176">
                <a:extLst>
                  <a:ext uri="{FF2B5EF4-FFF2-40B4-BE49-F238E27FC236}">
                    <a16:creationId xmlns:a16="http://schemas.microsoft.com/office/drawing/2014/main" id="{87A746B3-691F-4EB5-B17D-6D377B3C6711}"/>
                  </a:ext>
                </a:extLst>
              </p:cNvPr>
              <p:cNvCxnSpPr/>
              <p:nvPr/>
            </p:nvCxnSpPr>
            <p:spPr>
              <a:xfrm>
                <a:off x="3572693" y="4298001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178" name="直接连接符 177">
                <a:extLst>
                  <a:ext uri="{FF2B5EF4-FFF2-40B4-BE49-F238E27FC236}">
                    <a16:creationId xmlns:a16="http://schemas.microsoft.com/office/drawing/2014/main" id="{6FB895D6-764E-450A-83BA-AF7EBD4F2EC0}"/>
                  </a:ext>
                </a:extLst>
              </p:cNvPr>
              <p:cNvCxnSpPr/>
              <p:nvPr/>
            </p:nvCxnSpPr>
            <p:spPr>
              <a:xfrm>
                <a:off x="3579043" y="4682293"/>
                <a:ext cx="862336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179" name="直接连接符 178">
                <a:extLst>
                  <a:ext uri="{FF2B5EF4-FFF2-40B4-BE49-F238E27FC236}">
                    <a16:creationId xmlns:a16="http://schemas.microsoft.com/office/drawing/2014/main" id="{4FE8BE61-D6D9-484D-B0B5-376248E4B68F}"/>
                  </a:ext>
                </a:extLst>
              </p:cNvPr>
              <p:cNvCxnSpPr/>
              <p:nvPr/>
            </p:nvCxnSpPr>
            <p:spPr>
              <a:xfrm>
                <a:off x="3572693" y="5066585"/>
                <a:ext cx="862336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</p:grpSp>
        <p:sp>
          <p:nvSpPr>
            <p:cNvPr id="165" name="矩形 164">
              <a:extLst>
                <a:ext uri="{FF2B5EF4-FFF2-40B4-BE49-F238E27FC236}">
                  <a16:creationId xmlns:a16="http://schemas.microsoft.com/office/drawing/2014/main" id="{B7281E3F-FB66-4E01-9936-19409402C93D}"/>
                </a:ext>
              </a:extLst>
            </p:cNvPr>
            <p:cNvSpPr/>
            <p:nvPr/>
          </p:nvSpPr>
          <p:spPr>
            <a:xfrm>
              <a:off x="5156718" y="2049284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L0</a:t>
              </a:r>
            </a:p>
          </p:txBody>
        </p:sp>
        <p:sp>
          <p:nvSpPr>
            <p:cNvPr id="166" name="矩形 165">
              <a:extLst>
                <a:ext uri="{FF2B5EF4-FFF2-40B4-BE49-F238E27FC236}">
                  <a16:creationId xmlns:a16="http://schemas.microsoft.com/office/drawing/2014/main" id="{EC0A5948-1BDD-4E8F-A551-FA82C6FCD6FD}"/>
                </a:ext>
              </a:extLst>
            </p:cNvPr>
            <p:cNvSpPr/>
            <p:nvPr/>
          </p:nvSpPr>
          <p:spPr>
            <a:xfrm>
              <a:off x="5156718" y="2870114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L2</a:t>
              </a:r>
            </a:p>
          </p:txBody>
        </p:sp>
        <p:sp>
          <p:nvSpPr>
            <p:cNvPr id="167" name="矩形 166">
              <a:extLst>
                <a:ext uri="{FF2B5EF4-FFF2-40B4-BE49-F238E27FC236}">
                  <a16:creationId xmlns:a16="http://schemas.microsoft.com/office/drawing/2014/main" id="{13988058-E91A-4159-B005-690730A46379}"/>
                </a:ext>
              </a:extLst>
            </p:cNvPr>
            <p:cNvSpPr/>
            <p:nvPr/>
          </p:nvSpPr>
          <p:spPr>
            <a:xfrm>
              <a:off x="5156718" y="3280340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L3</a:t>
              </a:r>
            </a:p>
          </p:txBody>
        </p:sp>
        <p:sp>
          <p:nvSpPr>
            <p:cNvPr id="168" name="矩形 167">
              <a:extLst>
                <a:ext uri="{FF2B5EF4-FFF2-40B4-BE49-F238E27FC236}">
                  <a16:creationId xmlns:a16="http://schemas.microsoft.com/office/drawing/2014/main" id="{3EE1E758-4121-492A-B119-93F098CBDA95}"/>
                </a:ext>
              </a:extLst>
            </p:cNvPr>
            <p:cNvSpPr/>
            <p:nvPr/>
          </p:nvSpPr>
          <p:spPr>
            <a:xfrm>
              <a:off x="5156718" y="3761461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L4</a:t>
              </a:r>
            </a:p>
          </p:txBody>
        </p:sp>
        <p:sp>
          <p:nvSpPr>
            <p:cNvPr id="169" name="矩形 168">
              <a:extLst>
                <a:ext uri="{FF2B5EF4-FFF2-40B4-BE49-F238E27FC236}">
                  <a16:creationId xmlns:a16="http://schemas.microsoft.com/office/drawing/2014/main" id="{92E5027C-09A7-42FB-A717-4624BFC0DC21}"/>
                </a:ext>
              </a:extLst>
            </p:cNvPr>
            <p:cNvSpPr/>
            <p:nvPr/>
          </p:nvSpPr>
          <p:spPr>
            <a:xfrm>
              <a:off x="5156718" y="4165178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L5</a:t>
              </a:r>
            </a:p>
          </p:txBody>
        </p:sp>
        <p:sp>
          <p:nvSpPr>
            <p:cNvPr id="170" name="矩形 169">
              <a:extLst>
                <a:ext uri="{FF2B5EF4-FFF2-40B4-BE49-F238E27FC236}">
                  <a16:creationId xmlns:a16="http://schemas.microsoft.com/office/drawing/2014/main" id="{AFC8DF1D-2F3B-4CB3-A7B7-F40E95EA853B}"/>
                </a:ext>
              </a:extLst>
            </p:cNvPr>
            <p:cNvSpPr/>
            <p:nvPr/>
          </p:nvSpPr>
          <p:spPr>
            <a:xfrm>
              <a:off x="5156718" y="4606512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L6</a:t>
              </a:r>
            </a:p>
          </p:txBody>
        </p:sp>
        <p:sp>
          <p:nvSpPr>
            <p:cNvPr id="171" name="矩形 170">
              <a:extLst>
                <a:ext uri="{FF2B5EF4-FFF2-40B4-BE49-F238E27FC236}">
                  <a16:creationId xmlns:a16="http://schemas.microsoft.com/office/drawing/2014/main" id="{A7883FA9-95AE-4A23-B343-043936573B4D}"/>
                </a:ext>
              </a:extLst>
            </p:cNvPr>
            <p:cNvSpPr/>
            <p:nvPr/>
          </p:nvSpPr>
          <p:spPr>
            <a:xfrm>
              <a:off x="5156718" y="5049855"/>
              <a:ext cx="410636" cy="2493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L7</a:t>
              </a:r>
            </a:p>
          </p:txBody>
        </p:sp>
      </p:grpSp>
      <p:grpSp>
        <p:nvGrpSpPr>
          <p:cNvPr id="180" name="组合 179">
            <a:extLst>
              <a:ext uri="{FF2B5EF4-FFF2-40B4-BE49-F238E27FC236}">
                <a16:creationId xmlns:a16="http://schemas.microsoft.com/office/drawing/2014/main" id="{38B8EF23-C951-4548-9C1F-83EE79767D8C}"/>
              </a:ext>
            </a:extLst>
          </p:cNvPr>
          <p:cNvGrpSpPr/>
          <p:nvPr/>
        </p:nvGrpSpPr>
        <p:grpSpPr>
          <a:xfrm>
            <a:off x="2789877" y="3652326"/>
            <a:ext cx="131581" cy="707921"/>
            <a:chOff x="3491880" y="2228006"/>
            <a:chExt cx="144016" cy="618524"/>
          </a:xfrm>
        </p:grpSpPr>
        <p:sp>
          <p:nvSpPr>
            <p:cNvPr id="181" name="矩形 180">
              <a:extLst>
                <a:ext uri="{FF2B5EF4-FFF2-40B4-BE49-F238E27FC236}">
                  <a16:creationId xmlns:a16="http://schemas.microsoft.com/office/drawing/2014/main" id="{64C28148-FBF3-4BB4-8108-22A650D304C8}"/>
                </a:ext>
              </a:extLst>
            </p:cNvPr>
            <p:cNvSpPr/>
            <p:nvPr/>
          </p:nvSpPr>
          <p:spPr>
            <a:xfrm>
              <a:off x="3491880" y="2228006"/>
              <a:ext cx="144016" cy="220759"/>
            </a:xfrm>
            <a:prstGeom prst="rect">
              <a:avLst/>
            </a:prstGeom>
            <a:solidFill>
              <a:srgbClr val="FFC000"/>
            </a:solidFill>
            <a:ln w="28575" cap="flat" cmpd="sng" algn="ctr">
              <a:solidFill>
                <a:srgbClr val="2E4E7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=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182" name="矩形 181">
              <a:extLst>
                <a:ext uri="{FF2B5EF4-FFF2-40B4-BE49-F238E27FC236}">
                  <a16:creationId xmlns:a16="http://schemas.microsoft.com/office/drawing/2014/main" id="{D622605F-51DF-47AE-AA58-F2279E246639}"/>
                </a:ext>
              </a:extLst>
            </p:cNvPr>
            <p:cNvSpPr/>
            <p:nvPr/>
          </p:nvSpPr>
          <p:spPr>
            <a:xfrm>
              <a:off x="3491880" y="2625771"/>
              <a:ext cx="144016" cy="220759"/>
            </a:xfrm>
            <a:prstGeom prst="rect">
              <a:avLst/>
            </a:prstGeom>
            <a:solidFill>
              <a:srgbClr val="FFC000"/>
            </a:solidFill>
            <a:ln w="28575" cap="flat" cmpd="sng" algn="ctr">
              <a:solidFill>
                <a:srgbClr val="2E4E7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=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</p:grpSp>
      <p:grpSp>
        <p:nvGrpSpPr>
          <p:cNvPr id="183" name="组合 182">
            <a:extLst>
              <a:ext uri="{FF2B5EF4-FFF2-40B4-BE49-F238E27FC236}">
                <a16:creationId xmlns:a16="http://schemas.microsoft.com/office/drawing/2014/main" id="{5C06BDB8-7F1A-497F-89E9-03F9D12CBCAF}"/>
              </a:ext>
            </a:extLst>
          </p:cNvPr>
          <p:cNvGrpSpPr/>
          <p:nvPr/>
        </p:nvGrpSpPr>
        <p:grpSpPr>
          <a:xfrm>
            <a:off x="518273" y="1961220"/>
            <a:ext cx="1435729" cy="3744103"/>
            <a:chOff x="2224736" y="1727049"/>
            <a:chExt cx="1435729" cy="3744103"/>
          </a:xfrm>
        </p:grpSpPr>
        <p:sp>
          <p:nvSpPr>
            <p:cNvPr id="184" name="矩形 183">
              <a:extLst>
                <a:ext uri="{FF2B5EF4-FFF2-40B4-BE49-F238E27FC236}">
                  <a16:creationId xmlns:a16="http://schemas.microsoft.com/office/drawing/2014/main" id="{28CD7FEE-02DC-4AD8-9F28-2D97D0840BA7}"/>
                </a:ext>
              </a:extLst>
            </p:cNvPr>
            <p:cNvSpPr/>
            <p:nvPr/>
          </p:nvSpPr>
          <p:spPr>
            <a:xfrm>
              <a:off x="2224736" y="1727049"/>
              <a:ext cx="1333673" cy="266223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zh-CN" altLang="en-US" sz="1600" kern="0" dirty="0">
                  <a:solidFill>
                    <a:srgbClr val="000000">
                      <a:lumMod val="95000"/>
                      <a:lumOff val="5000"/>
                    </a:srgbClr>
                  </a:solidFill>
                  <a:ea typeface="微软雅黑"/>
                  <a:cs typeface="Arial" pitchFamily="34" charset="0"/>
                </a:rPr>
                <a:t>有效位 </a:t>
              </a:r>
              <a:r>
                <a:rPr lang="en-US" altLang="zh-CN" sz="1600" kern="0" dirty="0">
                  <a:solidFill>
                    <a:srgbClr val="000000">
                      <a:lumMod val="95000"/>
                      <a:lumOff val="5000"/>
                    </a:srgbClr>
                  </a:solidFill>
                  <a:ea typeface="微软雅黑"/>
                  <a:cs typeface="Arial" pitchFamily="34" charset="0"/>
                </a:rPr>
                <a:t>Tag</a:t>
              </a:r>
              <a:endParaRPr lang="zh-CN" altLang="en-US" sz="1600" kern="0" dirty="0">
                <a:solidFill>
                  <a:srgbClr val="000000">
                    <a:lumMod val="95000"/>
                    <a:lumOff val="5000"/>
                  </a:srgbClr>
                </a:solidFill>
                <a:ea typeface="微软雅黑"/>
                <a:cs typeface="Arial" pitchFamily="34" charset="0"/>
              </a:endParaRPr>
            </a:p>
          </p:txBody>
        </p:sp>
        <p:grpSp>
          <p:nvGrpSpPr>
            <p:cNvPr id="185" name="组合 184">
              <a:extLst>
                <a:ext uri="{FF2B5EF4-FFF2-40B4-BE49-F238E27FC236}">
                  <a16:creationId xmlns:a16="http://schemas.microsoft.com/office/drawing/2014/main" id="{CC76EA98-C053-48F7-9367-6A0B05EB14F8}"/>
                </a:ext>
              </a:extLst>
            </p:cNvPr>
            <p:cNvGrpSpPr/>
            <p:nvPr/>
          </p:nvGrpSpPr>
          <p:grpSpPr>
            <a:xfrm>
              <a:off x="2400446" y="2005715"/>
              <a:ext cx="1260019" cy="3465437"/>
              <a:chOff x="2400446" y="2005715"/>
              <a:chExt cx="1260019" cy="3465437"/>
            </a:xfrm>
          </p:grpSpPr>
          <p:grpSp>
            <p:nvGrpSpPr>
              <p:cNvPr id="186" name="组合 185">
                <a:extLst>
                  <a:ext uri="{FF2B5EF4-FFF2-40B4-BE49-F238E27FC236}">
                    <a16:creationId xmlns:a16="http://schemas.microsoft.com/office/drawing/2014/main" id="{155B0A77-69E3-47C2-AECD-19CCD412ADDD}"/>
                  </a:ext>
                </a:extLst>
              </p:cNvPr>
              <p:cNvGrpSpPr/>
              <p:nvPr/>
            </p:nvGrpSpPr>
            <p:grpSpPr>
              <a:xfrm>
                <a:off x="2411167" y="2005715"/>
                <a:ext cx="1249297" cy="810671"/>
                <a:chOff x="932125" y="2130352"/>
                <a:chExt cx="1160698" cy="733750"/>
              </a:xfrm>
            </p:grpSpPr>
            <p:sp>
              <p:nvSpPr>
                <p:cNvPr id="205" name="矩形 204">
                  <a:extLst>
                    <a:ext uri="{FF2B5EF4-FFF2-40B4-BE49-F238E27FC236}">
                      <a16:creationId xmlns:a16="http://schemas.microsoft.com/office/drawing/2014/main" id="{33CD48DB-8226-46AB-A7E4-CDEA3EC0A5A5}"/>
                    </a:ext>
                  </a:extLst>
                </p:cNvPr>
                <p:cNvSpPr/>
                <p:nvPr/>
              </p:nvSpPr>
              <p:spPr>
                <a:xfrm>
                  <a:off x="932125" y="2130352"/>
                  <a:ext cx="1160698" cy="733750"/>
                </a:xfrm>
                <a:prstGeom prst="rect">
                  <a:avLst/>
                </a:prstGeom>
                <a:solidFill>
                  <a:srgbClr val="B2B2B2">
                    <a:lumMod val="40000"/>
                    <a:lumOff val="60000"/>
                  </a:srgbClr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206" name="矩形 205">
                  <a:extLst>
                    <a:ext uri="{FF2B5EF4-FFF2-40B4-BE49-F238E27FC236}">
                      <a16:creationId xmlns:a16="http://schemas.microsoft.com/office/drawing/2014/main" id="{1D6898CF-C1BF-434F-8BDA-3E9E3F022BF9}"/>
                    </a:ext>
                  </a:extLst>
                </p:cNvPr>
                <p:cNvSpPr/>
                <p:nvPr/>
              </p:nvSpPr>
              <p:spPr>
                <a:xfrm>
                  <a:off x="1303233" y="2192613"/>
                  <a:ext cx="717585" cy="228600"/>
                </a:xfrm>
                <a:prstGeom prst="rect">
                  <a:avLst/>
                </a:prstGeom>
                <a:solidFill>
                  <a:srgbClr val="00B0F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207" name="矩形 206">
                  <a:extLst>
                    <a:ext uri="{FF2B5EF4-FFF2-40B4-BE49-F238E27FC236}">
                      <a16:creationId xmlns:a16="http://schemas.microsoft.com/office/drawing/2014/main" id="{5A451F70-782C-45B7-8660-AD514B17617E}"/>
                    </a:ext>
                  </a:extLst>
                </p:cNvPr>
                <p:cNvSpPr/>
                <p:nvPr/>
              </p:nvSpPr>
              <p:spPr>
                <a:xfrm>
                  <a:off x="1004133" y="2194547"/>
                  <a:ext cx="227092" cy="228600"/>
                </a:xfrm>
                <a:prstGeom prst="rect">
                  <a:avLst/>
                </a:prstGeom>
                <a:solidFill>
                  <a:srgbClr val="FF660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r>
                    <a:rPr lang="en-US" altLang="zh-CN" sz="1600" kern="0" dirty="0">
                      <a:solidFill>
                        <a:srgbClr val="000000"/>
                      </a:solidFill>
                      <a:ea typeface="微软雅黑"/>
                      <a:cs typeface="Arial" pitchFamily="34" charset="0"/>
                    </a:rPr>
                    <a:t>1</a:t>
                  </a: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208" name="矩形 207">
                  <a:extLst>
                    <a:ext uri="{FF2B5EF4-FFF2-40B4-BE49-F238E27FC236}">
                      <a16:creationId xmlns:a16="http://schemas.microsoft.com/office/drawing/2014/main" id="{6DFFED4B-45AE-42B8-8258-BD99A3334394}"/>
                    </a:ext>
                  </a:extLst>
                </p:cNvPr>
                <p:cNvSpPr/>
                <p:nvPr/>
              </p:nvSpPr>
              <p:spPr>
                <a:xfrm>
                  <a:off x="1303234" y="2579969"/>
                  <a:ext cx="716586" cy="228600"/>
                </a:xfrm>
                <a:prstGeom prst="rect">
                  <a:avLst/>
                </a:prstGeom>
                <a:solidFill>
                  <a:srgbClr val="00B0F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209" name="矩形 208">
                  <a:extLst>
                    <a:ext uri="{FF2B5EF4-FFF2-40B4-BE49-F238E27FC236}">
                      <a16:creationId xmlns:a16="http://schemas.microsoft.com/office/drawing/2014/main" id="{642D8CB8-4E4A-4ECA-A79B-FA6B1FE4F417}"/>
                    </a:ext>
                  </a:extLst>
                </p:cNvPr>
                <p:cNvSpPr/>
                <p:nvPr/>
              </p:nvSpPr>
              <p:spPr>
                <a:xfrm>
                  <a:off x="1004133" y="2581903"/>
                  <a:ext cx="227092" cy="228600"/>
                </a:xfrm>
                <a:prstGeom prst="rect">
                  <a:avLst/>
                </a:prstGeom>
                <a:solidFill>
                  <a:srgbClr val="FF660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r>
                    <a:rPr lang="en-US" altLang="zh-CN" sz="1600" kern="0" dirty="0">
                      <a:solidFill>
                        <a:srgbClr val="000000"/>
                      </a:solidFill>
                      <a:ea typeface="微软雅黑"/>
                      <a:cs typeface="Arial" pitchFamily="34" charset="0"/>
                    </a:rPr>
                    <a:t>1</a:t>
                  </a: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</p:grpSp>
          <p:grpSp>
            <p:nvGrpSpPr>
              <p:cNvPr id="187" name="组合 186">
                <a:extLst>
                  <a:ext uri="{FF2B5EF4-FFF2-40B4-BE49-F238E27FC236}">
                    <a16:creationId xmlns:a16="http://schemas.microsoft.com/office/drawing/2014/main" id="{6D633610-1932-4266-BA13-95052FDDB791}"/>
                  </a:ext>
                </a:extLst>
              </p:cNvPr>
              <p:cNvGrpSpPr/>
              <p:nvPr/>
            </p:nvGrpSpPr>
            <p:grpSpPr>
              <a:xfrm>
                <a:off x="2400446" y="2869278"/>
                <a:ext cx="1253007" cy="831238"/>
                <a:chOff x="932125" y="2905064"/>
                <a:chExt cx="1187750" cy="752366"/>
              </a:xfrm>
            </p:grpSpPr>
            <p:sp>
              <p:nvSpPr>
                <p:cNvPr id="200" name="矩形 199">
                  <a:extLst>
                    <a:ext uri="{FF2B5EF4-FFF2-40B4-BE49-F238E27FC236}">
                      <a16:creationId xmlns:a16="http://schemas.microsoft.com/office/drawing/2014/main" id="{5E708E93-66BA-4FAB-8C51-A98280EB38C1}"/>
                    </a:ext>
                  </a:extLst>
                </p:cNvPr>
                <p:cNvSpPr/>
                <p:nvPr/>
              </p:nvSpPr>
              <p:spPr>
                <a:xfrm>
                  <a:off x="932125" y="2905064"/>
                  <a:ext cx="1187750" cy="752366"/>
                </a:xfrm>
                <a:prstGeom prst="rect">
                  <a:avLst/>
                </a:prstGeom>
                <a:solidFill>
                  <a:srgbClr val="B2B2B2">
                    <a:lumMod val="40000"/>
                    <a:lumOff val="60000"/>
                  </a:srgbClr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/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201" name="矩形 200">
                  <a:extLst>
                    <a:ext uri="{FF2B5EF4-FFF2-40B4-BE49-F238E27FC236}">
                      <a16:creationId xmlns:a16="http://schemas.microsoft.com/office/drawing/2014/main" id="{A720450A-958E-448D-B6A3-10704D68B77D}"/>
                    </a:ext>
                  </a:extLst>
                </p:cNvPr>
                <p:cNvSpPr/>
                <p:nvPr/>
              </p:nvSpPr>
              <p:spPr>
                <a:xfrm>
                  <a:off x="1303234" y="2967325"/>
                  <a:ext cx="726548" cy="228600"/>
                </a:xfrm>
                <a:prstGeom prst="rect">
                  <a:avLst/>
                </a:prstGeom>
                <a:solidFill>
                  <a:srgbClr val="00B0F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/>
                  <a:r>
                    <a:rPr lang="en-US" altLang="zh-CN" sz="1600" kern="0" dirty="0">
                      <a:solidFill>
                        <a:prstClr val="white"/>
                      </a:solidFill>
                      <a:ea typeface="微软雅黑"/>
                      <a:cs typeface="Arial" pitchFamily="34" charset="0"/>
                    </a:rPr>
                    <a:t>666</a:t>
                  </a:r>
                  <a:endParaRPr lang="zh-CN" altLang="en-US" sz="1600" kern="0" dirty="0">
                    <a:solidFill>
                      <a:prstClr val="white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202" name="矩形 201">
                  <a:extLst>
                    <a:ext uri="{FF2B5EF4-FFF2-40B4-BE49-F238E27FC236}">
                      <a16:creationId xmlns:a16="http://schemas.microsoft.com/office/drawing/2014/main" id="{CF325EA8-5987-45D6-923F-7145D5E3D07F}"/>
                    </a:ext>
                  </a:extLst>
                </p:cNvPr>
                <p:cNvSpPr/>
                <p:nvPr/>
              </p:nvSpPr>
              <p:spPr>
                <a:xfrm>
                  <a:off x="1004133" y="2969259"/>
                  <a:ext cx="227092" cy="228600"/>
                </a:xfrm>
                <a:prstGeom prst="rect">
                  <a:avLst/>
                </a:prstGeom>
                <a:solidFill>
                  <a:srgbClr val="FF660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/>
                  <a:r>
                    <a:rPr lang="en-US" altLang="zh-CN" sz="1600" kern="0" dirty="0">
                      <a:solidFill>
                        <a:srgbClr val="000000"/>
                      </a:solidFill>
                      <a:ea typeface="微软雅黑"/>
                      <a:cs typeface="Arial" pitchFamily="34" charset="0"/>
                    </a:rPr>
                    <a:t>1</a:t>
                  </a: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203" name="矩形 202">
                  <a:extLst>
                    <a:ext uri="{FF2B5EF4-FFF2-40B4-BE49-F238E27FC236}">
                      <a16:creationId xmlns:a16="http://schemas.microsoft.com/office/drawing/2014/main" id="{97161A7F-A9A1-4B94-87A6-B45CC436DEB7}"/>
                    </a:ext>
                  </a:extLst>
                </p:cNvPr>
                <p:cNvSpPr/>
                <p:nvPr/>
              </p:nvSpPr>
              <p:spPr>
                <a:xfrm>
                  <a:off x="1303234" y="3354681"/>
                  <a:ext cx="716586" cy="228600"/>
                </a:xfrm>
                <a:prstGeom prst="rect">
                  <a:avLst/>
                </a:prstGeom>
                <a:solidFill>
                  <a:srgbClr val="00B0F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/>
                  <a:r>
                    <a:rPr lang="en-US" altLang="zh-CN" sz="1600" kern="0" dirty="0">
                      <a:solidFill>
                        <a:prstClr val="white"/>
                      </a:solidFill>
                      <a:ea typeface="微软雅黑"/>
                      <a:cs typeface="Arial" pitchFamily="34" charset="0"/>
                    </a:rPr>
                    <a:t>777</a:t>
                  </a:r>
                  <a:endParaRPr lang="zh-CN" altLang="en-US" sz="1600" kern="0" dirty="0">
                    <a:solidFill>
                      <a:prstClr val="white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204" name="矩形 203">
                  <a:extLst>
                    <a:ext uri="{FF2B5EF4-FFF2-40B4-BE49-F238E27FC236}">
                      <a16:creationId xmlns:a16="http://schemas.microsoft.com/office/drawing/2014/main" id="{25D083E9-57B5-400D-ACC4-7549F1E638D0}"/>
                    </a:ext>
                  </a:extLst>
                </p:cNvPr>
                <p:cNvSpPr/>
                <p:nvPr/>
              </p:nvSpPr>
              <p:spPr>
                <a:xfrm>
                  <a:off x="1004133" y="3356615"/>
                  <a:ext cx="227092" cy="228600"/>
                </a:xfrm>
                <a:prstGeom prst="rect">
                  <a:avLst/>
                </a:prstGeom>
                <a:solidFill>
                  <a:srgbClr val="FF660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/>
                  <a:r>
                    <a:rPr lang="en-US" altLang="zh-CN" sz="1600" kern="0" dirty="0">
                      <a:solidFill>
                        <a:srgbClr val="000000"/>
                      </a:solidFill>
                      <a:ea typeface="微软雅黑"/>
                      <a:cs typeface="Arial" pitchFamily="34" charset="0"/>
                    </a:rPr>
                    <a:t>1</a:t>
                  </a: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</p:grpSp>
          <p:grpSp>
            <p:nvGrpSpPr>
              <p:cNvPr id="188" name="组合 187">
                <a:extLst>
                  <a:ext uri="{FF2B5EF4-FFF2-40B4-BE49-F238E27FC236}">
                    <a16:creationId xmlns:a16="http://schemas.microsoft.com/office/drawing/2014/main" id="{750D4AAF-6669-41C0-9034-5D345E1EBC79}"/>
                  </a:ext>
                </a:extLst>
              </p:cNvPr>
              <p:cNvGrpSpPr/>
              <p:nvPr/>
            </p:nvGrpSpPr>
            <p:grpSpPr>
              <a:xfrm>
                <a:off x="2400446" y="3755946"/>
                <a:ext cx="1253007" cy="822420"/>
                <a:chOff x="932125" y="3707599"/>
                <a:chExt cx="1164145" cy="744385"/>
              </a:xfrm>
            </p:grpSpPr>
            <p:sp>
              <p:nvSpPr>
                <p:cNvPr id="195" name="矩形 194">
                  <a:extLst>
                    <a:ext uri="{FF2B5EF4-FFF2-40B4-BE49-F238E27FC236}">
                      <a16:creationId xmlns:a16="http://schemas.microsoft.com/office/drawing/2014/main" id="{42E4782B-BFD7-44CD-ABC8-9D1188618BED}"/>
                    </a:ext>
                  </a:extLst>
                </p:cNvPr>
                <p:cNvSpPr/>
                <p:nvPr/>
              </p:nvSpPr>
              <p:spPr>
                <a:xfrm>
                  <a:off x="932125" y="3707599"/>
                  <a:ext cx="1164145" cy="744385"/>
                </a:xfrm>
                <a:prstGeom prst="rect">
                  <a:avLst/>
                </a:prstGeom>
                <a:solidFill>
                  <a:srgbClr val="B2B2B2">
                    <a:lumMod val="40000"/>
                    <a:lumOff val="60000"/>
                  </a:srgbClr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196" name="矩形 195">
                  <a:extLst>
                    <a:ext uri="{FF2B5EF4-FFF2-40B4-BE49-F238E27FC236}">
                      <a16:creationId xmlns:a16="http://schemas.microsoft.com/office/drawing/2014/main" id="{376A07C9-6518-4581-860B-D25220BA308F}"/>
                    </a:ext>
                  </a:extLst>
                </p:cNvPr>
                <p:cNvSpPr/>
                <p:nvPr/>
              </p:nvSpPr>
              <p:spPr>
                <a:xfrm>
                  <a:off x="1004133" y="3790411"/>
                  <a:ext cx="227092" cy="228600"/>
                </a:xfrm>
                <a:prstGeom prst="rect">
                  <a:avLst/>
                </a:prstGeom>
                <a:solidFill>
                  <a:srgbClr val="FF660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r>
                    <a:rPr lang="en-US" altLang="zh-CN" sz="1600" kern="0" dirty="0">
                      <a:solidFill>
                        <a:srgbClr val="000000"/>
                      </a:solidFill>
                      <a:ea typeface="微软雅黑"/>
                      <a:cs typeface="Arial" pitchFamily="34" charset="0"/>
                    </a:rPr>
                    <a:t>0</a:t>
                  </a: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197" name="矩形 196">
                  <a:extLst>
                    <a:ext uri="{FF2B5EF4-FFF2-40B4-BE49-F238E27FC236}">
                      <a16:creationId xmlns:a16="http://schemas.microsoft.com/office/drawing/2014/main" id="{F7BEB534-302F-4A94-A662-6AABCC57CF23}"/>
                    </a:ext>
                  </a:extLst>
                </p:cNvPr>
                <p:cNvSpPr/>
                <p:nvPr/>
              </p:nvSpPr>
              <p:spPr>
                <a:xfrm>
                  <a:off x="1004133" y="4177767"/>
                  <a:ext cx="227092" cy="228600"/>
                </a:xfrm>
                <a:prstGeom prst="rect">
                  <a:avLst/>
                </a:prstGeom>
                <a:solidFill>
                  <a:srgbClr val="FF660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r>
                    <a:rPr lang="en-US" altLang="zh-CN" sz="1600" kern="0" dirty="0">
                      <a:solidFill>
                        <a:srgbClr val="000000"/>
                      </a:solidFill>
                      <a:ea typeface="微软雅黑"/>
                      <a:cs typeface="Arial" pitchFamily="34" charset="0"/>
                    </a:rPr>
                    <a:t>0</a:t>
                  </a: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198" name="矩形 197">
                  <a:extLst>
                    <a:ext uri="{FF2B5EF4-FFF2-40B4-BE49-F238E27FC236}">
                      <a16:creationId xmlns:a16="http://schemas.microsoft.com/office/drawing/2014/main" id="{2F1AF759-EB09-44E3-BF1A-DA5ACB65CD58}"/>
                    </a:ext>
                  </a:extLst>
                </p:cNvPr>
                <p:cNvSpPr/>
                <p:nvPr/>
              </p:nvSpPr>
              <p:spPr>
                <a:xfrm>
                  <a:off x="1303234" y="3788477"/>
                  <a:ext cx="713476" cy="228600"/>
                </a:xfrm>
                <a:prstGeom prst="rect">
                  <a:avLst/>
                </a:prstGeom>
                <a:solidFill>
                  <a:srgbClr val="00B0F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199" name="矩形 198">
                  <a:extLst>
                    <a:ext uri="{FF2B5EF4-FFF2-40B4-BE49-F238E27FC236}">
                      <a16:creationId xmlns:a16="http://schemas.microsoft.com/office/drawing/2014/main" id="{FEC30DF4-1FA1-44D7-967C-C64DC3B41F5A}"/>
                    </a:ext>
                  </a:extLst>
                </p:cNvPr>
                <p:cNvSpPr/>
                <p:nvPr/>
              </p:nvSpPr>
              <p:spPr>
                <a:xfrm>
                  <a:off x="1303234" y="4175833"/>
                  <a:ext cx="713476" cy="228600"/>
                </a:xfrm>
                <a:prstGeom prst="rect">
                  <a:avLst/>
                </a:prstGeom>
                <a:solidFill>
                  <a:srgbClr val="00B0F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</p:grpSp>
          <p:grpSp>
            <p:nvGrpSpPr>
              <p:cNvPr id="189" name="组合 188">
                <a:extLst>
                  <a:ext uri="{FF2B5EF4-FFF2-40B4-BE49-F238E27FC236}">
                    <a16:creationId xmlns:a16="http://schemas.microsoft.com/office/drawing/2014/main" id="{D7E0863E-107D-4795-AB05-E04B6D5888D3}"/>
                  </a:ext>
                </a:extLst>
              </p:cNvPr>
              <p:cNvGrpSpPr/>
              <p:nvPr/>
            </p:nvGrpSpPr>
            <p:grpSpPr>
              <a:xfrm>
                <a:off x="2400446" y="4632440"/>
                <a:ext cx="1260019" cy="838712"/>
                <a:chOff x="932126" y="4500927"/>
                <a:chExt cx="1170660" cy="759131"/>
              </a:xfrm>
            </p:grpSpPr>
            <p:sp>
              <p:nvSpPr>
                <p:cNvPr id="190" name="矩形 189">
                  <a:extLst>
                    <a:ext uri="{FF2B5EF4-FFF2-40B4-BE49-F238E27FC236}">
                      <a16:creationId xmlns:a16="http://schemas.microsoft.com/office/drawing/2014/main" id="{CD40B71B-E789-4305-A4D3-BA29E98A8C30}"/>
                    </a:ext>
                  </a:extLst>
                </p:cNvPr>
                <p:cNvSpPr/>
                <p:nvPr/>
              </p:nvSpPr>
              <p:spPr>
                <a:xfrm>
                  <a:off x="932126" y="4500927"/>
                  <a:ext cx="1170660" cy="759131"/>
                </a:xfrm>
                <a:prstGeom prst="rect">
                  <a:avLst/>
                </a:prstGeom>
                <a:solidFill>
                  <a:srgbClr val="B2B2B2">
                    <a:lumMod val="40000"/>
                    <a:lumOff val="60000"/>
                  </a:srgbClr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191" name="矩形 190">
                  <a:extLst>
                    <a:ext uri="{FF2B5EF4-FFF2-40B4-BE49-F238E27FC236}">
                      <a16:creationId xmlns:a16="http://schemas.microsoft.com/office/drawing/2014/main" id="{1A5AC62F-6E06-4909-9233-20A8092EA99F}"/>
                    </a:ext>
                  </a:extLst>
                </p:cNvPr>
                <p:cNvSpPr/>
                <p:nvPr/>
              </p:nvSpPr>
              <p:spPr>
                <a:xfrm>
                  <a:off x="1303234" y="4563189"/>
                  <a:ext cx="713476" cy="228600"/>
                </a:xfrm>
                <a:prstGeom prst="rect">
                  <a:avLst/>
                </a:prstGeom>
                <a:solidFill>
                  <a:srgbClr val="00B0F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192" name="矩形 191">
                  <a:extLst>
                    <a:ext uri="{FF2B5EF4-FFF2-40B4-BE49-F238E27FC236}">
                      <a16:creationId xmlns:a16="http://schemas.microsoft.com/office/drawing/2014/main" id="{46A60210-4B6C-4A46-84E3-3CA6D9C9B68C}"/>
                    </a:ext>
                  </a:extLst>
                </p:cNvPr>
                <p:cNvSpPr/>
                <p:nvPr/>
              </p:nvSpPr>
              <p:spPr>
                <a:xfrm>
                  <a:off x="1004133" y="4565123"/>
                  <a:ext cx="227092" cy="228600"/>
                </a:xfrm>
                <a:prstGeom prst="rect">
                  <a:avLst/>
                </a:prstGeom>
                <a:solidFill>
                  <a:srgbClr val="FF660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r>
                    <a:rPr lang="en-US" altLang="zh-CN" sz="1600" kern="0" dirty="0">
                      <a:solidFill>
                        <a:srgbClr val="000000"/>
                      </a:solidFill>
                      <a:ea typeface="微软雅黑"/>
                      <a:cs typeface="Arial" pitchFamily="34" charset="0"/>
                    </a:rPr>
                    <a:t>0</a:t>
                  </a: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193" name="矩形 192">
                  <a:extLst>
                    <a:ext uri="{FF2B5EF4-FFF2-40B4-BE49-F238E27FC236}">
                      <a16:creationId xmlns:a16="http://schemas.microsoft.com/office/drawing/2014/main" id="{95DF280D-3335-4FC7-9769-2F8417222B7F}"/>
                    </a:ext>
                  </a:extLst>
                </p:cNvPr>
                <p:cNvSpPr/>
                <p:nvPr/>
              </p:nvSpPr>
              <p:spPr>
                <a:xfrm>
                  <a:off x="1303234" y="4950545"/>
                  <a:ext cx="713476" cy="228600"/>
                </a:xfrm>
                <a:prstGeom prst="rect">
                  <a:avLst/>
                </a:prstGeom>
                <a:solidFill>
                  <a:srgbClr val="00B0F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  <p:sp>
              <p:nvSpPr>
                <p:cNvPr id="194" name="矩形 193">
                  <a:extLst>
                    <a:ext uri="{FF2B5EF4-FFF2-40B4-BE49-F238E27FC236}">
                      <a16:creationId xmlns:a16="http://schemas.microsoft.com/office/drawing/2014/main" id="{1A0999E8-89B8-4394-895E-FB1D98D2F29A}"/>
                    </a:ext>
                  </a:extLst>
                </p:cNvPr>
                <p:cNvSpPr/>
                <p:nvPr/>
              </p:nvSpPr>
              <p:spPr>
                <a:xfrm>
                  <a:off x="1004133" y="4952479"/>
                  <a:ext cx="227092" cy="228600"/>
                </a:xfrm>
                <a:prstGeom prst="rect">
                  <a:avLst/>
                </a:prstGeom>
                <a:solidFill>
                  <a:srgbClr val="FF6600"/>
                </a:solidFill>
                <a:ln w="3175" cap="flat" cmpd="sng" algn="ctr">
                  <a:solidFill>
                    <a:srgbClr val="333333"/>
                  </a:solidFill>
                  <a:prstDash val="sysDot"/>
                </a:ln>
                <a:effectLst/>
              </p:spPr>
              <p:txBody>
                <a:bodyPr anchor="ctr"/>
                <a:lstStyle/>
                <a:p>
                  <a:pPr algn="ctr" eaLnBrk="1" hangingPunct="1">
                    <a:defRPr/>
                  </a:pPr>
                  <a:r>
                    <a:rPr lang="en-US" altLang="zh-CN" sz="1600" kern="0" dirty="0">
                      <a:solidFill>
                        <a:srgbClr val="000000"/>
                      </a:solidFill>
                      <a:ea typeface="微软雅黑"/>
                      <a:cs typeface="Arial" pitchFamily="34" charset="0"/>
                    </a:rPr>
                    <a:t>0</a:t>
                  </a:r>
                  <a:endParaRPr lang="zh-CN" altLang="en-US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endParaRPr>
                </a:p>
              </p:txBody>
            </p:sp>
          </p:grpSp>
        </p:grpSp>
      </p:grpSp>
      <p:grpSp>
        <p:nvGrpSpPr>
          <p:cNvPr id="210" name="组合 209">
            <a:extLst>
              <a:ext uri="{FF2B5EF4-FFF2-40B4-BE49-F238E27FC236}">
                <a16:creationId xmlns:a16="http://schemas.microsoft.com/office/drawing/2014/main" id="{298E1B43-7DC5-4094-8539-128EBD5919B8}"/>
              </a:ext>
            </a:extLst>
          </p:cNvPr>
          <p:cNvGrpSpPr/>
          <p:nvPr/>
        </p:nvGrpSpPr>
        <p:grpSpPr>
          <a:xfrm>
            <a:off x="1943967" y="2191411"/>
            <a:ext cx="756498" cy="3157883"/>
            <a:chOff x="3650430" y="1957240"/>
            <a:chExt cx="756498" cy="3157883"/>
          </a:xfrm>
        </p:grpSpPr>
        <p:grpSp>
          <p:nvGrpSpPr>
            <p:cNvPr id="211" name="组合 210">
              <a:extLst>
                <a:ext uri="{FF2B5EF4-FFF2-40B4-BE49-F238E27FC236}">
                  <a16:creationId xmlns:a16="http://schemas.microsoft.com/office/drawing/2014/main" id="{9E918F0E-CD5E-46BE-B763-9B7E06D917E0}"/>
                </a:ext>
              </a:extLst>
            </p:cNvPr>
            <p:cNvGrpSpPr/>
            <p:nvPr/>
          </p:nvGrpSpPr>
          <p:grpSpPr>
            <a:xfrm>
              <a:off x="3650430" y="2420575"/>
              <a:ext cx="756498" cy="2631221"/>
              <a:chOff x="2872250" y="2498935"/>
              <a:chExt cx="702848" cy="2381557"/>
            </a:xfrm>
          </p:grpSpPr>
          <p:grpSp>
            <p:nvGrpSpPr>
              <p:cNvPr id="228" name="组合 227">
                <a:extLst>
                  <a:ext uri="{FF2B5EF4-FFF2-40B4-BE49-F238E27FC236}">
                    <a16:creationId xmlns:a16="http://schemas.microsoft.com/office/drawing/2014/main" id="{392DDA06-DC6A-4252-BACF-B3E77222EED1}"/>
                  </a:ext>
                </a:extLst>
              </p:cNvPr>
              <p:cNvGrpSpPr/>
              <p:nvPr/>
            </p:nvGrpSpPr>
            <p:grpSpPr>
              <a:xfrm>
                <a:off x="2872250" y="2498935"/>
                <a:ext cx="418734" cy="2381557"/>
                <a:chOff x="2872250" y="2498935"/>
                <a:chExt cx="418734" cy="2381557"/>
              </a:xfrm>
            </p:grpSpPr>
            <p:grpSp>
              <p:nvGrpSpPr>
                <p:cNvPr id="230" name="组合 229">
                  <a:extLst>
                    <a:ext uri="{FF2B5EF4-FFF2-40B4-BE49-F238E27FC236}">
                      <a16:creationId xmlns:a16="http://schemas.microsoft.com/office/drawing/2014/main" id="{63A3E1D1-BF5B-43DB-BA55-74F89D9C5CFB}"/>
                    </a:ext>
                  </a:extLst>
                </p:cNvPr>
                <p:cNvGrpSpPr/>
                <p:nvPr/>
              </p:nvGrpSpPr>
              <p:grpSpPr>
                <a:xfrm>
                  <a:off x="2872250" y="2507815"/>
                  <a:ext cx="418734" cy="2352440"/>
                  <a:chOff x="3739534" y="2492371"/>
                  <a:chExt cx="695496" cy="2352440"/>
                </a:xfrm>
              </p:grpSpPr>
              <p:cxnSp>
                <p:nvCxnSpPr>
                  <p:cNvPr id="232" name="直接连接符 231">
                    <a:extLst>
                      <a:ext uri="{FF2B5EF4-FFF2-40B4-BE49-F238E27FC236}">
                        <a16:creationId xmlns:a16="http://schemas.microsoft.com/office/drawing/2014/main" id="{FF919F56-EC4E-4EF2-9140-E6ACFD5CEF39}"/>
                      </a:ext>
                    </a:extLst>
                  </p:cNvPr>
                  <p:cNvCxnSpPr/>
                  <p:nvPr/>
                </p:nvCxnSpPr>
                <p:spPr>
                  <a:xfrm>
                    <a:off x="3755019" y="4058410"/>
                    <a:ext cx="680011" cy="0"/>
                  </a:xfrm>
                  <a:prstGeom prst="line">
                    <a:avLst/>
                  </a:prstGeom>
                  <a:noFill/>
                  <a:ln w="25400" cap="flat" cmpd="sng" algn="ctr">
                    <a:solidFill>
                      <a:srgbClr val="FFFFFF">
                        <a:lumMod val="65000"/>
                      </a:srgbClr>
                    </a:solidFill>
                    <a:prstDash val="solid"/>
                  </a:ln>
                  <a:effectLst/>
                </p:spPr>
              </p:cxnSp>
              <p:cxnSp>
                <p:nvCxnSpPr>
                  <p:cNvPr id="233" name="直接连接符 232">
                    <a:extLst>
                      <a:ext uri="{FF2B5EF4-FFF2-40B4-BE49-F238E27FC236}">
                        <a16:creationId xmlns:a16="http://schemas.microsoft.com/office/drawing/2014/main" id="{D0EF9E34-A9F5-4437-B5D8-4929EEC611D7}"/>
                      </a:ext>
                    </a:extLst>
                  </p:cNvPr>
                  <p:cNvCxnSpPr/>
                  <p:nvPr/>
                </p:nvCxnSpPr>
                <p:spPr>
                  <a:xfrm>
                    <a:off x="3755019" y="2492371"/>
                    <a:ext cx="680011" cy="0"/>
                  </a:xfrm>
                  <a:prstGeom prst="line">
                    <a:avLst/>
                  </a:prstGeom>
                  <a:noFill/>
                  <a:ln w="25400" cap="flat" cmpd="sng" algn="ctr">
                    <a:solidFill>
                      <a:srgbClr val="FFFFFF">
                        <a:lumMod val="65000"/>
                      </a:srgbClr>
                    </a:solidFill>
                    <a:prstDash val="solid"/>
                  </a:ln>
                  <a:effectLst/>
                </p:spPr>
              </p:cxnSp>
              <p:cxnSp>
                <p:nvCxnSpPr>
                  <p:cNvPr id="234" name="直接连接符 233">
                    <a:extLst>
                      <a:ext uri="{FF2B5EF4-FFF2-40B4-BE49-F238E27FC236}">
                        <a16:creationId xmlns:a16="http://schemas.microsoft.com/office/drawing/2014/main" id="{5C5D1B2B-83F8-40D7-A783-C75C32E62CB0}"/>
                      </a:ext>
                    </a:extLst>
                  </p:cNvPr>
                  <p:cNvCxnSpPr/>
                  <p:nvPr/>
                </p:nvCxnSpPr>
                <p:spPr>
                  <a:xfrm>
                    <a:off x="3739534" y="3265802"/>
                    <a:ext cx="695496" cy="0"/>
                  </a:xfrm>
                  <a:prstGeom prst="line">
                    <a:avLst/>
                  </a:prstGeom>
                  <a:noFill/>
                  <a:ln w="25400" cap="flat" cmpd="sng" algn="ctr">
                    <a:solidFill>
                      <a:srgbClr val="A6A6A6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35" name="直接连接符 234">
                    <a:extLst>
                      <a:ext uri="{FF2B5EF4-FFF2-40B4-BE49-F238E27FC236}">
                        <a16:creationId xmlns:a16="http://schemas.microsoft.com/office/drawing/2014/main" id="{4C58AA0D-9B98-4C0A-896F-126D1F5AC2A9}"/>
                      </a:ext>
                    </a:extLst>
                  </p:cNvPr>
                  <p:cNvCxnSpPr/>
                  <p:nvPr/>
                </p:nvCxnSpPr>
                <p:spPr>
                  <a:xfrm>
                    <a:off x="3755018" y="4844811"/>
                    <a:ext cx="680011" cy="0"/>
                  </a:xfrm>
                  <a:prstGeom prst="line">
                    <a:avLst/>
                  </a:prstGeom>
                  <a:noFill/>
                  <a:ln w="25400" cap="flat" cmpd="sng" algn="ctr">
                    <a:solidFill>
                      <a:srgbClr val="FFFFFF">
                        <a:lumMod val="65000"/>
                      </a:srgbClr>
                    </a:solidFill>
                    <a:prstDash val="solid"/>
                  </a:ln>
                  <a:effectLst/>
                </p:spPr>
              </p:cxnSp>
            </p:grpSp>
            <p:cxnSp>
              <p:nvCxnSpPr>
                <p:cNvPr id="231" name="直接连接符 230">
                  <a:extLst>
                    <a:ext uri="{FF2B5EF4-FFF2-40B4-BE49-F238E27FC236}">
                      <a16:creationId xmlns:a16="http://schemas.microsoft.com/office/drawing/2014/main" id="{0A559FDB-C56C-4C10-8A63-3733502ED7E0}"/>
                    </a:ext>
                  </a:extLst>
                </p:cNvPr>
                <p:cNvCxnSpPr/>
                <p:nvPr/>
              </p:nvCxnSpPr>
              <p:spPr>
                <a:xfrm>
                  <a:off x="3290983" y="2498935"/>
                  <a:ext cx="0" cy="2381557"/>
                </a:xfrm>
                <a:prstGeom prst="line">
                  <a:avLst/>
                </a:prstGeom>
                <a:noFill/>
                <a:ln w="57150" cap="flat" cmpd="sng" algn="ctr">
                  <a:solidFill>
                    <a:srgbClr val="A6A6A6"/>
                  </a:solidFill>
                  <a:prstDash val="solid"/>
                </a:ln>
                <a:effectLst/>
              </p:spPr>
            </p:cxnSp>
          </p:grpSp>
          <p:cxnSp>
            <p:nvCxnSpPr>
              <p:cNvPr id="229" name="直接连接符 228">
                <a:extLst>
                  <a:ext uri="{FF2B5EF4-FFF2-40B4-BE49-F238E27FC236}">
                    <a16:creationId xmlns:a16="http://schemas.microsoft.com/office/drawing/2014/main" id="{FA5F15A7-7E23-4465-8982-A8C847A97B7F}"/>
                  </a:ext>
                </a:extLst>
              </p:cNvPr>
              <p:cNvCxnSpPr/>
              <p:nvPr/>
            </p:nvCxnSpPr>
            <p:spPr>
              <a:xfrm flipH="1">
                <a:off x="3294355" y="3725559"/>
                <a:ext cx="280743" cy="0"/>
              </a:xfrm>
              <a:prstGeom prst="line">
                <a:avLst/>
              </a:prstGeom>
              <a:noFill/>
              <a:ln w="57150" cap="flat" cmpd="sng" algn="ctr">
                <a:solidFill>
                  <a:srgbClr val="A6A6A6"/>
                </a:solidFill>
                <a:prstDash val="solid"/>
              </a:ln>
              <a:effectLst/>
            </p:spPr>
          </p:cxnSp>
        </p:grpSp>
        <p:grpSp>
          <p:nvGrpSpPr>
            <p:cNvPr id="212" name="组合 211">
              <a:extLst>
                <a:ext uri="{FF2B5EF4-FFF2-40B4-BE49-F238E27FC236}">
                  <a16:creationId xmlns:a16="http://schemas.microsoft.com/office/drawing/2014/main" id="{1C496E83-A305-4954-8560-D0B75728F3F3}"/>
                </a:ext>
              </a:extLst>
            </p:cNvPr>
            <p:cNvGrpSpPr/>
            <p:nvPr/>
          </p:nvGrpSpPr>
          <p:grpSpPr>
            <a:xfrm>
              <a:off x="3800610" y="2202011"/>
              <a:ext cx="155419" cy="311522"/>
              <a:chOff x="3800610" y="2202011"/>
              <a:chExt cx="155419" cy="311522"/>
            </a:xfrm>
          </p:grpSpPr>
          <p:sp>
            <p:nvSpPr>
              <p:cNvPr id="226" name="等腰三角形 225">
                <a:extLst>
                  <a:ext uri="{FF2B5EF4-FFF2-40B4-BE49-F238E27FC236}">
                    <a16:creationId xmlns:a16="http://schemas.microsoft.com/office/drawing/2014/main" id="{DD5CDA8D-4B7B-4029-BF95-D69F6BBD40BC}"/>
                  </a:ext>
                </a:extLst>
              </p:cNvPr>
              <p:cNvSpPr/>
              <p:nvPr/>
            </p:nvSpPr>
            <p:spPr>
              <a:xfrm rot="5400000" flipH="1">
                <a:off x="3795173" y="2352676"/>
                <a:ext cx="166294" cy="155419"/>
              </a:xfrm>
              <a:prstGeom prst="triangle">
                <a:avLst/>
              </a:prstGeom>
              <a:solidFill>
                <a:sysClr val="window" lastClr="FFFFFF"/>
              </a:solidFill>
              <a:ln w="28575">
                <a:solidFill>
                  <a:srgbClr val="A6A6A6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27" name="直接连接符 226">
                <a:extLst>
                  <a:ext uri="{FF2B5EF4-FFF2-40B4-BE49-F238E27FC236}">
                    <a16:creationId xmlns:a16="http://schemas.microsoft.com/office/drawing/2014/main" id="{6192B273-5391-403A-A409-9449F338461B}"/>
                  </a:ext>
                </a:extLst>
              </p:cNvPr>
              <p:cNvCxnSpPr/>
              <p:nvPr/>
            </p:nvCxnSpPr>
            <p:spPr>
              <a:xfrm flipV="1">
                <a:off x="3875778" y="2202011"/>
                <a:ext cx="0" cy="178303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A6A6A6"/>
                </a:solidFill>
                <a:round/>
                <a:headEnd/>
                <a:tailEnd type="none" w="lg" len="lg"/>
              </a:ln>
            </p:spPr>
          </p:cxnSp>
        </p:grpSp>
        <p:grpSp>
          <p:nvGrpSpPr>
            <p:cNvPr id="213" name="组合 212">
              <a:extLst>
                <a:ext uri="{FF2B5EF4-FFF2-40B4-BE49-F238E27FC236}">
                  <a16:creationId xmlns:a16="http://schemas.microsoft.com/office/drawing/2014/main" id="{CD290731-F655-4807-9FD2-8F427734B2FD}"/>
                </a:ext>
              </a:extLst>
            </p:cNvPr>
            <p:cNvGrpSpPr/>
            <p:nvPr/>
          </p:nvGrpSpPr>
          <p:grpSpPr>
            <a:xfrm>
              <a:off x="3808580" y="3055432"/>
              <a:ext cx="155419" cy="311522"/>
              <a:chOff x="3800610" y="2202011"/>
              <a:chExt cx="155419" cy="311522"/>
            </a:xfrm>
          </p:grpSpPr>
          <p:sp>
            <p:nvSpPr>
              <p:cNvPr id="224" name="等腰三角形 223">
                <a:extLst>
                  <a:ext uri="{FF2B5EF4-FFF2-40B4-BE49-F238E27FC236}">
                    <a16:creationId xmlns:a16="http://schemas.microsoft.com/office/drawing/2014/main" id="{D27C30CD-50B8-4DB9-9237-E128138D4A71}"/>
                  </a:ext>
                </a:extLst>
              </p:cNvPr>
              <p:cNvSpPr/>
              <p:nvPr/>
            </p:nvSpPr>
            <p:spPr>
              <a:xfrm rot="5400000" flipH="1">
                <a:off x="3795173" y="2352676"/>
                <a:ext cx="166294" cy="155419"/>
              </a:xfrm>
              <a:prstGeom prst="triangle">
                <a:avLst/>
              </a:prstGeom>
              <a:solidFill>
                <a:sysClr val="window" lastClr="FFFFFF"/>
              </a:solidFill>
              <a:ln w="28575">
                <a:solidFill>
                  <a:srgbClr val="A6A6A6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25" name="直接连接符 224">
                <a:extLst>
                  <a:ext uri="{FF2B5EF4-FFF2-40B4-BE49-F238E27FC236}">
                    <a16:creationId xmlns:a16="http://schemas.microsoft.com/office/drawing/2014/main" id="{CA30F8F3-F6E5-4DAB-9493-31521B06776D}"/>
                  </a:ext>
                </a:extLst>
              </p:cNvPr>
              <p:cNvCxnSpPr/>
              <p:nvPr/>
            </p:nvCxnSpPr>
            <p:spPr>
              <a:xfrm flipV="1">
                <a:off x="3875778" y="2202011"/>
                <a:ext cx="0" cy="178303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A6A6A6"/>
                </a:solidFill>
                <a:round/>
                <a:headEnd/>
                <a:tailEnd type="none" w="lg" len="lg"/>
              </a:ln>
            </p:spPr>
          </p:cxnSp>
        </p:grpSp>
        <p:grpSp>
          <p:nvGrpSpPr>
            <p:cNvPr id="214" name="组合 213">
              <a:extLst>
                <a:ext uri="{FF2B5EF4-FFF2-40B4-BE49-F238E27FC236}">
                  <a16:creationId xmlns:a16="http://schemas.microsoft.com/office/drawing/2014/main" id="{27A81868-D4AF-4759-8207-6A91A6EF401D}"/>
                </a:ext>
              </a:extLst>
            </p:cNvPr>
            <p:cNvGrpSpPr/>
            <p:nvPr/>
          </p:nvGrpSpPr>
          <p:grpSpPr>
            <a:xfrm>
              <a:off x="3816550" y="3927903"/>
              <a:ext cx="155419" cy="311522"/>
              <a:chOff x="3800610" y="2202011"/>
              <a:chExt cx="155419" cy="311522"/>
            </a:xfrm>
          </p:grpSpPr>
          <p:sp>
            <p:nvSpPr>
              <p:cNvPr id="222" name="等腰三角形 221">
                <a:extLst>
                  <a:ext uri="{FF2B5EF4-FFF2-40B4-BE49-F238E27FC236}">
                    <a16:creationId xmlns:a16="http://schemas.microsoft.com/office/drawing/2014/main" id="{3795DEFD-72F7-4B0C-AD85-DE1EA12F2D4A}"/>
                  </a:ext>
                </a:extLst>
              </p:cNvPr>
              <p:cNvSpPr/>
              <p:nvPr/>
            </p:nvSpPr>
            <p:spPr>
              <a:xfrm rot="5400000" flipH="1">
                <a:off x="3795173" y="2352676"/>
                <a:ext cx="166294" cy="155419"/>
              </a:xfrm>
              <a:prstGeom prst="triangle">
                <a:avLst/>
              </a:prstGeom>
              <a:solidFill>
                <a:sysClr val="window" lastClr="FFFFFF"/>
              </a:solidFill>
              <a:ln w="28575">
                <a:solidFill>
                  <a:srgbClr val="A6A6A6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23" name="直接连接符 222">
                <a:extLst>
                  <a:ext uri="{FF2B5EF4-FFF2-40B4-BE49-F238E27FC236}">
                    <a16:creationId xmlns:a16="http://schemas.microsoft.com/office/drawing/2014/main" id="{FE033717-FCE3-49B6-88CC-C0A8F3708B86}"/>
                  </a:ext>
                </a:extLst>
              </p:cNvPr>
              <p:cNvCxnSpPr/>
              <p:nvPr/>
            </p:nvCxnSpPr>
            <p:spPr>
              <a:xfrm flipV="1">
                <a:off x="3875778" y="2202011"/>
                <a:ext cx="0" cy="178303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A6A6A6"/>
                </a:solidFill>
                <a:round/>
                <a:headEnd/>
                <a:tailEnd type="none" w="lg" len="lg"/>
              </a:ln>
            </p:spPr>
          </p:cxnSp>
        </p:grpSp>
        <p:grpSp>
          <p:nvGrpSpPr>
            <p:cNvPr id="215" name="组合 214">
              <a:extLst>
                <a:ext uri="{FF2B5EF4-FFF2-40B4-BE49-F238E27FC236}">
                  <a16:creationId xmlns:a16="http://schemas.microsoft.com/office/drawing/2014/main" id="{C685B9DD-FACA-4EF0-9230-9DCA486A3E5C}"/>
                </a:ext>
              </a:extLst>
            </p:cNvPr>
            <p:cNvGrpSpPr/>
            <p:nvPr/>
          </p:nvGrpSpPr>
          <p:grpSpPr>
            <a:xfrm>
              <a:off x="3814373" y="4803601"/>
              <a:ext cx="155419" cy="311522"/>
              <a:chOff x="3800610" y="2202011"/>
              <a:chExt cx="155419" cy="311522"/>
            </a:xfrm>
          </p:grpSpPr>
          <p:sp>
            <p:nvSpPr>
              <p:cNvPr id="220" name="等腰三角形 219">
                <a:extLst>
                  <a:ext uri="{FF2B5EF4-FFF2-40B4-BE49-F238E27FC236}">
                    <a16:creationId xmlns:a16="http://schemas.microsoft.com/office/drawing/2014/main" id="{65D37C76-A3E9-418F-8926-774CE78E5545}"/>
                  </a:ext>
                </a:extLst>
              </p:cNvPr>
              <p:cNvSpPr/>
              <p:nvPr/>
            </p:nvSpPr>
            <p:spPr>
              <a:xfrm rot="5400000" flipH="1">
                <a:off x="3795173" y="2352676"/>
                <a:ext cx="166294" cy="155419"/>
              </a:xfrm>
              <a:prstGeom prst="triangle">
                <a:avLst/>
              </a:prstGeom>
              <a:solidFill>
                <a:sysClr val="window" lastClr="FFFFFF"/>
              </a:solidFill>
              <a:ln w="28575">
                <a:solidFill>
                  <a:srgbClr val="A6A6A6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3792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221" name="直接连接符 220">
                <a:extLst>
                  <a:ext uri="{FF2B5EF4-FFF2-40B4-BE49-F238E27FC236}">
                    <a16:creationId xmlns:a16="http://schemas.microsoft.com/office/drawing/2014/main" id="{057D0DAD-8ECB-49E6-A9CA-A45FDE6052A8}"/>
                  </a:ext>
                </a:extLst>
              </p:cNvPr>
              <p:cNvCxnSpPr/>
              <p:nvPr/>
            </p:nvCxnSpPr>
            <p:spPr>
              <a:xfrm flipV="1">
                <a:off x="3875778" y="2202011"/>
                <a:ext cx="0" cy="178303"/>
              </a:xfrm>
              <a:prstGeom prst="line">
                <a:avLst/>
              </a:prstGeom>
              <a:solidFill>
                <a:sysClr val="window" lastClr="FFFFFF"/>
              </a:solidFill>
              <a:ln w="19050">
                <a:solidFill>
                  <a:srgbClr val="A6A6A6"/>
                </a:solidFill>
                <a:round/>
                <a:headEnd/>
                <a:tailEnd type="none" w="lg" len="lg"/>
              </a:ln>
            </p:spPr>
          </p:cxnSp>
        </p:grpSp>
        <p:sp>
          <p:nvSpPr>
            <p:cNvPr id="216" name="文本框 215">
              <a:extLst>
                <a:ext uri="{FF2B5EF4-FFF2-40B4-BE49-F238E27FC236}">
                  <a16:creationId xmlns:a16="http://schemas.microsoft.com/office/drawing/2014/main" id="{7447FBCC-B217-4C95-8CD1-1919763C1B43}"/>
                </a:ext>
              </a:extLst>
            </p:cNvPr>
            <p:cNvSpPr txBox="1"/>
            <p:nvPr/>
          </p:nvSpPr>
          <p:spPr>
            <a:xfrm>
              <a:off x="3673130" y="1957240"/>
              <a:ext cx="40427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rPr>
                <a:t>S0</a:t>
              </a:r>
              <a:endParaRPr kumimoji="0" lang="zh-CN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217" name="文本框 216">
              <a:extLst>
                <a:ext uri="{FF2B5EF4-FFF2-40B4-BE49-F238E27FC236}">
                  <a16:creationId xmlns:a16="http://schemas.microsoft.com/office/drawing/2014/main" id="{03718FCD-A80B-43D4-8ED9-A66DC42330D0}"/>
                </a:ext>
              </a:extLst>
            </p:cNvPr>
            <p:cNvSpPr txBox="1"/>
            <p:nvPr/>
          </p:nvSpPr>
          <p:spPr>
            <a:xfrm>
              <a:off x="3663716" y="2805244"/>
              <a:ext cx="40427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rPr>
                <a:t>S1</a:t>
              </a:r>
              <a:endParaRPr kumimoji="0" lang="zh-CN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218" name="文本框 217">
              <a:extLst>
                <a:ext uri="{FF2B5EF4-FFF2-40B4-BE49-F238E27FC236}">
                  <a16:creationId xmlns:a16="http://schemas.microsoft.com/office/drawing/2014/main" id="{CDF5934B-2D4C-4B85-9FB1-837413A5FF11}"/>
                </a:ext>
              </a:extLst>
            </p:cNvPr>
            <p:cNvSpPr txBox="1"/>
            <p:nvPr/>
          </p:nvSpPr>
          <p:spPr>
            <a:xfrm>
              <a:off x="3674642" y="3681615"/>
              <a:ext cx="40427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rPr>
                <a:t>S2</a:t>
              </a:r>
              <a:endParaRPr kumimoji="0" lang="zh-CN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219" name="文本框 218">
              <a:extLst>
                <a:ext uri="{FF2B5EF4-FFF2-40B4-BE49-F238E27FC236}">
                  <a16:creationId xmlns:a16="http://schemas.microsoft.com/office/drawing/2014/main" id="{DBD01003-4FD7-4992-BBCF-F3F58F6B68A6}"/>
                </a:ext>
              </a:extLst>
            </p:cNvPr>
            <p:cNvSpPr txBox="1"/>
            <p:nvPr/>
          </p:nvSpPr>
          <p:spPr>
            <a:xfrm>
              <a:off x="3685569" y="4567514"/>
              <a:ext cx="40427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rPr>
                <a:t>S3</a:t>
              </a:r>
              <a:endParaRPr kumimoji="0" lang="zh-CN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</p:grpSp>
      <p:sp>
        <p:nvSpPr>
          <p:cNvPr id="236" name="矩形 235">
            <a:extLst>
              <a:ext uri="{FF2B5EF4-FFF2-40B4-BE49-F238E27FC236}">
                <a16:creationId xmlns:a16="http://schemas.microsoft.com/office/drawing/2014/main" id="{40EF28F9-DF6E-45B5-8169-3E1E8178FEF7}"/>
              </a:ext>
            </a:extLst>
          </p:cNvPr>
          <p:cNvSpPr/>
          <p:nvPr/>
        </p:nvSpPr>
        <p:spPr>
          <a:xfrm>
            <a:off x="3230931" y="2247522"/>
            <a:ext cx="297952" cy="3420940"/>
          </a:xfrm>
          <a:prstGeom prst="rect">
            <a:avLst/>
          </a:prstGeom>
          <a:solidFill>
            <a:srgbClr val="FFCCFF"/>
          </a:solidFill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行译码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信号逻辑</a:t>
            </a:r>
          </a:p>
        </p:txBody>
      </p:sp>
      <p:grpSp>
        <p:nvGrpSpPr>
          <p:cNvPr id="237" name="组合 236">
            <a:extLst>
              <a:ext uri="{FF2B5EF4-FFF2-40B4-BE49-F238E27FC236}">
                <a16:creationId xmlns:a16="http://schemas.microsoft.com/office/drawing/2014/main" id="{F28267A8-3690-4AE2-82E0-C26594A96917}"/>
              </a:ext>
            </a:extLst>
          </p:cNvPr>
          <p:cNvGrpSpPr/>
          <p:nvPr/>
        </p:nvGrpSpPr>
        <p:grpSpPr>
          <a:xfrm>
            <a:off x="2223373" y="1109426"/>
            <a:ext cx="2348627" cy="551135"/>
            <a:chOff x="3929836" y="875255"/>
            <a:chExt cx="2348627" cy="551135"/>
          </a:xfrm>
        </p:grpSpPr>
        <p:sp>
          <p:nvSpPr>
            <p:cNvPr id="238" name="矩形 237">
              <a:extLst>
                <a:ext uri="{FF2B5EF4-FFF2-40B4-BE49-F238E27FC236}">
                  <a16:creationId xmlns:a16="http://schemas.microsoft.com/office/drawing/2014/main" id="{93632E31-EA1E-463A-9639-E7EA6C00BBDF}"/>
                </a:ext>
              </a:extLst>
            </p:cNvPr>
            <p:cNvSpPr/>
            <p:nvPr/>
          </p:nvSpPr>
          <p:spPr>
            <a:xfrm>
              <a:off x="4460234" y="875255"/>
              <a:ext cx="1152068" cy="240288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r>
                <a:rPr lang="zh-CN" altLang="en-US" sz="1600" b="1" kern="0" dirty="0">
                  <a:solidFill>
                    <a:srgbClr val="000000">
                      <a:lumMod val="95000"/>
                      <a:lumOff val="5000"/>
                    </a:srgbClr>
                  </a:solidFill>
                  <a:ea typeface="微软雅黑"/>
                  <a:cs typeface="Arial" pitchFamily="34" charset="0"/>
                </a:rPr>
                <a:t>主存地址</a:t>
              </a:r>
            </a:p>
          </p:txBody>
        </p:sp>
        <p:grpSp>
          <p:nvGrpSpPr>
            <p:cNvPr id="239" name="组合 238">
              <a:extLst>
                <a:ext uri="{FF2B5EF4-FFF2-40B4-BE49-F238E27FC236}">
                  <a16:creationId xmlns:a16="http://schemas.microsoft.com/office/drawing/2014/main" id="{D7177E48-42C9-4559-87E6-C82A29194201}"/>
                </a:ext>
              </a:extLst>
            </p:cNvPr>
            <p:cNvGrpSpPr/>
            <p:nvPr/>
          </p:nvGrpSpPr>
          <p:grpSpPr>
            <a:xfrm>
              <a:off x="3929836" y="1173825"/>
              <a:ext cx="2348627" cy="252565"/>
              <a:chOff x="2861077" y="969828"/>
              <a:chExt cx="2182065" cy="228600"/>
            </a:xfrm>
          </p:grpSpPr>
          <p:sp>
            <p:nvSpPr>
              <p:cNvPr id="240" name="矩形 239">
                <a:extLst>
                  <a:ext uri="{FF2B5EF4-FFF2-40B4-BE49-F238E27FC236}">
                    <a16:creationId xmlns:a16="http://schemas.microsoft.com/office/drawing/2014/main" id="{8D015807-D4C5-491A-A323-B9C3344E0E76}"/>
                  </a:ext>
                </a:extLst>
              </p:cNvPr>
              <p:cNvSpPr/>
              <p:nvPr/>
            </p:nvSpPr>
            <p:spPr>
              <a:xfrm>
                <a:off x="2861077" y="969828"/>
                <a:ext cx="720725" cy="228600"/>
              </a:xfrm>
              <a:prstGeom prst="rect">
                <a:avLst/>
              </a:prstGeom>
              <a:solidFill>
                <a:srgbClr val="00B0F0"/>
              </a:solidFill>
              <a:ln w="1587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prstClr val="white"/>
                    </a:solidFill>
                    <a:ea typeface="微软雅黑"/>
                    <a:cs typeface="Arial" pitchFamily="34" charset="0"/>
                  </a:rPr>
                  <a:t>Tag</a:t>
                </a:r>
                <a:endParaRPr lang="zh-CN" altLang="en-US" sz="1600" kern="0" dirty="0">
                  <a:solidFill>
                    <a:prstClr val="white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241" name="矩形 240">
                <a:extLst>
                  <a:ext uri="{FF2B5EF4-FFF2-40B4-BE49-F238E27FC236}">
                    <a16:creationId xmlns:a16="http://schemas.microsoft.com/office/drawing/2014/main" id="{55F0ADDE-09DB-4BD8-B29B-3334A970D178}"/>
                  </a:ext>
                </a:extLst>
              </p:cNvPr>
              <p:cNvSpPr/>
              <p:nvPr/>
            </p:nvSpPr>
            <p:spPr>
              <a:xfrm>
                <a:off x="3581802" y="969828"/>
                <a:ext cx="730670" cy="228600"/>
              </a:xfrm>
              <a:prstGeom prst="rect">
                <a:avLst/>
              </a:prstGeom>
              <a:solidFill>
                <a:srgbClr val="CCFFCC"/>
              </a:solidFill>
              <a:ln w="1587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index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  <p:sp>
            <p:nvSpPr>
              <p:cNvPr id="242" name="矩形 241">
                <a:extLst>
                  <a:ext uri="{FF2B5EF4-FFF2-40B4-BE49-F238E27FC236}">
                    <a16:creationId xmlns:a16="http://schemas.microsoft.com/office/drawing/2014/main" id="{168A837D-1E1C-43AD-A1F3-37FE3718EDCC}"/>
                  </a:ext>
                </a:extLst>
              </p:cNvPr>
              <p:cNvSpPr/>
              <p:nvPr/>
            </p:nvSpPr>
            <p:spPr>
              <a:xfrm>
                <a:off x="4312472" y="969828"/>
                <a:ext cx="730670" cy="228600"/>
              </a:xfrm>
              <a:prstGeom prst="rect">
                <a:avLst/>
              </a:prstGeom>
              <a:solidFill>
                <a:srgbClr val="FFC000"/>
              </a:solidFill>
              <a:ln w="15875" cap="flat" cmpd="sng" algn="ctr">
                <a:solidFill>
                  <a:srgbClr val="333333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eaLnBrk="1" hangingPunct="1">
                  <a:defRPr/>
                </a:pPr>
                <a:r>
                  <a:rPr lang="en-US" altLang="zh-CN" sz="1600" kern="0" dirty="0">
                    <a:solidFill>
                      <a:srgbClr val="000000"/>
                    </a:solidFill>
                    <a:ea typeface="微软雅黑"/>
                    <a:cs typeface="Arial" pitchFamily="34" charset="0"/>
                  </a:rPr>
                  <a:t>offset</a:t>
                </a:r>
                <a:endParaRPr lang="zh-CN" altLang="en-US" sz="1600" kern="0" dirty="0">
                  <a:solidFill>
                    <a:srgbClr val="000000"/>
                  </a:solidFill>
                  <a:ea typeface="微软雅黑"/>
                  <a:cs typeface="Arial" pitchFamily="34" charset="0"/>
                </a:endParaRPr>
              </a:p>
            </p:txBody>
          </p:sp>
        </p:grpSp>
      </p:grpSp>
      <p:grpSp>
        <p:nvGrpSpPr>
          <p:cNvPr id="243" name="组合 242">
            <a:extLst>
              <a:ext uri="{FF2B5EF4-FFF2-40B4-BE49-F238E27FC236}">
                <a16:creationId xmlns:a16="http://schemas.microsoft.com/office/drawing/2014/main" id="{156A96E6-DFD8-4667-ADC4-4087F5225DDB}"/>
              </a:ext>
            </a:extLst>
          </p:cNvPr>
          <p:cNvGrpSpPr/>
          <p:nvPr/>
        </p:nvGrpSpPr>
        <p:grpSpPr>
          <a:xfrm>
            <a:off x="2903391" y="3495594"/>
            <a:ext cx="410636" cy="757374"/>
            <a:chOff x="4609854" y="3261423"/>
            <a:chExt cx="410636" cy="757374"/>
          </a:xfrm>
        </p:grpSpPr>
        <p:grpSp>
          <p:nvGrpSpPr>
            <p:cNvPr id="244" name="组合 243">
              <a:extLst>
                <a:ext uri="{FF2B5EF4-FFF2-40B4-BE49-F238E27FC236}">
                  <a16:creationId xmlns:a16="http://schemas.microsoft.com/office/drawing/2014/main" id="{A9CAEF99-BFC8-4BE2-BDE0-5E03A5179EFA}"/>
                </a:ext>
              </a:extLst>
            </p:cNvPr>
            <p:cNvGrpSpPr/>
            <p:nvPr/>
          </p:nvGrpSpPr>
          <p:grpSpPr>
            <a:xfrm>
              <a:off x="4708287" y="3491378"/>
              <a:ext cx="229740" cy="474847"/>
              <a:chOff x="3564805" y="3119262"/>
              <a:chExt cx="862337" cy="429791"/>
            </a:xfrm>
          </p:grpSpPr>
          <p:cxnSp>
            <p:nvCxnSpPr>
              <p:cNvPr id="248" name="直接连接符 247">
                <a:extLst>
                  <a:ext uri="{FF2B5EF4-FFF2-40B4-BE49-F238E27FC236}">
                    <a16:creationId xmlns:a16="http://schemas.microsoft.com/office/drawing/2014/main" id="{4B450A49-0401-472F-9B81-5A96FD7F7AA8}"/>
                  </a:ext>
                </a:extLst>
              </p:cNvPr>
              <p:cNvCxnSpPr/>
              <p:nvPr/>
            </p:nvCxnSpPr>
            <p:spPr>
              <a:xfrm>
                <a:off x="3564805" y="3119262"/>
                <a:ext cx="862337" cy="0"/>
              </a:xfrm>
              <a:prstGeom prst="line">
                <a:avLst/>
              </a:prstGeom>
              <a:noFill/>
              <a:ln w="19050" cap="flat" cmpd="sng" algn="ctr">
                <a:solidFill>
                  <a:srgbClr val="00CC00"/>
                </a:solidFill>
                <a:prstDash val="solid"/>
              </a:ln>
              <a:effectLst/>
            </p:spPr>
          </p:cxnSp>
          <p:cxnSp>
            <p:nvCxnSpPr>
              <p:cNvPr id="249" name="直接连接符 248">
                <a:extLst>
                  <a:ext uri="{FF2B5EF4-FFF2-40B4-BE49-F238E27FC236}">
                    <a16:creationId xmlns:a16="http://schemas.microsoft.com/office/drawing/2014/main" id="{FF886BED-9B6B-465F-8694-A44DD88CFFC6}"/>
                  </a:ext>
                </a:extLst>
              </p:cNvPr>
              <p:cNvCxnSpPr/>
              <p:nvPr/>
            </p:nvCxnSpPr>
            <p:spPr>
              <a:xfrm>
                <a:off x="3564805" y="3549053"/>
                <a:ext cx="86233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</p:grpSp>
        <p:grpSp>
          <p:nvGrpSpPr>
            <p:cNvPr id="245" name="组合 244">
              <a:extLst>
                <a:ext uri="{FF2B5EF4-FFF2-40B4-BE49-F238E27FC236}">
                  <a16:creationId xmlns:a16="http://schemas.microsoft.com/office/drawing/2014/main" id="{FC256FA3-6C64-4554-9A46-F42DC4CDBDEA}"/>
                </a:ext>
              </a:extLst>
            </p:cNvPr>
            <p:cNvGrpSpPr/>
            <p:nvPr/>
          </p:nvGrpSpPr>
          <p:grpSpPr>
            <a:xfrm>
              <a:off x="4609854" y="3261423"/>
              <a:ext cx="410636" cy="757374"/>
              <a:chOff x="4609854" y="3261423"/>
              <a:chExt cx="410636" cy="757374"/>
            </a:xfrm>
          </p:grpSpPr>
          <p:sp>
            <p:nvSpPr>
              <p:cNvPr id="246" name="矩形 245">
                <a:extLst>
                  <a:ext uri="{FF2B5EF4-FFF2-40B4-BE49-F238E27FC236}">
                    <a16:creationId xmlns:a16="http://schemas.microsoft.com/office/drawing/2014/main" id="{0D0B452D-1629-4D08-A61D-38E0872DA5ED}"/>
                  </a:ext>
                </a:extLst>
              </p:cNvPr>
              <p:cNvSpPr/>
              <p:nvPr/>
            </p:nvSpPr>
            <p:spPr>
              <a:xfrm>
                <a:off x="4609854" y="3261423"/>
                <a:ext cx="410636" cy="24933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K0</a:t>
                </a:r>
              </a:p>
            </p:txBody>
          </p:sp>
          <p:sp>
            <p:nvSpPr>
              <p:cNvPr id="247" name="矩形 246">
                <a:extLst>
                  <a:ext uri="{FF2B5EF4-FFF2-40B4-BE49-F238E27FC236}">
                    <a16:creationId xmlns:a16="http://schemas.microsoft.com/office/drawing/2014/main" id="{0ADE2C4B-70C1-4993-84DF-8FA8B21EA0AF}"/>
                  </a:ext>
                </a:extLst>
              </p:cNvPr>
              <p:cNvSpPr/>
              <p:nvPr/>
            </p:nvSpPr>
            <p:spPr>
              <a:xfrm>
                <a:off x="4609854" y="3769465"/>
                <a:ext cx="410636" cy="24933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/>
                    <a:ea typeface="微软雅黑"/>
                    <a:cs typeface="+mn-cs"/>
                  </a:rPr>
                  <a:t>K1</a:t>
                </a:r>
              </a:p>
            </p:txBody>
          </p:sp>
        </p:grpSp>
      </p:grpSp>
      <p:sp>
        <p:nvSpPr>
          <p:cNvPr id="250" name="矩形 249">
            <a:extLst>
              <a:ext uri="{FF2B5EF4-FFF2-40B4-BE49-F238E27FC236}">
                <a16:creationId xmlns:a16="http://schemas.microsoft.com/office/drawing/2014/main" id="{201CBCE3-DFE8-4DEB-9696-D9479F02B21D}"/>
              </a:ext>
            </a:extLst>
          </p:cNvPr>
          <p:cNvSpPr/>
          <p:nvPr/>
        </p:nvSpPr>
        <p:spPr>
          <a:xfrm>
            <a:off x="928658" y="5432723"/>
            <a:ext cx="1841552" cy="249105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algn="r" eaLnBrk="1" hangingPunct="1">
              <a:defRPr/>
            </a:pPr>
            <a:r>
              <a:rPr lang="zh-CN" altLang="en-US" sz="1600" b="1" kern="0" dirty="0">
                <a:solidFill>
                  <a:srgbClr val="000000">
                    <a:lumMod val="95000"/>
                    <a:lumOff val="5000"/>
                  </a:srgbClr>
                </a:solidFill>
                <a:ea typeface="微软雅黑"/>
                <a:cs typeface="Arial" pitchFamily="34" charset="0"/>
              </a:rPr>
              <a:t>查找表</a:t>
            </a:r>
          </a:p>
        </p:txBody>
      </p:sp>
    </p:spTree>
    <p:extLst>
      <p:ext uri="{BB962C8B-B14F-4D97-AF65-F5344CB8AC3E}">
        <p14:creationId xmlns:p14="http://schemas.microsoft.com/office/powerpoint/2010/main" val="902164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500"/>
                            </p:stCondLst>
                            <p:childTnLst>
                              <p:par>
                                <p:cTn id="10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236" grpId="0" animBg="1"/>
      <p:bldP spid="250" grpId="0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</a:t>
            </a:r>
            <a:r>
              <a:rPr lang="zh-CN" altLang="en-US" dirty="0"/>
              <a:t>组相联存储器</a:t>
            </a:r>
            <a:r>
              <a:rPr lang="en-US" altLang="zh-CN" dirty="0"/>
              <a:t>--</a:t>
            </a:r>
            <a:r>
              <a:rPr lang="zh-CN" altLang="en-US" dirty="0"/>
              <a:t>硬件开销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zh-CN" sz="2000" dirty="0"/>
              <a:t>SRAM</a:t>
            </a:r>
          </a:p>
          <a:p>
            <a:pPr lvl="1"/>
            <a:r>
              <a:rPr lang="zh-CN" altLang="en-US" sz="2000" dirty="0"/>
              <a:t>存放数据副本</a:t>
            </a:r>
            <a:endParaRPr lang="en-US" altLang="zh-CN" sz="2000" dirty="0"/>
          </a:p>
          <a:p>
            <a:r>
              <a:rPr lang="zh-CN" altLang="en-US" sz="2000" dirty="0"/>
              <a:t>多个相联存储器共享一个多路比较器</a:t>
            </a:r>
            <a:endParaRPr lang="en-US" altLang="zh-CN" sz="2000" dirty="0"/>
          </a:p>
          <a:p>
            <a:pPr lvl="1"/>
            <a:r>
              <a:rPr lang="zh-CN" altLang="en-US" sz="2000" dirty="0"/>
              <a:t>相对于全相联   多路比较器复杂度低</a:t>
            </a:r>
            <a:endParaRPr lang="en-US" altLang="zh-CN" sz="2000" dirty="0"/>
          </a:p>
          <a:p>
            <a:pPr lvl="1"/>
            <a:r>
              <a:rPr lang="zh-CN" altLang="en-US" sz="2000" dirty="0">
                <a:latin typeface="微软雅黑" charset="-122"/>
                <a:ea typeface="微软雅黑" charset="-122"/>
              </a:rPr>
              <a:t>查找表表项内容（</a:t>
            </a:r>
            <a:r>
              <a:rPr lang="en-US" altLang="zh-CN" sz="2000" dirty="0">
                <a:latin typeface="微软雅黑" charset="-122"/>
                <a:ea typeface="微软雅黑" charset="-122"/>
              </a:rPr>
              <a:t>valid</a:t>
            </a:r>
            <a:r>
              <a:rPr lang="zh-CN" altLang="en-US" sz="2000" dirty="0">
                <a:latin typeface="微软雅黑" charset="-122"/>
                <a:ea typeface="微软雅黑" charset="-122"/>
              </a:rPr>
              <a:t>位，标记，</a:t>
            </a:r>
            <a:r>
              <a:rPr lang="en-US" altLang="zh-CN" sz="2000" dirty="0">
                <a:latin typeface="微软雅黑" charset="-122"/>
                <a:ea typeface="微软雅黑" charset="-122"/>
              </a:rPr>
              <a:t>dirty</a:t>
            </a:r>
            <a:r>
              <a:rPr lang="zh-CN" altLang="en-US" sz="2000" dirty="0">
                <a:latin typeface="微软雅黑" charset="-122"/>
                <a:ea typeface="微软雅黑" charset="-122"/>
              </a:rPr>
              <a:t>位，置换标记位）</a:t>
            </a:r>
            <a:endParaRPr lang="en-US" altLang="zh-CN" sz="2000" dirty="0">
              <a:latin typeface="微软雅黑" charset="-122"/>
              <a:ea typeface="微软雅黑" charset="-122"/>
            </a:endParaRPr>
          </a:p>
          <a:p>
            <a:pPr lvl="1"/>
            <a:r>
              <a:rPr lang="zh-CN" altLang="en-US" sz="2000" dirty="0">
                <a:latin typeface="微软雅黑" charset="-122"/>
                <a:ea typeface="微软雅黑" charset="-122"/>
              </a:rPr>
              <a:t>相联存储器总容量</a:t>
            </a:r>
            <a:endParaRPr lang="en-US" altLang="zh-CN" sz="2000" dirty="0">
              <a:latin typeface="微软雅黑" charset="-122"/>
              <a:ea typeface="微软雅黑" charset="-122"/>
            </a:endParaRPr>
          </a:p>
          <a:p>
            <a:pPr lvl="2"/>
            <a:r>
              <a:rPr lang="en-US" altLang="zh-CN" sz="2000" dirty="0">
                <a:latin typeface="微软雅黑" charset="-122"/>
                <a:ea typeface="微软雅黑" charset="-122"/>
              </a:rPr>
              <a:t>cache</a:t>
            </a:r>
            <a:r>
              <a:rPr lang="zh-CN" altLang="en-US" sz="2000" dirty="0">
                <a:latin typeface="微软雅黑" charset="-122"/>
                <a:ea typeface="微软雅黑" charset="-122"/>
              </a:rPr>
              <a:t>行数*（</a:t>
            </a:r>
            <a:r>
              <a:rPr lang="en-US" altLang="zh-CN" sz="2000" dirty="0">
                <a:latin typeface="微软雅黑" charset="-122"/>
                <a:ea typeface="微软雅黑" charset="-122"/>
              </a:rPr>
              <a:t>1+</a:t>
            </a:r>
            <a:r>
              <a:rPr lang="zh-CN" altLang="en-US" sz="2000" dirty="0">
                <a:latin typeface="微软雅黑" charset="-122"/>
                <a:ea typeface="微软雅黑" charset="-122"/>
              </a:rPr>
              <a:t>标记宽度</a:t>
            </a:r>
            <a:r>
              <a:rPr lang="en-US" altLang="zh-CN" sz="2000" dirty="0">
                <a:latin typeface="微软雅黑" charset="-122"/>
                <a:ea typeface="微软雅黑" charset="-122"/>
              </a:rPr>
              <a:t>+1+</a:t>
            </a:r>
            <a:r>
              <a:rPr lang="zh-CN" altLang="en-US" sz="2000" dirty="0">
                <a:latin typeface="微软雅黑" charset="-122"/>
                <a:ea typeface="微软雅黑" charset="-122"/>
              </a:rPr>
              <a:t>置换标记位）</a:t>
            </a:r>
            <a:endParaRPr lang="en-US" altLang="zh-CN" sz="2000" dirty="0">
              <a:latin typeface="微软雅黑" charset="-122"/>
              <a:ea typeface="微软雅黑" charset="-122"/>
            </a:endParaRPr>
          </a:p>
          <a:p>
            <a:r>
              <a:rPr lang="zh-CN" altLang="en-US" sz="2000" dirty="0"/>
              <a:t>片外缓存如果查找表在</a:t>
            </a:r>
            <a:r>
              <a:rPr lang="en-US" altLang="zh-CN" sz="2000" dirty="0"/>
              <a:t>CPU</a:t>
            </a:r>
            <a:r>
              <a:rPr lang="zh-CN" altLang="en-US" sz="2000" dirty="0"/>
              <a:t>内部？</a:t>
            </a:r>
            <a:endParaRPr lang="en-US" altLang="zh-CN" sz="2000" dirty="0"/>
          </a:p>
          <a:p>
            <a:pPr lvl="1"/>
            <a:r>
              <a:rPr lang="zh-CN" altLang="en-US" sz="2000" dirty="0"/>
              <a:t>查找表中必须增加</a:t>
            </a:r>
            <a:r>
              <a:rPr lang="en-US" altLang="zh-CN" sz="2000" dirty="0"/>
              <a:t>cache</a:t>
            </a:r>
            <a:r>
              <a:rPr lang="zh-CN" altLang="en-US" sz="2000" dirty="0"/>
              <a:t>行地址？  </a:t>
            </a:r>
            <a:r>
              <a:rPr lang="en-US" altLang="zh-CN" sz="2000" dirty="0"/>
              <a:t>why</a:t>
            </a:r>
          </a:p>
          <a:p>
            <a:pPr lvl="2"/>
            <a:endParaRPr lang="zh-CN" altLang="en-US" sz="2000" baseline="30000" dirty="0">
              <a:latin typeface="微软雅黑" charset="-122"/>
              <a:ea typeface="微软雅黑" charset="-122"/>
            </a:endParaRPr>
          </a:p>
          <a:p>
            <a:endParaRPr lang="en-US" altLang="zh-CN" sz="2000" dirty="0"/>
          </a:p>
          <a:p>
            <a:endParaRPr lang="en-US" altLang="zh-CN" sz="2000" dirty="0"/>
          </a:p>
          <a:p>
            <a:endParaRPr lang="en-US" altLang="zh-CN" sz="2000" dirty="0"/>
          </a:p>
          <a:p>
            <a:endParaRPr lang="zh-CN" altLang="en-US" sz="2000" dirty="0"/>
          </a:p>
        </p:txBody>
      </p:sp>
    </p:spTree>
    <p:extLst>
      <p:ext uri="{BB962C8B-B14F-4D97-AF65-F5344CB8AC3E}">
        <p14:creationId xmlns:p14="http://schemas.microsoft.com/office/powerpoint/2010/main" val="1189230018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62232" y="47266"/>
            <a:ext cx="7886700" cy="617641"/>
          </a:xfrm>
        </p:spPr>
        <p:txBody>
          <a:bodyPr/>
          <a:lstStyle/>
          <a:p>
            <a:r>
              <a:rPr lang="en-US" altLang="zh-CN" dirty="0"/>
              <a:t>3.</a:t>
            </a:r>
            <a:r>
              <a:rPr lang="zh-CN" altLang="en-US" dirty="0"/>
              <a:t>组相联映射</a:t>
            </a:r>
            <a:r>
              <a:rPr lang="en-US" altLang="zh-CN" dirty="0"/>
              <a:t>—</a:t>
            </a:r>
            <a:r>
              <a:rPr lang="zh-CN" altLang="en-US" dirty="0"/>
              <a:t>数据载入过程</a:t>
            </a:r>
          </a:p>
        </p:txBody>
      </p:sp>
      <p:cxnSp>
        <p:nvCxnSpPr>
          <p:cNvPr id="392" name="直接连接符 391">
            <a:extLst>
              <a:ext uri="{FF2B5EF4-FFF2-40B4-BE49-F238E27FC236}">
                <a16:creationId xmlns:a16="http://schemas.microsoft.com/office/drawing/2014/main" id="{496F6A1B-8AB8-418F-A16D-D1A91752D407}"/>
              </a:ext>
            </a:extLst>
          </p:cNvPr>
          <p:cNvCxnSpPr/>
          <p:nvPr/>
        </p:nvCxnSpPr>
        <p:spPr>
          <a:xfrm>
            <a:off x="3484112" y="1673820"/>
            <a:ext cx="0" cy="282571"/>
          </a:xfrm>
          <a:prstGeom prst="line">
            <a:avLst/>
          </a:prstGeom>
          <a:noFill/>
          <a:ln w="2540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cxnSp>
        <p:nvCxnSpPr>
          <p:cNvPr id="393" name="直接连接符 392">
            <a:extLst>
              <a:ext uri="{FF2B5EF4-FFF2-40B4-BE49-F238E27FC236}">
                <a16:creationId xmlns:a16="http://schemas.microsoft.com/office/drawing/2014/main" id="{15CF9646-8483-4A50-A5E6-AADCD77B8773}"/>
              </a:ext>
            </a:extLst>
          </p:cNvPr>
          <p:cNvCxnSpPr/>
          <p:nvPr/>
        </p:nvCxnSpPr>
        <p:spPr>
          <a:xfrm>
            <a:off x="497736" y="1957257"/>
            <a:ext cx="0" cy="401378"/>
          </a:xfrm>
          <a:prstGeom prst="line">
            <a:avLst/>
          </a:prstGeom>
          <a:noFill/>
          <a:ln w="25400" cap="sq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394" name="直接连接符 393">
            <a:extLst>
              <a:ext uri="{FF2B5EF4-FFF2-40B4-BE49-F238E27FC236}">
                <a16:creationId xmlns:a16="http://schemas.microsoft.com/office/drawing/2014/main" id="{1FB8443C-E459-4286-9392-014011222FAB}"/>
              </a:ext>
            </a:extLst>
          </p:cNvPr>
          <p:cNvCxnSpPr/>
          <p:nvPr/>
        </p:nvCxnSpPr>
        <p:spPr>
          <a:xfrm>
            <a:off x="8417813" y="4451349"/>
            <a:ext cx="0" cy="1319866"/>
          </a:xfrm>
          <a:prstGeom prst="line">
            <a:avLst/>
          </a:prstGeom>
          <a:noFill/>
          <a:ln w="1905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sp>
        <p:nvSpPr>
          <p:cNvPr id="395" name="矩形 394">
            <a:extLst>
              <a:ext uri="{FF2B5EF4-FFF2-40B4-BE49-F238E27FC236}">
                <a16:creationId xmlns:a16="http://schemas.microsoft.com/office/drawing/2014/main" id="{42208829-5217-43BE-A138-46AE62C0D9F1}"/>
              </a:ext>
            </a:extLst>
          </p:cNvPr>
          <p:cNvSpPr/>
          <p:nvPr/>
        </p:nvSpPr>
        <p:spPr>
          <a:xfrm>
            <a:off x="827084" y="2004657"/>
            <a:ext cx="791369" cy="217488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rPr>
              <a:t>有效位</a:t>
            </a:r>
          </a:p>
        </p:txBody>
      </p:sp>
      <p:sp>
        <p:nvSpPr>
          <p:cNvPr id="396" name="矩形 395">
            <a:extLst>
              <a:ext uri="{FF2B5EF4-FFF2-40B4-BE49-F238E27FC236}">
                <a16:creationId xmlns:a16="http://schemas.microsoft.com/office/drawing/2014/main" id="{690AC332-B7E1-46DD-BF94-A0A3B698C5C1}"/>
              </a:ext>
            </a:extLst>
          </p:cNvPr>
          <p:cNvSpPr/>
          <p:nvPr/>
        </p:nvSpPr>
        <p:spPr>
          <a:xfrm>
            <a:off x="4693475" y="1992306"/>
            <a:ext cx="1678225" cy="227012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rPr>
              <a:t>数据块副本缓冲区</a:t>
            </a:r>
          </a:p>
        </p:txBody>
      </p:sp>
      <p:sp>
        <p:nvSpPr>
          <p:cNvPr id="397" name="文本框 396">
            <a:extLst>
              <a:ext uri="{FF2B5EF4-FFF2-40B4-BE49-F238E27FC236}">
                <a16:creationId xmlns:a16="http://schemas.microsoft.com/office/drawing/2014/main" id="{46BD38DA-8350-40C7-9A5A-E496E1379D28}"/>
              </a:ext>
            </a:extLst>
          </p:cNvPr>
          <p:cNvSpPr txBox="1"/>
          <p:nvPr/>
        </p:nvSpPr>
        <p:spPr>
          <a:xfrm>
            <a:off x="2930872" y="2737685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1200" i="1" dirty="0">
                <a:solidFill>
                  <a:srgbClr val="000000"/>
                </a:solidFill>
                <a:latin typeface="Arial" charset="0"/>
                <a:ea typeface="华文细黑" pitchFamily="2" charset="-122"/>
              </a:rPr>
              <a:t>1</a:t>
            </a:r>
            <a:endParaRPr lang="zh-CN" altLang="en-US" sz="1200" i="1" dirty="0">
              <a:solidFill>
                <a:srgbClr val="000000"/>
              </a:solidFill>
              <a:latin typeface="Arial" charset="0"/>
              <a:ea typeface="华文细黑" pitchFamily="2" charset="-122"/>
            </a:endParaRPr>
          </a:p>
        </p:txBody>
      </p:sp>
      <p:cxnSp>
        <p:nvCxnSpPr>
          <p:cNvPr id="411" name="直接连接符 410">
            <a:extLst>
              <a:ext uri="{FF2B5EF4-FFF2-40B4-BE49-F238E27FC236}">
                <a16:creationId xmlns:a16="http://schemas.microsoft.com/office/drawing/2014/main" id="{2FA14BD6-0736-440A-9494-6AE681B81847}"/>
              </a:ext>
            </a:extLst>
          </p:cNvPr>
          <p:cNvCxnSpPr>
            <a:stCxn id="504" idx="3"/>
          </p:cNvCxnSpPr>
          <p:nvPr/>
        </p:nvCxnSpPr>
        <p:spPr>
          <a:xfrm>
            <a:off x="4583381" y="1594751"/>
            <a:ext cx="3791623" cy="0"/>
          </a:xfrm>
          <a:prstGeom prst="line">
            <a:avLst/>
          </a:prstGeom>
          <a:noFill/>
          <a:ln w="2540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cxnSp>
        <p:nvCxnSpPr>
          <p:cNvPr id="412" name="直接连接符 411">
            <a:extLst>
              <a:ext uri="{FF2B5EF4-FFF2-40B4-BE49-F238E27FC236}">
                <a16:creationId xmlns:a16="http://schemas.microsoft.com/office/drawing/2014/main" id="{B78C1448-D50F-43CB-BA19-E2F1D91F019D}"/>
              </a:ext>
            </a:extLst>
          </p:cNvPr>
          <p:cNvCxnSpPr/>
          <p:nvPr/>
        </p:nvCxnSpPr>
        <p:spPr>
          <a:xfrm>
            <a:off x="8375004" y="1585304"/>
            <a:ext cx="0" cy="1583653"/>
          </a:xfrm>
          <a:prstGeom prst="line">
            <a:avLst/>
          </a:prstGeom>
          <a:noFill/>
          <a:ln w="2540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sp>
        <p:nvSpPr>
          <p:cNvPr id="414" name="矩形 413">
            <a:extLst>
              <a:ext uri="{FF2B5EF4-FFF2-40B4-BE49-F238E27FC236}">
                <a16:creationId xmlns:a16="http://schemas.microsoft.com/office/drawing/2014/main" id="{A2A4CB61-580F-49C1-90B0-CDBED8AA4F13}"/>
              </a:ext>
            </a:extLst>
          </p:cNvPr>
          <p:cNvSpPr/>
          <p:nvPr/>
        </p:nvSpPr>
        <p:spPr>
          <a:xfrm>
            <a:off x="1423546" y="1476560"/>
            <a:ext cx="1070365" cy="217488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rPr>
              <a:t>主存地址</a:t>
            </a:r>
          </a:p>
        </p:txBody>
      </p:sp>
      <p:grpSp>
        <p:nvGrpSpPr>
          <p:cNvPr id="415" name="组合 414">
            <a:extLst>
              <a:ext uri="{FF2B5EF4-FFF2-40B4-BE49-F238E27FC236}">
                <a16:creationId xmlns:a16="http://schemas.microsoft.com/office/drawing/2014/main" id="{FC0F74A3-63BA-4FB1-B89F-D467212A5CE4}"/>
              </a:ext>
            </a:extLst>
          </p:cNvPr>
          <p:cNvGrpSpPr/>
          <p:nvPr/>
        </p:nvGrpSpPr>
        <p:grpSpPr>
          <a:xfrm>
            <a:off x="3986630" y="2242823"/>
            <a:ext cx="3168352" cy="338412"/>
            <a:chOff x="4355976" y="2130352"/>
            <a:chExt cx="3168352" cy="338412"/>
          </a:xfrm>
        </p:grpSpPr>
        <p:sp>
          <p:nvSpPr>
            <p:cNvPr id="416" name="矩形 415">
              <a:extLst>
                <a:ext uri="{FF2B5EF4-FFF2-40B4-BE49-F238E27FC236}">
                  <a16:creationId xmlns:a16="http://schemas.microsoft.com/office/drawing/2014/main" id="{83A651AD-EB13-43E2-A549-E0915AD7F83C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18" name="矩形 417">
              <a:extLst>
                <a:ext uri="{FF2B5EF4-FFF2-40B4-BE49-F238E27FC236}">
                  <a16:creationId xmlns:a16="http://schemas.microsoft.com/office/drawing/2014/main" id="{4EB33892-4ECE-4CD4-AA4E-3400C1BE6FEE}"/>
                </a:ext>
              </a:extLst>
            </p:cNvPr>
            <p:cNvSpPr/>
            <p:nvPr/>
          </p:nvSpPr>
          <p:spPr>
            <a:xfrm>
              <a:off x="4467615" y="2192613"/>
              <a:ext cx="720725" cy="233896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19" name="矩形 418">
              <a:extLst>
                <a:ext uri="{FF2B5EF4-FFF2-40B4-BE49-F238E27FC236}">
                  <a16:creationId xmlns:a16="http://schemas.microsoft.com/office/drawing/2014/main" id="{814C82C1-80D0-40E8-BB4B-B5019310D127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20" name="矩形 419">
              <a:extLst>
                <a:ext uri="{FF2B5EF4-FFF2-40B4-BE49-F238E27FC236}">
                  <a16:creationId xmlns:a16="http://schemas.microsoft.com/office/drawing/2014/main" id="{6D5E0CAD-C165-404C-9629-9B00347C6D1E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21" name="矩形 420">
              <a:extLst>
                <a:ext uri="{FF2B5EF4-FFF2-40B4-BE49-F238E27FC236}">
                  <a16:creationId xmlns:a16="http://schemas.microsoft.com/office/drawing/2014/main" id="{3251A4BE-124B-4BFB-ADFC-AA43533C0C55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sp>
        <p:nvSpPr>
          <p:cNvPr id="422" name="文本框 421">
            <a:extLst>
              <a:ext uri="{FF2B5EF4-FFF2-40B4-BE49-F238E27FC236}">
                <a16:creationId xmlns:a16="http://schemas.microsoft.com/office/drawing/2014/main" id="{BF92BF02-756D-4654-AF3A-987D4B77AECD}"/>
              </a:ext>
            </a:extLst>
          </p:cNvPr>
          <p:cNvSpPr txBox="1"/>
          <p:nvPr/>
        </p:nvSpPr>
        <p:spPr>
          <a:xfrm>
            <a:off x="2618602" y="6070280"/>
            <a:ext cx="78258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1200" b="1" i="1" dirty="0">
                <a:solidFill>
                  <a:srgbClr val="000000"/>
                </a:solidFill>
                <a:latin typeface="Arial" charset="0"/>
                <a:ea typeface="华文细黑" pitchFamily="2" charset="-122"/>
              </a:rPr>
              <a:t>Hit/miss</a:t>
            </a:r>
            <a:endParaRPr lang="zh-CN" altLang="en-US" sz="1200" b="1" i="1" dirty="0">
              <a:solidFill>
                <a:srgbClr val="000000"/>
              </a:solidFill>
              <a:latin typeface="Arial" charset="0"/>
              <a:ea typeface="华文细黑" pitchFamily="2" charset="-122"/>
            </a:endParaRPr>
          </a:p>
        </p:txBody>
      </p:sp>
      <p:cxnSp>
        <p:nvCxnSpPr>
          <p:cNvPr id="441" name="直接连接符 440">
            <a:extLst>
              <a:ext uri="{FF2B5EF4-FFF2-40B4-BE49-F238E27FC236}">
                <a16:creationId xmlns:a16="http://schemas.microsoft.com/office/drawing/2014/main" id="{51F89190-8826-4582-905A-4B4DC55DE232}"/>
              </a:ext>
            </a:extLst>
          </p:cNvPr>
          <p:cNvCxnSpPr/>
          <p:nvPr/>
        </p:nvCxnSpPr>
        <p:spPr>
          <a:xfrm>
            <a:off x="2987324" y="5771215"/>
            <a:ext cx="5430489" cy="0"/>
          </a:xfrm>
          <a:prstGeom prst="line">
            <a:avLst/>
          </a:prstGeom>
          <a:noFill/>
          <a:ln w="19050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cxnSp>
        <p:nvCxnSpPr>
          <p:cNvPr id="444" name="直接连接符 443">
            <a:extLst>
              <a:ext uri="{FF2B5EF4-FFF2-40B4-BE49-F238E27FC236}">
                <a16:creationId xmlns:a16="http://schemas.microsoft.com/office/drawing/2014/main" id="{2D7BC7C5-7DA9-4E8D-9503-C0BF9D7E8227}"/>
              </a:ext>
            </a:extLst>
          </p:cNvPr>
          <p:cNvCxnSpPr/>
          <p:nvPr/>
        </p:nvCxnSpPr>
        <p:spPr>
          <a:xfrm>
            <a:off x="2984247" y="4403063"/>
            <a:ext cx="0" cy="1728192"/>
          </a:xfrm>
          <a:prstGeom prst="line">
            <a:avLst/>
          </a:prstGeom>
          <a:noFill/>
          <a:ln w="12700" cap="flat" cmpd="sng" algn="ctr">
            <a:solidFill>
              <a:srgbClr val="333333">
                <a:shade val="95000"/>
                <a:satMod val="105000"/>
              </a:srgbClr>
            </a:solidFill>
            <a:prstDash val="solid"/>
            <a:tailEnd type="triangle"/>
          </a:ln>
          <a:effectLst/>
        </p:spPr>
      </p:cxnSp>
      <p:grpSp>
        <p:nvGrpSpPr>
          <p:cNvPr id="445" name="组合 444">
            <a:extLst>
              <a:ext uri="{FF2B5EF4-FFF2-40B4-BE49-F238E27FC236}">
                <a16:creationId xmlns:a16="http://schemas.microsoft.com/office/drawing/2014/main" id="{6AA6ADFB-C5FD-4AD2-85B9-82146E05ECED}"/>
              </a:ext>
            </a:extLst>
          </p:cNvPr>
          <p:cNvGrpSpPr/>
          <p:nvPr/>
        </p:nvGrpSpPr>
        <p:grpSpPr>
          <a:xfrm>
            <a:off x="3986630" y="2630179"/>
            <a:ext cx="3168352" cy="338412"/>
            <a:chOff x="4355976" y="2130352"/>
            <a:chExt cx="3168352" cy="338412"/>
          </a:xfrm>
        </p:grpSpPr>
        <p:sp>
          <p:nvSpPr>
            <p:cNvPr id="446" name="矩形 445">
              <a:extLst>
                <a:ext uri="{FF2B5EF4-FFF2-40B4-BE49-F238E27FC236}">
                  <a16:creationId xmlns:a16="http://schemas.microsoft.com/office/drawing/2014/main" id="{EB195A6F-51D6-484D-8314-29797E24E592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47" name="矩形 446">
              <a:extLst>
                <a:ext uri="{FF2B5EF4-FFF2-40B4-BE49-F238E27FC236}">
                  <a16:creationId xmlns:a16="http://schemas.microsoft.com/office/drawing/2014/main" id="{C32178C0-0B7C-4270-AC9A-A3A0679DF9AB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48" name="矩形 447">
              <a:extLst>
                <a:ext uri="{FF2B5EF4-FFF2-40B4-BE49-F238E27FC236}">
                  <a16:creationId xmlns:a16="http://schemas.microsoft.com/office/drawing/2014/main" id="{82841A26-FC1F-4468-8831-F735655DF339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49" name="矩形 448">
              <a:extLst>
                <a:ext uri="{FF2B5EF4-FFF2-40B4-BE49-F238E27FC236}">
                  <a16:creationId xmlns:a16="http://schemas.microsoft.com/office/drawing/2014/main" id="{8E29A82B-C867-4671-B59A-19D9613AF82C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50" name="矩形 449">
              <a:extLst>
                <a:ext uri="{FF2B5EF4-FFF2-40B4-BE49-F238E27FC236}">
                  <a16:creationId xmlns:a16="http://schemas.microsoft.com/office/drawing/2014/main" id="{80A902C3-93ED-45F0-8A6D-42C1A4395163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451" name="组合 450">
            <a:extLst>
              <a:ext uri="{FF2B5EF4-FFF2-40B4-BE49-F238E27FC236}">
                <a16:creationId xmlns:a16="http://schemas.microsoft.com/office/drawing/2014/main" id="{28DB278B-3F86-40D2-A322-5AF4F969304C}"/>
              </a:ext>
            </a:extLst>
          </p:cNvPr>
          <p:cNvGrpSpPr/>
          <p:nvPr/>
        </p:nvGrpSpPr>
        <p:grpSpPr>
          <a:xfrm>
            <a:off x="3986630" y="3017535"/>
            <a:ext cx="3168352" cy="338412"/>
            <a:chOff x="4355976" y="2130352"/>
            <a:chExt cx="3168352" cy="338412"/>
          </a:xfrm>
        </p:grpSpPr>
        <p:sp>
          <p:nvSpPr>
            <p:cNvPr id="452" name="矩形 451">
              <a:extLst>
                <a:ext uri="{FF2B5EF4-FFF2-40B4-BE49-F238E27FC236}">
                  <a16:creationId xmlns:a16="http://schemas.microsoft.com/office/drawing/2014/main" id="{267AFC21-0213-41C5-9FB2-8059E1D1312B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53" name="矩形 452">
              <a:extLst>
                <a:ext uri="{FF2B5EF4-FFF2-40B4-BE49-F238E27FC236}">
                  <a16:creationId xmlns:a16="http://schemas.microsoft.com/office/drawing/2014/main" id="{A458D385-272D-4812-8190-C8E6D6A30997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54" name="矩形 453">
              <a:extLst>
                <a:ext uri="{FF2B5EF4-FFF2-40B4-BE49-F238E27FC236}">
                  <a16:creationId xmlns:a16="http://schemas.microsoft.com/office/drawing/2014/main" id="{57322BC7-2389-464E-8AF0-39DCBD7F4522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55" name="矩形 454">
              <a:extLst>
                <a:ext uri="{FF2B5EF4-FFF2-40B4-BE49-F238E27FC236}">
                  <a16:creationId xmlns:a16="http://schemas.microsoft.com/office/drawing/2014/main" id="{3A72F0E3-123F-4642-8BE5-D65FA380AE71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56" name="矩形 455">
              <a:extLst>
                <a:ext uri="{FF2B5EF4-FFF2-40B4-BE49-F238E27FC236}">
                  <a16:creationId xmlns:a16="http://schemas.microsoft.com/office/drawing/2014/main" id="{A454C788-E95F-4B70-9697-608F17E309E8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457" name="组合 456">
            <a:extLst>
              <a:ext uri="{FF2B5EF4-FFF2-40B4-BE49-F238E27FC236}">
                <a16:creationId xmlns:a16="http://schemas.microsoft.com/office/drawing/2014/main" id="{44FE3314-C82D-42D5-A51F-EEEE8759E975}"/>
              </a:ext>
            </a:extLst>
          </p:cNvPr>
          <p:cNvGrpSpPr/>
          <p:nvPr/>
        </p:nvGrpSpPr>
        <p:grpSpPr>
          <a:xfrm>
            <a:off x="3986630" y="3404891"/>
            <a:ext cx="3168352" cy="338412"/>
            <a:chOff x="4355976" y="2130352"/>
            <a:chExt cx="3168352" cy="338412"/>
          </a:xfrm>
        </p:grpSpPr>
        <p:sp>
          <p:nvSpPr>
            <p:cNvPr id="458" name="矩形 457">
              <a:extLst>
                <a:ext uri="{FF2B5EF4-FFF2-40B4-BE49-F238E27FC236}">
                  <a16:creationId xmlns:a16="http://schemas.microsoft.com/office/drawing/2014/main" id="{8B65D245-A3A2-41A0-9069-4628CF2BD90A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59" name="矩形 458">
              <a:extLst>
                <a:ext uri="{FF2B5EF4-FFF2-40B4-BE49-F238E27FC236}">
                  <a16:creationId xmlns:a16="http://schemas.microsoft.com/office/drawing/2014/main" id="{F985AC17-2B3A-4DDF-B484-8919750AAD0E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60" name="矩形 459">
              <a:extLst>
                <a:ext uri="{FF2B5EF4-FFF2-40B4-BE49-F238E27FC236}">
                  <a16:creationId xmlns:a16="http://schemas.microsoft.com/office/drawing/2014/main" id="{E1D4B928-F09D-4069-AC98-3CBD693355B6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61" name="矩形 460">
              <a:extLst>
                <a:ext uri="{FF2B5EF4-FFF2-40B4-BE49-F238E27FC236}">
                  <a16:creationId xmlns:a16="http://schemas.microsoft.com/office/drawing/2014/main" id="{24312730-60C8-443C-8438-46E50D72395E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62" name="矩形 461">
              <a:extLst>
                <a:ext uri="{FF2B5EF4-FFF2-40B4-BE49-F238E27FC236}">
                  <a16:creationId xmlns:a16="http://schemas.microsoft.com/office/drawing/2014/main" id="{FDB99790-AEDA-4A8A-80C6-B547796A5A0C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463" name="组合 462">
            <a:extLst>
              <a:ext uri="{FF2B5EF4-FFF2-40B4-BE49-F238E27FC236}">
                <a16:creationId xmlns:a16="http://schemas.microsoft.com/office/drawing/2014/main" id="{6BA4001A-2DA3-40E2-BCE8-08CDA6A24316}"/>
              </a:ext>
            </a:extLst>
          </p:cNvPr>
          <p:cNvGrpSpPr/>
          <p:nvPr/>
        </p:nvGrpSpPr>
        <p:grpSpPr>
          <a:xfrm>
            <a:off x="3986630" y="3838687"/>
            <a:ext cx="3168352" cy="338412"/>
            <a:chOff x="4355976" y="2130352"/>
            <a:chExt cx="3168352" cy="338412"/>
          </a:xfrm>
        </p:grpSpPr>
        <p:sp>
          <p:nvSpPr>
            <p:cNvPr id="464" name="矩形 463">
              <a:extLst>
                <a:ext uri="{FF2B5EF4-FFF2-40B4-BE49-F238E27FC236}">
                  <a16:creationId xmlns:a16="http://schemas.microsoft.com/office/drawing/2014/main" id="{F063160F-D8D3-4665-A130-CA95EEC3A791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65" name="矩形 464">
              <a:extLst>
                <a:ext uri="{FF2B5EF4-FFF2-40B4-BE49-F238E27FC236}">
                  <a16:creationId xmlns:a16="http://schemas.microsoft.com/office/drawing/2014/main" id="{A06893A9-1DBD-4E08-96C3-C9AA88F57AF4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66" name="矩形 465">
              <a:extLst>
                <a:ext uri="{FF2B5EF4-FFF2-40B4-BE49-F238E27FC236}">
                  <a16:creationId xmlns:a16="http://schemas.microsoft.com/office/drawing/2014/main" id="{5034B14F-7A9B-42F6-8CE7-05F9FFD06AB1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67" name="矩形 466">
              <a:extLst>
                <a:ext uri="{FF2B5EF4-FFF2-40B4-BE49-F238E27FC236}">
                  <a16:creationId xmlns:a16="http://schemas.microsoft.com/office/drawing/2014/main" id="{13ECC298-3444-4141-897A-DB3E7BE4152E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68" name="矩形 467">
              <a:extLst>
                <a:ext uri="{FF2B5EF4-FFF2-40B4-BE49-F238E27FC236}">
                  <a16:creationId xmlns:a16="http://schemas.microsoft.com/office/drawing/2014/main" id="{1230BEEC-7D37-4FFB-8B0F-0B62C0A54445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469" name="组合 468">
            <a:extLst>
              <a:ext uri="{FF2B5EF4-FFF2-40B4-BE49-F238E27FC236}">
                <a16:creationId xmlns:a16="http://schemas.microsoft.com/office/drawing/2014/main" id="{9F0E0C16-73D4-4639-8A41-60C217F3857E}"/>
              </a:ext>
            </a:extLst>
          </p:cNvPr>
          <p:cNvGrpSpPr/>
          <p:nvPr/>
        </p:nvGrpSpPr>
        <p:grpSpPr>
          <a:xfrm>
            <a:off x="3986630" y="4226043"/>
            <a:ext cx="3168352" cy="338412"/>
            <a:chOff x="4355976" y="2130352"/>
            <a:chExt cx="3168352" cy="338412"/>
          </a:xfrm>
        </p:grpSpPr>
        <p:sp>
          <p:nvSpPr>
            <p:cNvPr id="470" name="矩形 469">
              <a:extLst>
                <a:ext uri="{FF2B5EF4-FFF2-40B4-BE49-F238E27FC236}">
                  <a16:creationId xmlns:a16="http://schemas.microsoft.com/office/drawing/2014/main" id="{76C59F31-2301-4698-889A-386A0B713980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71" name="矩形 470">
              <a:extLst>
                <a:ext uri="{FF2B5EF4-FFF2-40B4-BE49-F238E27FC236}">
                  <a16:creationId xmlns:a16="http://schemas.microsoft.com/office/drawing/2014/main" id="{76D30961-3D7C-4122-BC91-C1A394A10A6B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72" name="矩形 471">
              <a:extLst>
                <a:ext uri="{FF2B5EF4-FFF2-40B4-BE49-F238E27FC236}">
                  <a16:creationId xmlns:a16="http://schemas.microsoft.com/office/drawing/2014/main" id="{7D53811D-B80B-490A-A2BD-D73F5DA36661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73" name="矩形 472">
              <a:extLst>
                <a:ext uri="{FF2B5EF4-FFF2-40B4-BE49-F238E27FC236}">
                  <a16:creationId xmlns:a16="http://schemas.microsoft.com/office/drawing/2014/main" id="{06B5CBFC-923C-4F14-9740-963FAFAE0394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74" name="矩形 473">
              <a:extLst>
                <a:ext uri="{FF2B5EF4-FFF2-40B4-BE49-F238E27FC236}">
                  <a16:creationId xmlns:a16="http://schemas.microsoft.com/office/drawing/2014/main" id="{E538FC86-83E7-4A0F-9402-EFAD57C8FA18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475" name="组合 474">
            <a:extLst>
              <a:ext uri="{FF2B5EF4-FFF2-40B4-BE49-F238E27FC236}">
                <a16:creationId xmlns:a16="http://schemas.microsoft.com/office/drawing/2014/main" id="{DDE9F606-5AB1-4570-B1B3-AE717E117ED5}"/>
              </a:ext>
            </a:extLst>
          </p:cNvPr>
          <p:cNvGrpSpPr/>
          <p:nvPr/>
        </p:nvGrpSpPr>
        <p:grpSpPr>
          <a:xfrm>
            <a:off x="3986630" y="4613399"/>
            <a:ext cx="3168352" cy="338412"/>
            <a:chOff x="4355976" y="2130352"/>
            <a:chExt cx="3168352" cy="338412"/>
          </a:xfrm>
        </p:grpSpPr>
        <p:sp>
          <p:nvSpPr>
            <p:cNvPr id="476" name="矩形 475">
              <a:extLst>
                <a:ext uri="{FF2B5EF4-FFF2-40B4-BE49-F238E27FC236}">
                  <a16:creationId xmlns:a16="http://schemas.microsoft.com/office/drawing/2014/main" id="{39CC10B4-C2B6-4A17-97A8-0637F95E1D1F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77" name="矩形 476">
              <a:extLst>
                <a:ext uri="{FF2B5EF4-FFF2-40B4-BE49-F238E27FC236}">
                  <a16:creationId xmlns:a16="http://schemas.microsoft.com/office/drawing/2014/main" id="{EDFDC588-A532-4C4F-BC12-FD6B427132C4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78" name="矩形 477">
              <a:extLst>
                <a:ext uri="{FF2B5EF4-FFF2-40B4-BE49-F238E27FC236}">
                  <a16:creationId xmlns:a16="http://schemas.microsoft.com/office/drawing/2014/main" id="{C39DA729-6A27-48DF-B68C-CA085A0B2B84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79" name="矩形 478">
              <a:extLst>
                <a:ext uri="{FF2B5EF4-FFF2-40B4-BE49-F238E27FC236}">
                  <a16:creationId xmlns:a16="http://schemas.microsoft.com/office/drawing/2014/main" id="{14B70815-2CB4-4D18-AA93-6F4951CD5DBB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80" name="矩形 479">
              <a:extLst>
                <a:ext uri="{FF2B5EF4-FFF2-40B4-BE49-F238E27FC236}">
                  <a16:creationId xmlns:a16="http://schemas.microsoft.com/office/drawing/2014/main" id="{0E02F899-F9EC-4F88-839E-79D7D341CA04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481" name="组合 480">
            <a:extLst>
              <a:ext uri="{FF2B5EF4-FFF2-40B4-BE49-F238E27FC236}">
                <a16:creationId xmlns:a16="http://schemas.microsoft.com/office/drawing/2014/main" id="{AA3B7ACA-3CAE-4AFF-8EB3-0FF233D80A6A}"/>
              </a:ext>
            </a:extLst>
          </p:cNvPr>
          <p:cNvGrpSpPr/>
          <p:nvPr/>
        </p:nvGrpSpPr>
        <p:grpSpPr>
          <a:xfrm>
            <a:off x="3986630" y="5000755"/>
            <a:ext cx="3168352" cy="338412"/>
            <a:chOff x="4355976" y="2130352"/>
            <a:chExt cx="3168352" cy="338412"/>
          </a:xfrm>
        </p:grpSpPr>
        <p:sp>
          <p:nvSpPr>
            <p:cNvPr id="482" name="矩形 481">
              <a:extLst>
                <a:ext uri="{FF2B5EF4-FFF2-40B4-BE49-F238E27FC236}">
                  <a16:creationId xmlns:a16="http://schemas.microsoft.com/office/drawing/2014/main" id="{1E5B9108-7EDE-491A-B4A1-47BEC04215B8}"/>
                </a:ext>
              </a:extLst>
            </p:cNvPr>
            <p:cNvSpPr/>
            <p:nvPr/>
          </p:nvSpPr>
          <p:spPr>
            <a:xfrm>
              <a:off x="4355976" y="2130352"/>
              <a:ext cx="3168352" cy="338412"/>
            </a:xfrm>
            <a:prstGeom prst="rect">
              <a:avLst/>
            </a:prstGeom>
            <a:solidFill>
              <a:srgbClr val="B2B2B2">
                <a:lumMod val="40000"/>
                <a:lumOff val="60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83" name="矩形 482">
              <a:extLst>
                <a:ext uri="{FF2B5EF4-FFF2-40B4-BE49-F238E27FC236}">
                  <a16:creationId xmlns:a16="http://schemas.microsoft.com/office/drawing/2014/main" id="{E9A8ABE4-6209-48E1-88BC-226D01C8F723}"/>
                </a:ext>
              </a:extLst>
            </p:cNvPr>
            <p:cNvSpPr/>
            <p:nvPr/>
          </p:nvSpPr>
          <p:spPr>
            <a:xfrm>
              <a:off x="446761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84" name="矩形 483">
              <a:extLst>
                <a:ext uri="{FF2B5EF4-FFF2-40B4-BE49-F238E27FC236}">
                  <a16:creationId xmlns:a16="http://schemas.microsoft.com/office/drawing/2014/main" id="{C29739DD-8765-4F40-A796-75979F9D1280}"/>
                </a:ext>
              </a:extLst>
            </p:cNvPr>
            <p:cNvSpPr/>
            <p:nvPr/>
          </p:nvSpPr>
          <p:spPr>
            <a:xfrm>
              <a:off x="522227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85" name="矩形 484">
              <a:extLst>
                <a:ext uri="{FF2B5EF4-FFF2-40B4-BE49-F238E27FC236}">
                  <a16:creationId xmlns:a16="http://schemas.microsoft.com/office/drawing/2014/main" id="{C726DC1F-9F62-43E0-8FD0-95928A127DA4}"/>
                </a:ext>
              </a:extLst>
            </p:cNvPr>
            <p:cNvSpPr/>
            <p:nvPr/>
          </p:nvSpPr>
          <p:spPr>
            <a:xfrm>
              <a:off x="597693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486" name="矩形 485">
              <a:extLst>
                <a:ext uri="{FF2B5EF4-FFF2-40B4-BE49-F238E27FC236}">
                  <a16:creationId xmlns:a16="http://schemas.microsoft.com/office/drawing/2014/main" id="{373CA315-B97D-4D4E-A59B-4011C3D095BA}"/>
                </a:ext>
              </a:extLst>
            </p:cNvPr>
            <p:cNvSpPr/>
            <p:nvPr/>
          </p:nvSpPr>
          <p:spPr>
            <a:xfrm>
              <a:off x="6731595" y="2192613"/>
              <a:ext cx="720725" cy="228600"/>
            </a:xfrm>
            <a:prstGeom prst="rect">
              <a:avLst/>
            </a:prstGeom>
            <a:solidFill>
              <a:srgbClr val="FFFFFF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487" name="组合 486">
            <a:extLst>
              <a:ext uri="{FF2B5EF4-FFF2-40B4-BE49-F238E27FC236}">
                <a16:creationId xmlns:a16="http://schemas.microsoft.com/office/drawing/2014/main" id="{D663724D-36C7-4AB1-8EBE-034C8F734F96}"/>
              </a:ext>
            </a:extLst>
          </p:cNvPr>
          <p:cNvGrpSpPr/>
          <p:nvPr/>
        </p:nvGrpSpPr>
        <p:grpSpPr>
          <a:xfrm>
            <a:off x="3563388" y="2443403"/>
            <a:ext cx="544034" cy="2750391"/>
            <a:chOff x="3572693" y="2333436"/>
            <a:chExt cx="883051" cy="2750391"/>
          </a:xfrm>
        </p:grpSpPr>
        <p:cxnSp>
          <p:nvCxnSpPr>
            <p:cNvPr id="488" name="直接连接符 487">
              <a:extLst>
                <a:ext uri="{FF2B5EF4-FFF2-40B4-BE49-F238E27FC236}">
                  <a16:creationId xmlns:a16="http://schemas.microsoft.com/office/drawing/2014/main" id="{D126FD16-EBB7-4638-8AFB-178AAB0020EF}"/>
                </a:ext>
              </a:extLst>
            </p:cNvPr>
            <p:cNvCxnSpPr/>
            <p:nvPr/>
          </p:nvCxnSpPr>
          <p:spPr>
            <a:xfrm>
              <a:off x="3593407" y="2333436"/>
              <a:ext cx="86233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489" name="直接连接符 488">
              <a:extLst>
                <a:ext uri="{FF2B5EF4-FFF2-40B4-BE49-F238E27FC236}">
                  <a16:creationId xmlns:a16="http://schemas.microsoft.com/office/drawing/2014/main" id="{0677628B-FD42-472E-892C-8439570A17EB}"/>
                </a:ext>
              </a:extLst>
            </p:cNvPr>
            <p:cNvCxnSpPr/>
            <p:nvPr/>
          </p:nvCxnSpPr>
          <p:spPr>
            <a:xfrm>
              <a:off x="3572693" y="2713854"/>
              <a:ext cx="862336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490" name="直接连接符 489">
              <a:extLst>
                <a:ext uri="{FF2B5EF4-FFF2-40B4-BE49-F238E27FC236}">
                  <a16:creationId xmlns:a16="http://schemas.microsoft.com/office/drawing/2014/main" id="{C611CFCC-314A-48E7-B428-ECA78E79689F}"/>
                </a:ext>
              </a:extLst>
            </p:cNvPr>
            <p:cNvCxnSpPr/>
            <p:nvPr/>
          </p:nvCxnSpPr>
          <p:spPr>
            <a:xfrm>
              <a:off x="3584566" y="3088559"/>
              <a:ext cx="862336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491" name="直接连接符 490">
              <a:extLst>
                <a:ext uri="{FF2B5EF4-FFF2-40B4-BE49-F238E27FC236}">
                  <a16:creationId xmlns:a16="http://schemas.microsoft.com/office/drawing/2014/main" id="{3410F2EF-3F9E-4B88-9565-8E9D470EB641}"/>
                </a:ext>
              </a:extLst>
            </p:cNvPr>
            <p:cNvCxnSpPr/>
            <p:nvPr/>
          </p:nvCxnSpPr>
          <p:spPr>
            <a:xfrm>
              <a:off x="3584566" y="3473301"/>
              <a:ext cx="862336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492" name="直接连接符 491">
              <a:extLst>
                <a:ext uri="{FF2B5EF4-FFF2-40B4-BE49-F238E27FC236}">
                  <a16:creationId xmlns:a16="http://schemas.microsoft.com/office/drawing/2014/main" id="{4D66D999-4628-4088-ACA9-A04C7C0A6A9A}"/>
                </a:ext>
              </a:extLst>
            </p:cNvPr>
            <p:cNvCxnSpPr/>
            <p:nvPr/>
          </p:nvCxnSpPr>
          <p:spPr>
            <a:xfrm>
              <a:off x="3572693" y="3905088"/>
              <a:ext cx="86233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493" name="直接连接符 492">
              <a:extLst>
                <a:ext uri="{FF2B5EF4-FFF2-40B4-BE49-F238E27FC236}">
                  <a16:creationId xmlns:a16="http://schemas.microsoft.com/office/drawing/2014/main" id="{55D829DA-8502-4381-BD5E-85EFDD01D330}"/>
                </a:ext>
              </a:extLst>
            </p:cNvPr>
            <p:cNvCxnSpPr/>
            <p:nvPr/>
          </p:nvCxnSpPr>
          <p:spPr>
            <a:xfrm>
              <a:off x="3572693" y="4298001"/>
              <a:ext cx="86233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494" name="直接连接符 493">
              <a:extLst>
                <a:ext uri="{FF2B5EF4-FFF2-40B4-BE49-F238E27FC236}">
                  <a16:creationId xmlns:a16="http://schemas.microsoft.com/office/drawing/2014/main" id="{FB33D3DD-6A34-4DAF-94B2-6A1629462BF6}"/>
                </a:ext>
              </a:extLst>
            </p:cNvPr>
            <p:cNvCxnSpPr/>
            <p:nvPr/>
          </p:nvCxnSpPr>
          <p:spPr>
            <a:xfrm>
              <a:off x="3593407" y="4690914"/>
              <a:ext cx="86233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495" name="直接连接符 494">
              <a:extLst>
                <a:ext uri="{FF2B5EF4-FFF2-40B4-BE49-F238E27FC236}">
                  <a16:creationId xmlns:a16="http://schemas.microsoft.com/office/drawing/2014/main" id="{42305406-BCE3-40A4-9FE8-1BCDF12B7934}"/>
                </a:ext>
              </a:extLst>
            </p:cNvPr>
            <p:cNvCxnSpPr/>
            <p:nvPr/>
          </p:nvCxnSpPr>
          <p:spPr>
            <a:xfrm>
              <a:off x="3572693" y="5083827"/>
              <a:ext cx="86233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</p:grpSp>
      <p:cxnSp>
        <p:nvCxnSpPr>
          <p:cNvPr id="496" name="直接连接符 495">
            <a:extLst>
              <a:ext uri="{FF2B5EF4-FFF2-40B4-BE49-F238E27FC236}">
                <a16:creationId xmlns:a16="http://schemas.microsoft.com/office/drawing/2014/main" id="{1389DB69-4155-4C7C-A1B4-813C7D515C56}"/>
              </a:ext>
            </a:extLst>
          </p:cNvPr>
          <p:cNvCxnSpPr/>
          <p:nvPr/>
        </p:nvCxnSpPr>
        <p:spPr>
          <a:xfrm>
            <a:off x="3035121" y="2941445"/>
            <a:ext cx="0" cy="248013"/>
          </a:xfrm>
          <a:prstGeom prst="line">
            <a:avLst/>
          </a:prstGeom>
          <a:noFill/>
          <a:ln w="9525" cap="flat" cmpd="sng" algn="ctr">
            <a:solidFill>
              <a:srgbClr val="FF6600"/>
            </a:solidFill>
            <a:prstDash val="solid"/>
          </a:ln>
          <a:effectLst/>
        </p:spPr>
      </p:cxnSp>
      <p:grpSp>
        <p:nvGrpSpPr>
          <p:cNvPr id="497" name="组合 496">
            <a:extLst>
              <a:ext uri="{FF2B5EF4-FFF2-40B4-BE49-F238E27FC236}">
                <a16:creationId xmlns:a16="http://schemas.microsoft.com/office/drawing/2014/main" id="{1B9336A6-A054-492D-A2BD-A8A711B2FAB0}"/>
              </a:ext>
            </a:extLst>
          </p:cNvPr>
          <p:cNvGrpSpPr/>
          <p:nvPr/>
        </p:nvGrpSpPr>
        <p:grpSpPr>
          <a:xfrm>
            <a:off x="3141583" y="3578102"/>
            <a:ext cx="213447" cy="392913"/>
            <a:chOff x="3593407" y="3119262"/>
            <a:chExt cx="862337" cy="392913"/>
          </a:xfrm>
        </p:grpSpPr>
        <p:cxnSp>
          <p:nvCxnSpPr>
            <p:cNvPr id="498" name="直接连接符 497">
              <a:extLst>
                <a:ext uri="{FF2B5EF4-FFF2-40B4-BE49-F238E27FC236}">
                  <a16:creationId xmlns:a16="http://schemas.microsoft.com/office/drawing/2014/main" id="{A9620DD4-DDC0-49DF-9DE1-D55787A2F354}"/>
                </a:ext>
              </a:extLst>
            </p:cNvPr>
            <p:cNvCxnSpPr/>
            <p:nvPr/>
          </p:nvCxnSpPr>
          <p:spPr>
            <a:xfrm>
              <a:off x="3593407" y="3119262"/>
              <a:ext cx="86233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499" name="直接连接符 498">
              <a:extLst>
                <a:ext uri="{FF2B5EF4-FFF2-40B4-BE49-F238E27FC236}">
                  <a16:creationId xmlns:a16="http://schemas.microsoft.com/office/drawing/2014/main" id="{55151AF8-F74B-4403-8EC1-33CFD11B5DFA}"/>
                </a:ext>
              </a:extLst>
            </p:cNvPr>
            <p:cNvCxnSpPr/>
            <p:nvPr/>
          </p:nvCxnSpPr>
          <p:spPr>
            <a:xfrm>
              <a:off x="3593407" y="3512175"/>
              <a:ext cx="86233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</p:grpSp>
      <p:cxnSp>
        <p:nvCxnSpPr>
          <p:cNvPr id="500" name="直接连接符 499">
            <a:extLst>
              <a:ext uri="{FF2B5EF4-FFF2-40B4-BE49-F238E27FC236}">
                <a16:creationId xmlns:a16="http://schemas.microsoft.com/office/drawing/2014/main" id="{BF7B54E6-827C-430E-8CDC-F3E87D726ECF}"/>
              </a:ext>
            </a:extLst>
          </p:cNvPr>
          <p:cNvCxnSpPr/>
          <p:nvPr/>
        </p:nvCxnSpPr>
        <p:spPr>
          <a:xfrm>
            <a:off x="2930872" y="1670989"/>
            <a:ext cx="0" cy="1570242"/>
          </a:xfrm>
          <a:prstGeom prst="line">
            <a:avLst/>
          </a:prstGeom>
          <a:noFill/>
          <a:ln w="25400" cap="flat" cmpd="sng" algn="ctr">
            <a:solidFill>
              <a:srgbClr val="00B0F0"/>
            </a:solidFill>
            <a:prstDash val="solid"/>
          </a:ln>
          <a:effectLst/>
        </p:spPr>
      </p:cxnSp>
      <p:grpSp>
        <p:nvGrpSpPr>
          <p:cNvPr id="501" name="组合 500">
            <a:extLst>
              <a:ext uri="{FF2B5EF4-FFF2-40B4-BE49-F238E27FC236}">
                <a16:creationId xmlns:a16="http://schemas.microsoft.com/office/drawing/2014/main" id="{18AC2582-FE53-4267-A8AC-27BC533CFC39}"/>
              </a:ext>
            </a:extLst>
          </p:cNvPr>
          <p:cNvGrpSpPr/>
          <p:nvPr/>
        </p:nvGrpSpPr>
        <p:grpSpPr>
          <a:xfrm>
            <a:off x="2401316" y="1480451"/>
            <a:ext cx="2182065" cy="228600"/>
            <a:chOff x="2861077" y="969828"/>
            <a:chExt cx="2182065" cy="228600"/>
          </a:xfrm>
        </p:grpSpPr>
        <p:sp>
          <p:nvSpPr>
            <p:cNvPr id="502" name="矩形 501">
              <a:extLst>
                <a:ext uri="{FF2B5EF4-FFF2-40B4-BE49-F238E27FC236}">
                  <a16:creationId xmlns:a16="http://schemas.microsoft.com/office/drawing/2014/main" id="{EF5A4D27-EA28-4573-8886-D79822D471BE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Tag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03" name="矩形 502">
              <a:extLst>
                <a:ext uri="{FF2B5EF4-FFF2-40B4-BE49-F238E27FC236}">
                  <a16:creationId xmlns:a16="http://schemas.microsoft.com/office/drawing/2014/main" id="{59FE6855-06EE-488D-8697-D91C1994F0B0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index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04" name="矩形 503">
              <a:extLst>
                <a:ext uri="{FF2B5EF4-FFF2-40B4-BE49-F238E27FC236}">
                  <a16:creationId xmlns:a16="http://schemas.microsoft.com/office/drawing/2014/main" id="{82EFC4C9-A75A-4D20-AA57-DF9FC7F956CC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offset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cxnSp>
        <p:nvCxnSpPr>
          <p:cNvPr id="505" name="直接连接符 504">
            <a:extLst>
              <a:ext uri="{FF2B5EF4-FFF2-40B4-BE49-F238E27FC236}">
                <a16:creationId xmlns:a16="http://schemas.microsoft.com/office/drawing/2014/main" id="{82493ABD-53D4-4702-BD21-1B4295CAEAA2}"/>
              </a:ext>
            </a:extLst>
          </p:cNvPr>
          <p:cNvCxnSpPr/>
          <p:nvPr/>
        </p:nvCxnSpPr>
        <p:spPr>
          <a:xfrm>
            <a:off x="507572" y="1955309"/>
            <a:ext cx="2971206" cy="0"/>
          </a:xfrm>
          <a:prstGeom prst="line">
            <a:avLst/>
          </a:prstGeom>
          <a:noFill/>
          <a:ln w="28575" cap="sq" cmpd="sng" algn="ctr">
            <a:solidFill>
              <a:srgbClr val="333333">
                <a:shade val="95000"/>
                <a:satMod val="105000"/>
              </a:srgbClr>
            </a:solidFill>
            <a:prstDash val="solid"/>
            <a:miter lim="800000"/>
          </a:ln>
          <a:effectLst/>
        </p:spPr>
      </p:cxnSp>
      <p:cxnSp>
        <p:nvCxnSpPr>
          <p:cNvPr id="506" name="直接连接符 505">
            <a:extLst>
              <a:ext uri="{FF2B5EF4-FFF2-40B4-BE49-F238E27FC236}">
                <a16:creationId xmlns:a16="http://schemas.microsoft.com/office/drawing/2014/main" id="{6B602A76-FC24-455E-8AF3-64F5AE278203}"/>
              </a:ext>
            </a:extLst>
          </p:cNvPr>
          <p:cNvCxnSpPr/>
          <p:nvPr/>
        </p:nvCxnSpPr>
        <p:spPr>
          <a:xfrm>
            <a:off x="2401316" y="1480451"/>
            <a:ext cx="0" cy="107582"/>
          </a:xfrm>
          <a:prstGeom prst="line">
            <a:avLst/>
          </a:prstGeom>
          <a:noFill/>
          <a:ln w="25400" cap="flat" cmpd="sng" algn="ctr">
            <a:noFill/>
            <a:prstDash val="solid"/>
          </a:ln>
          <a:effectLst/>
        </p:spPr>
      </p:cxnSp>
      <p:sp>
        <p:nvSpPr>
          <p:cNvPr id="507" name="矩形 506">
            <a:extLst>
              <a:ext uri="{FF2B5EF4-FFF2-40B4-BE49-F238E27FC236}">
                <a16:creationId xmlns:a16="http://schemas.microsoft.com/office/drawing/2014/main" id="{EA91ED2D-DA79-4BE0-B927-99788AE963A6}"/>
              </a:ext>
            </a:extLst>
          </p:cNvPr>
          <p:cNvSpPr/>
          <p:nvPr/>
        </p:nvSpPr>
        <p:spPr>
          <a:xfrm>
            <a:off x="1515197" y="1992306"/>
            <a:ext cx="558910" cy="227012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rPr>
              <a:t>TAG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Arial" pitchFamily="34" charset="0"/>
              <a:ea typeface="微软雅黑"/>
              <a:cs typeface="Arial" pitchFamily="34" charset="0"/>
            </a:endParaRPr>
          </a:p>
        </p:txBody>
      </p:sp>
      <p:grpSp>
        <p:nvGrpSpPr>
          <p:cNvPr id="517" name="组合 516">
            <a:extLst>
              <a:ext uri="{FF2B5EF4-FFF2-40B4-BE49-F238E27FC236}">
                <a16:creationId xmlns:a16="http://schemas.microsoft.com/office/drawing/2014/main" id="{9C65650B-FB76-407E-8860-FCD0467B3F34}"/>
              </a:ext>
            </a:extLst>
          </p:cNvPr>
          <p:cNvGrpSpPr/>
          <p:nvPr/>
        </p:nvGrpSpPr>
        <p:grpSpPr>
          <a:xfrm>
            <a:off x="987352" y="2233730"/>
            <a:ext cx="1160698" cy="733750"/>
            <a:chOff x="919183" y="2130675"/>
            <a:chExt cx="1160698" cy="733750"/>
          </a:xfrm>
          <a:solidFill>
            <a:srgbClr val="FFFFFF"/>
          </a:solidFill>
        </p:grpSpPr>
        <p:sp>
          <p:nvSpPr>
            <p:cNvPr id="518" name="矩形 517">
              <a:extLst>
                <a:ext uri="{FF2B5EF4-FFF2-40B4-BE49-F238E27FC236}">
                  <a16:creationId xmlns:a16="http://schemas.microsoft.com/office/drawing/2014/main" id="{AA37462E-F832-4539-BAF3-48EA42164E9E}"/>
                </a:ext>
              </a:extLst>
            </p:cNvPr>
            <p:cNvSpPr/>
            <p:nvPr/>
          </p:nvSpPr>
          <p:spPr>
            <a:xfrm>
              <a:off x="919183" y="2130675"/>
              <a:ext cx="1160698" cy="733750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19" name="矩形 518">
              <a:extLst>
                <a:ext uri="{FF2B5EF4-FFF2-40B4-BE49-F238E27FC236}">
                  <a16:creationId xmlns:a16="http://schemas.microsoft.com/office/drawing/2014/main" id="{615709B4-ABCA-4121-AD11-E4AC4DE1E7E9}"/>
                </a:ext>
              </a:extLst>
            </p:cNvPr>
            <p:cNvSpPr/>
            <p:nvPr/>
          </p:nvSpPr>
          <p:spPr>
            <a:xfrm>
              <a:off x="1303233" y="2192613"/>
              <a:ext cx="71758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20" name="矩形 519">
              <a:extLst>
                <a:ext uri="{FF2B5EF4-FFF2-40B4-BE49-F238E27FC236}">
                  <a16:creationId xmlns:a16="http://schemas.microsoft.com/office/drawing/2014/main" id="{8C155BB4-1B65-48E4-BAE6-2E604329E41E}"/>
                </a:ext>
              </a:extLst>
            </p:cNvPr>
            <p:cNvSpPr/>
            <p:nvPr/>
          </p:nvSpPr>
          <p:spPr>
            <a:xfrm>
              <a:off x="1004133" y="2194547"/>
              <a:ext cx="227092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21" name="矩形 520">
              <a:extLst>
                <a:ext uri="{FF2B5EF4-FFF2-40B4-BE49-F238E27FC236}">
                  <a16:creationId xmlns:a16="http://schemas.microsoft.com/office/drawing/2014/main" id="{31D36B2F-7861-4143-9E03-190DFFC71050}"/>
                </a:ext>
              </a:extLst>
            </p:cNvPr>
            <p:cNvSpPr/>
            <p:nvPr/>
          </p:nvSpPr>
          <p:spPr>
            <a:xfrm>
              <a:off x="1303234" y="2579969"/>
              <a:ext cx="716586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22" name="矩形 521">
              <a:extLst>
                <a:ext uri="{FF2B5EF4-FFF2-40B4-BE49-F238E27FC236}">
                  <a16:creationId xmlns:a16="http://schemas.microsoft.com/office/drawing/2014/main" id="{224497EF-EFB5-4975-8C5A-AA8F0AEDEB2C}"/>
                </a:ext>
              </a:extLst>
            </p:cNvPr>
            <p:cNvSpPr/>
            <p:nvPr/>
          </p:nvSpPr>
          <p:spPr>
            <a:xfrm>
              <a:off x="1004133" y="2581903"/>
              <a:ext cx="227092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23" name="组合 522">
            <a:extLst>
              <a:ext uri="{FF2B5EF4-FFF2-40B4-BE49-F238E27FC236}">
                <a16:creationId xmlns:a16="http://schemas.microsoft.com/office/drawing/2014/main" id="{E5E25363-CD81-47EE-AEC3-7D390FE36467}"/>
              </a:ext>
            </a:extLst>
          </p:cNvPr>
          <p:cNvGrpSpPr/>
          <p:nvPr/>
        </p:nvGrpSpPr>
        <p:grpSpPr>
          <a:xfrm>
            <a:off x="990332" y="3015031"/>
            <a:ext cx="1164145" cy="752366"/>
            <a:chOff x="932125" y="2905064"/>
            <a:chExt cx="1187750" cy="752366"/>
          </a:xfrm>
          <a:solidFill>
            <a:srgbClr val="FFFFFF"/>
          </a:solidFill>
        </p:grpSpPr>
        <p:sp>
          <p:nvSpPr>
            <p:cNvPr id="524" name="矩形 523">
              <a:extLst>
                <a:ext uri="{FF2B5EF4-FFF2-40B4-BE49-F238E27FC236}">
                  <a16:creationId xmlns:a16="http://schemas.microsoft.com/office/drawing/2014/main" id="{6F9D060E-273A-4B03-853D-0520B11613E7}"/>
                </a:ext>
              </a:extLst>
            </p:cNvPr>
            <p:cNvSpPr/>
            <p:nvPr/>
          </p:nvSpPr>
          <p:spPr>
            <a:xfrm>
              <a:off x="932125" y="2905064"/>
              <a:ext cx="1187750" cy="752366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25" name="矩形 524">
              <a:extLst>
                <a:ext uri="{FF2B5EF4-FFF2-40B4-BE49-F238E27FC236}">
                  <a16:creationId xmlns:a16="http://schemas.microsoft.com/office/drawing/2014/main" id="{15CF4668-7908-4F06-B8EC-F7D2D7C611D7}"/>
                </a:ext>
              </a:extLst>
            </p:cNvPr>
            <p:cNvSpPr/>
            <p:nvPr/>
          </p:nvSpPr>
          <p:spPr>
            <a:xfrm>
              <a:off x="1303234" y="2967325"/>
              <a:ext cx="726548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26" name="矩形 525">
              <a:extLst>
                <a:ext uri="{FF2B5EF4-FFF2-40B4-BE49-F238E27FC236}">
                  <a16:creationId xmlns:a16="http://schemas.microsoft.com/office/drawing/2014/main" id="{0EA802C9-0DC5-4D24-8D69-4470475B6A21}"/>
                </a:ext>
              </a:extLst>
            </p:cNvPr>
            <p:cNvSpPr/>
            <p:nvPr/>
          </p:nvSpPr>
          <p:spPr>
            <a:xfrm>
              <a:off x="1004133" y="2969259"/>
              <a:ext cx="227092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27" name="矩形 526">
              <a:extLst>
                <a:ext uri="{FF2B5EF4-FFF2-40B4-BE49-F238E27FC236}">
                  <a16:creationId xmlns:a16="http://schemas.microsoft.com/office/drawing/2014/main" id="{7996B1F6-6E26-4ADC-94A9-302A10F893CC}"/>
                </a:ext>
              </a:extLst>
            </p:cNvPr>
            <p:cNvSpPr/>
            <p:nvPr/>
          </p:nvSpPr>
          <p:spPr>
            <a:xfrm>
              <a:off x="1303234" y="3354681"/>
              <a:ext cx="716586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28" name="矩形 527">
              <a:extLst>
                <a:ext uri="{FF2B5EF4-FFF2-40B4-BE49-F238E27FC236}">
                  <a16:creationId xmlns:a16="http://schemas.microsoft.com/office/drawing/2014/main" id="{4E9E9362-AAFE-425B-9D0C-20AF37097D1F}"/>
                </a:ext>
              </a:extLst>
            </p:cNvPr>
            <p:cNvSpPr/>
            <p:nvPr/>
          </p:nvSpPr>
          <p:spPr>
            <a:xfrm>
              <a:off x="1004133" y="3356615"/>
              <a:ext cx="227092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29" name="组合 528">
            <a:extLst>
              <a:ext uri="{FF2B5EF4-FFF2-40B4-BE49-F238E27FC236}">
                <a16:creationId xmlns:a16="http://schemas.microsoft.com/office/drawing/2014/main" id="{257DAFE3-9178-488B-8872-09E2D7A8468B}"/>
              </a:ext>
            </a:extLst>
          </p:cNvPr>
          <p:cNvGrpSpPr/>
          <p:nvPr/>
        </p:nvGrpSpPr>
        <p:grpSpPr>
          <a:xfrm>
            <a:off x="990332" y="3817566"/>
            <a:ext cx="1164145" cy="744385"/>
            <a:chOff x="932125" y="3707599"/>
            <a:chExt cx="1164145" cy="744385"/>
          </a:xfrm>
          <a:solidFill>
            <a:srgbClr val="FFFFFF"/>
          </a:solidFill>
        </p:grpSpPr>
        <p:sp>
          <p:nvSpPr>
            <p:cNvPr id="530" name="矩形 529">
              <a:extLst>
                <a:ext uri="{FF2B5EF4-FFF2-40B4-BE49-F238E27FC236}">
                  <a16:creationId xmlns:a16="http://schemas.microsoft.com/office/drawing/2014/main" id="{D4B67883-EE23-4092-A9E3-7FEE4834C9B4}"/>
                </a:ext>
              </a:extLst>
            </p:cNvPr>
            <p:cNvSpPr/>
            <p:nvPr/>
          </p:nvSpPr>
          <p:spPr>
            <a:xfrm>
              <a:off x="932125" y="3707599"/>
              <a:ext cx="1164145" cy="744385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solidFill>
                <a:srgbClr val="000000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31" name="矩形 530">
              <a:extLst>
                <a:ext uri="{FF2B5EF4-FFF2-40B4-BE49-F238E27FC236}">
                  <a16:creationId xmlns:a16="http://schemas.microsoft.com/office/drawing/2014/main" id="{E57A6D9D-EA9D-4EFD-B4E2-CC6F1CB0733B}"/>
                </a:ext>
              </a:extLst>
            </p:cNvPr>
            <p:cNvSpPr/>
            <p:nvPr/>
          </p:nvSpPr>
          <p:spPr>
            <a:xfrm>
              <a:off x="1303234" y="3788477"/>
              <a:ext cx="713476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32" name="矩形 531">
              <a:extLst>
                <a:ext uri="{FF2B5EF4-FFF2-40B4-BE49-F238E27FC236}">
                  <a16:creationId xmlns:a16="http://schemas.microsoft.com/office/drawing/2014/main" id="{5EA2A65B-5E2C-4D75-9DC9-ED5E04B3BEE6}"/>
                </a:ext>
              </a:extLst>
            </p:cNvPr>
            <p:cNvSpPr/>
            <p:nvPr/>
          </p:nvSpPr>
          <p:spPr>
            <a:xfrm>
              <a:off x="1004133" y="3790411"/>
              <a:ext cx="227092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33" name="矩形 532">
              <a:extLst>
                <a:ext uri="{FF2B5EF4-FFF2-40B4-BE49-F238E27FC236}">
                  <a16:creationId xmlns:a16="http://schemas.microsoft.com/office/drawing/2014/main" id="{941532DF-0A5A-4779-BF81-3782C3E8EDBF}"/>
                </a:ext>
              </a:extLst>
            </p:cNvPr>
            <p:cNvSpPr/>
            <p:nvPr/>
          </p:nvSpPr>
          <p:spPr>
            <a:xfrm>
              <a:off x="1303234" y="4175833"/>
              <a:ext cx="713476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34" name="矩形 533">
              <a:extLst>
                <a:ext uri="{FF2B5EF4-FFF2-40B4-BE49-F238E27FC236}">
                  <a16:creationId xmlns:a16="http://schemas.microsoft.com/office/drawing/2014/main" id="{8BA49068-7E4B-4CA7-916A-C6F0EC1FB31A}"/>
                </a:ext>
              </a:extLst>
            </p:cNvPr>
            <p:cNvSpPr/>
            <p:nvPr/>
          </p:nvSpPr>
          <p:spPr>
            <a:xfrm>
              <a:off x="1004133" y="4177767"/>
              <a:ext cx="227092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35" name="组合 534">
            <a:extLst>
              <a:ext uri="{FF2B5EF4-FFF2-40B4-BE49-F238E27FC236}">
                <a16:creationId xmlns:a16="http://schemas.microsoft.com/office/drawing/2014/main" id="{E4C37E26-65ED-403C-97C5-2D753EA93740}"/>
              </a:ext>
            </a:extLst>
          </p:cNvPr>
          <p:cNvGrpSpPr/>
          <p:nvPr/>
        </p:nvGrpSpPr>
        <p:grpSpPr>
          <a:xfrm>
            <a:off x="990333" y="4610894"/>
            <a:ext cx="1170660" cy="759131"/>
            <a:chOff x="932126" y="4500927"/>
            <a:chExt cx="1170660" cy="759131"/>
          </a:xfrm>
          <a:solidFill>
            <a:srgbClr val="FFFFFF"/>
          </a:solidFill>
        </p:grpSpPr>
        <p:sp>
          <p:nvSpPr>
            <p:cNvPr id="536" name="矩形 535">
              <a:extLst>
                <a:ext uri="{FF2B5EF4-FFF2-40B4-BE49-F238E27FC236}">
                  <a16:creationId xmlns:a16="http://schemas.microsoft.com/office/drawing/2014/main" id="{33FB1346-57E5-41CE-9A0F-E03A2EFEE64F}"/>
                </a:ext>
              </a:extLst>
            </p:cNvPr>
            <p:cNvSpPr/>
            <p:nvPr/>
          </p:nvSpPr>
          <p:spPr>
            <a:xfrm>
              <a:off x="932126" y="4500927"/>
              <a:ext cx="1170660" cy="759131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37" name="矩形 536">
              <a:extLst>
                <a:ext uri="{FF2B5EF4-FFF2-40B4-BE49-F238E27FC236}">
                  <a16:creationId xmlns:a16="http://schemas.microsoft.com/office/drawing/2014/main" id="{BC55B979-AEBA-4F8D-A85F-29944FE21D23}"/>
                </a:ext>
              </a:extLst>
            </p:cNvPr>
            <p:cNvSpPr/>
            <p:nvPr/>
          </p:nvSpPr>
          <p:spPr>
            <a:xfrm>
              <a:off x="1303234" y="4563189"/>
              <a:ext cx="713476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38" name="矩形 537">
              <a:extLst>
                <a:ext uri="{FF2B5EF4-FFF2-40B4-BE49-F238E27FC236}">
                  <a16:creationId xmlns:a16="http://schemas.microsoft.com/office/drawing/2014/main" id="{5D5A7A7B-C27D-4CD9-BFDB-4BCA75A46CD2}"/>
                </a:ext>
              </a:extLst>
            </p:cNvPr>
            <p:cNvSpPr/>
            <p:nvPr/>
          </p:nvSpPr>
          <p:spPr>
            <a:xfrm>
              <a:off x="1004133" y="4565123"/>
              <a:ext cx="227092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39" name="矩形 538">
              <a:extLst>
                <a:ext uri="{FF2B5EF4-FFF2-40B4-BE49-F238E27FC236}">
                  <a16:creationId xmlns:a16="http://schemas.microsoft.com/office/drawing/2014/main" id="{233D39CF-4AFD-4499-A354-80881A9AB854}"/>
                </a:ext>
              </a:extLst>
            </p:cNvPr>
            <p:cNvSpPr/>
            <p:nvPr/>
          </p:nvSpPr>
          <p:spPr>
            <a:xfrm>
              <a:off x="1303234" y="4950545"/>
              <a:ext cx="713476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40" name="矩形 539">
              <a:extLst>
                <a:ext uri="{FF2B5EF4-FFF2-40B4-BE49-F238E27FC236}">
                  <a16:creationId xmlns:a16="http://schemas.microsoft.com/office/drawing/2014/main" id="{DA0B42FF-7BD2-4A80-BB27-C8C94BBE7215}"/>
                </a:ext>
              </a:extLst>
            </p:cNvPr>
            <p:cNvSpPr/>
            <p:nvPr/>
          </p:nvSpPr>
          <p:spPr>
            <a:xfrm>
              <a:off x="1004133" y="4952479"/>
              <a:ext cx="227092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41" name="组合 540">
            <a:extLst>
              <a:ext uri="{FF2B5EF4-FFF2-40B4-BE49-F238E27FC236}">
                <a16:creationId xmlns:a16="http://schemas.microsoft.com/office/drawing/2014/main" id="{C2F201A5-3217-4A53-9832-707B7BD78884}"/>
              </a:ext>
            </a:extLst>
          </p:cNvPr>
          <p:cNvGrpSpPr/>
          <p:nvPr/>
        </p:nvGrpSpPr>
        <p:grpSpPr>
          <a:xfrm>
            <a:off x="2310116" y="1214463"/>
            <a:ext cx="2182065" cy="228600"/>
            <a:chOff x="2861077" y="969828"/>
            <a:chExt cx="2182065" cy="228600"/>
          </a:xfrm>
          <a:noFill/>
        </p:grpSpPr>
        <p:sp>
          <p:nvSpPr>
            <p:cNvPr id="542" name="矩形 541">
              <a:extLst>
                <a:ext uri="{FF2B5EF4-FFF2-40B4-BE49-F238E27FC236}">
                  <a16:creationId xmlns:a16="http://schemas.microsoft.com/office/drawing/2014/main" id="{F0BF9534-6AFB-4B08-8012-26CFFCA07E6F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grpFill/>
            <a:ln w="158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tag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43" name="矩形 542">
              <a:extLst>
                <a:ext uri="{FF2B5EF4-FFF2-40B4-BE49-F238E27FC236}">
                  <a16:creationId xmlns:a16="http://schemas.microsoft.com/office/drawing/2014/main" id="{C81CEFA0-0EBF-499D-9215-B9D1E14C752E}"/>
                </a:ext>
              </a:extLst>
            </p:cNvPr>
            <p:cNvSpPr/>
            <p:nvPr/>
          </p:nvSpPr>
          <p:spPr>
            <a:xfrm>
              <a:off x="3628615" y="969828"/>
              <a:ext cx="730670" cy="228600"/>
            </a:xfrm>
            <a:prstGeom prst="rect">
              <a:avLst/>
            </a:prstGeom>
            <a:grpFill/>
            <a:ln w="158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index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44" name="矩形 543">
              <a:extLst>
                <a:ext uri="{FF2B5EF4-FFF2-40B4-BE49-F238E27FC236}">
                  <a16:creationId xmlns:a16="http://schemas.microsoft.com/office/drawing/2014/main" id="{1BDBF6F4-5225-42B3-A17C-FA5FA8C47628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grpFill/>
            <a:ln w="158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offset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45" name="组合 544">
            <a:extLst>
              <a:ext uri="{FF2B5EF4-FFF2-40B4-BE49-F238E27FC236}">
                <a16:creationId xmlns:a16="http://schemas.microsoft.com/office/drawing/2014/main" id="{503BDD15-BBFB-453A-B61B-23CD6FCAF582}"/>
              </a:ext>
            </a:extLst>
          </p:cNvPr>
          <p:cNvGrpSpPr/>
          <p:nvPr/>
        </p:nvGrpSpPr>
        <p:grpSpPr>
          <a:xfrm>
            <a:off x="1076874" y="2293734"/>
            <a:ext cx="1016685" cy="230534"/>
            <a:chOff x="-1392948" y="-90301"/>
            <a:chExt cx="1016685" cy="230534"/>
          </a:xfrm>
        </p:grpSpPr>
        <p:sp>
          <p:nvSpPr>
            <p:cNvPr id="546" name="矩形 545">
              <a:extLst>
                <a:ext uri="{FF2B5EF4-FFF2-40B4-BE49-F238E27FC236}">
                  <a16:creationId xmlns:a16="http://schemas.microsoft.com/office/drawing/2014/main" id="{5E95511A-AD93-4DC7-8B25-4A796057AE03}"/>
                </a:ext>
              </a:extLst>
            </p:cNvPr>
            <p:cNvSpPr/>
            <p:nvPr/>
          </p:nvSpPr>
          <p:spPr>
            <a:xfrm>
              <a:off x="-1093848" y="-90301"/>
              <a:ext cx="717585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00010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47" name="矩形 546">
              <a:extLst>
                <a:ext uri="{FF2B5EF4-FFF2-40B4-BE49-F238E27FC236}">
                  <a16:creationId xmlns:a16="http://schemas.microsoft.com/office/drawing/2014/main" id="{92EF719B-9EB1-48F2-A00F-B329EDFDB768}"/>
                </a:ext>
              </a:extLst>
            </p:cNvPr>
            <p:cNvSpPr/>
            <p:nvPr/>
          </p:nvSpPr>
          <p:spPr>
            <a:xfrm>
              <a:off x="-1392948" y="-88367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48" name="组合 547">
            <a:extLst>
              <a:ext uri="{FF2B5EF4-FFF2-40B4-BE49-F238E27FC236}">
                <a16:creationId xmlns:a16="http://schemas.microsoft.com/office/drawing/2014/main" id="{354FA9C2-9108-4446-AFB3-4F6E71FFA0F9}"/>
              </a:ext>
            </a:extLst>
          </p:cNvPr>
          <p:cNvGrpSpPr/>
          <p:nvPr/>
        </p:nvGrpSpPr>
        <p:grpSpPr>
          <a:xfrm>
            <a:off x="1065481" y="3075358"/>
            <a:ext cx="1005266" cy="230534"/>
            <a:chOff x="-1404341" y="691323"/>
            <a:chExt cx="1005266" cy="230534"/>
          </a:xfrm>
        </p:grpSpPr>
        <p:sp>
          <p:nvSpPr>
            <p:cNvPr id="549" name="矩形 548">
              <a:extLst>
                <a:ext uri="{FF2B5EF4-FFF2-40B4-BE49-F238E27FC236}">
                  <a16:creationId xmlns:a16="http://schemas.microsoft.com/office/drawing/2014/main" id="{816679CE-3C27-4626-A4D5-00D7D3EDF3B2}"/>
                </a:ext>
              </a:extLst>
            </p:cNvPr>
            <p:cNvSpPr/>
            <p:nvPr/>
          </p:nvSpPr>
          <p:spPr>
            <a:xfrm>
              <a:off x="-1111184" y="691323"/>
              <a:ext cx="712109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00010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50" name="矩形 549">
              <a:extLst>
                <a:ext uri="{FF2B5EF4-FFF2-40B4-BE49-F238E27FC236}">
                  <a16:creationId xmlns:a16="http://schemas.microsoft.com/office/drawing/2014/main" id="{7847E2FD-D5EB-4D46-AB0B-81506D2D62D0}"/>
                </a:ext>
              </a:extLst>
            </p:cNvPr>
            <p:cNvSpPr/>
            <p:nvPr/>
          </p:nvSpPr>
          <p:spPr>
            <a:xfrm>
              <a:off x="-1404341" y="693257"/>
              <a:ext cx="222579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51" name="组合 550">
            <a:extLst>
              <a:ext uri="{FF2B5EF4-FFF2-40B4-BE49-F238E27FC236}">
                <a16:creationId xmlns:a16="http://schemas.microsoft.com/office/drawing/2014/main" id="{77D47F13-43AF-41D7-84EC-27953E05B384}"/>
              </a:ext>
            </a:extLst>
          </p:cNvPr>
          <p:cNvGrpSpPr/>
          <p:nvPr/>
        </p:nvGrpSpPr>
        <p:grpSpPr>
          <a:xfrm>
            <a:off x="1065481" y="3462714"/>
            <a:ext cx="995502" cy="230534"/>
            <a:chOff x="-1404341" y="1078679"/>
            <a:chExt cx="995502" cy="230534"/>
          </a:xfrm>
        </p:grpSpPr>
        <p:sp>
          <p:nvSpPr>
            <p:cNvPr id="552" name="矩形 551">
              <a:extLst>
                <a:ext uri="{FF2B5EF4-FFF2-40B4-BE49-F238E27FC236}">
                  <a16:creationId xmlns:a16="http://schemas.microsoft.com/office/drawing/2014/main" id="{324E71C3-F071-4675-A73B-C69015B3A664}"/>
                </a:ext>
              </a:extLst>
            </p:cNvPr>
            <p:cNvSpPr/>
            <p:nvPr/>
          </p:nvSpPr>
          <p:spPr>
            <a:xfrm>
              <a:off x="-1111184" y="1078679"/>
              <a:ext cx="702345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00101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53" name="矩形 552">
              <a:extLst>
                <a:ext uri="{FF2B5EF4-FFF2-40B4-BE49-F238E27FC236}">
                  <a16:creationId xmlns:a16="http://schemas.microsoft.com/office/drawing/2014/main" id="{121C23A0-BB74-4581-8D1F-AFB2B82AF9E0}"/>
                </a:ext>
              </a:extLst>
            </p:cNvPr>
            <p:cNvSpPr/>
            <p:nvPr/>
          </p:nvSpPr>
          <p:spPr>
            <a:xfrm>
              <a:off x="-1404341" y="1080613"/>
              <a:ext cx="222579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54" name="组合 553">
            <a:extLst>
              <a:ext uri="{FF2B5EF4-FFF2-40B4-BE49-F238E27FC236}">
                <a16:creationId xmlns:a16="http://schemas.microsoft.com/office/drawing/2014/main" id="{2F656106-37A4-458A-A1F6-5C271990B20D}"/>
              </a:ext>
            </a:extLst>
          </p:cNvPr>
          <p:cNvGrpSpPr/>
          <p:nvPr/>
        </p:nvGrpSpPr>
        <p:grpSpPr>
          <a:xfrm>
            <a:off x="1066912" y="3896510"/>
            <a:ext cx="1012577" cy="230534"/>
            <a:chOff x="-1402910" y="1512475"/>
            <a:chExt cx="1012577" cy="230534"/>
          </a:xfrm>
        </p:grpSpPr>
        <p:sp>
          <p:nvSpPr>
            <p:cNvPr id="555" name="矩形 554">
              <a:extLst>
                <a:ext uri="{FF2B5EF4-FFF2-40B4-BE49-F238E27FC236}">
                  <a16:creationId xmlns:a16="http://schemas.microsoft.com/office/drawing/2014/main" id="{3D5E2FA4-FC35-4A56-847A-BD0581841CB7}"/>
                </a:ext>
              </a:extLst>
            </p:cNvPr>
            <p:cNvSpPr/>
            <p:nvPr/>
          </p:nvSpPr>
          <p:spPr>
            <a:xfrm>
              <a:off x="-1103809" y="1512475"/>
              <a:ext cx="713476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00100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56" name="矩形 555">
              <a:extLst>
                <a:ext uri="{FF2B5EF4-FFF2-40B4-BE49-F238E27FC236}">
                  <a16:creationId xmlns:a16="http://schemas.microsoft.com/office/drawing/2014/main" id="{C66ED3B1-BAC0-4B8B-8604-4C9067C9B4A7}"/>
                </a:ext>
              </a:extLst>
            </p:cNvPr>
            <p:cNvSpPr/>
            <p:nvPr/>
          </p:nvSpPr>
          <p:spPr>
            <a:xfrm>
              <a:off x="-1402910" y="1514409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57" name="组合 556">
            <a:extLst>
              <a:ext uri="{FF2B5EF4-FFF2-40B4-BE49-F238E27FC236}">
                <a16:creationId xmlns:a16="http://schemas.microsoft.com/office/drawing/2014/main" id="{73D3FB30-0EFF-410A-9F31-96C5BE36FDA0}"/>
              </a:ext>
            </a:extLst>
          </p:cNvPr>
          <p:cNvGrpSpPr/>
          <p:nvPr/>
        </p:nvGrpSpPr>
        <p:grpSpPr>
          <a:xfrm>
            <a:off x="1066912" y="4671222"/>
            <a:ext cx="1012577" cy="230534"/>
            <a:chOff x="-1402910" y="2287187"/>
            <a:chExt cx="1012577" cy="230534"/>
          </a:xfrm>
        </p:grpSpPr>
        <p:sp>
          <p:nvSpPr>
            <p:cNvPr id="558" name="矩形 557">
              <a:extLst>
                <a:ext uri="{FF2B5EF4-FFF2-40B4-BE49-F238E27FC236}">
                  <a16:creationId xmlns:a16="http://schemas.microsoft.com/office/drawing/2014/main" id="{796BC02F-B0B1-4BDB-8C6C-5C78C878BD8D}"/>
                </a:ext>
              </a:extLst>
            </p:cNvPr>
            <p:cNvSpPr/>
            <p:nvPr/>
          </p:nvSpPr>
          <p:spPr>
            <a:xfrm>
              <a:off x="-1103809" y="2287187"/>
              <a:ext cx="713476" cy="228600"/>
            </a:xfrm>
            <a:prstGeom prst="rect">
              <a:avLst/>
            </a:prstGeom>
            <a:solidFill>
              <a:srgbClr val="00B0F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00001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59" name="矩形 558">
              <a:extLst>
                <a:ext uri="{FF2B5EF4-FFF2-40B4-BE49-F238E27FC236}">
                  <a16:creationId xmlns:a16="http://schemas.microsoft.com/office/drawing/2014/main" id="{721B2E44-4A5E-4C54-B8BA-386A2A9AEEE4}"/>
                </a:ext>
              </a:extLst>
            </p:cNvPr>
            <p:cNvSpPr/>
            <p:nvPr/>
          </p:nvSpPr>
          <p:spPr>
            <a:xfrm>
              <a:off x="-1402910" y="2289121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60" name="组合 559">
            <a:extLst>
              <a:ext uri="{FF2B5EF4-FFF2-40B4-BE49-F238E27FC236}">
                <a16:creationId xmlns:a16="http://schemas.microsoft.com/office/drawing/2014/main" id="{A4389F26-6639-4E4E-9A42-57CF8CEB4192}"/>
              </a:ext>
            </a:extLst>
          </p:cNvPr>
          <p:cNvGrpSpPr/>
          <p:nvPr/>
        </p:nvGrpSpPr>
        <p:grpSpPr>
          <a:xfrm>
            <a:off x="1059880" y="3073181"/>
            <a:ext cx="1001148" cy="228625"/>
            <a:chOff x="-1390641" y="3405728"/>
            <a:chExt cx="1001148" cy="228625"/>
          </a:xfrm>
        </p:grpSpPr>
        <p:sp>
          <p:nvSpPr>
            <p:cNvPr id="561" name="矩形 560">
              <a:extLst>
                <a:ext uri="{FF2B5EF4-FFF2-40B4-BE49-F238E27FC236}">
                  <a16:creationId xmlns:a16="http://schemas.microsoft.com/office/drawing/2014/main" id="{5BDC580B-222E-41CA-87C6-E77F8F31AED0}"/>
                </a:ext>
              </a:extLst>
            </p:cNvPr>
            <p:cNvSpPr/>
            <p:nvPr/>
          </p:nvSpPr>
          <p:spPr>
            <a:xfrm>
              <a:off x="-1102969" y="3405753"/>
              <a:ext cx="713476" cy="228600"/>
            </a:xfrm>
            <a:prstGeom prst="rect">
              <a:avLst/>
            </a:prstGeom>
            <a:solidFill>
              <a:srgbClr val="FF00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10000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62" name="矩形 561">
              <a:extLst>
                <a:ext uri="{FF2B5EF4-FFF2-40B4-BE49-F238E27FC236}">
                  <a16:creationId xmlns:a16="http://schemas.microsoft.com/office/drawing/2014/main" id="{82337062-EA23-4591-9010-0DAD95135E01}"/>
                </a:ext>
              </a:extLst>
            </p:cNvPr>
            <p:cNvSpPr/>
            <p:nvPr/>
          </p:nvSpPr>
          <p:spPr>
            <a:xfrm>
              <a:off x="-1390641" y="3405728"/>
              <a:ext cx="227092" cy="228600"/>
            </a:xfrm>
            <a:prstGeom prst="rect">
              <a:avLst/>
            </a:prstGeom>
            <a:solidFill>
              <a:srgbClr val="FF6600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63" name="组合 562">
            <a:extLst>
              <a:ext uri="{FF2B5EF4-FFF2-40B4-BE49-F238E27FC236}">
                <a16:creationId xmlns:a16="http://schemas.microsoft.com/office/drawing/2014/main" id="{9D6590F2-7544-4DD9-971A-A9C4668D67E1}"/>
              </a:ext>
            </a:extLst>
          </p:cNvPr>
          <p:cNvGrpSpPr/>
          <p:nvPr/>
        </p:nvGrpSpPr>
        <p:grpSpPr>
          <a:xfrm>
            <a:off x="4094660" y="2312587"/>
            <a:ext cx="2984705" cy="228600"/>
            <a:chOff x="5112580" y="1043086"/>
            <a:chExt cx="2984705" cy="228600"/>
          </a:xfrm>
          <a:solidFill>
            <a:srgbClr val="99FF66"/>
          </a:solidFill>
        </p:grpSpPr>
        <p:sp>
          <p:nvSpPr>
            <p:cNvPr id="564" name="矩形 563">
              <a:extLst>
                <a:ext uri="{FF2B5EF4-FFF2-40B4-BE49-F238E27FC236}">
                  <a16:creationId xmlns:a16="http://schemas.microsoft.com/office/drawing/2014/main" id="{791C8F51-75D7-40DF-99C0-67ECB4A99C5C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20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65" name="矩形 564">
              <a:extLst>
                <a:ext uri="{FF2B5EF4-FFF2-40B4-BE49-F238E27FC236}">
                  <a16:creationId xmlns:a16="http://schemas.microsoft.com/office/drawing/2014/main" id="{7BB02D6A-A588-429A-9868-FCBB1A3EAA67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21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66" name="矩形 565">
              <a:extLst>
                <a:ext uri="{FF2B5EF4-FFF2-40B4-BE49-F238E27FC236}">
                  <a16:creationId xmlns:a16="http://schemas.microsoft.com/office/drawing/2014/main" id="{40185270-A4FD-4960-9581-959AAE480E23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22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67" name="矩形 566">
              <a:extLst>
                <a:ext uri="{FF2B5EF4-FFF2-40B4-BE49-F238E27FC236}">
                  <a16:creationId xmlns:a16="http://schemas.microsoft.com/office/drawing/2014/main" id="{5EDA542B-51B6-4C0D-AB5D-81B590E11A18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23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68" name="组合 567">
            <a:extLst>
              <a:ext uri="{FF2B5EF4-FFF2-40B4-BE49-F238E27FC236}">
                <a16:creationId xmlns:a16="http://schemas.microsoft.com/office/drawing/2014/main" id="{EE506F4F-E389-4328-B78E-AA49479E67EF}"/>
              </a:ext>
            </a:extLst>
          </p:cNvPr>
          <p:cNvGrpSpPr/>
          <p:nvPr/>
        </p:nvGrpSpPr>
        <p:grpSpPr>
          <a:xfrm>
            <a:off x="4098250" y="3078470"/>
            <a:ext cx="2984705" cy="228600"/>
            <a:chOff x="5112580" y="1043086"/>
            <a:chExt cx="2984705" cy="228600"/>
          </a:xfrm>
          <a:solidFill>
            <a:srgbClr val="99FF66"/>
          </a:solidFill>
        </p:grpSpPr>
        <p:sp>
          <p:nvSpPr>
            <p:cNvPr id="569" name="矩形 568">
              <a:extLst>
                <a:ext uri="{FF2B5EF4-FFF2-40B4-BE49-F238E27FC236}">
                  <a16:creationId xmlns:a16="http://schemas.microsoft.com/office/drawing/2014/main" id="{016C9219-B7B4-46E0-99AD-FEF9A58367D8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24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70" name="矩形 569">
              <a:extLst>
                <a:ext uri="{FF2B5EF4-FFF2-40B4-BE49-F238E27FC236}">
                  <a16:creationId xmlns:a16="http://schemas.microsoft.com/office/drawing/2014/main" id="{FAEED34D-E289-4996-A98B-4196BB91D28F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25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71" name="矩形 570">
              <a:extLst>
                <a:ext uri="{FF2B5EF4-FFF2-40B4-BE49-F238E27FC236}">
                  <a16:creationId xmlns:a16="http://schemas.microsoft.com/office/drawing/2014/main" id="{D01A86CF-F074-43DD-B049-030379F89A84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26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72" name="矩形 571">
              <a:extLst>
                <a:ext uri="{FF2B5EF4-FFF2-40B4-BE49-F238E27FC236}">
                  <a16:creationId xmlns:a16="http://schemas.microsoft.com/office/drawing/2014/main" id="{CCD7C992-11CC-4D2D-A6A9-49A0F8514D4A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27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73" name="组合 572">
            <a:extLst>
              <a:ext uri="{FF2B5EF4-FFF2-40B4-BE49-F238E27FC236}">
                <a16:creationId xmlns:a16="http://schemas.microsoft.com/office/drawing/2014/main" id="{B45C7515-2C18-496C-A4F3-87EEF0696268}"/>
              </a:ext>
            </a:extLst>
          </p:cNvPr>
          <p:cNvGrpSpPr/>
          <p:nvPr/>
        </p:nvGrpSpPr>
        <p:grpSpPr>
          <a:xfrm>
            <a:off x="4098250" y="3907001"/>
            <a:ext cx="2984705" cy="228600"/>
            <a:chOff x="5112580" y="1043086"/>
            <a:chExt cx="2984705" cy="228600"/>
          </a:xfrm>
        </p:grpSpPr>
        <p:sp>
          <p:nvSpPr>
            <p:cNvPr id="574" name="矩形 573">
              <a:extLst>
                <a:ext uri="{FF2B5EF4-FFF2-40B4-BE49-F238E27FC236}">
                  <a16:creationId xmlns:a16="http://schemas.microsoft.com/office/drawing/2014/main" id="{A5015EE3-1F98-42EF-9116-52DBC864BDF3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solidFill>
              <a:srgbClr val="99FF66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48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75" name="矩形 574">
              <a:extLst>
                <a:ext uri="{FF2B5EF4-FFF2-40B4-BE49-F238E27FC236}">
                  <a16:creationId xmlns:a16="http://schemas.microsoft.com/office/drawing/2014/main" id="{D0F78288-FE8C-412C-B3E0-E4D6F36BAFE0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solidFill>
              <a:srgbClr val="99FF66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49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76" name="矩形 575">
              <a:extLst>
                <a:ext uri="{FF2B5EF4-FFF2-40B4-BE49-F238E27FC236}">
                  <a16:creationId xmlns:a16="http://schemas.microsoft.com/office/drawing/2014/main" id="{C73B7740-1A74-4065-96AD-A0E42EC54D0A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solidFill>
              <a:srgbClr val="99FF66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4A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77" name="矩形 576">
              <a:extLst>
                <a:ext uri="{FF2B5EF4-FFF2-40B4-BE49-F238E27FC236}">
                  <a16:creationId xmlns:a16="http://schemas.microsoft.com/office/drawing/2014/main" id="{113D0460-7D52-4D7F-B507-BCE4E8FD601C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solidFill>
              <a:srgbClr val="99FF66"/>
            </a:solidFill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4B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78" name="组合 577">
            <a:extLst>
              <a:ext uri="{FF2B5EF4-FFF2-40B4-BE49-F238E27FC236}">
                <a16:creationId xmlns:a16="http://schemas.microsoft.com/office/drawing/2014/main" id="{FCE5C763-8D0E-4465-8F78-8511314300A5}"/>
              </a:ext>
            </a:extLst>
          </p:cNvPr>
          <p:cNvGrpSpPr/>
          <p:nvPr/>
        </p:nvGrpSpPr>
        <p:grpSpPr>
          <a:xfrm>
            <a:off x="4098250" y="3077144"/>
            <a:ext cx="2984705" cy="228829"/>
            <a:chOff x="5112580" y="1042857"/>
            <a:chExt cx="2984705" cy="228829"/>
          </a:xfrm>
          <a:solidFill>
            <a:srgbClr val="FF0000"/>
          </a:solidFill>
        </p:grpSpPr>
        <p:sp>
          <p:nvSpPr>
            <p:cNvPr id="579" name="矩形 578">
              <a:extLst>
                <a:ext uri="{FF2B5EF4-FFF2-40B4-BE49-F238E27FC236}">
                  <a16:creationId xmlns:a16="http://schemas.microsoft.com/office/drawing/2014/main" id="{FC67A4B8-83E2-4858-967E-066A1662FD92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104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80" name="矩形 579">
              <a:extLst>
                <a:ext uri="{FF2B5EF4-FFF2-40B4-BE49-F238E27FC236}">
                  <a16:creationId xmlns:a16="http://schemas.microsoft.com/office/drawing/2014/main" id="{C4F7964B-A4B1-47D1-8337-13E145F232A0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105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81" name="矩形 580">
              <a:extLst>
                <a:ext uri="{FF2B5EF4-FFF2-40B4-BE49-F238E27FC236}">
                  <a16:creationId xmlns:a16="http://schemas.microsoft.com/office/drawing/2014/main" id="{02460ECE-1911-428E-AA8C-4E9DEF18F1B6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106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82" name="矩形 581">
              <a:extLst>
                <a:ext uri="{FF2B5EF4-FFF2-40B4-BE49-F238E27FC236}">
                  <a16:creationId xmlns:a16="http://schemas.microsoft.com/office/drawing/2014/main" id="{75BEBF98-089E-4885-93AC-D1E8C0538926}"/>
                </a:ext>
              </a:extLst>
            </p:cNvPr>
            <p:cNvSpPr/>
            <p:nvPr/>
          </p:nvSpPr>
          <p:spPr>
            <a:xfrm>
              <a:off x="7376560" y="1042857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107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83" name="组合 582">
            <a:extLst>
              <a:ext uri="{FF2B5EF4-FFF2-40B4-BE49-F238E27FC236}">
                <a16:creationId xmlns:a16="http://schemas.microsoft.com/office/drawing/2014/main" id="{B477E5A9-C048-471E-A664-9D4DB9B03AF6}"/>
              </a:ext>
            </a:extLst>
          </p:cNvPr>
          <p:cNvGrpSpPr/>
          <p:nvPr/>
        </p:nvGrpSpPr>
        <p:grpSpPr>
          <a:xfrm>
            <a:off x="4101449" y="3460019"/>
            <a:ext cx="2984705" cy="228600"/>
            <a:chOff x="5112580" y="1043086"/>
            <a:chExt cx="2984705" cy="228600"/>
          </a:xfrm>
          <a:solidFill>
            <a:srgbClr val="99FF66"/>
          </a:solidFill>
        </p:grpSpPr>
        <p:sp>
          <p:nvSpPr>
            <p:cNvPr id="584" name="矩形 583">
              <a:extLst>
                <a:ext uri="{FF2B5EF4-FFF2-40B4-BE49-F238E27FC236}">
                  <a16:creationId xmlns:a16="http://schemas.microsoft.com/office/drawing/2014/main" id="{3A0DED70-206A-4139-A184-CDEF07408EB8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54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85" name="矩形 584">
              <a:extLst>
                <a:ext uri="{FF2B5EF4-FFF2-40B4-BE49-F238E27FC236}">
                  <a16:creationId xmlns:a16="http://schemas.microsoft.com/office/drawing/2014/main" id="{6D0590CA-F30F-413B-96B3-0E14A31EFF83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55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86" name="矩形 585">
              <a:extLst>
                <a:ext uri="{FF2B5EF4-FFF2-40B4-BE49-F238E27FC236}">
                  <a16:creationId xmlns:a16="http://schemas.microsoft.com/office/drawing/2014/main" id="{70464B7A-D82E-4A37-88EF-36E37635E29E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56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87" name="矩形 586">
              <a:extLst>
                <a:ext uri="{FF2B5EF4-FFF2-40B4-BE49-F238E27FC236}">
                  <a16:creationId xmlns:a16="http://schemas.microsoft.com/office/drawing/2014/main" id="{59C86E0C-1F39-4C53-A081-03CFF3BC0DB3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57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88" name="组合 587">
            <a:extLst>
              <a:ext uri="{FF2B5EF4-FFF2-40B4-BE49-F238E27FC236}">
                <a16:creationId xmlns:a16="http://schemas.microsoft.com/office/drawing/2014/main" id="{0C4299DD-6AD2-4899-9E57-417A6E4D429D}"/>
              </a:ext>
            </a:extLst>
          </p:cNvPr>
          <p:cNvGrpSpPr/>
          <p:nvPr/>
        </p:nvGrpSpPr>
        <p:grpSpPr>
          <a:xfrm>
            <a:off x="4098250" y="4676308"/>
            <a:ext cx="2984705" cy="228600"/>
            <a:chOff x="5112580" y="1043086"/>
            <a:chExt cx="2984705" cy="228600"/>
          </a:xfrm>
          <a:solidFill>
            <a:srgbClr val="99FF66"/>
          </a:solidFill>
        </p:grpSpPr>
        <p:sp>
          <p:nvSpPr>
            <p:cNvPr id="589" name="矩形 588">
              <a:extLst>
                <a:ext uri="{FF2B5EF4-FFF2-40B4-BE49-F238E27FC236}">
                  <a16:creationId xmlns:a16="http://schemas.microsoft.com/office/drawing/2014/main" id="{0A9707E8-6915-4017-B4EC-67F61E1427DC}"/>
                </a:ext>
              </a:extLst>
            </p:cNvPr>
            <p:cNvSpPr/>
            <p:nvPr/>
          </p:nvSpPr>
          <p:spPr>
            <a:xfrm>
              <a:off x="511258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1C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90" name="矩形 589">
              <a:extLst>
                <a:ext uri="{FF2B5EF4-FFF2-40B4-BE49-F238E27FC236}">
                  <a16:creationId xmlns:a16="http://schemas.microsoft.com/office/drawing/2014/main" id="{B7534348-F2D8-4CD5-8F54-9D1913DAA315}"/>
                </a:ext>
              </a:extLst>
            </p:cNvPr>
            <p:cNvSpPr/>
            <p:nvPr/>
          </p:nvSpPr>
          <p:spPr>
            <a:xfrm>
              <a:off x="586724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1D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91" name="矩形 590">
              <a:extLst>
                <a:ext uri="{FF2B5EF4-FFF2-40B4-BE49-F238E27FC236}">
                  <a16:creationId xmlns:a16="http://schemas.microsoft.com/office/drawing/2014/main" id="{FB8F62D7-1E07-4968-93D6-F310F546185E}"/>
                </a:ext>
              </a:extLst>
            </p:cNvPr>
            <p:cNvSpPr/>
            <p:nvPr/>
          </p:nvSpPr>
          <p:spPr>
            <a:xfrm>
              <a:off x="662190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1E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92" name="矩形 591">
              <a:extLst>
                <a:ext uri="{FF2B5EF4-FFF2-40B4-BE49-F238E27FC236}">
                  <a16:creationId xmlns:a16="http://schemas.microsoft.com/office/drawing/2014/main" id="{860083E0-E071-4744-AA5D-AEEA99434FF3}"/>
                </a:ext>
              </a:extLst>
            </p:cNvPr>
            <p:cNvSpPr/>
            <p:nvPr/>
          </p:nvSpPr>
          <p:spPr>
            <a:xfrm>
              <a:off x="7376560" y="1043086"/>
              <a:ext cx="720725" cy="228600"/>
            </a:xfrm>
            <a:prstGeom prst="rect">
              <a:avLst/>
            </a:prstGeom>
            <a:grpFill/>
            <a:ln w="3175" cap="flat" cmpd="sng" algn="ctr">
              <a:solidFill>
                <a:srgbClr val="333333"/>
              </a:solidFill>
              <a:prstDash val="sysDot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1F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93" name="组合 592">
            <a:extLst>
              <a:ext uri="{FF2B5EF4-FFF2-40B4-BE49-F238E27FC236}">
                <a16:creationId xmlns:a16="http://schemas.microsoft.com/office/drawing/2014/main" id="{0F033F58-18E8-4265-A620-71BAABD32D15}"/>
              </a:ext>
            </a:extLst>
          </p:cNvPr>
          <p:cNvGrpSpPr/>
          <p:nvPr/>
        </p:nvGrpSpPr>
        <p:grpSpPr>
          <a:xfrm>
            <a:off x="2401316" y="1480451"/>
            <a:ext cx="2182065" cy="228600"/>
            <a:chOff x="2861077" y="969828"/>
            <a:chExt cx="2182065" cy="228600"/>
          </a:xfrm>
        </p:grpSpPr>
        <p:sp>
          <p:nvSpPr>
            <p:cNvPr id="594" name="矩形 593">
              <a:extLst>
                <a:ext uri="{FF2B5EF4-FFF2-40B4-BE49-F238E27FC236}">
                  <a16:creationId xmlns:a16="http://schemas.microsoft.com/office/drawing/2014/main" id="{1854B714-6DEC-4C5E-9EB0-08B51A1D5008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00001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95" name="矩形 594">
              <a:extLst>
                <a:ext uri="{FF2B5EF4-FFF2-40B4-BE49-F238E27FC236}">
                  <a16:creationId xmlns:a16="http://schemas.microsoft.com/office/drawing/2014/main" id="{698E0E69-FCD7-4972-B470-2036A1BBE690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96" name="矩形 595">
              <a:extLst>
                <a:ext uri="{FF2B5EF4-FFF2-40B4-BE49-F238E27FC236}">
                  <a16:creationId xmlns:a16="http://schemas.microsoft.com/office/drawing/2014/main" id="{2E2DAD2E-0ED0-4797-A2A9-841D27A96541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597" name="组合 596">
            <a:extLst>
              <a:ext uri="{FF2B5EF4-FFF2-40B4-BE49-F238E27FC236}">
                <a16:creationId xmlns:a16="http://schemas.microsoft.com/office/drawing/2014/main" id="{DAD34E6C-7C91-4BF5-B441-928E12C064EE}"/>
              </a:ext>
            </a:extLst>
          </p:cNvPr>
          <p:cNvGrpSpPr/>
          <p:nvPr/>
        </p:nvGrpSpPr>
        <p:grpSpPr>
          <a:xfrm>
            <a:off x="2401316" y="1480451"/>
            <a:ext cx="2182065" cy="228600"/>
            <a:chOff x="2861077" y="969828"/>
            <a:chExt cx="2182065" cy="228600"/>
          </a:xfrm>
        </p:grpSpPr>
        <p:sp>
          <p:nvSpPr>
            <p:cNvPr id="598" name="矩形 597">
              <a:extLst>
                <a:ext uri="{FF2B5EF4-FFF2-40B4-BE49-F238E27FC236}">
                  <a16:creationId xmlns:a16="http://schemas.microsoft.com/office/drawing/2014/main" id="{BEF356B5-663E-4ED1-9402-FDEDFDE92153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00010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599" name="矩形 598">
              <a:extLst>
                <a:ext uri="{FF2B5EF4-FFF2-40B4-BE49-F238E27FC236}">
                  <a16:creationId xmlns:a16="http://schemas.microsoft.com/office/drawing/2014/main" id="{28E6848B-800D-4420-83B3-859275A187E7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00" name="矩形 599">
              <a:extLst>
                <a:ext uri="{FF2B5EF4-FFF2-40B4-BE49-F238E27FC236}">
                  <a16:creationId xmlns:a16="http://schemas.microsoft.com/office/drawing/2014/main" id="{A831D283-5BCF-4A81-9F70-A0CEDB83A7B9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01" name="组合 600">
            <a:extLst>
              <a:ext uri="{FF2B5EF4-FFF2-40B4-BE49-F238E27FC236}">
                <a16:creationId xmlns:a16="http://schemas.microsoft.com/office/drawing/2014/main" id="{DA32F011-D961-4525-B9D6-E7598E71570C}"/>
              </a:ext>
            </a:extLst>
          </p:cNvPr>
          <p:cNvGrpSpPr/>
          <p:nvPr/>
        </p:nvGrpSpPr>
        <p:grpSpPr>
          <a:xfrm>
            <a:off x="2401316" y="1480451"/>
            <a:ext cx="2182065" cy="228600"/>
            <a:chOff x="2861077" y="969828"/>
            <a:chExt cx="2182065" cy="228600"/>
          </a:xfrm>
        </p:grpSpPr>
        <p:sp>
          <p:nvSpPr>
            <p:cNvPr id="602" name="矩形 601">
              <a:extLst>
                <a:ext uri="{FF2B5EF4-FFF2-40B4-BE49-F238E27FC236}">
                  <a16:creationId xmlns:a16="http://schemas.microsoft.com/office/drawing/2014/main" id="{F856AA66-916C-4913-95C9-C85068531EB5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00010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03" name="矩形 602">
              <a:extLst>
                <a:ext uri="{FF2B5EF4-FFF2-40B4-BE49-F238E27FC236}">
                  <a16:creationId xmlns:a16="http://schemas.microsoft.com/office/drawing/2014/main" id="{C56E5199-06D0-402A-9A37-4BCBC9B4EB79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04" name="矩形 603">
              <a:extLst>
                <a:ext uri="{FF2B5EF4-FFF2-40B4-BE49-F238E27FC236}">
                  <a16:creationId xmlns:a16="http://schemas.microsoft.com/office/drawing/2014/main" id="{531F6B81-2B2C-4D37-A068-B6A5DFD2A0E2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05" name="组合 604">
            <a:extLst>
              <a:ext uri="{FF2B5EF4-FFF2-40B4-BE49-F238E27FC236}">
                <a16:creationId xmlns:a16="http://schemas.microsoft.com/office/drawing/2014/main" id="{DA823A51-D7F9-433A-B523-9C1DF8EC0EE2}"/>
              </a:ext>
            </a:extLst>
          </p:cNvPr>
          <p:cNvGrpSpPr/>
          <p:nvPr/>
        </p:nvGrpSpPr>
        <p:grpSpPr>
          <a:xfrm>
            <a:off x="2401316" y="1480451"/>
            <a:ext cx="2182065" cy="228600"/>
            <a:chOff x="2861077" y="969828"/>
            <a:chExt cx="2182065" cy="228600"/>
          </a:xfrm>
        </p:grpSpPr>
        <p:sp>
          <p:nvSpPr>
            <p:cNvPr id="606" name="矩形 605">
              <a:extLst>
                <a:ext uri="{FF2B5EF4-FFF2-40B4-BE49-F238E27FC236}">
                  <a16:creationId xmlns:a16="http://schemas.microsoft.com/office/drawing/2014/main" id="{467752DC-78AA-4B0B-A32C-52E179E06AB8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00001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07" name="矩形 606">
              <a:extLst>
                <a:ext uri="{FF2B5EF4-FFF2-40B4-BE49-F238E27FC236}">
                  <a16:creationId xmlns:a16="http://schemas.microsoft.com/office/drawing/2014/main" id="{E468F776-5E83-4427-B423-61D37DC47CFE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08" name="矩形 607">
              <a:extLst>
                <a:ext uri="{FF2B5EF4-FFF2-40B4-BE49-F238E27FC236}">
                  <a16:creationId xmlns:a16="http://schemas.microsoft.com/office/drawing/2014/main" id="{814222F6-5264-49F3-AF28-BB68CDD64925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09" name="组合 608">
            <a:extLst>
              <a:ext uri="{FF2B5EF4-FFF2-40B4-BE49-F238E27FC236}">
                <a16:creationId xmlns:a16="http://schemas.microsoft.com/office/drawing/2014/main" id="{FF41CFCF-2CD7-4122-AC60-02226B5FB011}"/>
              </a:ext>
            </a:extLst>
          </p:cNvPr>
          <p:cNvGrpSpPr/>
          <p:nvPr/>
        </p:nvGrpSpPr>
        <p:grpSpPr>
          <a:xfrm>
            <a:off x="2401316" y="1480451"/>
            <a:ext cx="2182065" cy="228600"/>
            <a:chOff x="2861077" y="969828"/>
            <a:chExt cx="2182065" cy="228600"/>
          </a:xfrm>
        </p:grpSpPr>
        <p:sp>
          <p:nvSpPr>
            <p:cNvPr id="610" name="矩形 609">
              <a:extLst>
                <a:ext uri="{FF2B5EF4-FFF2-40B4-BE49-F238E27FC236}">
                  <a16:creationId xmlns:a16="http://schemas.microsoft.com/office/drawing/2014/main" id="{CDED462F-8CDB-43F3-A217-C90278E00944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00100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11" name="矩形 610">
              <a:extLst>
                <a:ext uri="{FF2B5EF4-FFF2-40B4-BE49-F238E27FC236}">
                  <a16:creationId xmlns:a16="http://schemas.microsoft.com/office/drawing/2014/main" id="{A5166A0A-E3B8-4137-9853-58553F4A9F46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12" name="矩形 611">
              <a:extLst>
                <a:ext uri="{FF2B5EF4-FFF2-40B4-BE49-F238E27FC236}">
                  <a16:creationId xmlns:a16="http://schemas.microsoft.com/office/drawing/2014/main" id="{275511A0-C999-4631-ACB1-42B51B9FB23C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13" name="组合 612">
            <a:extLst>
              <a:ext uri="{FF2B5EF4-FFF2-40B4-BE49-F238E27FC236}">
                <a16:creationId xmlns:a16="http://schemas.microsoft.com/office/drawing/2014/main" id="{C3A7688A-C67D-4011-A5E2-3C2374594EDD}"/>
              </a:ext>
            </a:extLst>
          </p:cNvPr>
          <p:cNvGrpSpPr/>
          <p:nvPr/>
        </p:nvGrpSpPr>
        <p:grpSpPr>
          <a:xfrm>
            <a:off x="2401316" y="1480451"/>
            <a:ext cx="2182065" cy="228600"/>
            <a:chOff x="2861077" y="969828"/>
            <a:chExt cx="2182065" cy="228600"/>
          </a:xfrm>
        </p:grpSpPr>
        <p:sp>
          <p:nvSpPr>
            <p:cNvPr id="614" name="矩形 613">
              <a:extLst>
                <a:ext uri="{FF2B5EF4-FFF2-40B4-BE49-F238E27FC236}">
                  <a16:creationId xmlns:a16="http://schemas.microsoft.com/office/drawing/2014/main" id="{72B2F558-B037-45A3-9F14-3C1C43F4B7F6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00101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15" name="矩形 614">
              <a:extLst>
                <a:ext uri="{FF2B5EF4-FFF2-40B4-BE49-F238E27FC236}">
                  <a16:creationId xmlns:a16="http://schemas.microsoft.com/office/drawing/2014/main" id="{A577D039-0731-449B-AA35-5469EF962364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16" name="矩形 615">
              <a:extLst>
                <a:ext uri="{FF2B5EF4-FFF2-40B4-BE49-F238E27FC236}">
                  <a16:creationId xmlns:a16="http://schemas.microsoft.com/office/drawing/2014/main" id="{11F7171D-BEF4-4479-98EC-A5BF46DA1881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17" name="组合 616">
            <a:extLst>
              <a:ext uri="{FF2B5EF4-FFF2-40B4-BE49-F238E27FC236}">
                <a16:creationId xmlns:a16="http://schemas.microsoft.com/office/drawing/2014/main" id="{6C9A2B3B-53DF-49C1-9EF7-0778171095B0}"/>
              </a:ext>
            </a:extLst>
          </p:cNvPr>
          <p:cNvGrpSpPr/>
          <p:nvPr/>
        </p:nvGrpSpPr>
        <p:grpSpPr>
          <a:xfrm>
            <a:off x="2401316" y="1480451"/>
            <a:ext cx="2182065" cy="228600"/>
            <a:chOff x="2861077" y="969828"/>
            <a:chExt cx="2182065" cy="228600"/>
          </a:xfrm>
        </p:grpSpPr>
        <p:sp>
          <p:nvSpPr>
            <p:cNvPr id="618" name="矩形 617">
              <a:extLst>
                <a:ext uri="{FF2B5EF4-FFF2-40B4-BE49-F238E27FC236}">
                  <a16:creationId xmlns:a16="http://schemas.microsoft.com/office/drawing/2014/main" id="{0E3E3E75-66CB-4335-8352-786563B6283B}"/>
                </a:ext>
              </a:extLst>
            </p:cNvPr>
            <p:cNvSpPr/>
            <p:nvPr/>
          </p:nvSpPr>
          <p:spPr>
            <a:xfrm>
              <a:off x="2861077" y="969828"/>
              <a:ext cx="720725" cy="228600"/>
            </a:xfrm>
            <a:prstGeom prst="rect">
              <a:avLst/>
            </a:prstGeom>
            <a:solidFill>
              <a:srgbClr val="00B0F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10000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19" name="矩形 618">
              <a:extLst>
                <a:ext uri="{FF2B5EF4-FFF2-40B4-BE49-F238E27FC236}">
                  <a16:creationId xmlns:a16="http://schemas.microsoft.com/office/drawing/2014/main" id="{4C910C70-BAFF-4321-8EC3-A7C28A6F5B65}"/>
                </a:ext>
              </a:extLst>
            </p:cNvPr>
            <p:cNvSpPr/>
            <p:nvPr/>
          </p:nvSpPr>
          <p:spPr>
            <a:xfrm>
              <a:off x="3581802" y="969828"/>
              <a:ext cx="730670" cy="228600"/>
            </a:xfrm>
            <a:prstGeom prst="rect">
              <a:avLst/>
            </a:prstGeom>
            <a:solidFill>
              <a:srgbClr val="CCFFCC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01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20" name="矩形 619">
              <a:extLst>
                <a:ext uri="{FF2B5EF4-FFF2-40B4-BE49-F238E27FC236}">
                  <a16:creationId xmlns:a16="http://schemas.microsoft.com/office/drawing/2014/main" id="{EEDC86F9-EB09-4968-8063-30D779835639}"/>
                </a:ext>
              </a:extLst>
            </p:cNvPr>
            <p:cNvSpPr/>
            <p:nvPr/>
          </p:nvSpPr>
          <p:spPr>
            <a:xfrm>
              <a:off x="4312472" y="969828"/>
              <a:ext cx="730670" cy="228600"/>
            </a:xfrm>
            <a:prstGeom prst="rect">
              <a:avLst/>
            </a:prstGeom>
            <a:solidFill>
              <a:srgbClr val="FFC000"/>
            </a:solidFill>
            <a:ln w="15875" cap="flat" cmpd="sng" algn="ctr">
              <a:solidFill>
                <a:srgbClr val="333333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11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621" name="组合 620">
            <a:extLst>
              <a:ext uri="{FF2B5EF4-FFF2-40B4-BE49-F238E27FC236}">
                <a16:creationId xmlns:a16="http://schemas.microsoft.com/office/drawing/2014/main" id="{1CC947B0-013D-4D5A-9B6A-A8D61DDA7250}"/>
              </a:ext>
            </a:extLst>
          </p:cNvPr>
          <p:cNvGrpSpPr/>
          <p:nvPr/>
        </p:nvGrpSpPr>
        <p:grpSpPr>
          <a:xfrm>
            <a:off x="645653" y="2332312"/>
            <a:ext cx="376103" cy="2634552"/>
            <a:chOff x="1381038" y="2271289"/>
            <a:chExt cx="376103" cy="2634552"/>
          </a:xfrm>
        </p:grpSpPr>
        <p:cxnSp>
          <p:nvCxnSpPr>
            <p:cNvPr id="622" name="直接连接符 621">
              <a:extLst>
                <a:ext uri="{FF2B5EF4-FFF2-40B4-BE49-F238E27FC236}">
                  <a16:creationId xmlns:a16="http://schemas.microsoft.com/office/drawing/2014/main" id="{4904C8C2-247B-44B0-8A3A-E73FCA9A4C2C}"/>
                </a:ext>
              </a:extLst>
            </p:cNvPr>
            <p:cNvCxnSpPr/>
            <p:nvPr/>
          </p:nvCxnSpPr>
          <p:spPr>
            <a:xfrm>
              <a:off x="1441461" y="2527441"/>
              <a:ext cx="274311" cy="0"/>
            </a:xfrm>
            <a:prstGeom prst="line">
              <a:avLst/>
            </a:prstGeom>
            <a:noFill/>
            <a:ln w="19050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623" name="直接连接符 622">
              <a:extLst>
                <a:ext uri="{FF2B5EF4-FFF2-40B4-BE49-F238E27FC236}">
                  <a16:creationId xmlns:a16="http://schemas.microsoft.com/office/drawing/2014/main" id="{C299E48E-F1AE-445C-BF93-55744F97A030}"/>
                </a:ext>
              </a:extLst>
            </p:cNvPr>
            <p:cNvCxnSpPr/>
            <p:nvPr/>
          </p:nvCxnSpPr>
          <p:spPr>
            <a:xfrm>
              <a:off x="1443803" y="3294924"/>
              <a:ext cx="274311" cy="0"/>
            </a:xfrm>
            <a:prstGeom prst="line">
              <a:avLst/>
            </a:prstGeom>
            <a:noFill/>
            <a:ln w="19050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624" name="直接连接符 623">
              <a:extLst>
                <a:ext uri="{FF2B5EF4-FFF2-40B4-BE49-F238E27FC236}">
                  <a16:creationId xmlns:a16="http://schemas.microsoft.com/office/drawing/2014/main" id="{E5F44714-5ED2-4E8C-B11C-47B139E5CAA8}"/>
                </a:ext>
              </a:extLst>
            </p:cNvPr>
            <p:cNvCxnSpPr/>
            <p:nvPr/>
          </p:nvCxnSpPr>
          <p:spPr>
            <a:xfrm>
              <a:off x="1428451" y="4079791"/>
              <a:ext cx="274311" cy="0"/>
            </a:xfrm>
            <a:prstGeom prst="line">
              <a:avLst/>
            </a:prstGeom>
            <a:noFill/>
            <a:ln w="19050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625" name="直接连接符 624">
              <a:extLst>
                <a:ext uri="{FF2B5EF4-FFF2-40B4-BE49-F238E27FC236}">
                  <a16:creationId xmlns:a16="http://schemas.microsoft.com/office/drawing/2014/main" id="{93546EA1-B934-432E-AAF8-0809D4F0E872}"/>
                </a:ext>
              </a:extLst>
            </p:cNvPr>
            <p:cNvCxnSpPr/>
            <p:nvPr/>
          </p:nvCxnSpPr>
          <p:spPr>
            <a:xfrm>
              <a:off x="1446563" y="4890788"/>
              <a:ext cx="274311" cy="0"/>
            </a:xfrm>
            <a:prstGeom prst="line">
              <a:avLst/>
            </a:prstGeom>
            <a:noFill/>
            <a:ln w="19050" cap="flat" cmpd="sng" algn="ctr">
              <a:solidFill>
                <a:srgbClr val="C00000"/>
              </a:solidFill>
              <a:prstDash val="solid"/>
            </a:ln>
            <a:effectLst/>
          </p:spPr>
        </p:cxnSp>
        <p:grpSp>
          <p:nvGrpSpPr>
            <p:cNvPr id="626" name="组合 625">
              <a:extLst>
                <a:ext uri="{FF2B5EF4-FFF2-40B4-BE49-F238E27FC236}">
                  <a16:creationId xmlns:a16="http://schemas.microsoft.com/office/drawing/2014/main" id="{4C1276E2-0CF4-4427-8698-02B2317A6F3B}"/>
                </a:ext>
              </a:extLst>
            </p:cNvPr>
            <p:cNvGrpSpPr/>
            <p:nvPr/>
          </p:nvGrpSpPr>
          <p:grpSpPr>
            <a:xfrm>
              <a:off x="1381038" y="2271289"/>
              <a:ext cx="376103" cy="2634552"/>
              <a:chOff x="938647" y="2394014"/>
              <a:chExt cx="376103" cy="2634552"/>
            </a:xfrm>
          </p:grpSpPr>
          <p:sp>
            <p:nvSpPr>
              <p:cNvPr id="627" name="文本框 626">
                <a:extLst>
                  <a:ext uri="{FF2B5EF4-FFF2-40B4-BE49-F238E27FC236}">
                    <a16:creationId xmlns:a16="http://schemas.microsoft.com/office/drawing/2014/main" id="{B3E2B7B7-B008-4FBA-92CA-299D585C15CE}"/>
                  </a:ext>
                </a:extLst>
              </p:cNvPr>
              <p:cNvSpPr txBox="1"/>
              <p:nvPr/>
            </p:nvSpPr>
            <p:spPr>
              <a:xfrm>
                <a:off x="938647" y="2394014"/>
                <a:ext cx="372218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rPr>
                  <a:t>S0</a:t>
                </a:r>
                <a:endParaRPr kumimoji="0" lang="zh-CN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628" name="文本框 627">
                <a:extLst>
                  <a:ext uri="{FF2B5EF4-FFF2-40B4-BE49-F238E27FC236}">
                    <a16:creationId xmlns:a16="http://schemas.microsoft.com/office/drawing/2014/main" id="{95A8F656-8D46-4255-B70D-7EF7479186FC}"/>
                  </a:ext>
                </a:extLst>
              </p:cNvPr>
              <p:cNvSpPr txBox="1"/>
              <p:nvPr/>
            </p:nvSpPr>
            <p:spPr>
              <a:xfrm>
                <a:off x="942532" y="3181217"/>
                <a:ext cx="372218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rPr>
                  <a:t>S1</a:t>
                </a:r>
                <a:endParaRPr kumimoji="0" lang="zh-CN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629" name="文本框 628">
                <a:extLst>
                  <a:ext uri="{FF2B5EF4-FFF2-40B4-BE49-F238E27FC236}">
                    <a16:creationId xmlns:a16="http://schemas.microsoft.com/office/drawing/2014/main" id="{953B9E89-759E-4A69-B516-970D21B35E37}"/>
                  </a:ext>
                </a:extLst>
              </p:cNvPr>
              <p:cNvSpPr txBox="1"/>
              <p:nvPr/>
            </p:nvSpPr>
            <p:spPr>
              <a:xfrm>
                <a:off x="938647" y="3948700"/>
                <a:ext cx="372218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rPr>
                  <a:t>S2</a:t>
                </a:r>
                <a:endParaRPr kumimoji="0" lang="zh-CN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630" name="文本框 629">
                <a:extLst>
                  <a:ext uri="{FF2B5EF4-FFF2-40B4-BE49-F238E27FC236}">
                    <a16:creationId xmlns:a16="http://schemas.microsoft.com/office/drawing/2014/main" id="{4B070F5B-04F2-4FF3-8CC7-4C5C31071F59}"/>
                  </a:ext>
                </a:extLst>
              </p:cNvPr>
              <p:cNvSpPr txBox="1"/>
              <p:nvPr/>
            </p:nvSpPr>
            <p:spPr>
              <a:xfrm>
                <a:off x="938647" y="4751567"/>
                <a:ext cx="372218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华文细黑" pitchFamily="2" charset="-122"/>
                  </a:rPr>
                  <a:t>S3</a:t>
                </a:r>
                <a:endParaRPr kumimoji="0" lang="zh-CN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endParaRPr>
              </a:p>
            </p:txBody>
          </p:sp>
        </p:grpSp>
      </p:grpSp>
      <p:grpSp>
        <p:nvGrpSpPr>
          <p:cNvPr id="631" name="组合 630">
            <a:extLst>
              <a:ext uri="{FF2B5EF4-FFF2-40B4-BE49-F238E27FC236}">
                <a16:creationId xmlns:a16="http://schemas.microsoft.com/office/drawing/2014/main" id="{C898CF1C-8762-49B6-9528-5422C3CA82EA}"/>
              </a:ext>
            </a:extLst>
          </p:cNvPr>
          <p:cNvGrpSpPr/>
          <p:nvPr/>
        </p:nvGrpSpPr>
        <p:grpSpPr>
          <a:xfrm>
            <a:off x="-315528" y="2546491"/>
            <a:ext cx="2060911" cy="2265131"/>
            <a:chOff x="419189" y="2516278"/>
            <a:chExt cx="2060911" cy="2265131"/>
          </a:xfrm>
        </p:grpSpPr>
        <p:sp>
          <p:nvSpPr>
            <p:cNvPr id="632" name="斜纹 631">
              <a:extLst>
                <a:ext uri="{FF2B5EF4-FFF2-40B4-BE49-F238E27FC236}">
                  <a16:creationId xmlns:a16="http://schemas.microsoft.com/office/drawing/2014/main" id="{E2236641-0903-4059-88B2-1EC422BA5FA1}"/>
                </a:ext>
              </a:extLst>
            </p:cNvPr>
            <p:cNvSpPr/>
            <p:nvPr/>
          </p:nvSpPr>
          <p:spPr>
            <a:xfrm rot="19064014">
              <a:off x="419189" y="2516278"/>
              <a:ext cx="2060911" cy="2265131"/>
            </a:xfrm>
            <a:prstGeom prst="diagStripe">
              <a:avLst>
                <a:gd name="adj" fmla="val 78754"/>
              </a:avLst>
            </a:prstGeom>
            <a:solidFill>
              <a:srgbClr val="CCFFCC"/>
            </a:solidFill>
            <a:ln w="12700" cap="flat" cmpd="sng" algn="ctr">
              <a:solidFill>
                <a:srgbClr val="333333">
                  <a:shade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sp>
          <p:nvSpPr>
            <p:cNvPr id="633" name="文本框 632">
              <a:extLst>
                <a:ext uri="{FF2B5EF4-FFF2-40B4-BE49-F238E27FC236}">
                  <a16:creationId xmlns:a16="http://schemas.microsoft.com/office/drawing/2014/main" id="{B3F50AF5-2EA4-4A57-B32F-8A8985B1D78A}"/>
                </a:ext>
              </a:extLst>
            </p:cNvPr>
            <p:cNvSpPr txBox="1"/>
            <p:nvPr/>
          </p:nvSpPr>
          <p:spPr>
            <a:xfrm>
              <a:off x="1094627" y="2871235"/>
              <a:ext cx="295324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组索引译码器</a:t>
              </a:r>
            </a:p>
          </p:txBody>
        </p:sp>
      </p:grpSp>
      <p:grpSp>
        <p:nvGrpSpPr>
          <p:cNvPr id="634" name="组合 633">
            <a:extLst>
              <a:ext uri="{FF2B5EF4-FFF2-40B4-BE49-F238E27FC236}">
                <a16:creationId xmlns:a16="http://schemas.microsoft.com/office/drawing/2014/main" id="{142E1E86-C6FA-4B5C-9C94-C575254E76DF}"/>
              </a:ext>
            </a:extLst>
          </p:cNvPr>
          <p:cNvGrpSpPr/>
          <p:nvPr/>
        </p:nvGrpSpPr>
        <p:grpSpPr>
          <a:xfrm>
            <a:off x="810759" y="4963698"/>
            <a:ext cx="2724787" cy="889070"/>
            <a:chOff x="1535571" y="4890788"/>
            <a:chExt cx="2724787" cy="889070"/>
          </a:xfrm>
        </p:grpSpPr>
        <p:cxnSp>
          <p:nvCxnSpPr>
            <p:cNvPr id="635" name="直接连接符 634">
              <a:extLst>
                <a:ext uri="{FF2B5EF4-FFF2-40B4-BE49-F238E27FC236}">
                  <a16:creationId xmlns:a16="http://schemas.microsoft.com/office/drawing/2014/main" id="{6AABA1BA-A41B-4249-AC3D-F61C6B3E998B}"/>
                </a:ext>
              </a:extLst>
            </p:cNvPr>
            <p:cNvCxnSpPr/>
            <p:nvPr/>
          </p:nvCxnSpPr>
          <p:spPr>
            <a:xfrm>
              <a:off x="1578293" y="4890788"/>
              <a:ext cx="0" cy="561661"/>
            </a:xfrm>
            <a:prstGeom prst="line">
              <a:avLst/>
            </a:prstGeom>
            <a:noFill/>
            <a:ln w="25400" cap="flat" cmpd="sng" algn="ctr">
              <a:solidFill>
                <a:srgbClr val="C00000"/>
              </a:solidFill>
              <a:prstDash val="solid"/>
            </a:ln>
            <a:effectLst/>
          </p:spPr>
        </p:cxnSp>
        <p:grpSp>
          <p:nvGrpSpPr>
            <p:cNvPr id="636" name="组合 635">
              <a:extLst>
                <a:ext uri="{FF2B5EF4-FFF2-40B4-BE49-F238E27FC236}">
                  <a16:creationId xmlns:a16="http://schemas.microsoft.com/office/drawing/2014/main" id="{C13566A6-4ED7-414E-BFB3-049DABF59A9F}"/>
                </a:ext>
              </a:extLst>
            </p:cNvPr>
            <p:cNvGrpSpPr/>
            <p:nvPr/>
          </p:nvGrpSpPr>
          <p:grpSpPr>
            <a:xfrm>
              <a:off x="1535571" y="5226696"/>
              <a:ext cx="2724787" cy="553162"/>
              <a:chOff x="1535571" y="5226696"/>
              <a:chExt cx="2724787" cy="553162"/>
            </a:xfrm>
          </p:grpSpPr>
          <p:cxnSp>
            <p:nvCxnSpPr>
              <p:cNvPr id="638" name="直接连接符 637">
                <a:extLst>
                  <a:ext uri="{FF2B5EF4-FFF2-40B4-BE49-F238E27FC236}">
                    <a16:creationId xmlns:a16="http://schemas.microsoft.com/office/drawing/2014/main" id="{C6EFD854-0F93-4473-907B-9F4F4C810859}"/>
                  </a:ext>
                </a:extLst>
              </p:cNvPr>
              <p:cNvCxnSpPr/>
              <p:nvPr/>
            </p:nvCxnSpPr>
            <p:spPr>
              <a:xfrm>
                <a:off x="1570673" y="5456973"/>
                <a:ext cx="2646099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cxnSp>
            <p:nvCxnSpPr>
              <p:cNvPr id="639" name="直接连接符 638">
                <a:extLst>
                  <a:ext uri="{FF2B5EF4-FFF2-40B4-BE49-F238E27FC236}">
                    <a16:creationId xmlns:a16="http://schemas.microsoft.com/office/drawing/2014/main" id="{A90337CE-A496-4B82-B1C3-3D8766C78EC0}"/>
                  </a:ext>
                </a:extLst>
              </p:cNvPr>
              <p:cNvCxnSpPr/>
              <p:nvPr/>
            </p:nvCxnSpPr>
            <p:spPr>
              <a:xfrm>
                <a:off x="4201310" y="5226696"/>
                <a:ext cx="0" cy="237897"/>
              </a:xfrm>
              <a:prstGeom prst="line">
                <a:avLst/>
              </a:prstGeom>
              <a:noFill/>
              <a:ln w="25400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  <p:sp>
            <p:nvSpPr>
              <p:cNvPr id="640" name="文本框 639">
                <a:extLst>
                  <a:ext uri="{FF2B5EF4-FFF2-40B4-BE49-F238E27FC236}">
                    <a16:creationId xmlns:a16="http://schemas.microsoft.com/office/drawing/2014/main" id="{380E8879-08B4-4E8A-8909-00EAF5C32FAD}"/>
                  </a:ext>
                </a:extLst>
              </p:cNvPr>
              <p:cNvSpPr txBox="1"/>
              <p:nvPr/>
            </p:nvSpPr>
            <p:spPr>
              <a:xfrm>
                <a:off x="2260609" y="5502859"/>
                <a:ext cx="126188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微软雅黑"/>
                    <a:ea typeface="微软雅黑"/>
                  </a:rPr>
                  <a:t>组索引译码输出</a:t>
                </a:r>
              </a:p>
            </p:txBody>
          </p:sp>
          <p:cxnSp>
            <p:nvCxnSpPr>
              <p:cNvPr id="641" name="直接连接符 640">
                <a:extLst>
                  <a:ext uri="{FF2B5EF4-FFF2-40B4-BE49-F238E27FC236}">
                    <a16:creationId xmlns:a16="http://schemas.microsoft.com/office/drawing/2014/main" id="{33A9FED1-4C51-4BE7-95AE-07E6918D07DC}"/>
                  </a:ext>
                </a:extLst>
              </p:cNvPr>
              <p:cNvCxnSpPr/>
              <p:nvPr/>
            </p:nvCxnSpPr>
            <p:spPr>
              <a:xfrm>
                <a:off x="1535571" y="5517232"/>
                <a:ext cx="2724787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CC00"/>
                </a:solidFill>
                <a:prstDash val="solid"/>
              </a:ln>
              <a:effectLst/>
            </p:spPr>
          </p:cxnSp>
          <p:cxnSp>
            <p:nvCxnSpPr>
              <p:cNvPr id="642" name="直接连接符 641">
                <a:extLst>
                  <a:ext uri="{FF2B5EF4-FFF2-40B4-BE49-F238E27FC236}">
                    <a16:creationId xmlns:a16="http://schemas.microsoft.com/office/drawing/2014/main" id="{1AAF972F-838F-4EE6-90A9-C6451D5581DC}"/>
                  </a:ext>
                </a:extLst>
              </p:cNvPr>
              <p:cNvCxnSpPr/>
              <p:nvPr/>
            </p:nvCxnSpPr>
            <p:spPr>
              <a:xfrm flipV="1">
                <a:off x="4260358" y="5227725"/>
                <a:ext cx="0" cy="289507"/>
              </a:xfrm>
              <a:prstGeom prst="line">
                <a:avLst/>
              </a:prstGeom>
              <a:noFill/>
              <a:ln w="9525" cap="flat" cmpd="sng" algn="ctr">
                <a:solidFill>
                  <a:srgbClr val="00CC00"/>
                </a:solidFill>
                <a:prstDash val="solid"/>
              </a:ln>
              <a:effectLst/>
            </p:spPr>
          </p:cxnSp>
        </p:grpSp>
        <p:cxnSp>
          <p:nvCxnSpPr>
            <p:cNvPr id="637" name="直接连接符 636">
              <a:extLst>
                <a:ext uri="{FF2B5EF4-FFF2-40B4-BE49-F238E27FC236}">
                  <a16:creationId xmlns:a16="http://schemas.microsoft.com/office/drawing/2014/main" id="{2EC8CB5C-18E6-46B4-8036-F2125A574536}"/>
                </a:ext>
              </a:extLst>
            </p:cNvPr>
            <p:cNvCxnSpPr/>
            <p:nvPr/>
          </p:nvCxnSpPr>
          <p:spPr>
            <a:xfrm>
              <a:off x="1535571" y="4890788"/>
              <a:ext cx="0" cy="626444"/>
            </a:xfrm>
            <a:prstGeom prst="line">
              <a:avLst/>
            </a:prstGeom>
            <a:noFill/>
            <a:ln w="9525" cap="flat" cmpd="sng" algn="ctr">
              <a:solidFill>
                <a:srgbClr val="00CC00"/>
              </a:solidFill>
              <a:prstDash val="solid"/>
            </a:ln>
            <a:effectLst/>
          </p:spPr>
        </p:cxnSp>
      </p:grpSp>
      <p:sp>
        <p:nvSpPr>
          <p:cNvPr id="643" name="矩形 642">
            <a:extLst>
              <a:ext uri="{FF2B5EF4-FFF2-40B4-BE49-F238E27FC236}">
                <a16:creationId xmlns:a16="http://schemas.microsoft.com/office/drawing/2014/main" id="{424EF3AF-8F3F-4716-B23F-3108CBB637AE}"/>
              </a:ext>
            </a:extLst>
          </p:cNvPr>
          <p:cNvSpPr/>
          <p:nvPr/>
        </p:nvSpPr>
        <p:spPr>
          <a:xfrm>
            <a:off x="3345701" y="2136495"/>
            <a:ext cx="276822" cy="3233530"/>
          </a:xfrm>
          <a:prstGeom prst="rect">
            <a:avLst/>
          </a:prstGeom>
          <a:solidFill>
            <a:srgbClr val="FFCCFF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行译码</a:t>
            </a: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信号逻辑</a:t>
            </a:r>
          </a:p>
        </p:txBody>
      </p:sp>
      <p:cxnSp>
        <p:nvCxnSpPr>
          <p:cNvPr id="644" name="直接连接符 643">
            <a:extLst>
              <a:ext uri="{FF2B5EF4-FFF2-40B4-BE49-F238E27FC236}">
                <a16:creationId xmlns:a16="http://schemas.microsoft.com/office/drawing/2014/main" id="{DB94B148-8380-451E-941F-74AEF9ADCAAA}"/>
              </a:ext>
            </a:extLst>
          </p:cNvPr>
          <p:cNvCxnSpPr/>
          <p:nvPr/>
        </p:nvCxnSpPr>
        <p:spPr>
          <a:xfrm>
            <a:off x="3132254" y="3580882"/>
            <a:ext cx="213447" cy="0"/>
          </a:xfrm>
          <a:prstGeom prst="line">
            <a:avLst/>
          </a:prstGeom>
          <a:noFill/>
          <a:ln w="28575" cap="flat" cmpd="sng" algn="ctr">
            <a:solidFill>
              <a:srgbClr val="00B050"/>
            </a:solidFill>
            <a:prstDash val="solid"/>
          </a:ln>
          <a:effectLst/>
        </p:spPr>
      </p:cxnSp>
      <p:cxnSp>
        <p:nvCxnSpPr>
          <p:cNvPr id="645" name="直接连接符 644">
            <a:extLst>
              <a:ext uri="{FF2B5EF4-FFF2-40B4-BE49-F238E27FC236}">
                <a16:creationId xmlns:a16="http://schemas.microsoft.com/office/drawing/2014/main" id="{6F086E03-1BB0-442E-B0F6-86C86611F76D}"/>
              </a:ext>
            </a:extLst>
          </p:cNvPr>
          <p:cNvCxnSpPr/>
          <p:nvPr/>
        </p:nvCxnSpPr>
        <p:spPr>
          <a:xfrm>
            <a:off x="713041" y="4951811"/>
            <a:ext cx="274311" cy="0"/>
          </a:xfrm>
          <a:prstGeom prst="line">
            <a:avLst/>
          </a:prstGeom>
          <a:noFill/>
          <a:ln w="38100" cap="sq" cmpd="sng" algn="ctr">
            <a:solidFill>
              <a:srgbClr val="00B050"/>
            </a:solidFill>
            <a:prstDash val="solid"/>
            <a:miter lim="800000"/>
          </a:ln>
          <a:effectLst/>
        </p:spPr>
      </p:cxnSp>
      <p:cxnSp>
        <p:nvCxnSpPr>
          <p:cNvPr id="646" name="直接连接符 645">
            <a:extLst>
              <a:ext uri="{FF2B5EF4-FFF2-40B4-BE49-F238E27FC236}">
                <a16:creationId xmlns:a16="http://schemas.microsoft.com/office/drawing/2014/main" id="{8982EDD1-B944-4683-94A4-3AFFE8F22A61}"/>
              </a:ext>
            </a:extLst>
          </p:cNvPr>
          <p:cNvCxnSpPr/>
          <p:nvPr/>
        </p:nvCxnSpPr>
        <p:spPr>
          <a:xfrm>
            <a:off x="3622523" y="4800881"/>
            <a:ext cx="484177" cy="0"/>
          </a:xfrm>
          <a:prstGeom prst="line">
            <a:avLst/>
          </a:prstGeom>
          <a:noFill/>
          <a:ln w="28575" cap="flat" cmpd="sng" algn="ctr">
            <a:solidFill>
              <a:srgbClr val="00B050"/>
            </a:solidFill>
            <a:prstDash val="solid"/>
          </a:ln>
          <a:effectLst/>
        </p:spPr>
      </p:cxnSp>
      <p:grpSp>
        <p:nvGrpSpPr>
          <p:cNvPr id="647" name="组合 646">
            <a:extLst>
              <a:ext uri="{FF2B5EF4-FFF2-40B4-BE49-F238E27FC236}">
                <a16:creationId xmlns:a16="http://schemas.microsoft.com/office/drawing/2014/main" id="{5994981F-AC10-4269-B066-AC5BB9BB6336}"/>
              </a:ext>
            </a:extLst>
          </p:cNvPr>
          <p:cNvGrpSpPr/>
          <p:nvPr/>
        </p:nvGrpSpPr>
        <p:grpSpPr>
          <a:xfrm>
            <a:off x="491821" y="1739273"/>
            <a:ext cx="2992291" cy="597168"/>
            <a:chOff x="1733023" y="1831476"/>
            <a:chExt cx="2993461" cy="597403"/>
          </a:xfrm>
        </p:grpSpPr>
        <p:grpSp>
          <p:nvGrpSpPr>
            <p:cNvPr id="648" name="组合 647">
              <a:extLst>
                <a:ext uri="{FF2B5EF4-FFF2-40B4-BE49-F238E27FC236}">
                  <a16:creationId xmlns:a16="http://schemas.microsoft.com/office/drawing/2014/main" id="{02196F37-32FB-4736-9611-1F0D6DD49D3B}"/>
                </a:ext>
              </a:extLst>
            </p:cNvPr>
            <p:cNvGrpSpPr/>
            <p:nvPr/>
          </p:nvGrpSpPr>
          <p:grpSpPr>
            <a:xfrm>
              <a:off x="1733023" y="2055530"/>
              <a:ext cx="2986069" cy="373349"/>
              <a:chOff x="1880089" y="2208718"/>
              <a:chExt cx="2986069" cy="373349"/>
            </a:xfrm>
          </p:grpSpPr>
          <p:cxnSp>
            <p:nvCxnSpPr>
              <p:cNvPr id="650" name="直接连接符 649">
                <a:extLst>
                  <a:ext uri="{FF2B5EF4-FFF2-40B4-BE49-F238E27FC236}">
                    <a16:creationId xmlns:a16="http://schemas.microsoft.com/office/drawing/2014/main" id="{4CFC94AA-A35B-4C7D-B283-95F469CB3726}"/>
                  </a:ext>
                </a:extLst>
              </p:cNvPr>
              <p:cNvCxnSpPr/>
              <p:nvPr/>
            </p:nvCxnSpPr>
            <p:spPr>
              <a:xfrm>
                <a:off x="1889618" y="2208718"/>
                <a:ext cx="2976540" cy="0"/>
              </a:xfrm>
              <a:prstGeom prst="line">
                <a:avLst/>
              </a:prstGeom>
              <a:noFill/>
              <a:ln w="28575" cap="sq" cmpd="sng" algn="ctr">
                <a:solidFill>
                  <a:srgbClr val="00B05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651" name="直接连接符 650">
                <a:extLst>
                  <a:ext uri="{FF2B5EF4-FFF2-40B4-BE49-F238E27FC236}">
                    <a16:creationId xmlns:a16="http://schemas.microsoft.com/office/drawing/2014/main" id="{55043ACB-D434-4523-9EDC-0AB2E83534ED}"/>
                  </a:ext>
                </a:extLst>
              </p:cNvPr>
              <p:cNvCxnSpPr/>
              <p:nvPr/>
            </p:nvCxnSpPr>
            <p:spPr>
              <a:xfrm>
                <a:off x="1880089" y="2220367"/>
                <a:ext cx="0" cy="361700"/>
              </a:xfrm>
              <a:prstGeom prst="line">
                <a:avLst/>
              </a:prstGeom>
              <a:noFill/>
              <a:ln w="25400" cap="sq" cmpd="sng" algn="ctr">
                <a:solidFill>
                  <a:srgbClr val="00B050"/>
                </a:solidFill>
                <a:prstDash val="solid"/>
                <a:miter lim="800000"/>
              </a:ln>
              <a:effectLst/>
            </p:spPr>
          </p:cxnSp>
        </p:grpSp>
        <p:cxnSp>
          <p:nvCxnSpPr>
            <p:cNvPr id="649" name="直接连接符 648">
              <a:extLst>
                <a:ext uri="{FF2B5EF4-FFF2-40B4-BE49-F238E27FC236}">
                  <a16:creationId xmlns:a16="http://schemas.microsoft.com/office/drawing/2014/main" id="{FB3B345C-7359-4059-B5B7-A0DD413754DF}"/>
                </a:ext>
              </a:extLst>
            </p:cNvPr>
            <p:cNvCxnSpPr/>
            <p:nvPr/>
          </p:nvCxnSpPr>
          <p:spPr>
            <a:xfrm>
              <a:off x="4726484" y="1831476"/>
              <a:ext cx="0" cy="220659"/>
            </a:xfrm>
            <a:prstGeom prst="line">
              <a:avLst/>
            </a:prstGeom>
            <a:noFill/>
            <a:ln w="25400" cap="sq" cmpd="sng" algn="ctr">
              <a:solidFill>
                <a:srgbClr val="00B050"/>
              </a:solidFill>
              <a:prstDash val="solid"/>
              <a:miter lim="800000"/>
            </a:ln>
            <a:effectLst/>
          </p:spPr>
        </p:cxnSp>
      </p:grpSp>
      <p:grpSp>
        <p:nvGrpSpPr>
          <p:cNvPr id="652" name="组合 651">
            <a:extLst>
              <a:ext uri="{FF2B5EF4-FFF2-40B4-BE49-F238E27FC236}">
                <a16:creationId xmlns:a16="http://schemas.microsoft.com/office/drawing/2014/main" id="{56379B30-E417-4A6A-A16D-8489A39DAED5}"/>
              </a:ext>
            </a:extLst>
          </p:cNvPr>
          <p:cNvGrpSpPr/>
          <p:nvPr/>
        </p:nvGrpSpPr>
        <p:grpSpPr>
          <a:xfrm>
            <a:off x="7087019" y="2137764"/>
            <a:ext cx="1968341" cy="3105410"/>
            <a:chOff x="8481894" y="2434521"/>
            <a:chExt cx="1966301" cy="3102192"/>
          </a:xfrm>
        </p:grpSpPr>
        <p:grpSp>
          <p:nvGrpSpPr>
            <p:cNvPr id="653" name="组合 652">
              <a:extLst>
                <a:ext uri="{FF2B5EF4-FFF2-40B4-BE49-F238E27FC236}">
                  <a16:creationId xmlns:a16="http://schemas.microsoft.com/office/drawing/2014/main" id="{4EA7A621-D143-4E09-BB38-5F0984C52905}"/>
                </a:ext>
              </a:extLst>
            </p:cNvPr>
            <p:cNvGrpSpPr/>
            <p:nvPr/>
          </p:nvGrpSpPr>
          <p:grpSpPr>
            <a:xfrm>
              <a:off x="8485545" y="2434521"/>
              <a:ext cx="784196" cy="378849"/>
              <a:chOff x="6944101" y="2282884"/>
              <a:chExt cx="784196" cy="378849"/>
            </a:xfrm>
          </p:grpSpPr>
          <p:sp>
            <p:nvSpPr>
              <p:cNvPr id="716" name="等腰三角形 715">
                <a:extLst>
                  <a:ext uri="{FF2B5EF4-FFF2-40B4-BE49-F238E27FC236}">
                    <a16:creationId xmlns:a16="http://schemas.microsoft.com/office/drawing/2014/main" id="{A9BD39E5-E73E-4C45-AA27-5666CC4720B4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717" name="直接连接符 716">
                <a:extLst>
                  <a:ext uri="{FF2B5EF4-FFF2-40B4-BE49-F238E27FC236}">
                    <a16:creationId xmlns:a16="http://schemas.microsoft.com/office/drawing/2014/main" id="{A621102D-08DC-4829-9CD2-BB10733B6B91}"/>
                  </a:ext>
                </a:extLst>
              </p:cNvPr>
              <p:cNvCxnSpPr>
                <a:endCxn id="716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718" name="直接连接符 717">
                <a:extLst>
                  <a:ext uri="{FF2B5EF4-FFF2-40B4-BE49-F238E27FC236}">
                    <a16:creationId xmlns:a16="http://schemas.microsoft.com/office/drawing/2014/main" id="{E6C19B99-DEDC-430C-A23C-8118CD8DEAFC}"/>
                  </a:ext>
                </a:extLst>
              </p:cNvPr>
              <p:cNvCxnSpPr>
                <a:stCxn id="716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719" name="直接连接符 718">
                <a:extLst>
                  <a:ext uri="{FF2B5EF4-FFF2-40B4-BE49-F238E27FC236}">
                    <a16:creationId xmlns:a16="http://schemas.microsoft.com/office/drawing/2014/main" id="{40382267-0EE4-42E1-B308-9AA86D5451D4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720" name="文本框 719">
                <a:extLst>
                  <a:ext uri="{FF2B5EF4-FFF2-40B4-BE49-F238E27FC236}">
                    <a16:creationId xmlns:a16="http://schemas.microsoft.com/office/drawing/2014/main" id="{4B8D2230-9A35-4FF8-A9AF-42B08C753E3C}"/>
                  </a:ext>
                </a:extLst>
              </p:cNvPr>
              <p:cNvSpPr txBox="1"/>
              <p:nvPr/>
            </p:nvSpPr>
            <p:spPr>
              <a:xfrm>
                <a:off x="7388139" y="2282884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L0</a:t>
                </a:r>
                <a:endParaRPr lang="zh-CN" altLang="en-US" sz="1100" dirty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  <p:cxnSp>
          <p:nvCxnSpPr>
            <p:cNvPr id="654" name="直接连接符 653">
              <a:extLst>
                <a:ext uri="{FF2B5EF4-FFF2-40B4-BE49-F238E27FC236}">
                  <a16:creationId xmlns:a16="http://schemas.microsoft.com/office/drawing/2014/main" id="{34D602E4-A4C0-4DD8-9C05-BC49D060BCD1}"/>
                </a:ext>
              </a:extLst>
            </p:cNvPr>
            <p:cNvCxnSpPr/>
            <p:nvPr/>
          </p:nvCxnSpPr>
          <p:spPr>
            <a:xfrm rot="16200000">
              <a:off x="10054341" y="3966761"/>
              <a:ext cx="0" cy="265276"/>
            </a:xfrm>
            <a:prstGeom prst="line">
              <a:avLst/>
            </a:prstGeom>
            <a:ln w="254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55" name="组合 654">
              <a:extLst>
                <a:ext uri="{FF2B5EF4-FFF2-40B4-BE49-F238E27FC236}">
                  <a16:creationId xmlns:a16="http://schemas.microsoft.com/office/drawing/2014/main" id="{3DE494E8-A3A4-429F-BB9D-C6AE9FA9BF47}"/>
                </a:ext>
              </a:extLst>
            </p:cNvPr>
            <p:cNvGrpSpPr/>
            <p:nvPr/>
          </p:nvGrpSpPr>
          <p:grpSpPr>
            <a:xfrm>
              <a:off x="8485545" y="2812141"/>
              <a:ext cx="607552" cy="378508"/>
              <a:chOff x="6944101" y="2283225"/>
              <a:chExt cx="607552" cy="378508"/>
            </a:xfrm>
          </p:grpSpPr>
          <p:sp>
            <p:nvSpPr>
              <p:cNvPr id="711" name="等腰三角形 710">
                <a:extLst>
                  <a:ext uri="{FF2B5EF4-FFF2-40B4-BE49-F238E27FC236}">
                    <a16:creationId xmlns:a16="http://schemas.microsoft.com/office/drawing/2014/main" id="{C37666E2-8D70-41AC-8428-8084DA7B4822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712" name="直接连接符 711">
                <a:extLst>
                  <a:ext uri="{FF2B5EF4-FFF2-40B4-BE49-F238E27FC236}">
                    <a16:creationId xmlns:a16="http://schemas.microsoft.com/office/drawing/2014/main" id="{804FF8FB-32BC-4E08-938C-98258E0BB8D4}"/>
                  </a:ext>
                </a:extLst>
              </p:cNvPr>
              <p:cNvCxnSpPr>
                <a:endCxn id="711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713" name="直接连接符 712">
                <a:extLst>
                  <a:ext uri="{FF2B5EF4-FFF2-40B4-BE49-F238E27FC236}">
                    <a16:creationId xmlns:a16="http://schemas.microsoft.com/office/drawing/2014/main" id="{FB69D051-3C33-4737-BC8E-B7AFD4AAAD02}"/>
                  </a:ext>
                </a:extLst>
              </p:cNvPr>
              <p:cNvCxnSpPr>
                <a:stCxn id="711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714" name="直接连接符 713">
                <a:extLst>
                  <a:ext uri="{FF2B5EF4-FFF2-40B4-BE49-F238E27FC236}">
                    <a16:creationId xmlns:a16="http://schemas.microsoft.com/office/drawing/2014/main" id="{CD66A273-6C5B-4E83-922C-1115E3F7C6C6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715" name="文本框 714">
                <a:extLst>
                  <a:ext uri="{FF2B5EF4-FFF2-40B4-BE49-F238E27FC236}">
                    <a16:creationId xmlns:a16="http://schemas.microsoft.com/office/drawing/2014/main" id="{770D4C27-3916-432B-B565-74FA82318037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L1</a:t>
                </a:r>
                <a:endParaRPr lang="zh-CN" altLang="en-US" sz="1100" dirty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656" name="组合 655">
              <a:extLst>
                <a:ext uri="{FF2B5EF4-FFF2-40B4-BE49-F238E27FC236}">
                  <a16:creationId xmlns:a16="http://schemas.microsoft.com/office/drawing/2014/main" id="{D0649935-094D-4674-8C01-BC3928E6F534}"/>
                </a:ext>
              </a:extLst>
            </p:cNvPr>
            <p:cNvGrpSpPr/>
            <p:nvPr/>
          </p:nvGrpSpPr>
          <p:grpSpPr>
            <a:xfrm>
              <a:off x="8485545" y="3203033"/>
              <a:ext cx="607552" cy="378508"/>
              <a:chOff x="6944101" y="2283225"/>
              <a:chExt cx="607552" cy="378508"/>
            </a:xfrm>
          </p:grpSpPr>
          <p:sp>
            <p:nvSpPr>
              <p:cNvPr id="706" name="等腰三角形 705">
                <a:extLst>
                  <a:ext uri="{FF2B5EF4-FFF2-40B4-BE49-F238E27FC236}">
                    <a16:creationId xmlns:a16="http://schemas.microsoft.com/office/drawing/2014/main" id="{65272A61-050B-4330-96D3-9843BEFED5C6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707" name="直接连接符 706">
                <a:extLst>
                  <a:ext uri="{FF2B5EF4-FFF2-40B4-BE49-F238E27FC236}">
                    <a16:creationId xmlns:a16="http://schemas.microsoft.com/office/drawing/2014/main" id="{C3D98BC5-3770-4879-8EB7-4232342C10F2}"/>
                  </a:ext>
                </a:extLst>
              </p:cNvPr>
              <p:cNvCxnSpPr>
                <a:endCxn id="706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708" name="直接连接符 707">
                <a:extLst>
                  <a:ext uri="{FF2B5EF4-FFF2-40B4-BE49-F238E27FC236}">
                    <a16:creationId xmlns:a16="http://schemas.microsoft.com/office/drawing/2014/main" id="{30BD8ED6-52FC-4E52-BE40-FFC77A6D3C0A}"/>
                  </a:ext>
                </a:extLst>
              </p:cNvPr>
              <p:cNvCxnSpPr>
                <a:stCxn id="706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709" name="直接连接符 708">
                <a:extLst>
                  <a:ext uri="{FF2B5EF4-FFF2-40B4-BE49-F238E27FC236}">
                    <a16:creationId xmlns:a16="http://schemas.microsoft.com/office/drawing/2014/main" id="{39F28D75-E312-4A79-BD8A-9FB294244F96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710" name="文本框 709">
                <a:extLst>
                  <a:ext uri="{FF2B5EF4-FFF2-40B4-BE49-F238E27FC236}">
                    <a16:creationId xmlns:a16="http://schemas.microsoft.com/office/drawing/2014/main" id="{D26DA4A5-3511-4246-9BFA-5EF2571049BA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L2</a:t>
                </a:r>
                <a:endParaRPr lang="zh-CN" altLang="en-US" sz="1100" dirty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657" name="组合 656">
              <a:extLst>
                <a:ext uri="{FF2B5EF4-FFF2-40B4-BE49-F238E27FC236}">
                  <a16:creationId xmlns:a16="http://schemas.microsoft.com/office/drawing/2014/main" id="{D24FDFC2-1B27-4381-BA09-C7CD03F32692}"/>
                </a:ext>
              </a:extLst>
            </p:cNvPr>
            <p:cNvGrpSpPr/>
            <p:nvPr/>
          </p:nvGrpSpPr>
          <p:grpSpPr>
            <a:xfrm>
              <a:off x="8485545" y="3598765"/>
              <a:ext cx="607552" cy="378508"/>
              <a:chOff x="6944101" y="2283225"/>
              <a:chExt cx="607552" cy="378508"/>
            </a:xfrm>
          </p:grpSpPr>
          <p:sp>
            <p:nvSpPr>
              <p:cNvPr id="701" name="等腰三角形 700">
                <a:extLst>
                  <a:ext uri="{FF2B5EF4-FFF2-40B4-BE49-F238E27FC236}">
                    <a16:creationId xmlns:a16="http://schemas.microsoft.com/office/drawing/2014/main" id="{44B6F45D-C768-4932-ABEB-790628A7EF69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702" name="直接连接符 701">
                <a:extLst>
                  <a:ext uri="{FF2B5EF4-FFF2-40B4-BE49-F238E27FC236}">
                    <a16:creationId xmlns:a16="http://schemas.microsoft.com/office/drawing/2014/main" id="{3173970D-6690-4140-95B5-8EE3003E5559}"/>
                  </a:ext>
                </a:extLst>
              </p:cNvPr>
              <p:cNvCxnSpPr>
                <a:endCxn id="701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703" name="直接连接符 702">
                <a:extLst>
                  <a:ext uri="{FF2B5EF4-FFF2-40B4-BE49-F238E27FC236}">
                    <a16:creationId xmlns:a16="http://schemas.microsoft.com/office/drawing/2014/main" id="{F04E5C0D-3082-4094-A9DF-E066D29C7211}"/>
                  </a:ext>
                </a:extLst>
              </p:cNvPr>
              <p:cNvCxnSpPr>
                <a:stCxn id="701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704" name="直接连接符 703">
                <a:extLst>
                  <a:ext uri="{FF2B5EF4-FFF2-40B4-BE49-F238E27FC236}">
                    <a16:creationId xmlns:a16="http://schemas.microsoft.com/office/drawing/2014/main" id="{4678595A-FE48-4E6C-B363-5575195005A7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705" name="文本框 704">
                <a:extLst>
                  <a:ext uri="{FF2B5EF4-FFF2-40B4-BE49-F238E27FC236}">
                    <a16:creationId xmlns:a16="http://schemas.microsoft.com/office/drawing/2014/main" id="{BF6D18EF-A6AE-4EF7-ABE8-6A82F8A05B81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L3</a:t>
                </a:r>
                <a:endParaRPr lang="zh-CN" altLang="en-US" sz="1100" dirty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658" name="组合 657">
              <a:extLst>
                <a:ext uri="{FF2B5EF4-FFF2-40B4-BE49-F238E27FC236}">
                  <a16:creationId xmlns:a16="http://schemas.microsoft.com/office/drawing/2014/main" id="{870445FF-E8F4-4256-A0C8-A4575C7BA757}"/>
                </a:ext>
              </a:extLst>
            </p:cNvPr>
            <p:cNvGrpSpPr/>
            <p:nvPr/>
          </p:nvGrpSpPr>
          <p:grpSpPr>
            <a:xfrm>
              <a:off x="8485545" y="3990599"/>
              <a:ext cx="607552" cy="378508"/>
              <a:chOff x="6944101" y="2283225"/>
              <a:chExt cx="607552" cy="378508"/>
            </a:xfrm>
          </p:grpSpPr>
          <p:sp>
            <p:nvSpPr>
              <p:cNvPr id="696" name="等腰三角形 695">
                <a:extLst>
                  <a:ext uri="{FF2B5EF4-FFF2-40B4-BE49-F238E27FC236}">
                    <a16:creationId xmlns:a16="http://schemas.microsoft.com/office/drawing/2014/main" id="{9F7EE4AE-86B7-4D8F-94D0-B4371618BF56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697" name="直接连接符 696">
                <a:extLst>
                  <a:ext uri="{FF2B5EF4-FFF2-40B4-BE49-F238E27FC236}">
                    <a16:creationId xmlns:a16="http://schemas.microsoft.com/office/drawing/2014/main" id="{E65C4911-62B8-4008-85A8-B7997479E683}"/>
                  </a:ext>
                </a:extLst>
              </p:cNvPr>
              <p:cNvCxnSpPr>
                <a:endCxn id="696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698" name="直接连接符 697">
                <a:extLst>
                  <a:ext uri="{FF2B5EF4-FFF2-40B4-BE49-F238E27FC236}">
                    <a16:creationId xmlns:a16="http://schemas.microsoft.com/office/drawing/2014/main" id="{E7894F75-47B8-4717-8A93-27A734443F8F}"/>
                  </a:ext>
                </a:extLst>
              </p:cNvPr>
              <p:cNvCxnSpPr>
                <a:stCxn id="696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699" name="直接连接符 698">
                <a:extLst>
                  <a:ext uri="{FF2B5EF4-FFF2-40B4-BE49-F238E27FC236}">
                    <a16:creationId xmlns:a16="http://schemas.microsoft.com/office/drawing/2014/main" id="{82932370-9144-41DA-BA77-14C1D0949160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700" name="文本框 699">
                <a:extLst>
                  <a:ext uri="{FF2B5EF4-FFF2-40B4-BE49-F238E27FC236}">
                    <a16:creationId xmlns:a16="http://schemas.microsoft.com/office/drawing/2014/main" id="{A8ABC487-3EBB-490C-BA90-5787A2755F2A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L4</a:t>
                </a:r>
                <a:endParaRPr lang="zh-CN" altLang="en-US" sz="1100" dirty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659" name="组合 658">
              <a:extLst>
                <a:ext uri="{FF2B5EF4-FFF2-40B4-BE49-F238E27FC236}">
                  <a16:creationId xmlns:a16="http://schemas.microsoft.com/office/drawing/2014/main" id="{A3D09CC9-EEE0-425E-A4D9-9D3AAE3A3D25}"/>
                </a:ext>
              </a:extLst>
            </p:cNvPr>
            <p:cNvGrpSpPr/>
            <p:nvPr/>
          </p:nvGrpSpPr>
          <p:grpSpPr>
            <a:xfrm>
              <a:off x="8485545" y="4366946"/>
              <a:ext cx="607552" cy="378508"/>
              <a:chOff x="6944101" y="2283225"/>
              <a:chExt cx="607552" cy="378508"/>
            </a:xfrm>
          </p:grpSpPr>
          <p:sp>
            <p:nvSpPr>
              <p:cNvPr id="691" name="等腰三角形 690">
                <a:extLst>
                  <a:ext uri="{FF2B5EF4-FFF2-40B4-BE49-F238E27FC236}">
                    <a16:creationId xmlns:a16="http://schemas.microsoft.com/office/drawing/2014/main" id="{62E3DAD0-3A8F-4727-965B-BF84C9F2C178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692" name="直接连接符 691">
                <a:extLst>
                  <a:ext uri="{FF2B5EF4-FFF2-40B4-BE49-F238E27FC236}">
                    <a16:creationId xmlns:a16="http://schemas.microsoft.com/office/drawing/2014/main" id="{8E5A4F2E-24BD-4537-9C9F-7EF7E9D64CF4}"/>
                  </a:ext>
                </a:extLst>
              </p:cNvPr>
              <p:cNvCxnSpPr>
                <a:endCxn id="691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693" name="直接连接符 692">
                <a:extLst>
                  <a:ext uri="{FF2B5EF4-FFF2-40B4-BE49-F238E27FC236}">
                    <a16:creationId xmlns:a16="http://schemas.microsoft.com/office/drawing/2014/main" id="{5850DF11-D1B3-452C-B2C7-ABAB25561788}"/>
                  </a:ext>
                </a:extLst>
              </p:cNvPr>
              <p:cNvCxnSpPr>
                <a:stCxn id="691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694" name="直接连接符 693">
                <a:extLst>
                  <a:ext uri="{FF2B5EF4-FFF2-40B4-BE49-F238E27FC236}">
                    <a16:creationId xmlns:a16="http://schemas.microsoft.com/office/drawing/2014/main" id="{66ADE211-4ED3-4E34-92A5-0464BBF36A91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695" name="文本框 694">
                <a:extLst>
                  <a:ext uri="{FF2B5EF4-FFF2-40B4-BE49-F238E27FC236}">
                    <a16:creationId xmlns:a16="http://schemas.microsoft.com/office/drawing/2014/main" id="{F46F43AD-B9A4-4885-AAEB-4DD43EF3637B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L5</a:t>
                </a:r>
                <a:endParaRPr lang="zh-CN" altLang="en-US" sz="1100" dirty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660" name="组合 659">
              <a:extLst>
                <a:ext uri="{FF2B5EF4-FFF2-40B4-BE49-F238E27FC236}">
                  <a16:creationId xmlns:a16="http://schemas.microsoft.com/office/drawing/2014/main" id="{24967F9E-5980-456B-BFD4-38AFD0FCC3DC}"/>
                </a:ext>
              </a:extLst>
            </p:cNvPr>
            <p:cNvGrpSpPr/>
            <p:nvPr/>
          </p:nvGrpSpPr>
          <p:grpSpPr>
            <a:xfrm>
              <a:off x="8485545" y="4771925"/>
              <a:ext cx="607552" cy="378508"/>
              <a:chOff x="6944101" y="2283225"/>
              <a:chExt cx="607552" cy="378508"/>
            </a:xfrm>
          </p:grpSpPr>
          <p:sp>
            <p:nvSpPr>
              <p:cNvPr id="686" name="等腰三角形 685">
                <a:extLst>
                  <a:ext uri="{FF2B5EF4-FFF2-40B4-BE49-F238E27FC236}">
                    <a16:creationId xmlns:a16="http://schemas.microsoft.com/office/drawing/2014/main" id="{CD97DE1C-88D1-4E18-B678-427FBF73A7D1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687" name="直接连接符 686">
                <a:extLst>
                  <a:ext uri="{FF2B5EF4-FFF2-40B4-BE49-F238E27FC236}">
                    <a16:creationId xmlns:a16="http://schemas.microsoft.com/office/drawing/2014/main" id="{10A54C71-04A7-4E2F-AE50-18E729501210}"/>
                  </a:ext>
                </a:extLst>
              </p:cNvPr>
              <p:cNvCxnSpPr>
                <a:endCxn id="686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688" name="直接连接符 687">
                <a:extLst>
                  <a:ext uri="{FF2B5EF4-FFF2-40B4-BE49-F238E27FC236}">
                    <a16:creationId xmlns:a16="http://schemas.microsoft.com/office/drawing/2014/main" id="{9605B1E6-4803-4BAF-BA34-1C958F1D321F}"/>
                  </a:ext>
                </a:extLst>
              </p:cNvPr>
              <p:cNvCxnSpPr>
                <a:stCxn id="686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689" name="直接连接符 688">
                <a:extLst>
                  <a:ext uri="{FF2B5EF4-FFF2-40B4-BE49-F238E27FC236}">
                    <a16:creationId xmlns:a16="http://schemas.microsoft.com/office/drawing/2014/main" id="{A5D0BAEA-1AAD-463D-A71C-487EF95BBDAC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690" name="文本框 689">
                <a:extLst>
                  <a:ext uri="{FF2B5EF4-FFF2-40B4-BE49-F238E27FC236}">
                    <a16:creationId xmlns:a16="http://schemas.microsoft.com/office/drawing/2014/main" id="{39E6772C-134A-4808-82AD-25A820D276C0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L6</a:t>
                </a:r>
                <a:endParaRPr lang="zh-CN" altLang="en-US" sz="1100" dirty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  <p:grpSp>
          <p:nvGrpSpPr>
            <p:cNvPr id="661" name="组合 660">
              <a:extLst>
                <a:ext uri="{FF2B5EF4-FFF2-40B4-BE49-F238E27FC236}">
                  <a16:creationId xmlns:a16="http://schemas.microsoft.com/office/drawing/2014/main" id="{93A61D0A-18DD-410F-937E-33BDE3392560}"/>
                </a:ext>
              </a:extLst>
            </p:cNvPr>
            <p:cNvGrpSpPr/>
            <p:nvPr/>
          </p:nvGrpSpPr>
          <p:grpSpPr>
            <a:xfrm>
              <a:off x="8485545" y="5158205"/>
              <a:ext cx="607552" cy="378508"/>
              <a:chOff x="6944101" y="2283225"/>
              <a:chExt cx="607552" cy="378508"/>
            </a:xfrm>
          </p:grpSpPr>
          <p:sp>
            <p:nvSpPr>
              <p:cNvPr id="681" name="等腰三角形 680">
                <a:extLst>
                  <a:ext uri="{FF2B5EF4-FFF2-40B4-BE49-F238E27FC236}">
                    <a16:creationId xmlns:a16="http://schemas.microsoft.com/office/drawing/2014/main" id="{C289DD35-8FAE-49C5-9ECB-DCBFDDE65281}"/>
                  </a:ext>
                </a:extLst>
              </p:cNvPr>
              <p:cNvSpPr/>
              <p:nvPr/>
            </p:nvSpPr>
            <p:spPr>
              <a:xfrm rot="5400000" flipH="1">
                <a:off x="7160855" y="2515786"/>
                <a:ext cx="150880" cy="141013"/>
              </a:xfrm>
              <a:prstGeom prst="triangl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682" name="直接连接符 681">
                <a:extLst>
                  <a:ext uri="{FF2B5EF4-FFF2-40B4-BE49-F238E27FC236}">
                    <a16:creationId xmlns:a16="http://schemas.microsoft.com/office/drawing/2014/main" id="{9218DFDF-BD77-4866-A2D3-0D8453D16258}"/>
                  </a:ext>
                </a:extLst>
              </p:cNvPr>
              <p:cNvCxnSpPr>
                <a:endCxn id="681" idx="3"/>
              </p:cNvCxnSpPr>
              <p:nvPr/>
            </p:nvCxnSpPr>
            <p:spPr>
              <a:xfrm>
                <a:off x="6944101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683" name="直接连接符 682">
                <a:extLst>
                  <a:ext uri="{FF2B5EF4-FFF2-40B4-BE49-F238E27FC236}">
                    <a16:creationId xmlns:a16="http://schemas.microsoft.com/office/drawing/2014/main" id="{472548D6-AAFE-4258-9797-B2B378208053}"/>
                  </a:ext>
                </a:extLst>
              </p:cNvPr>
              <p:cNvCxnSpPr>
                <a:stCxn id="681" idx="5"/>
              </p:cNvCxnSpPr>
              <p:nvPr/>
            </p:nvCxnSpPr>
            <p:spPr>
              <a:xfrm flipV="1">
                <a:off x="7236295" y="2386797"/>
                <a:ext cx="0" cy="161776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chemeClr val="accent1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684" name="直接连接符 683">
                <a:extLst>
                  <a:ext uri="{FF2B5EF4-FFF2-40B4-BE49-F238E27FC236}">
                    <a16:creationId xmlns:a16="http://schemas.microsoft.com/office/drawing/2014/main" id="{16636CA8-2985-44AA-8BC2-50FF46E90FA1}"/>
                  </a:ext>
                </a:extLst>
              </p:cNvPr>
              <p:cNvCxnSpPr/>
              <p:nvPr/>
            </p:nvCxnSpPr>
            <p:spPr>
              <a:xfrm>
                <a:off x="7302642" y="2584359"/>
                <a:ext cx="221688" cy="1934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685" name="文本框 684">
                <a:extLst>
                  <a:ext uri="{FF2B5EF4-FFF2-40B4-BE49-F238E27FC236}">
                    <a16:creationId xmlns:a16="http://schemas.microsoft.com/office/drawing/2014/main" id="{BD8C0E96-1B80-4D6A-97FE-89BB765F338E}"/>
                  </a:ext>
                </a:extLst>
              </p:cNvPr>
              <p:cNvSpPr txBox="1"/>
              <p:nvPr/>
            </p:nvSpPr>
            <p:spPr>
              <a:xfrm>
                <a:off x="7211495" y="2283225"/>
                <a:ext cx="340158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L7</a:t>
                </a:r>
                <a:endParaRPr lang="zh-CN" altLang="en-US" sz="1100" dirty="0">
                  <a:solidFill>
                    <a:srgbClr val="000000"/>
                  </a:solidFill>
                  <a:latin typeface="微软雅黑"/>
                  <a:ea typeface="微软雅黑"/>
                </a:endParaRPr>
              </a:p>
            </p:txBody>
          </p:sp>
        </p:grpSp>
        <p:cxnSp>
          <p:nvCxnSpPr>
            <p:cNvPr id="662" name="直接连接符 661">
              <a:extLst>
                <a:ext uri="{FF2B5EF4-FFF2-40B4-BE49-F238E27FC236}">
                  <a16:creationId xmlns:a16="http://schemas.microsoft.com/office/drawing/2014/main" id="{E9A1C728-7B9D-4D16-A635-C9C60E0C05B3}"/>
                </a:ext>
              </a:extLst>
            </p:cNvPr>
            <p:cNvCxnSpPr/>
            <p:nvPr/>
          </p:nvCxnSpPr>
          <p:spPr>
            <a:xfrm>
              <a:off x="9074121" y="2735997"/>
              <a:ext cx="0" cy="2723343"/>
            </a:xfrm>
            <a:prstGeom prst="line">
              <a:avLst/>
            </a:prstGeom>
            <a:solidFill>
              <a:schemeClr val="bg1"/>
            </a:solidFill>
            <a:ln w="19050" cap="sq">
              <a:solidFill>
                <a:schemeClr val="accent1"/>
              </a:solidFill>
              <a:miter lim="800000"/>
              <a:headEnd/>
              <a:tailEnd type="none" w="lg" len="lg"/>
            </a:ln>
          </p:spPr>
        </p:cxnSp>
        <p:cxnSp>
          <p:nvCxnSpPr>
            <p:cNvPr id="663" name="直接连接符 662">
              <a:extLst>
                <a:ext uri="{FF2B5EF4-FFF2-40B4-BE49-F238E27FC236}">
                  <a16:creationId xmlns:a16="http://schemas.microsoft.com/office/drawing/2014/main" id="{9FF2222D-1A32-49B8-AA45-1C37F37C8CC8}"/>
                </a:ext>
              </a:extLst>
            </p:cNvPr>
            <p:cNvCxnSpPr/>
            <p:nvPr/>
          </p:nvCxnSpPr>
          <p:spPr>
            <a:xfrm flipH="1">
              <a:off x="9082458" y="4097667"/>
              <a:ext cx="287198" cy="0"/>
            </a:xfrm>
            <a:prstGeom prst="line">
              <a:avLst/>
            </a:prstGeom>
            <a:solidFill>
              <a:schemeClr val="bg1"/>
            </a:solidFill>
            <a:ln w="19050" cap="sq">
              <a:solidFill>
                <a:schemeClr val="accent1"/>
              </a:solidFill>
              <a:miter lim="800000"/>
              <a:headEnd/>
              <a:tailEnd type="none" w="lg" len="lg"/>
            </a:ln>
          </p:spPr>
        </p:cxnSp>
        <p:grpSp>
          <p:nvGrpSpPr>
            <p:cNvPr id="664" name="组合 663">
              <a:extLst>
                <a:ext uri="{FF2B5EF4-FFF2-40B4-BE49-F238E27FC236}">
                  <a16:creationId xmlns:a16="http://schemas.microsoft.com/office/drawing/2014/main" id="{ECA7C1A4-DA29-44DC-95E9-9AD4B17C94DE}"/>
                </a:ext>
              </a:extLst>
            </p:cNvPr>
            <p:cNvGrpSpPr/>
            <p:nvPr/>
          </p:nvGrpSpPr>
          <p:grpSpPr>
            <a:xfrm>
              <a:off x="9369656" y="3633163"/>
              <a:ext cx="300016" cy="903269"/>
              <a:chOff x="7766536" y="3451012"/>
              <a:chExt cx="300016" cy="903269"/>
            </a:xfrm>
          </p:grpSpPr>
          <p:cxnSp>
            <p:nvCxnSpPr>
              <p:cNvPr id="676" name="直接连接符 675">
                <a:extLst>
                  <a:ext uri="{FF2B5EF4-FFF2-40B4-BE49-F238E27FC236}">
                    <a16:creationId xmlns:a16="http://schemas.microsoft.com/office/drawing/2014/main" id="{CE2ADAC0-C2FB-479C-B024-B14DF911A046}"/>
                  </a:ext>
                </a:extLst>
              </p:cNvPr>
              <p:cNvCxnSpPr/>
              <p:nvPr/>
            </p:nvCxnSpPr>
            <p:spPr>
              <a:xfrm>
                <a:off x="7766536" y="3451012"/>
                <a:ext cx="0" cy="903269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677" name="直接连接符 676">
                <a:extLst>
                  <a:ext uri="{FF2B5EF4-FFF2-40B4-BE49-F238E27FC236}">
                    <a16:creationId xmlns:a16="http://schemas.microsoft.com/office/drawing/2014/main" id="{6AF632AD-89A9-4322-A059-C9E6BAA78021}"/>
                  </a:ext>
                </a:extLst>
              </p:cNvPr>
              <p:cNvCxnSpPr/>
              <p:nvPr/>
            </p:nvCxnSpPr>
            <p:spPr>
              <a:xfrm flipH="1">
                <a:off x="7774273" y="3451012"/>
                <a:ext cx="287198" cy="0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678" name="直接连接符 677">
                <a:extLst>
                  <a:ext uri="{FF2B5EF4-FFF2-40B4-BE49-F238E27FC236}">
                    <a16:creationId xmlns:a16="http://schemas.microsoft.com/office/drawing/2014/main" id="{91995351-2654-49B3-ABEA-1A1C6AB6CC13}"/>
                  </a:ext>
                </a:extLst>
              </p:cNvPr>
              <p:cNvCxnSpPr/>
              <p:nvPr/>
            </p:nvCxnSpPr>
            <p:spPr>
              <a:xfrm flipH="1">
                <a:off x="7779354" y="3752884"/>
                <a:ext cx="287198" cy="0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679" name="直接连接符 678">
                <a:extLst>
                  <a:ext uri="{FF2B5EF4-FFF2-40B4-BE49-F238E27FC236}">
                    <a16:creationId xmlns:a16="http://schemas.microsoft.com/office/drawing/2014/main" id="{EC1CFA2F-9A06-4E94-B12E-80C906E6AFB0}"/>
                  </a:ext>
                </a:extLst>
              </p:cNvPr>
              <p:cNvCxnSpPr/>
              <p:nvPr/>
            </p:nvCxnSpPr>
            <p:spPr>
              <a:xfrm flipH="1">
                <a:off x="7766536" y="4052868"/>
                <a:ext cx="287198" cy="0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  <p:cxnSp>
            <p:nvCxnSpPr>
              <p:cNvPr id="680" name="直接连接符 679">
                <a:extLst>
                  <a:ext uri="{FF2B5EF4-FFF2-40B4-BE49-F238E27FC236}">
                    <a16:creationId xmlns:a16="http://schemas.microsoft.com/office/drawing/2014/main" id="{9A1DE00B-2B38-4DEE-A4BD-736E21929DEE}"/>
                  </a:ext>
                </a:extLst>
              </p:cNvPr>
              <p:cNvCxnSpPr/>
              <p:nvPr/>
            </p:nvCxnSpPr>
            <p:spPr>
              <a:xfrm flipH="1">
                <a:off x="7766536" y="4354281"/>
                <a:ext cx="287198" cy="0"/>
              </a:xfrm>
              <a:prstGeom prst="line">
                <a:avLst/>
              </a:prstGeom>
              <a:solidFill>
                <a:schemeClr val="bg1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</p:cxnSp>
        </p:grpSp>
        <p:cxnSp>
          <p:nvCxnSpPr>
            <p:cNvPr id="665" name="直接连接符 664">
              <a:extLst>
                <a:ext uri="{FF2B5EF4-FFF2-40B4-BE49-F238E27FC236}">
                  <a16:creationId xmlns:a16="http://schemas.microsoft.com/office/drawing/2014/main" id="{CEC1A800-94C2-4A4A-A1E7-8788D7041FD1}"/>
                </a:ext>
              </a:extLst>
            </p:cNvPr>
            <p:cNvCxnSpPr/>
            <p:nvPr/>
          </p:nvCxnSpPr>
          <p:spPr>
            <a:xfrm>
              <a:off x="8481894" y="2734027"/>
              <a:ext cx="221688" cy="1934"/>
            </a:xfrm>
            <a:prstGeom prst="line">
              <a:avLst/>
            </a:prstGeom>
            <a:solidFill>
              <a:schemeClr val="bg1"/>
            </a:solidFill>
            <a:ln w="28575">
              <a:solidFill>
                <a:srgbClr val="00B050"/>
              </a:solidFill>
              <a:round/>
              <a:headEnd/>
              <a:tailEnd type="none" w="lg" len="lg"/>
            </a:ln>
          </p:spPr>
        </p:cxnSp>
        <p:sp>
          <p:nvSpPr>
            <p:cNvPr id="666" name="文本框 665">
              <a:extLst>
                <a:ext uri="{FF2B5EF4-FFF2-40B4-BE49-F238E27FC236}">
                  <a16:creationId xmlns:a16="http://schemas.microsoft.com/office/drawing/2014/main" id="{5185F826-838A-4C57-8F5B-F0878B5FC634}"/>
                </a:ext>
              </a:extLst>
            </p:cNvPr>
            <p:cNvSpPr txBox="1"/>
            <p:nvPr/>
          </p:nvSpPr>
          <p:spPr>
            <a:xfrm rot="16200000">
              <a:off x="9978050" y="4016082"/>
              <a:ext cx="738664" cy="201627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zh-CN" altLang="en-US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字输出</a:t>
              </a:r>
            </a:p>
          </p:txBody>
        </p:sp>
        <p:sp>
          <p:nvSpPr>
            <p:cNvPr id="667" name="矩形 666">
              <a:extLst>
                <a:ext uri="{FF2B5EF4-FFF2-40B4-BE49-F238E27FC236}">
                  <a16:creationId xmlns:a16="http://schemas.microsoft.com/office/drawing/2014/main" id="{05933A85-1DFF-40D4-8E81-7257266B7597}"/>
                </a:ext>
              </a:extLst>
            </p:cNvPr>
            <p:cNvSpPr/>
            <p:nvPr/>
          </p:nvSpPr>
          <p:spPr>
            <a:xfrm>
              <a:off x="8849421" y="4868910"/>
              <a:ext cx="986630" cy="185796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200" b="1" dirty="0" err="1">
                  <a:solidFill>
                    <a:srgbClr val="000000">
                      <a:lumMod val="95000"/>
                      <a:lumOff val="5000"/>
                    </a:srgbClr>
                  </a:solidFill>
                  <a:latin typeface="Arial" pitchFamily="34" charset="0"/>
                  <a:ea typeface="微软雅黑"/>
                  <a:cs typeface="Arial" pitchFamily="34" charset="0"/>
                </a:rPr>
                <a:t>SlotData</a:t>
              </a:r>
              <a:endParaRPr lang="zh-CN" altLang="en-US" sz="1200" b="1" dirty="0">
                <a:solidFill>
                  <a:srgbClr val="000000">
                    <a:lumMod val="95000"/>
                    <a:lumOff val="5000"/>
                  </a:srgbClr>
                </a:solidFill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668" name="矩形 667">
              <a:extLst>
                <a:ext uri="{FF2B5EF4-FFF2-40B4-BE49-F238E27FC236}">
                  <a16:creationId xmlns:a16="http://schemas.microsoft.com/office/drawing/2014/main" id="{44A20113-674D-431D-A77C-7B12A5BDE040}"/>
                </a:ext>
              </a:extLst>
            </p:cNvPr>
            <p:cNvSpPr/>
            <p:nvPr/>
          </p:nvSpPr>
          <p:spPr>
            <a:xfrm>
              <a:off x="9294976" y="3422192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100" dirty="0">
                  <a:solidFill>
                    <a:srgbClr val="000000"/>
                  </a:solidFill>
                  <a:latin typeface="微软雅黑"/>
                  <a:ea typeface="微软雅黑"/>
                </a:rPr>
                <a:t>W</a:t>
              </a:r>
              <a:r>
                <a:rPr lang="en-US" altLang="zh-CN" sz="1100" baseline="-25000" dirty="0">
                  <a:solidFill>
                    <a:srgbClr val="000000"/>
                  </a:solidFill>
                  <a:latin typeface="微软雅黑"/>
                  <a:ea typeface="微软雅黑"/>
                </a:rPr>
                <a:t>0</a:t>
              </a:r>
            </a:p>
          </p:txBody>
        </p:sp>
        <p:sp>
          <p:nvSpPr>
            <p:cNvPr id="669" name="矩形 668">
              <a:extLst>
                <a:ext uri="{FF2B5EF4-FFF2-40B4-BE49-F238E27FC236}">
                  <a16:creationId xmlns:a16="http://schemas.microsoft.com/office/drawing/2014/main" id="{6555CACF-2CD1-4835-99D0-DD5A8B41382F}"/>
                </a:ext>
              </a:extLst>
            </p:cNvPr>
            <p:cNvSpPr/>
            <p:nvPr/>
          </p:nvSpPr>
          <p:spPr>
            <a:xfrm>
              <a:off x="9303648" y="3735272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100" dirty="0">
                  <a:solidFill>
                    <a:srgbClr val="000000"/>
                  </a:solidFill>
                  <a:latin typeface="微软雅黑"/>
                  <a:ea typeface="微软雅黑"/>
                </a:rPr>
                <a:t>W</a:t>
              </a:r>
              <a:r>
                <a:rPr lang="en-US" altLang="zh-CN" sz="1100" baseline="-25000" dirty="0">
                  <a:solidFill>
                    <a:srgbClr val="000000"/>
                  </a:solidFill>
                  <a:latin typeface="微软雅黑"/>
                  <a:ea typeface="微软雅黑"/>
                </a:rPr>
                <a:t>1</a:t>
              </a:r>
            </a:p>
          </p:txBody>
        </p:sp>
        <p:sp>
          <p:nvSpPr>
            <p:cNvPr id="670" name="矩形 669">
              <a:extLst>
                <a:ext uri="{FF2B5EF4-FFF2-40B4-BE49-F238E27FC236}">
                  <a16:creationId xmlns:a16="http://schemas.microsoft.com/office/drawing/2014/main" id="{5B013418-6C67-43E7-B2E7-AAD1B575C3DB}"/>
                </a:ext>
              </a:extLst>
            </p:cNvPr>
            <p:cNvSpPr/>
            <p:nvPr/>
          </p:nvSpPr>
          <p:spPr>
            <a:xfrm>
              <a:off x="9304828" y="4031379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100" dirty="0">
                  <a:solidFill>
                    <a:srgbClr val="000000"/>
                  </a:solidFill>
                  <a:latin typeface="微软雅黑"/>
                  <a:ea typeface="微软雅黑"/>
                </a:rPr>
                <a:t>W</a:t>
              </a:r>
              <a:r>
                <a:rPr lang="en-US" altLang="zh-CN" sz="1100" baseline="-25000" dirty="0">
                  <a:solidFill>
                    <a:srgbClr val="000000"/>
                  </a:solidFill>
                  <a:latin typeface="微软雅黑"/>
                  <a:ea typeface="微软雅黑"/>
                </a:rPr>
                <a:t>2</a:t>
              </a:r>
            </a:p>
          </p:txBody>
        </p:sp>
        <p:sp>
          <p:nvSpPr>
            <p:cNvPr id="671" name="矩形 670">
              <a:extLst>
                <a:ext uri="{FF2B5EF4-FFF2-40B4-BE49-F238E27FC236}">
                  <a16:creationId xmlns:a16="http://schemas.microsoft.com/office/drawing/2014/main" id="{6FFF199E-A022-47D4-AF01-FB7144C5C163}"/>
                </a:ext>
              </a:extLst>
            </p:cNvPr>
            <p:cNvSpPr/>
            <p:nvPr/>
          </p:nvSpPr>
          <p:spPr>
            <a:xfrm>
              <a:off x="9305426" y="4325636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100" dirty="0">
                  <a:solidFill>
                    <a:srgbClr val="000000"/>
                  </a:solidFill>
                  <a:latin typeface="微软雅黑"/>
                  <a:ea typeface="微软雅黑"/>
                </a:rPr>
                <a:t>W</a:t>
              </a:r>
              <a:r>
                <a:rPr lang="en-US" altLang="zh-CN" sz="1100" baseline="-25000" dirty="0">
                  <a:solidFill>
                    <a:srgbClr val="000000"/>
                  </a:solidFill>
                  <a:latin typeface="微软雅黑"/>
                  <a:ea typeface="微软雅黑"/>
                </a:rPr>
                <a:t>3</a:t>
              </a:r>
            </a:p>
          </p:txBody>
        </p:sp>
        <p:grpSp>
          <p:nvGrpSpPr>
            <p:cNvPr id="672" name="组合 671">
              <a:extLst>
                <a:ext uri="{FF2B5EF4-FFF2-40B4-BE49-F238E27FC236}">
                  <a16:creationId xmlns:a16="http://schemas.microsoft.com/office/drawing/2014/main" id="{BFD8A71B-AE41-4D73-8274-26741B1D29C5}"/>
                </a:ext>
              </a:extLst>
            </p:cNvPr>
            <p:cNvGrpSpPr/>
            <p:nvPr/>
          </p:nvGrpSpPr>
          <p:grpSpPr>
            <a:xfrm>
              <a:off x="9667895" y="3288505"/>
              <a:ext cx="369783" cy="1586339"/>
              <a:chOff x="8088601" y="3262692"/>
              <a:chExt cx="324657" cy="1288723"/>
            </a:xfrm>
          </p:grpSpPr>
          <p:sp>
            <p:nvSpPr>
              <p:cNvPr id="674" name="梯形 673">
                <a:extLst>
                  <a:ext uri="{FF2B5EF4-FFF2-40B4-BE49-F238E27FC236}">
                    <a16:creationId xmlns:a16="http://schemas.microsoft.com/office/drawing/2014/main" id="{6564699F-ADC2-4F22-A6A6-AEC3AD9A6DD1}"/>
                  </a:ext>
                </a:extLst>
              </p:cNvPr>
              <p:cNvSpPr/>
              <p:nvPr/>
            </p:nvSpPr>
            <p:spPr>
              <a:xfrm rot="5400000">
                <a:off x="7570153" y="3781140"/>
                <a:ext cx="1288723" cy="251827"/>
              </a:xfrm>
              <a:prstGeom prst="trapezoid">
                <a:avLst>
                  <a:gd name="adj" fmla="val 72150"/>
                </a:avLst>
              </a:prstGeom>
              <a:solidFill>
                <a:srgbClr val="FFC000"/>
              </a:solidFill>
              <a:ln w="19050" cap="sq">
                <a:solidFill>
                  <a:schemeClr val="accent1"/>
                </a:solidFill>
                <a:miter lim="800000"/>
                <a:headEnd/>
                <a:tailEnd type="none" w="lg" len="lg"/>
              </a:ln>
            </p:spPr>
            <p:txBody>
              <a:bodyPr rtlCol="0"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sp>
            <p:nvSpPr>
              <p:cNvPr id="675" name="文本框 674">
                <a:extLst>
                  <a:ext uri="{FF2B5EF4-FFF2-40B4-BE49-F238E27FC236}">
                    <a16:creationId xmlns:a16="http://schemas.microsoft.com/office/drawing/2014/main" id="{143F3A0E-A174-4103-92D2-1EFD959F6E77}"/>
                  </a:ext>
                </a:extLst>
              </p:cNvPr>
              <p:cNvSpPr txBox="1"/>
              <p:nvPr/>
            </p:nvSpPr>
            <p:spPr>
              <a:xfrm rot="16200000">
                <a:off x="7959329" y="3812431"/>
                <a:ext cx="600082" cy="307777"/>
              </a:xfrm>
              <a:prstGeom prst="rect">
                <a:avLst/>
              </a:prstGeom>
              <a:noFill/>
            </p:spPr>
            <p:txBody>
              <a:bodyPr vert="eaVert" wrap="squar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zh-CN" altLang="en-US" sz="1200" dirty="0">
                    <a:solidFill>
                      <a:srgbClr val="0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字选择</a:t>
                </a:r>
              </a:p>
            </p:txBody>
          </p:sp>
        </p:grpSp>
        <p:sp>
          <p:nvSpPr>
            <p:cNvPr id="673" name="矩形 672">
              <a:extLst>
                <a:ext uri="{FF2B5EF4-FFF2-40B4-BE49-F238E27FC236}">
                  <a16:creationId xmlns:a16="http://schemas.microsoft.com/office/drawing/2014/main" id="{59E28922-D526-41FD-867F-F4CCC8E40B74}"/>
                </a:ext>
              </a:extLst>
            </p:cNvPr>
            <p:cNvSpPr/>
            <p:nvPr/>
          </p:nvSpPr>
          <p:spPr>
            <a:xfrm>
              <a:off x="9532852" y="4503600"/>
              <a:ext cx="472760" cy="22701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200" b="1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Arial" pitchFamily="34" charset="0"/>
                  <a:ea typeface="微软雅黑"/>
                  <a:cs typeface="Arial" pitchFamily="34" charset="0"/>
                </a:rPr>
                <a:t>OE</a:t>
              </a:r>
              <a:endParaRPr lang="zh-CN" altLang="en-US" sz="1200" b="1" dirty="0">
                <a:solidFill>
                  <a:srgbClr val="000000">
                    <a:lumMod val="95000"/>
                    <a:lumOff val="5000"/>
                  </a:srgbClr>
                </a:solidFill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grpSp>
        <p:nvGrpSpPr>
          <p:cNvPr id="721" name="组合 720">
            <a:extLst>
              <a:ext uri="{FF2B5EF4-FFF2-40B4-BE49-F238E27FC236}">
                <a16:creationId xmlns:a16="http://schemas.microsoft.com/office/drawing/2014/main" id="{B6D40682-92BE-477C-8F84-17E6D7CD58DB}"/>
              </a:ext>
            </a:extLst>
          </p:cNvPr>
          <p:cNvGrpSpPr/>
          <p:nvPr/>
        </p:nvGrpSpPr>
        <p:grpSpPr>
          <a:xfrm>
            <a:off x="2158522" y="2210442"/>
            <a:ext cx="681585" cy="2845172"/>
            <a:chOff x="3650430" y="1957240"/>
            <a:chExt cx="756498" cy="3157883"/>
          </a:xfrm>
        </p:grpSpPr>
        <p:sp>
          <p:nvSpPr>
            <p:cNvPr id="722" name="文本框 721">
              <a:extLst>
                <a:ext uri="{FF2B5EF4-FFF2-40B4-BE49-F238E27FC236}">
                  <a16:creationId xmlns:a16="http://schemas.microsoft.com/office/drawing/2014/main" id="{E7619F82-7C45-414D-B598-40ACECFB4FCE}"/>
                </a:ext>
              </a:extLst>
            </p:cNvPr>
            <p:cNvSpPr txBox="1"/>
            <p:nvPr/>
          </p:nvSpPr>
          <p:spPr>
            <a:xfrm>
              <a:off x="3685569" y="4567514"/>
              <a:ext cx="448712" cy="34160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i="1" kern="0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S</a:t>
              </a:r>
              <a:r>
                <a:rPr kumimoji="0" lang="en-US" altLang="zh-CN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rPr>
                <a:t>3</a:t>
              </a:r>
              <a:endParaRPr kumimoji="0" lang="zh-CN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grpSp>
          <p:nvGrpSpPr>
            <p:cNvPr id="723" name="组合 722">
              <a:extLst>
                <a:ext uri="{FF2B5EF4-FFF2-40B4-BE49-F238E27FC236}">
                  <a16:creationId xmlns:a16="http://schemas.microsoft.com/office/drawing/2014/main" id="{849EC919-519E-43FF-B417-36C37B7E5860}"/>
                </a:ext>
              </a:extLst>
            </p:cNvPr>
            <p:cNvGrpSpPr/>
            <p:nvPr/>
          </p:nvGrpSpPr>
          <p:grpSpPr>
            <a:xfrm>
              <a:off x="3650430" y="2416062"/>
              <a:ext cx="756498" cy="2619695"/>
              <a:chOff x="2872250" y="2494851"/>
              <a:chExt cx="702848" cy="2371125"/>
            </a:xfrm>
          </p:grpSpPr>
          <p:grpSp>
            <p:nvGrpSpPr>
              <p:cNvPr id="739" name="组合 738">
                <a:extLst>
                  <a:ext uri="{FF2B5EF4-FFF2-40B4-BE49-F238E27FC236}">
                    <a16:creationId xmlns:a16="http://schemas.microsoft.com/office/drawing/2014/main" id="{C14D9B32-E14B-4600-8B83-09166E11B50E}"/>
                  </a:ext>
                </a:extLst>
              </p:cNvPr>
              <p:cNvGrpSpPr/>
              <p:nvPr/>
            </p:nvGrpSpPr>
            <p:grpSpPr>
              <a:xfrm>
                <a:off x="2872250" y="2494851"/>
                <a:ext cx="418734" cy="2371125"/>
                <a:chOff x="2872250" y="2494851"/>
                <a:chExt cx="418734" cy="2371125"/>
              </a:xfrm>
            </p:grpSpPr>
            <p:grpSp>
              <p:nvGrpSpPr>
                <p:cNvPr id="741" name="组合 740">
                  <a:extLst>
                    <a:ext uri="{FF2B5EF4-FFF2-40B4-BE49-F238E27FC236}">
                      <a16:creationId xmlns:a16="http://schemas.microsoft.com/office/drawing/2014/main" id="{4741BDCB-5A73-4853-834B-829E93563F8A}"/>
                    </a:ext>
                  </a:extLst>
                </p:cNvPr>
                <p:cNvGrpSpPr/>
                <p:nvPr/>
              </p:nvGrpSpPr>
              <p:grpSpPr>
                <a:xfrm>
                  <a:off x="2872250" y="2507815"/>
                  <a:ext cx="418734" cy="2352440"/>
                  <a:chOff x="3739534" y="2492371"/>
                  <a:chExt cx="695496" cy="2352440"/>
                </a:xfrm>
              </p:grpSpPr>
              <p:cxnSp>
                <p:nvCxnSpPr>
                  <p:cNvPr id="743" name="直接连接符 742">
                    <a:extLst>
                      <a:ext uri="{FF2B5EF4-FFF2-40B4-BE49-F238E27FC236}">
                        <a16:creationId xmlns:a16="http://schemas.microsoft.com/office/drawing/2014/main" id="{43D228AF-1090-44F1-9376-54F4C38C5D8F}"/>
                      </a:ext>
                    </a:extLst>
                  </p:cNvPr>
                  <p:cNvCxnSpPr/>
                  <p:nvPr/>
                </p:nvCxnSpPr>
                <p:spPr>
                  <a:xfrm>
                    <a:off x="3755019" y="4058410"/>
                    <a:ext cx="680011" cy="0"/>
                  </a:xfrm>
                  <a:prstGeom prst="line">
                    <a:avLst/>
                  </a:prstGeom>
                  <a:noFill/>
                  <a:ln w="25400" cap="flat" cmpd="sng" algn="ctr">
                    <a:solidFill>
                      <a:srgbClr val="FFFFFF">
                        <a:lumMod val="65000"/>
                      </a:srgbClr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4" name="直接连接符 743">
                    <a:extLst>
                      <a:ext uri="{FF2B5EF4-FFF2-40B4-BE49-F238E27FC236}">
                        <a16:creationId xmlns:a16="http://schemas.microsoft.com/office/drawing/2014/main" id="{B80F5B4A-0777-442A-93D0-ED210F4B8185}"/>
                      </a:ext>
                    </a:extLst>
                  </p:cNvPr>
                  <p:cNvCxnSpPr/>
                  <p:nvPr/>
                </p:nvCxnSpPr>
                <p:spPr>
                  <a:xfrm>
                    <a:off x="3755019" y="2492371"/>
                    <a:ext cx="680011" cy="0"/>
                  </a:xfrm>
                  <a:prstGeom prst="line">
                    <a:avLst/>
                  </a:prstGeom>
                  <a:noFill/>
                  <a:ln w="25400" cap="flat" cmpd="sng" algn="ctr">
                    <a:solidFill>
                      <a:srgbClr val="FFFFFF">
                        <a:lumMod val="65000"/>
                      </a:srgbClr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5" name="直接连接符 744">
                    <a:extLst>
                      <a:ext uri="{FF2B5EF4-FFF2-40B4-BE49-F238E27FC236}">
                        <a16:creationId xmlns:a16="http://schemas.microsoft.com/office/drawing/2014/main" id="{BD268DA3-A161-4269-B5E4-C48B64006A8C}"/>
                      </a:ext>
                    </a:extLst>
                  </p:cNvPr>
                  <p:cNvCxnSpPr/>
                  <p:nvPr/>
                </p:nvCxnSpPr>
                <p:spPr>
                  <a:xfrm>
                    <a:off x="3739534" y="3265802"/>
                    <a:ext cx="695496" cy="0"/>
                  </a:xfrm>
                  <a:prstGeom prst="line">
                    <a:avLst/>
                  </a:prstGeom>
                  <a:noFill/>
                  <a:ln w="25400" cap="flat" cmpd="sng" algn="ctr">
                    <a:solidFill>
                      <a:srgbClr val="A6A6A6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6" name="直接连接符 745">
                    <a:extLst>
                      <a:ext uri="{FF2B5EF4-FFF2-40B4-BE49-F238E27FC236}">
                        <a16:creationId xmlns:a16="http://schemas.microsoft.com/office/drawing/2014/main" id="{6904CB22-1304-4758-9FEE-454A120705AF}"/>
                      </a:ext>
                    </a:extLst>
                  </p:cNvPr>
                  <p:cNvCxnSpPr/>
                  <p:nvPr/>
                </p:nvCxnSpPr>
                <p:spPr>
                  <a:xfrm>
                    <a:off x="3755018" y="4844811"/>
                    <a:ext cx="680011" cy="0"/>
                  </a:xfrm>
                  <a:prstGeom prst="line">
                    <a:avLst/>
                  </a:prstGeom>
                  <a:noFill/>
                  <a:ln w="25400" cap="flat" cmpd="sng" algn="ctr">
                    <a:solidFill>
                      <a:srgbClr val="FFFFFF">
                        <a:lumMod val="65000"/>
                      </a:srgbClr>
                    </a:solidFill>
                    <a:prstDash val="solid"/>
                  </a:ln>
                  <a:effectLst/>
                </p:spPr>
              </p:cxnSp>
            </p:grpSp>
            <p:cxnSp>
              <p:nvCxnSpPr>
                <p:cNvPr id="742" name="直接连接符 741">
                  <a:extLst>
                    <a:ext uri="{FF2B5EF4-FFF2-40B4-BE49-F238E27FC236}">
                      <a16:creationId xmlns:a16="http://schemas.microsoft.com/office/drawing/2014/main" id="{D8B08EFB-3F66-49FD-A9F0-71849379FDB0}"/>
                    </a:ext>
                  </a:extLst>
                </p:cNvPr>
                <p:cNvCxnSpPr/>
                <p:nvPr/>
              </p:nvCxnSpPr>
              <p:spPr>
                <a:xfrm>
                  <a:off x="3290983" y="2494851"/>
                  <a:ext cx="0" cy="2371125"/>
                </a:xfrm>
                <a:prstGeom prst="line">
                  <a:avLst/>
                </a:prstGeom>
                <a:noFill/>
                <a:ln w="57150" cap="flat" cmpd="sng" algn="ctr">
                  <a:solidFill>
                    <a:srgbClr val="A6A6A6"/>
                  </a:solidFill>
                  <a:prstDash val="solid"/>
                </a:ln>
                <a:effectLst/>
              </p:spPr>
            </p:cxnSp>
          </p:grpSp>
          <p:cxnSp>
            <p:nvCxnSpPr>
              <p:cNvPr id="740" name="直接连接符 739">
                <a:extLst>
                  <a:ext uri="{FF2B5EF4-FFF2-40B4-BE49-F238E27FC236}">
                    <a16:creationId xmlns:a16="http://schemas.microsoft.com/office/drawing/2014/main" id="{C60DDCBD-74BB-4665-AC72-D20DD9DB088C}"/>
                  </a:ext>
                </a:extLst>
              </p:cNvPr>
              <p:cNvCxnSpPr/>
              <p:nvPr/>
            </p:nvCxnSpPr>
            <p:spPr>
              <a:xfrm flipH="1">
                <a:off x="3294355" y="3670221"/>
                <a:ext cx="280743" cy="0"/>
              </a:xfrm>
              <a:prstGeom prst="line">
                <a:avLst/>
              </a:prstGeom>
              <a:noFill/>
              <a:ln w="57150" cap="flat" cmpd="sng" algn="ctr">
                <a:solidFill>
                  <a:srgbClr val="A6A6A6"/>
                </a:solidFill>
                <a:prstDash val="solid"/>
              </a:ln>
              <a:effectLst/>
            </p:spPr>
          </p:cxnSp>
        </p:grpSp>
        <p:grpSp>
          <p:nvGrpSpPr>
            <p:cNvPr id="724" name="组合 723">
              <a:extLst>
                <a:ext uri="{FF2B5EF4-FFF2-40B4-BE49-F238E27FC236}">
                  <a16:creationId xmlns:a16="http://schemas.microsoft.com/office/drawing/2014/main" id="{15E8495F-CC2D-4AFD-A5EC-43D979F1DE84}"/>
                </a:ext>
              </a:extLst>
            </p:cNvPr>
            <p:cNvGrpSpPr/>
            <p:nvPr/>
          </p:nvGrpSpPr>
          <p:grpSpPr>
            <a:xfrm>
              <a:off x="3800610" y="2202011"/>
              <a:ext cx="155419" cy="311522"/>
              <a:chOff x="3800610" y="2202011"/>
              <a:chExt cx="155419" cy="311522"/>
            </a:xfrm>
          </p:grpSpPr>
          <p:sp>
            <p:nvSpPr>
              <p:cNvPr id="737" name="等腰三角形 736">
                <a:extLst>
                  <a:ext uri="{FF2B5EF4-FFF2-40B4-BE49-F238E27FC236}">
                    <a16:creationId xmlns:a16="http://schemas.microsoft.com/office/drawing/2014/main" id="{156428CF-A782-4103-97D5-38FD6AB4CBAB}"/>
                  </a:ext>
                </a:extLst>
              </p:cNvPr>
              <p:cNvSpPr/>
              <p:nvPr/>
            </p:nvSpPr>
            <p:spPr>
              <a:xfrm rot="5400000" flipH="1">
                <a:off x="3795173" y="2352676"/>
                <a:ext cx="166294" cy="155419"/>
              </a:xfrm>
              <a:prstGeom prst="triangle">
                <a:avLst/>
              </a:prstGeom>
              <a:solidFill>
                <a:schemeClr val="bg1"/>
              </a:solidFill>
              <a:ln w="28575">
                <a:solidFill>
                  <a:srgbClr val="A6A6A6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738" name="直接连接符 737">
                <a:extLst>
                  <a:ext uri="{FF2B5EF4-FFF2-40B4-BE49-F238E27FC236}">
                    <a16:creationId xmlns:a16="http://schemas.microsoft.com/office/drawing/2014/main" id="{0886B580-C337-4BD5-9F04-2AA6A743E725}"/>
                  </a:ext>
                </a:extLst>
              </p:cNvPr>
              <p:cNvCxnSpPr/>
              <p:nvPr/>
            </p:nvCxnSpPr>
            <p:spPr>
              <a:xfrm flipV="1">
                <a:off x="3875778" y="2202011"/>
                <a:ext cx="0" cy="17830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A6A6A6"/>
                </a:solidFill>
                <a:round/>
                <a:headEnd/>
                <a:tailEnd type="none" w="lg" len="lg"/>
              </a:ln>
            </p:spPr>
          </p:cxnSp>
        </p:grpSp>
        <p:grpSp>
          <p:nvGrpSpPr>
            <p:cNvPr id="725" name="组合 724">
              <a:extLst>
                <a:ext uri="{FF2B5EF4-FFF2-40B4-BE49-F238E27FC236}">
                  <a16:creationId xmlns:a16="http://schemas.microsoft.com/office/drawing/2014/main" id="{E9BC8926-54B1-40BF-97CD-F027941E1C6F}"/>
                </a:ext>
              </a:extLst>
            </p:cNvPr>
            <p:cNvGrpSpPr/>
            <p:nvPr/>
          </p:nvGrpSpPr>
          <p:grpSpPr>
            <a:xfrm>
              <a:off x="3808580" y="3055432"/>
              <a:ext cx="155419" cy="311522"/>
              <a:chOff x="3800610" y="2202011"/>
              <a:chExt cx="155419" cy="311522"/>
            </a:xfrm>
          </p:grpSpPr>
          <p:sp>
            <p:nvSpPr>
              <p:cNvPr id="735" name="等腰三角形 734">
                <a:extLst>
                  <a:ext uri="{FF2B5EF4-FFF2-40B4-BE49-F238E27FC236}">
                    <a16:creationId xmlns:a16="http://schemas.microsoft.com/office/drawing/2014/main" id="{2B6646C1-D369-4D0A-8D6A-D5B2DC99DCA6}"/>
                  </a:ext>
                </a:extLst>
              </p:cNvPr>
              <p:cNvSpPr/>
              <p:nvPr/>
            </p:nvSpPr>
            <p:spPr>
              <a:xfrm rot="5400000" flipH="1">
                <a:off x="3795173" y="2352676"/>
                <a:ext cx="166294" cy="155419"/>
              </a:xfrm>
              <a:prstGeom prst="triangle">
                <a:avLst/>
              </a:prstGeom>
              <a:solidFill>
                <a:schemeClr val="bg1"/>
              </a:solidFill>
              <a:ln w="28575">
                <a:solidFill>
                  <a:srgbClr val="A6A6A6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736" name="直接连接符 735">
                <a:extLst>
                  <a:ext uri="{FF2B5EF4-FFF2-40B4-BE49-F238E27FC236}">
                    <a16:creationId xmlns:a16="http://schemas.microsoft.com/office/drawing/2014/main" id="{55D3A135-D77E-47BC-85C8-6B38CC778871}"/>
                  </a:ext>
                </a:extLst>
              </p:cNvPr>
              <p:cNvCxnSpPr/>
              <p:nvPr/>
            </p:nvCxnSpPr>
            <p:spPr>
              <a:xfrm flipV="1">
                <a:off x="3875778" y="2202011"/>
                <a:ext cx="0" cy="17830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A6A6A6"/>
                </a:solidFill>
                <a:round/>
                <a:headEnd/>
                <a:tailEnd type="none" w="lg" len="lg"/>
              </a:ln>
            </p:spPr>
          </p:cxnSp>
        </p:grpSp>
        <p:grpSp>
          <p:nvGrpSpPr>
            <p:cNvPr id="726" name="组合 725">
              <a:extLst>
                <a:ext uri="{FF2B5EF4-FFF2-40B4-BE49-F238E27FC236}">
                  <a16:creationId xmlns:a16="http://schemas.microsoft.com/office/drawing/2014/main" id="{0238CCC1-871E-4248-AB5A-7BB57F1729CB}"/>
                </a:ext>
              </a:extLst>
            </p:cNvPr>
            <p:cNvGrpSpPr/>
            <p:nvPr/>
          </p:nvGrpSpPr>
          <p:grpSpPr>
            <a:xfrm>
              <a:off x="3816550" y="3927903"/>
              <a:ext cx="155419" cy="311522"/>
              <a:chOff x="3800610" y="2202011"/>
              <a:chExt cx="155419" cy="311522"/>
            </a:xfrm>
          </p:grpSpPr>
          <p:sp>
            <p:nvSpPr>
              <p:cNvPr id="733" name="等腰三角形 732">
                <a:extLst>
                  <a:ext uri="{FF2B5EF4-FFF2-40B4-BE49-F238E27FC236}">
                    <a16:creationId xmlns:a16="http://schemas.microsoft.com/office/drawing/2014/main" id="{F991052E-2066-4214-B23E-B5671A4A5C83}"/>
                  </a:ext>
                </a:extLst>
              </p:cNvPr>
              <p:cNvSpPr/>
              <p:nvPr/>
            </p:nvSpPr>
            <p:spPr>
              <a:xfrm rot="5400000" flipH="1">
                <a:off x="3795173" y="2352676"/>
                <a:ext cx="166294" cy="155419"/>
              </a:xfrm>
              <a:prstGeom prst="triangle">
                <a:avLst/>
              </a:prstGeom>
              <a:solidFill>
                <a:schemeClr val="bg1"/>
              </a:solidFill>
              <a:ln w="28575">
                <a:solidFill>
                  <a:srgbClr val="A6A6A6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734" name="直接连接符 733">
                <a:extLst>
                  <a:ext uri="{FF2B5EF4-FFF2-40B4-BE49-F238E27FC236}">
                    <a16:creationId xmlns:a16="http://schemas.microsoft.com/office/drawing/2014/main" id="{411520FB-FBC9-4B94-B5FB-A365F4A0F90C}"/>
                  </a:ext>
                </a:extLst>
              </p:cNvPr>
              <p:cNvCxnSpPr/>
              <p:nvPr/>
            </p:nvCxnSpPr>
            <p:spPr>
              <a:xfrm flipV="1">
                <a:off x="3875778" y="2202011"/>
                <a:ext cx="0" cy="17830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A6A6A6"/>
                </a:solidFill>
                <a:round/>
                <a:headEnd/>
                <a:tailEnd type="none" w="lg" len="lg"/>
              </a:ln>
            </p:spPr>
          </p:cxnSp>
        </p:grpSp>
        <p:grpSp>
          <p:nvGrpSpPr>
            <p:cNvPr id="727" name="组合 726">
              <a:extLst>
                <a:ext uri="{FF2B5EF4-FFF2-40B4-BE49-F238E27FC236}">
                  <a16:creationId xmlns:a16="http://schemas.microsoft.com/office/drawing/2014/main" id="{B6085229-7CA1-440F-A593-5E5E91CA505B}"/>
                </a:ext>
              </a:extLst>
            </p:cNvPr>
            <p:cNvGrpSpPr/>
            <p:nvPr/>
          </p:nvGrpSpPr>
          <p:grpSpPr>
            <a:xfrm>
              <a:off x="3814373" y="4803601"/>
              <a:ext cx="155419" cy="311522"/>
              <a:chOff x="3800610" y="2202011"/>
              <a:chExt cx="155419" cy="311522"/>
            </a:xfrm>
          </p:grpSpPr>
          <p:sp>
            <p:nvSpPr>
              <p:cNvPr id="731" name="等腰三角形 730">
                <a:extLst>
                  <a:ext uri="{FF2B5EF4-FFF2-40B4-BE49-F238E27FC236}">
                    <a16:creationId xmlns:a16="http://schemas.microsoft.com/office/drawing/2014/main" id="{B21441F7-29B8-44F8-83FE-335EC33D9918}"/>
                  </a:ext>
                </a:extLst>
              </p:cNvPr>
              <p:cNvSpPr/>
              <p:nvPr/>
            </p:nvSpPr>
            <p:spPr>
              <a:xfrm rot="5400000" flipH="1">
                <a:off x="3795173" y="2352676"/>
                <a:ext cx="166294" cy="155419"/>
              </a:xfrm>
              <a:prstGeom prst="triangle">
                <a:avLst/>
              </a:prstGeom>
              <a:solidFill>
                <a:schemeClr val="bg1"/>
              </a:solidFill>
              <a:ln w="28575">
                <a:solidFill>
                  <a:srgbClr val="A6A6A6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732" name="直接连接符 731">
                <a:extLst>
                  <a:ext uri="{FF2B5EF4-FFF2-40B4-BE49-F238E27FC236}">
                    <a16:creationId xmlns:a16="http://schemas.microsoft.com/office/drawing/2014/main" id="{BBC2A61E-AF94-476C-B627-82F5EFB6B246}"/>
                  </a:ext>
                </a:extLst>
              </p:cNvPr>
              <p:cNvCxnSpPr/>
              <p:nvPr/>
            </p:nvCxnSpPr>
            <p:spPr>
              <a:xfrm flipV="1">
                <a:off x="3875778" y="2202011"/>
                <a:ext cx="0" cy="17830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A6A6A6"/>
                </a:solidFill>
                <a:round/>
                <a:headEnd/>
                <a:tailEnd type="none" w="lg" len="lg"/>
              </a:ln>
            </p:spPr>
          </p:cxnSp>
        </p:grpSp>
        <p:sp>
          <p:nvSpPr>
            <p:cNvPr id="728" name="文本框 727">
              <a:extLst>
                <a:ext uri="{FF2B5EF4-FFF2-40B4-BE49-F238E27FC236}">
                  <a16:creationId xmlns:a16="http://schemas.microsoft.com/office/drawing/2014/main" id="{14EFA2E8-7F26-4D1B-9523-A27F09129D57}"/>
                </a:ext>
              </a:extLst>
            </p:cNvPr>
            <p:cNvSpPr txBox="1"/>
            <p:nvPr/>
          </p:nvSpPr>
          <p:spPr>
            <a:xfrm>
              <a:off x="3673130" y="1957240"/>
              <a:ext cx="448712" cy="34160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i="1" kern="0" noProof="0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S</a:t>
              </a:r>
              <a:r>
                <a:rPr kumimoji="0" lang="en-US" altLang="zh-CN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rPr>
                <a:t>0</a:t>
              </a:r>
              <a:endParaRPr kumimoji="0" lang="zh-CN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729" name="文本框 728">
              <a:extLst>
                <a:ext uri="{FF2B5EF4-FFF2-40B4-BE49-F238E27FC236}">
                  <a16:creationId xmlns:a16="http://schemas.microsoft.com/office/drawing/2014/main" id="{F837DD4B-E568-4C97-9BBF-7DEACE569713}"/>
                </a:ext>
              </a:extLst>
            </p:cNvPr>
            <p:cNvSpPr txBox="1"/>
            <p:nvPr/>
          </p:nvSpPr>
          <p:spPr>
            <a:xfrm>
              <a:off x="3663716" y="2805244"/>
              <a:ext cx="448712" cy="34160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i="1" kern="0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S</a:t>
              </a:r>
              <a:r>
                <a:rPr kumimoji="0" lang="en-US" altLang="zh-CN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rPr>
                <a:t>1</a:t>
              </a:r>
              <a:endParaRPr kumimoji="0" lang="zh-CN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sp>
          <p:nvSpPr>
            <p:cNvPr id="730" name="文本框 729">
              <a:extLst>
                <a:ext uri="{FF2B5EF4-FFF2-40B4-BE49-F238E27FC236}">
                  <a16:creationId xmlns:a16="http://schemas.microsoft.com/office/drawing/2014/main" id="{8108EF94-B9E3-4CA4-8557-E5B4089F2773}"/>
                </a:ext>
              </a:extLst>
            </p:cNvPr>
            <p:cNvSpPr txBox="1"/>
            <p:nvPr/>
          </p:nvSpPr>
          <p:spPr>
            <a:xfrm>
              <a:off x="3674642" y="3681615"/>
              <a:ext cx="448712" cy="34160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i="1" kern="0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S</a:t>
              </a:r>
              <a:r>
                <a:rPr kumimoji="0" lang="en-US" altLang="zh-CN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rPr>
                <a:t>2</a:t>
              </a:r>
              <a:endParaRPr kumimoji="0" lang="zh-CN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</p:grpSp>
      <p:sp>
        <p:nvSpPr>
          <p:cNvPr id="747" name="Text Box 51">
            <a:extLst>
              <a:ext uri="{FF2B5EF4-FFF2-40B4-BE49-F238E27FC236}">
                <a16:creationId xmlns:a16="http://schemas.microsoft.com/office/drawing/2014/main" id="{CE63C6B7-9148-4C89-94AE-666E2DA6EF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634" y="675961"/>
            <a:ext cx="8868726" cy="328936"/>
          </a:xfrm>
          <a:prstGeom prst="rect">
            <a:avLst/>
          </a:prstGeom>
          <a:solidFill>
            <a:srgbClr val="FFFFFF">
              <a:lumMod val="85000"/>
            </a:srgbClr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Cache 8</a:t>
            </a: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行，分</a:t>
            </a: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4</a:t>
            </a: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组，块大小</a:t>
            </a: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4W</a:t>
            </a: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，主存</a:t>
            </a: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2</a:t>
            </a:r>
            <a:r>
              <a:rPr kumimoji="0" lang="en-US" altLang="zh-CN" sz="1400" b="0" i="0" u="none" strike="noStrike" kern="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9  </a:t>
            </a: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W    Cache</a:t>
            </a: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总容量</a:t>
            </a: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=</a:t>
            </a: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rPr>
              <a:t>（</a:t>
            </a: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valid</a:t>
            </a: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rPr>
              <a:t>+</a:t>
            </a: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/>
                <a:ea typeface="微软雅黑"/>
              </a:rPr>
              <a:t>标记位</a:t>
            </a: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rPr>
              <a:t>+</a:t>
            </a: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标志位</a:t>
            </a: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rPr>
              <a:t>+</a:t>
            </a: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339933"/>
                </a:solidFill>
                <a:effectLst/>
                <a:uLnTx/>
                <a:uFillTx/>
                <a:latin typeface="微软雅黑"/>
                <a:ea typeface="微软雅黑"/>
              </a:rPr>
              <a:t>副本容量</a:t>
            </a: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</a:rPr>
              <a:t>）*</a:t>
            </a:r>
            <a:r>
              <a: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</a:rPr>
              <a:t>总行数</a:t>
            </a: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/>
              <a:ea typeface="微软雅黑"/>
            </a:endParaRPr>
          </a:p>
        </p:txBody>
      </p:sp>
      <p:grpSp>
        <p:nvGrpSpPr>
          <p:cNvPr id="748" name="组合 747">
            <a:extLst>
              <a:ext uri="{FF2B5EF4-FFF2-40B4-BE49-F238E27FC236}">
                <a16:creationId xmlns:a16="http://schemas.microsoft.com/office/drawing/2014/main" id="{1AB69DDC-4B2D-40D0-9338-72B8D3B792C8}"/>
              </a:ext>
            </a:extLst>
          </p:cNvPr>
          <p:cNvGrpSpPr/>
          <p:nvPr/>
        </p:nvGrpSpPr>
        <p:grpSpPr>
          <a:xfrm>
            <a:off x="3549092" y="2240774"/>
            <a:ext cx="415399" cy="2978426"/>
            <a:chOff x="5151955" y="2082625"/>
            <a:chExt cx="415399" cy="2978426"/>
          </a:xfrm>
        </p:grpSpPr>
        <p:sp>
          <p:nvSpPr>
            <p:cNvPr id="749" name="矩形 748">
              <a:extLst>
                <a:ext uri="{FF2B5EF4-FFF2-40B4-BE49-F238E27FC236}">
                  <a16:creationId xmlns:a16="http://schemas.microsoft.com/office/drawing/2014/main" id="{4F55A352-0496-43BC-9B60-A3250B101843}"/>
                </a:ext>
              </a:extLst>
            </p:cNvPr>
            <p:cNvSpPr/>
            <p:nvPr/>
          </p:nvSpPr>
          <p:spPr>
            <a:xfrm>
              <a:off x="5156718" y="2449054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L1</a:t>
              </a:r>
            </a:p>
          </p:txBody>
        </p:sp>
        <p:sp>
          <p:nvSpPr>
            <p:cNvPr id="750" name="矩形 749">
              <a:extLst>
                <a:ext uri="{FF2B5EF4-FFF2-40B4-BE49-F238E27FC236}">
                  <a16:creationId xmlns:a16="http://schemas.microsoft.com/office/drawing/2014/main" id="{1786F469-A0ED-40D6-BFA8-6F84823573B0}"/>
                </a:ext>
              </a:extLst>
            </p:cNvPr>
            <p:cNvSpPr/>
            <p:nvPr/>
          </p:nvSpPr>
          <p:spPr>
            <a:xfrm>
              <a:off x="5151955" y="2082625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L0</a:t>
              </a:r>
            </a:p>
          </p:txBody>
        </p:sp>
        <p:sp>
          <p:nvSpPr>
            <p:cNvPr id="751" name="矩形 750">
              <a:extLst>
                <a:ext uri="{FF2B5EF4-FFF2-40B4-BE49-F238E27FC236}">
                  <a16:creationId xmlns:a16="http://schemas.microsoft.com/office/drawing/2014/main" id="{6E211124-7AEC-48C3-853C-E04BAAEE6202}"/>
                </a:ext>
              </a:extLst>
            </p:cNvPr>
            <p:cNvSpPr/>
            <p:nvPr/>
          </p:nvSpPr>
          <p:spPr>
            <a:xfrm>
              <a:off x="5156718" y="2822484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L2</a:t>
              </a:r>
            </a:p>
          </p:txBody>
        </p:sp>
        <p:sp>
          <p:nvSpPr>
            <p:cNvPr id="752" name="矩形 751">
              <a:extLst>
                <a:ext uri="{FF2B5EF4-FFF2-40B4-BE49-F238E27FC236}">
                  <a16:creationId xmlns:a16="http://schemas.microsoft.com/office/drawing/2014/main" id="{74757E99-E858-4115-B300-47A2866EA606}"/>
                </a:ext>
              </a:extLst>
            </p:cNvPr>
            <p:cNvSpPr/>
            <p:nvPr/>
          </p:nvSpPr>
          <p:spPr>
            <a:xfrm>
              <a:off x="5156718" y="3204132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L3</a:t>
              </a:r>
            </a:p>
          </p:txBody>
        </p:sp>
        <p:sp>
          <p:nvSpPr>
            <p:cNvPr id="753" name="矩形 752">
              <a:extLst>
                <a:ext uri="{FF2B5EF4-FFF2-40B4-BE49-F238E27FC236}">
                  <a16:creationId xmlns:a16="http://schemas.microsoft.com/office/drawing/2014/main" id="{232EE1D8-F17C-444A-93B3-04AC70D3D95A}"/>
                </a:ext>
              </a:extLst>
            </p:cNvPr>
            <p:cNvSpPr/>
            <p:nvPr/>
          </p:nvSpPr>
          <p:spPr>
            <a:xfrm>
              <a:off x="5156718" y="3642390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L4</a:t>
              </a:r>
            </a:p>
          </p:txBody>
        </p:sp>
        <p:sp>
          <p:nvSpPr>
            <p:cNvPr id="754" name="矩形 753">
              <a:extLst>
                <a:ext uri="{FF2B5EF4-FFF2-40B4-BE49-F238E27FC236}">
                  <a16:creationId xmlns:a16="http://schemas.microsoft.com/office/drawing/2014/main" id="{537CD7CF-54C9-4E8C-AE58-94B3486B84E2}"/>
                </a:ext>
              </a:extLst>
            </p:cNvPr>
            <p:cNvSpPr/>
            <p:nvPr/>
          </p:nvSpPr>
          <p:spPr>
            <a:xfrm>
              <a:off x="5156718" y="4027053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L5</a:t>
              </a:r>
            </a:p>
          </p:txBody>
        </p:sp>
        <p:sp>
          <p:nvSpPr>
            <p:cNvPr id="755" name="矩形 754">
              <a:extLst>
                <a:ext uri="{FF2B5EF4-FFF2-40B4-BE49-F238E27FC236}">
                  <a16:creationId xmlns:a16="http://schemas.microsoft.com/office/drawing/2014/main" id="{B7C309CB-0FF1-4DC1-987A-1033A4E5DFDC}"/>
                </a:ext>
              </a:extLst>
            </p:cNvPr>
            <p:cNvSpPr/>
            <p:nvPr/>
          </p:nvSpPr>
          <p:spPr>
            <a:xfrm>
              <a:off x="5156718" y="4416001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L6</a:t>
              </a:r>
            </a:p>
          </p:txBody>
        </p:sp>
        <p:sp>
          <p:nvSpPr>
            <p:cNvPr id="756" name="矩形 755">
              <a:extLst>
                <a:ext uri="{FF2B5EF4-FFF2-40B4-BE49-F238E27FC236}">
                  <a16:creationId xmlns:a16="http://schemas.microsoft.com/office/drawing/2014/main" id="{4DCEBEAE-959A-470C-8A18-E78429949B98}"/>
                </a:ext>
              </a:extLst>
            </p:cNvPr>
            <p:cNvSpPr/>
            <p:nvPr/>
          </p:nvSpPr>
          <p:spPr>
            <a:xfrm>
              <a:off x="5156718" y="4811719"/>
              <a:ext cx="410636" cy="24933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L7</a:t>
              </a:r>
            </a:p>
          </p:txBody>
        </p:sp>
      </p:grpSp>
      <p:sp>
        <p:nvSpPr>
          <p:cNvPr id="757" name="矩形 756">
            <a:extLst>
              <a:ext uri="{FF2B5EF4-FFF2-40B4-BE49-F238E27FC236}">
                <a16:creationId xmlns:a16="http://schemas.microsoft.com/office/drawing/2014/main" id="{862F279E-F196-4DF9-A389-4B9D8C56CD88}"/>
              </a:ext>
            </a:extLst>
          </p:cNvPr>
          <p:cNvSpPr/>
          <p:nvPr/>
        </p:nvSpPr>
        <p:spPr>
          <a:xfrm>
            <a:off x="3021947" y="3376052"/>
            <a:ext cx="410636" cy="249332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K0</a:t>
            </a:r>
          </a:p>
        </p:txBody>
      </p:sp>
      <p:sp>
        <p:nvSpPr>
          <p:cNvPr id="758" name="矩形 757">
            <a:extLst>
              <a:ext uri="{FF2B5EF4-FFF2-40B4-BE49-F238E27FC236}">
                <a16:creationId xmlns:a16="http://schemas.microsoft.com/office/drawing/2014/main" id="{DE86988F-A1EA-4BCF-B7C3-D33AA887E3F7}"/>
              </a:ext>
            </a:extLst>
          </p:cNvPr>
          <p:cNvSpPr/>
          <p:nvPr/>
        </p:nvSpPr>
        <p:spPr>
          <a:xfrm>
            <a:off x="3021987" y="3769762"/>
            <a:ext cx="410636" cy="249332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K1</a:t>
            </a:r>
          </a:p>
        </p:txBody>
      </p:sp>
      <p:grpSp>
        <p:nvGrpSpPr>
          <p:cNvPr id="759" name="组合 758">
            <a:extLst>
              <a:ext uri="{FF2B5EF4-FFF2-40B4-BE49-F238E27FC236}">
                <a16:creationId xmlns:a16="http://schemas.microsoft.com/office/drawing/2014/main" id="{26741392-4722-4BE6-B030-1F944F674F95}"/>
              </a:ext>
            </a:extLst>
          </p:cNvPr>
          <p:cNvGrpSpPr/>
          <p:nvPr/>
        </p:nvGrpSpPr>
        <p:grpSpPr>
          <a:xfrm>
            <a:off x="2169114" y="4561111"/>
            <a:ext cx="426897" cy="493381"/>
            <a:chOff x="4588722" y="4955341"/>
            <a:chExt cx="426897" cy="493381"/>
          </a:xfrm>
        </p:grpSpPr>
        <p:sp>
          <p:nvSpPr>
            <p:cNvPr id="760" name="文本框 759">
              <a:extLst>
                <a:ext uri="{FF2B5EF4-FFF2-40B4-BE49-F238E27FC236}">
                  <a16:creationId xmlns:a16="http://schemas.microsoft.com/office/drawing/2014/main" id="{917F0968-0D33-426C-BA20-B6EE160A7B7C}"/>
                </a:ext>
              </a:extLst>
            </p:cNvPr>
            <p:cNvSpPr txBox="1"/>
            <p:nvPr/>
          </p:nvSpPr>
          <p:spPr>
            <a:xfrm>
              <a:off x="4611341" y="4955341"/>
              <a:ext cx="404278" cy="307777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i="1" kern="0" dirty="0">
                  <a:solidFill>
                    <a:srgbClr val="1FB965"/>
                  </a:solidFill>
                  <a:latin typeface="Arial" charset="0"/>
                  <a:ea typeface="华文细黑" pitchFamily="2" charset="-122"/>
                </a:rPr>
                <a:t>S</a:t>
              </a:r>
              <a:r>
                <a:rPr kumimoji="0" lang="en-US" altLang="zh-CN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1FB965"/>
                  </a:solidFill>
                  <a:effectLst/>
                  <a:uLnTx/>
                  <a:uFillTx/>
                  <a:latin typeface="Arial" charset="0"/>
                  <a:ea typeface="华文细黑" pitchFamily="2" charset="-122"/>
                </a:rPr>
                <a:t>3</a:t>
              </a:r>
              <a:endParaRPr kumimoji="0" lang="zh-CN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1FB965"/>
                </a:solidFill>
                <a:effectLst/>
                <a:uLnTx/>
                <a:uFillTx/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761" name="直接连接符 760">
              <a:extLst>
                <a:ext uri="{FF2B5EF4-FFF2-40B4-BE49-F238E27FC236}">
                  <a16:creationId xmlns:a16="http://schemas.microsoft.com/office/drawing/2014/main" id="{CDA937F4-E7D5-4B47-B718-2AB2461D79C6}"/>
                </a:ext>
              </a:extLst>
            </p:cNvPr>
            <p:cNvCxnSpPr/>
            <p:nvPr/>
          </p:nvCxnSpPr>
          <p:spPr>
            <a:xfrm>
              <a:off x="4588722" y="5371522"/>
              <a:ext cx="397025" cy="0"/>
            </a:xfrm>
            <a:prstGeom prst="line">
              <a:avLst/>
            </a:prstGeom>
            <a:noFill/>
            <a:ln w="25400" cap="flat" cmpd="sng" algn="ctr">
              <a:solidFill>
                <a:srgbClr val="1FB965"/>
              </a:solidFill>
              <a:prstDash val="solid"/>
            </a:ln>
            <a:effectLst/>
          </p:spPr>
        </p:cxnSp>
        <p:sp>
          <p:nvSpPr>
            <p:cNvPr id="762" name="等腰三角形 761">
              <a:extLst>
                <a:ext uri="{FF2B5EF4-FFF2-40B4-BE49-F238E27FC236}">
                  <a16:creationId xmlns:a16="http://schemas.microsoft.com/office/drawing/2014/main" id="{403B7D4B-932E-4EBE-943F-EAC1F5675C56}"/>
                </a:ext>
              </a:extLst>
            </p:cNvPr>
            <p:cNvSpPr/>
            <p:nvPr/>
          </p:nvSpPr>
          <p:spPr>
            <a:xfrm rot="5400000" flipH="1">
              <a:off x="4722491" y="5303795"/>
              <a:ext cx="149826" cy="140028"/>
            </a:xfrm>
            <a:prstGeom prst="triangle">
              <a:avLst/>
            </a:prstGeom>
            <a:solidFill>
              <a:schemeClr val="bg1"/>
            </a:solidFill>
            <a:ln w="28575">
              <a:solidFill>
                <a:srgbClr val="1FB965"/>
              </a:solidFill>
              <a:round/>
              <a:headEnd/>
              <a:tailEnd type="triangle" w="lg" len="lg"/>
            </a:ln>
          </p:spPr>
          <p:txBody>
            <a:bodyPr vert="horz" wrap="square" lIns="86699" tIns="43349" rIns="86699" bIns="43349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3792" i="1">
                <a:solidFill>
                  <a:srgbClr val="000000"/>
                </a:solidFill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763" name="直接连接符 762">
              <a:extLst>
                <a:ext uri="{FF2B5EF4-FFF2-40B4-BE49-F238E27FC236}">
                  <a16:creationId xmlns:a16="http://schemas.microsoft.com/office/drawing/2014/main" id="{1C971401-A540-40A1-9C0E-EB288C0E7FAF}"/>
                </a:ext>
              </a:extLst>
            </p:cNvPr>
            <p:cNvCxnSpPr/>
            <p:nvPr/>
          </p:nvCxnSpPr>
          <p:spPr>
            <a:xfrm flipV="1">
              <a:off x="4795114" y="5168050"/>
              <a:ext cx="0" cy="160646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rgbClr val="1FB965"/>
              </a:solidFill>
              <a:round/>
              <a:headEnd/>
              <a:tailEnd type="none" w="lg" len="lg"/>
            </a:ln>
          </p:spPr>
        </p:cxnSp>
      </p:grpSp>
      <p:cxnSp>
        <p:nvCxnSpPr>
          <p:cNvPr id="764" name="直接连接符 763">
            <a:extLst>
              <a:ext uri="{FF2B5EF4-FFF2-40B4-BE49-F238E27FC236}">
                <a16:creationId xmlns:a16="http://schemas.microsoft.com/office/drawing/2014/main" id="{2E10D1F1-BCB2-4872-AFE6-1C549B75AA62}"/>
              </a:ext>
            </a:extLst>
          </p:cNvPr>
          <p:cNvCxnSpPr/>
          <p:nvPr/>
        </p:nvCxnSpPr>
        <p:spPr>
          <a:xfrm>
            <a:off x="2564587" y="3799279"/>
            <a:ext cx="0" cy="1164419"/>
          </a:xfrm>
          <a:prstGeom prst="line">
            <a:avLst/>
          </a:prstGeom>
          <a:noFill/>
          <a:ln w="57150" cap="sq" cmpd="sng" algn="ctr">
            <a:solidFill>
              <a:srgbClr val="1FB965"/>
            </a:solidFill>
            <a:prstDash val="solid"/>
            <a:miter lim="800000"/>
          </a:ln>
          <a:effectLst/>
        </p:spPr>
      </p:cxnSp>
      <p:cxnSp>
        <p:nvCxnSpPr>
          <p:cNvPr id="765" name="直接连接符 764">
            <a:extLst>
              <a:ext uri="{FF2B5EF4-FFF2-40B4-BE49-F238E27FC236}">
                <a16:creationId xmlns:a16="http://schemas.microsoft.com/office/drawing/2014/main" id="{23024487-980C-420B-8593-1E2E352BB452}"/>
              </a:ext>
            </a:extLst>
          </p:cNvPr>
          <p:cNvCxnSpPr/>
          <p:nvPr/>
        </p:nvCxnSpPr>
        <p:spPr>
          <a:xfrm flipH="1">
            <a:off x="2564587" y="3794052"/>
            <a:ext cx="278060" cy="0"/>
          </a:xfrm>
          <a:prstGeom prst="line">
            <a:avLst/>
          </a:prstGeom>
          <a:noFill/>
          <a:ln w="57150" cap="sq" cmpd="sng" algn="ctr">
            <a:solidFill>
              <a:srgbClr val="1FB965"/>
            </a:solidFill>
            <a:prstDash val="solid"/>
            <a:miter lim="800000"/>
          </a:ln>
          <a:effectLst/>
        </p:spPr>
      </p:cxnSp>
      <p:grpSp>
        <p:nvGrpSpPr>
          <p:cNvPr id="766" name="组合 765">
            <a:extLst>
              <a:ext uri="{FF2B5EF4-FFF2-40B4-BE49-F238E27FC236}">
                <a16:creationId xmlns:a16="http://schemas.microsoft.com/office/drawing/2014/main" id="{6D369EC7-5370-4BE6-AFE4-5E59DF235453}"/>
              </a:ext>
            </a:extLst>
          </p:cNvPr>
          <p:cNvGrpSpPr/>
          <p:nvPr/>
        </p:nvGrpSpPr>
        <p:grpSpPr>
          <a:xfrm>
            <a:off x="7097855" y="4475641"/>
            <a:ext cx="598657" cy="378901"/>
            <a:chOff x="11043173" y="2544832"/>
            <a:chExt cx="598657" cy="378901"/>
          </a:xfrm>
        </p:grpSpPr>
        <p:grpSp>
          <p:nvGrpSpPr>
            <p:cNvPr id="767" name="组合 766">
              <a:extLst>
                <a:ext uri="{FF2B5EF4-FFF2-40B4-BE49-F238E27FC236}">
                  <a16:creationId xmlns:a16="http://schemas.microsoft.com/office/drawing/2014/main" id="{2BBD1197-5F2C-4ACA-9502-05CF040B3253}"/>
                </a:ext>
              </a:extLst>
            </p:cNvPr>
            <p:cNvGrpSpPr/>
            <p:nvPr/>
          </p:nvGrpSpPr>
          <p:grpSpPr>
            <a:xfrm>
              <a:off x="11043173" y="2544832"/>
              <a:ext cx="598657" cy="378901"/>
              <a:chOff x="9511834" y="4870703"/>
              <a:chExt cx="598657" cy="378901"/>
            </a:xfrm>
          </p:grpSpPr>
          <p:sp>
            <p:nvSpPr>
              <p:cNvPr id="769" name="等腰三角形 768">
                <a:extLst>
                  <a:ext uri="{FF2B5EF4-FFF2-40B4-BE49-F238E27FC236}">
                    <a16:creationId xmlns:a16="http://schemas.microsoft.com/office/drawing/2014/main" id="{D9318DE6-E608-439A-AA4C-DB1C85F14347}"/>
                  </a:ext>
                </a:extLst>
              </p:cNvPr>
              <p:cNvSpPr/>
              <p:nvPr/>
            </p:nvSpPr>
            <p:spPr>
              <a:xfrm rot="5400000" flipH="1">
                <a:off x="9728813" y="5103506"/>
                <a:ext cx="151037" cy="141159"/>
              </a:xfrm>
              <a:prstGeom prst="triangle">
                <a:avLst/>
              </a:prstGeom>
              <a:solidFill>
                <a:schemeClr val="bg1"/>
              </a:solidFill>
              <a:ln w="38100">
                <a:solidFill>
                  <a:srgbClr val="1FB965"/>
                </a:solidFill>
                <a:round/>
                <a:headEnd/>
                <a:tailEnd type="triangle" w="lg" len="lg"/>
              </a:ln>
            </p:spPr>
            <p:txBody>
              <a:bodyPr vert="horz" wrap="square" lIns="86699" tIns="43349" rIns="86699" bIns="43349" numCol="1" anchor="t" anchorCtr="0" compatLnSpc="1">
                <a:prstTxWarp prst="textNoShape">
                  <a:avLst/>
                </a:prstTxWarp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3792" i="1">
                  <a:solidFill>
                    <a:srgbClr val="000000"/>
                  </a:solidFill>
                  <a:latin typeface="Arial" charset="0"/>
                  <a:ea typeface="华文细黑" pitchFamily="2" charset="-122"/>
                </a:endParaRPr>
              </a:p>
            </p:txBody>
          </p:sp>
          <p:cxnSp>
            <p:nvCxnSpPr>
              <p:cNvPr id="770" name="直接连接符 769">
                <a:extLst>
                  <a:ext uri="{FF2B5EF4-FFF2-40B4-BE49-F238E27FC236}">
                    <a16:creationId xmlns:a16="http://schemas.microsoft.com/office/drawing/2014/main" id="{4982D7C6-10E0-4ABD-8DCC-2780FF117A06}"/>
                  </a:ext>
                </a:extLst>
              </p:cNvPr>
              <p:cNvCxnSpPr>
                <a:endCxn id="769" idx="3"/>
              </p:cNvCxnSpPr>
              <p:nvPr/>
            </p:nvCxnSpPr>
            <p:spPr>
              <a:xfrm>
                <a:off x="9511834" y="5172150"/>
                <a:ext cx="221918" cy="1936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rgbClr val="1FB965"/>
                </a:solidFill>
                <a:round/>
                <a:headEnd/>
                <a:tailEnd type="none" w="lg" len="lg"/>
              </a:ln>
            </p:spPr>
          </p:cxnSp>
          <p:cxnSp>
            <p:nvCxnSpPr>
              <p:cNvPr id="771" name="直接连接符 770">
                <a:extLst>
                  <a:ext uri="{FF2B5EF4-FFF2-40B4-BE49-F238E27FC236}">
                    <a16:creationId xmlns:a16="http://schemas.microsoft.com/office/drawing/2014/main" id="{36734046-9E7B-49DE-BD04-AD8BB8211EB2}"/>
                  </a:ext>
                </a:extLst>
              </p:cNvPr>
              <p:cNvCxnSpPr/>
              <p:nvPr/>
            </p:nvCxnSpPr>
            <p:spPr>
              <a:xfrm>
                <a:off x="9870747" y="5172150"/>
                <a:ext cx="221918" cy="1936"/>
              </a:xfrm>
              <a:prstGeom prst="line">
                <a:avLst/>
              </a:prstGeom>
              <a:solidFill>
                <a:schemeClr val="bg1"/>
              </a:solidFill>
              <a:ln w="38100" cap="sq">
                <a:solidFill>
                  <a:srgbClr val="1FB965"/>
                </a:solidFill>
                <a:miter lim="800000"/>
                <a:headEnd/>
                <a:tailEnd type="none" w="lg" len="lg"/>
              </a:ln>
            </p:spPr>
          </p:cxnSp>
          <p:sp>
            <p:nvSpPr>
              <p:cNvPr id="772" name="文本框 771">
                <a:extLst>
                  <a:ext uri="{FF2B5EF4-FFF2-40B4-BE49-F238E27FC236}">
                    <a16:creationId xmlns:a16="http://schemas.microsoft.com/office/drawing/2014/main" id="{031BC627-12FC-4AF5-A537-79F449B380CD}"/>
                  </a:ext>
                </a:extLst>
              </p:cNvPr>
              <p:cNvSpPr txBox="1"/>
              <p:nvPr/>
            </p:nvSpPr>
            <p:spPr>
              <a:xfrm>
                <a:off x="9769980" y="4870703"/>
                <a:ext cx="340511" cy="261882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non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1FB965"/>
                    </a:solidFill>
                    <a:latin typeface="微软雅黑"/>
                    <a:ea typeface="微软雅黑"/>
                  </a:rPr>
                  <a:t>L6</a:t>
                </a:r>
                <a:endParaRPr lang="zh-CN" altLang="en-US" sz="1100" dirty="0">
                  <a:solidFill>
                    <a:srgbClr val="1FB965"/>
                  </a:solidFill>
                  <a:latin typeface="微软雅黑"/>
                  <a:ea typeface="微软雅黑"/>
                </a:endParaRPr>
              </a:p>
            </p:txBody>
          </p:sp>
        </p:grpSp>
        <p:cxnSp>
          <p:nvCxnSpPr>
            <p:cNvPr id="768" name="直接连接符 767">
              <a:extLst>
                <a:ext uri="{FF2B5EF4-FFF2-40B4-BE49-F238E27FC236}">
                  <a16:creationId xmlns:a16="http://schemas.microsoft.com/office/drawing/2014/main" id="{6961774D-CE83-4C0B-8EEA-A160D466990C}"/>
                </a:ext>
              </a:extLst>
            </p:cNvPr>
            <p:cNvCxnSpPr/>
            <p:nvPr/>
          </p:nvCxnSpPr>
          <p:spPr>
            <a:xfrm flipV="1">
              <a:off x="11324373" y="2634894"/>
              <a:ext cx="0" cy="161944"/>
            </a:xfrm>
            <a:prstGeom prst="line">
              <a:avLst/>
            </a:prstGeom>
            <a:solidFill>
              <a:schemeClr val="bg1"/>
            </a:solidFill>
            <a:ln w="38100">
              <a:solidFill>
                <a:srgbClr val="1FB965"/>
              </a:solidFill>
              <a:round/>
              <a:headEnd/>
              <a:tailEnd type="none" w="lg" len="lg"/>
            </a:ln>
          </p:spPr>
        </p:cxnSp>
      </p:grpSp>
      <p:cxnSp>
        <p:nvCxnSpPr>
          <p:cNvPr id="773" name="直接连接符 772">
            <a:extLst>
              <a:ext uri="{FF2B5EF4-FFF2-40B4-BE49-F238E27FC236}">
                <a16:creationId xmlns:a16="http://schemas.microsoft.com/office/drawing/2014/main" id="{C5E52C70-183A-4FB8-B0BD-DFB2D691008A}"/>
              </a:ext>
            </a:extLst>
          </p:cNvPr>
          <p:cNvCxnSpPr/>
          <p:nvPr/>
        </p:nvCxnSpPr>
        <p:spPr>
          <a:xfrm>
            <a:off x="7679554" y="3821666"/>
            <a:ext cx="0" cy="960939"/>
          </a:xfrm>
          <a:prstGeom prst="line">
            <a:avLst/>
          </a:prstGeom>
          <a:solidFill>
            <a:schemeClr val="bg1"/>
          </a:solidFill>
          <a:ln w="38100" cap="sq">
            <a:solidFill>
              <a:srgbClr val="1FB965"/>
            </a:solidFill>
            <a:miter lim="800000"/>
            <a:headEnd/>
            <a:tailEnd type="none" w="lg" len="lg"/>
          </a:ln>
        </p:spPr>
      </p:cxnSp>
      <p:cxnSp>
        <p:nvCxnSpPr>
          <p:cNvPr id="774" name="直接连接符 773">
            <a:extLst>
              <a:ext uri="{FF2B5EF4-FFF2-40B4-BE49-F238E27FC236}">
                <a16:creationId xmlns:a16="http://schemas.microsoft.com/office/drawing/2014/main" id="{FFDFC4AB-7F5F-4E35-AB45-543D5C86D07B}"/>
              </a:ext>
            </a:extLst>
          </p:cNvPr>
          <p:cNvCxnSpPr/>
          <p:nvPr/>
        </p:nvCxnSpPr>
        <p:spPr>
          <a:xfrm flipH="1">
            <a:off x="7687174" y="3806611"/>
            <a:ext cx="261487" cy="0"/>
          </a:xfrm>
          <a:prstGeom prst="line">
            <a:avLst/>
          </a:prstGeom>
          <a:solidFill>
            <a:schemeClr val="bg1"/>
          </a:solidFill>
          <a:ln w="38100" cap="sq">
            <a:solidFill>
              <a:srgbClr val="1FB965"/>
            </a:solidFill>
            <a:miter lim="800000"/>
            <a:headEnd/>
            <a:tailEnd type="none" w="lg" len="lg"/>
          </a:ln>
        </p:spPr>
      </p:cxnSp>
      <p:grpSp>
        <p:nvGrpSpPr>
          <p:cNvPr id="775" name="组合 774">
            <a:extLst>
              <a:ext uri="{FF2B5EF4-FFF2-40B4-BE49-F238E27FC236}">
                <a16:creationId xmlns:a16="http://schemas.microsoft.com/office/drawing/2014/main" id="{E9114871-2F58-491B-A42D-126463679612}"/>
              </a:ext>
            </a:extLst>
          </p:cNvPr>
          <p:cNvGrpSpPr/>
          <p:nvPr/>
        </p:nvGrpSpPr>
        <p:grpSpPr>
          <a:xfrm>
            <a:off x="7900945" y="2992634"/>
            <a:ext cx="1154415" cy="1587985"/>
            <a:chOff x="10169705" y="3233343"/>
            <a:chExt cx="1154415" cy="1587985"/>
          </a:xfrm>
        </p:grpSpPr>
        <p:grpSp>
          <p:nvGrpSpPr>
            <p:cNvPr id="776" name="组合 775">
              <a:extLst>
                <a:ext uri="{FF2B5EF4-FFF2-40B4-BE49-F238E27FC236}">
                  <a16:creationId xmlns:a16="http://schemas.microsoft.com/office/drawing/2014/main" id="{E5D84906-7538-4F88-8952-23CCDDE76E34}"/>
                </a:ext>
              </a:extLst>
            </p:cNvPr>
            <p:cNvGrpSpPr/>
            <p:nvPr/>
          </p:nvGrpSpPr>
          <p:grpSpPr>
            <a:xfrm>
              <a:off x="10169705" y="3233343"/>
              <a:ext cx="1154415" cy="1587985"/>
              <a:chOff x="10169705" y="3233343"/>
              <a:chExt cx="1154415" cy="1587985"/>
            </a:xfrm>
          </p:grpSpPr>
          <p:cxnSp>
            <p:nvCxnSpPr>
              <p:cNvPr id="778" name="直接连接符 777">
                <a:extLst>
                  <a:ext uri="{FF2B5EF4-FFF2-40B4-BE49-F238E27FC236}">
                    <a16:creationId xmlns:a16="http://schemas.microsoft.com/office/drawing/2014/main" id="{D66EA4B8-89E1-4396-AFC3-CC06906F3708}"/>
                  </a:ext>
                </a:extLst>
              </p:cNvPr>
              <p:cNvCxnSpPr/>
              <p:nvPr/>
            </p:nvCxnSpPr>
            <p:spPr>
              <a:xfrm rot="16200000">
                <a:off x="10929857" y="3912302"/>
                <a:ext cx="0" cy="265551"/>
              </a:xfrm>
              <a:prstGeom prst="line">
                <a:avLst/>
              </a:prstGeom>
              <a:ln w="38100">
                <a:solidFill>
                  <a:srgbClr val="1FB965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9" name="组合 778">
                <a:extLst>
                  <a:ext uri="{FF2B5EF4-FFF2-40B4-BE49-F238E27FC236}">
                    <a16:creationId xmlns:a16="http://schemas.microsoft.com/office/drawing/2014/main" id="{1EECE8AC-1D13-4849-ACDB-95F0702A0243}"/>
                  </a:ext>
                </a:extLst>
              </p:cNvPr>
              <p:cNvGrpSpPr/>
              <p:nvPr/>
            </p:nvGrpSpPr>
            <p:grpSpPr>
              <a:xfrm>
                <a:off x="10244462" y="3578358"/>
                <a:ext cx="300327" cy="904206"/>
                <a:chOff x="7766536" y="3451012"/>
                <a:chExt cx="300016" cy="903269"/>
              </a:xfrm>
            </p:grpSpPr>
            <p:cxnSp>
              <p:nvCxnSpPr>
                <p:cNvPr id="788" name="直接连接符 787">
                  <a:extLst>
                    <a:ext uri="{FF2B5EF4-FFF2-40B4-BE49-F238E27FC236}">
                      <a16:creationId xmlns:a16="http://schemas.microsoft.com/office/drawing/2014/main" id="{DA87E762-F495-4ED6-9D9F-0AE7CEDEC00A}"/>
                    </a:ext>
                  </a:extLst>
                </p:cNvPr>
                <p:cNvCxnSpPr/>
                <p:nvPr/>
              </p:nvCxnSpPr>
              <p:spPr>
                <a:xfrm>
                  <a:off x="7766536" y="3451012"/>
                  <a:ext cx="0" cy="903269"/>
                </a:xfrm>
                <a:prstGeom prst="line">
                  <a:avLst/>
                </a:prstGeom>
                <a:solidFill>
                  <a:schemeClr val="bg1"/>
                </a:solidFill>
                <a:ln w="19050" cap="sq">
                  <a:solidFill>
                    <a:schemeClr val="accent1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789" name="直接连接符 788">
                  <a:extLst>
                    <a:ext uri="{FF2B5EF4-FFF2-40B4-BE49-F238E27FC236}">
                      <a16:creationId xmlns:a16="http://schemas.microsoft.com/office/drawing/2014/main" id="{88B6ADA0-1A6C-4EE6-BFBE-532E41AA1374}"/>
                    </a:ext>
                  </a:extLst>
                </p:cNvPr>
                <p:cNvCxnSpPr/>
                <p:nvPr/>
              </p:nvCxnSpPr>
              <p:spPr>
                <a:xfrm flipH="1">
                  <a:off x="7774273" y="3451012"/>
                  <a:ext cx="287198" cy="0"/>
                </a:xfrm>
                <a:prstGeom prst="line">
                  <a:avLst/>
                </a:prstGeom>
                <a:solidFill>
                  <a:schemeClr val="bg1"/>
                </a:solidFill>
                <a:ln w="19050" cap="sq">
                  <a:solidFill>
                    <a:schemeClr val="accent1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790" name="直接连接符 789">
                  <a:extLst>
                    <a:ext uri="{FF2B5EF4-FFF2-40B4-BE49-F238E27FC236}">
                      <a16:creationId xmlns:a16="http://schemas.microsoft.com/office/drawing/2014/main" id="{D4679182-08A2-42B7-906F-095206E56C2F}"/>
                    </a:ext>
                  </a:extLst>
                </p:cNvPr>
                <p:cNvCxnSpPr/>
                <p:nvPr/>
              </p:nvCxnSpPr>
              <p:spPr>
                <a:xfrm flipH="1">
                  <a:off x="7779354" y="3752884"/>
                  <a:ext cx="287198" cy="0"/>
                </a:xfrm>
                <a:prstGeom prst="line">
                  <a:avLst/>
                </a:prstGeom>
                <a:solidFill>
                  <a:schemeClr val="bg1"/>
                </a:solidFill>
                <a:ln w="19050" cap="sq">
                  <a:solidFill>
                    <a:schemeClr val="accent1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791" name="直接连接符 790">
                  <a:extLst>
                    <a:ext uri="{FF2B5EF4-FFF2-40B4-BE49-F238E27FC236}">
                      <a16:creationId xmlns:a16="http://schemas.microsoft.com/office/drawing/2014/main" id="{6F9D0695-0DCA-471B-A486-1991275E93B2}"/>
                    </a:ext>
                  </a:extLst>
                </p:cNvPr>
                <p:cNvCxnSpPr/>
                <p:nvPr/>
              </p:nvCxnSpPr>
              <p:spPr>
                <a:xfrm flipH="1">
                  <a:off x="7776051" y="4052868"/>
                  <a:ext cx="287198" cy="0"/>
                </a:xfrm>
                <a:prstGeom prst="line">
                  <a:avLst/>
                </a:prstGeom>
                <a:solidFill>
                  <a:schemeClr val="bg1"/>
                </a:solidFill>
                <a:ln w="38100" cap="sq">
                  <a:solidFill>
                    <a:srgbClr val="1FB965"/>
                  </a:solidFill>
                  <a:miter lim="800000"/>
                  <a:headEnd/>
                  <a:tailEnd type="none" w="lg" len="lg"/>
                </a:ln>
              </p:spPr>
            </p:cxnSp>
            <p:cxnSp>
              <p:nvCxnSpPr>
                <p:cNvPr id="792" name="直接连接符 791">
                  <a:extLst>
                    <a:ext uri="{FF2B5EF4-FFF2-40B4-BE49-F238E27FC236}">
                      <a16:creationId xmlns:a16="http://schemas.microsoft.com/office/drawing/2014/main" id="{334F7645-37B5-4736-8C85-F76D43649409}"/>
                    </a:ext>
                  </a:extLst>
                </p:cNvPr>
                <p:cNvCxnSpPr/>
                <p:nvPr/>
              </p:nvCxnSpPr>
              <p:spPr>
                <a:xfrm flipH="1">
                  <a:off x="7766536" y="4354281"/>
                  <a:ext cx="287198" cy="0"/>
                </a:xfrm>
                <a:prstGeom prst="line">
                  <a:avLst/>
                </a:prstGeom>
                <a:solidFill>
                  <a:schemeClr val="bg1"/>
                </a:solidFill>
                <a:ln w="19050" cap="sq">
                  <a:solidFill>
                    <a:schemeClr val="accent1"/>
                  </a:solidFill>
                  <a:miter lim="800000"/>
                  <a:headEnd/>
                  <a:tailEnd type="none" w="lg" len="lg"/>
                </a:ln>
              </p:spPr>
            </p:cxnSp>
          </p:grpSp>
          <p:sp>
            <p:nvSpPr>
              <p:cNvPr id="780" name="文本框 779">
                <a:extLst>
                  <a:ext uri="{FF2B5EF4-FFF2-40B4-BE49-F238E27FC236}">
                    <a16:creationId xmlns:a16="http://schemas.microsoft.com/office/drawing/2014/main" id="{8727F62A-2B9F-4FDA-BAD0-D5B848AB66C3}"/>
                  </a:ext>
                </a:extLst>
              </p:cNvPr>
              <p:cNvSpPr txBox="1"/>
              <p:nvPr/>
            </p:nvSpPr>
            <p:spPr>
              <a:xfrm rot="16200000">
                <a:off x="10853487" y="3961675"/>
                <a:ext cx="739430" cy="201836"/>
              </a:xfrm>
              <a:prstGeom prst="rect">
                <a:avLst/>
              </a:prstGeom>
              <a:noFill/>
            </p:spPr>
            <p:txBody>
              <a:bodyPr vert="eaVert" wrap="square" rtlCol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zh-CN" altLang="en-US" sz="1200" b="1" dirty="0">
                    <a:solidFill>
                      <a:srgbClr val="0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字输出</a:t>
                </a:r>
              </a:p>
            </p:txBody>
          </p:sp>
          <p:sp>
            <p:nvSpPr>
              <p:cNvPr id="781" name="矩形 780">
                <a:extLst>
                  <a:ext uri="{FF2B5EF4-FFF2-40B4-BE49-F238E27FC236}">
                    <a16:creationId xmlns:a16="http://schemas.microsoft.com/office/drawing/2014/main" id="{B39578BD-F468-4EA0-89FC-AA17DF6C1F47}"/>
                  </a:ext>
                </a:extLst>
              </p:cNvPr>
              <p:cNvSpPr/>
              <p:nvPr/>
            </p:nvSpPr>
            <p:spPr>
              <a:xfrm>
                <a:off x="10169705" y="3367169"/>
                <a:ext cx="411062" cy="249591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W</a:t>
                </a:r>
                <a:r>
                  <a:rPr lang="en-US" altLang="zh-CN" sz="1100" baseline="-250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0</a:t>
                </a:r>
              </a:p>
            </p:txBody>
          </p:sp>
          <p:sp>
            <p:nvSpPr>
              <p:cNvPr id="782" name="矩形 781">
                <a:extLst>
                  <a:ext uri="{FF2B5EF4-FFF2-40B4-BE49-F238E27FC236}">
                    <a16:creationId xmlns:a16="http://schemas.microsoft.com/office/drawing/2014/main" id="{9C78E1DB-7603-4EEB-B841-8ADF8F7333B8}"/>
                  </a:ext>
                </a:extLst>
              </p:cNvPr>
              <p:cNvSpPr/>
              <p:nvPr/>
            </p:nvSpPr>
            <p:spPr>
              <a:xfrm>
                <a:off x="10178386" y="3680573"/>
                <a:ext cx="411062" cy="249591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W</a:t>
                </a:r>
                <a:r>
                  <a:rPr lang="en-US" altLang="zh-CN" sz="1100" baseline="-250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1</a:t>
                </a:r>
              </a:p>
            </p:txBody>
          </p:sp>
          <p:sp>
            <p:nvSpPr>
              <p:cNvPr id="783" name="矩形 782">
                <a:extLst>
                  <a:ext uri="{FF2B5EF4-FFF2-40B4-BE49-F238E27FC236}">
                    <a16:creationId xmlns:a16="http://schemas.microsoft.com/office/drawing/2014/main" id="{D1A14EC9-2A3C-4B7E-AC95-F86398E06AB1}"/>
                  </a:ext>
                </a:extLst>
              </p:cNvPr>
              <p:cNvSpPr/>
              <p:nvPr/>
            </p:nvSpPr>
            <p:spPr>
              <a:xfrm>
                <a:off x="10180165" y="4271550"/>
                <a:ext cx="411062" cy="249591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1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W</a:t>
                </a:r>
                <a:r>
                  <a:rPr lang="en-US" altLang="zh-CN" sz="1100" baseline="-25000" dirty="0">
                    <a:solidFill>
                      <a:srgbClr val="000000"/>
                    </a:solidFill>
                    <a:latin typeface="微软雅黑"/>
                    <a:ea typeface="微软雅黑"/>
                  </a:rPr>
                  <a:t>3</a:t>
                </a:r>
              </a:p>
            </p:txBody>
          </p:sp>
          <p:grpSp>
            <p:nvGrpSpPr>
              <p:cNvPr id="784" name="组合 783">
                <a:extLst>
                  <a:ext uri="{FF2B5EF4-FFF2-40B4-BE49-F238E27FC236}">
                    <a16:creationId xmlns:a16="http://schemas.microsoft.com/office/drawing/2014/main" id="{7E247999-80E7-4438-9500-7511C7667836}"/>
                  </a:ext>
                </a:extLst>
              </p:cNvPr>
              <p:cNvGrpSpPr/>
              <p:nvPr/>
            </p:nvGrpSpPr>
            <p:grpSpPr>
              <a:xfrm>
                <a:off x="10543010" y="3233343"/>
                <a:ext cx="370167" cy="1587985"/>
                <a:chOff x="8088601" y="3262692"/>
                <a:chExt cx="324657" cy="1288723"/>
              </a:xfrm>
            </p:grpSpPr>
            <p:sp>
              <p:nvSpPr>
                <p:cNvPr id="786" name="梯形 785">
                  <a:extLst>
                    <a:ext uri="{FF2B5EF4-FFF2-40B4-BE49-F238E27FC236}">
                      <a16:creationId xmlns:a16="http://schemas.microsoft.com/office/drawing/2014/main" id="{9E39D05B-902E-49F5-8F13-865BA3A67BC3}"/>
                    </a:ext>
                  </a:extLst>
                </p:cNvPr>
                <p:cNvSpPr/>
                <p:nvPr/>
              </p:nvSpPr>
              <p:spPr>
                <a:xfrm rot="5400000">
                  <a:off x="7570153" y="3781140"/>
                  <a:ext cx="1288723" cy="251827"/>
                </a:xfrm>
                <a:prstGeom prst="trapezoid">
                  <a:avLst>
                    <a:gd name="adj" fmla="val 72150"/>
                  </a:avLst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19050" cap="sq">
                  <a:solidFill>
                    <a:srgbClr val="1FB965"/>
                  </a:solidFill>
                  <a:miter lim="800000"/>
                  <a:headEnd/>
                  <a:tailEnd type="none" w="lg" len="lg"/>
                </a:ln>
              </p:spPr>
              <p:txBody>
                <a:bodyPr rtlCol="0"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dirty="0">
                    <a:solidFill>
                      <a:srgbClr val="000000"/>
                    </a:solidFill>
                    <a:latin typeface="Arial" charset="0"/>
                    <a:ea typeface="华文细黑" pitchFamily="2" charset="-122"/>
                  </a:endParaRPr>
                </a:p>
              </p:txBody>
            </p:sp>
            <p:sp>
              <p:nvSpPr>
                <p:cNvPr id="787" name="文本框 786">
                  <a:extLst>
                    <a:ext uri="{FF2B5EF4-FFF2-40B4-BE49-F238E27FC236}">
                      <a16:creationId xmlns:a16="http://schemas.microsoft.com/office/drawing/2014/main" id="{E94C2E3D-05AC-4C10-9178-6D3EC3799DBD}"/>
                    </a:ext>
                  </a:extLst>
                </p:cNvPr>
                <p:cNvSpPr txBox="1"/>
                <p:nvPr/>
              </p:nvSpPr>
              <p:spPr>
                <a:xfrm rot="16200000">
                  <a:off x="7959329" y="3812431"/>
                  <a:ext cx="600082" cy="30777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eaVert" wrap="square" rtlCol="0">
                  <a:spAutoFit/>
                </a:bodyPr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r>
                    <a:rPr lang="zh-CN" altLang="en-US" sz="1200" dirty="0">
                      <a:solidFill>
                        <a:srgbClr val="000000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字选择</a:t>
                  </a:r>
                </a:p>
              </p:txBody>
            </p:sp>
          </p:grpSp>
          <p:sp>
            <p:nvSpPr>
              <p:cNvPr id="785" name="矩形 784">
                <a:extLst>
                  <a:ext uri="{FF2B5EF4-FFF2-40B4-BE49-F238E27FC236}">
                    <a16:creationId xmlns:a16="http://schemas.microsoft.com/office/drawing/2014/main" id="{14E79A6D-6DD3-46D0-9D34-24C924B93F30}"/>
                  </a:ext>
                </a:extLst>
              </p:cNvPr>
              <p:cNvSpPr/>
              <p:nvPr/>
            </p:nvSpPr>
            <p:spPr>
              <a:xfrm>
                <a:off x="10407827" y="4449698"/>
                <a:ext cx="473250" cy="227247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1200" b="1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Arial" pitchFamily="34" charset="0"/>
                    <a:ea typeface="微软雅黑"/>
                    <a:cs typeface="Arial" pitchFamily="34" charset="0"/>
                  </a:rPr>
                  <a:t>OE</a:t>
                </a:r>
                <a:endParaRPr lang="zh-CN" altLang="en-US" sz="1200" b="1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Arial" pitchFamily="34" charset="0"/>
                  <a:ea typeface="微软雅黑"/>
                  <a:cs typeface="Arial" pitchFamily="34" charset="0"/>
                </a:endParaRPr>
              </a:p>
            </p:txBody>
          </p:sp>
        </p:grpSp>
        <p:sp>
          <p:nvSpPr>
            <p:cNvPr id="777" name="矩形 776">
              <a:extLst>
                <a:ext uri="{FF2B5EF4-FFF2-40B4-BE49-F238E27FC236}">
                  <a16:creationId xmlns:a16="http://schemas.microsoft.com/office/drawing/2014/main" id="{0008B532-A4C8-4D1D-AC7B-C10F9CD7B6DB}"/>
                </a:ext>
              </a:extLst>
            </p:cNvPr>
            <p:cNvSpPr/>
            <p:nvPr/>
          </p:nvSpPr>
          <p:spPr>
            <a:xfrm>
              <a:off x="10179567" y="3976987"/>
              <a:ext cx="411062" cy="249591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100" dirty="0">
                  <a:solidFill>
                    <a:srgbClr val="1FB965"/>
                  </a:solidFill>
                  <a:latin typeface="微软雅黑"/>
                  <a:ea typeface="微软雅黑"/>
                </a:rPr>
                <a:t>W</a:t>
              </a:r>
              <a:r>
                <a:rPr lang="en-US" altLang="zh-CN" sz="1100" baseline="-25000" dirty="0">
                  <a:solidFill>
                    <a:srgbClr val="1FB965"/>
                  </a:solidFill>
                  <a:latin typeface="微软雅黑"/>
                  <a:ea typeface="微软雅黑"/>
                </a:rPr>
                <a:t>2</a:t>
              </a:r>
            </a:p>
          </p:txBody>
        </p:sp>
      </p:grpSp>
      <p:grpSp>
        <p:nvGrpSpPr>
          <p:cNvPr id="793" name="组合 792">
            <a:extLst>
              <a:ext uri="{FF2B5EF4-FFF2-40B4-BE49-F238E27FC236}">
                <a16:creationId xmlns:a16="http://schemas.microsoft.com/office/drawing/2014/main" id="{6B6678A4-9389-4E00-A6D2-949B8D948C6C}"/>
              </a:ext>
            </a:extLst>
          </p:cNvPr>
          <p:cNvGrpSpPr/>
          <p:nvPr/>
        </p:nvGrpSpPr>
        <p:grpSpPr>
          <a:xfrm>
            <a:off x="2675497" y="4262439"/>
            <a:ext cx="646918" cy="2143045"/>
            <a:chOff x="5087387" y="4625918"/>
            <a:chExt cx="646918" cy="2143045"/>
          </a:xfrm>
        </p:grpSpPr>
        <p:sp>
          <p:nvSpPr>
            <p:cNvPr id="794" name="文本框 793">
              <a:extLst>
                <a:ext uri="{FF2B5EF4-FFF2-40B4-BE49-F238E27FC236}">
                  <a16:creationId xmlns:a16="http://schemas.microsoft.com/office/drawing/2014/main" id="{265242BE-914C-4292-A0CD-6359E488AED9}"/>
                </a:ext>
              </a:extLst>
            </p:cNvPr>
            <p:cNvSpPr txBox="1"/>
            <p:nvPr/>
          </p:nvSpPr>
          <p:spPr>
            <a:xfrm>
              <a:off x="5087387" y="6491964"/>
              <a:ext cx="646918" cy="276999"/>
            </a:xfrm>
            <a:prstGeom prst="rect">
              <a:avLst/>
            </a:prstGeom>
            <a:solidFill>
              <a:srgbClr val="FFFF00"/>
            </a:solidFill>
          </p:spPr>
          <p:txBody>
            <a:bodyPr wrap="squar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200" b="1" i="1" dirty="0">
                  <a:solidFill>
                    <a:srgbClr val="000000"/>
                  </a:solidFill>
                  <a:latin typeface="Arial" charset="0"/>
                  <a:ea typeface="华文细黑" pitchFamily="2" charset="-122"/>
                </a:rPr>
                <a:t>Hit</a:t>
              </a:r>
              <a:endParaRPr lang="zh-CN" altLang="en-US" sz="1200" b="1" i="1" dirty="0">
                <a:solidFill>
                  <a:srgbClr val="000000"/>
                </a:solidFill>
                <a:latin typeface="Arial" charset="0"/>
                <a:ea typeface="华文细黑" pitchFamily="2" charset="-122"/>
              </a:endParaRPr>
            </a:p>
          </p:txBody>
        </p:sp>
        <p:cxnSp>
          <p:nvCxnSpPr>
            <p:cNvPr id="795" name="直接连接符 794">
              <a:extLst>
                <a:ext uri="{FF2B5EF4-FFF2-40B4-BE49-F238E27FC236}">
                  <a16:creationId xmlns:a16="http://schemas.microsoft.com/office/drawing/2014/main" id="{33D869A2-971A-4075-9BFA-6D751BCD5E06}"/>
                </a:ext>
              </a:extLst>
            </p:cNvPr>
            <p:cNvCxnSpPr/>
            <p:nvPr/>
          </p:nvCxnSpPr>
          <p:spPr>
            <a:xfrm>
              <a:off x="5396137" y="4625918"/>
              <a:ext cx="0" cy="1876565"/>
            </a:xfrm>
            <a:prstGeom prst="line">
              <a:avLst/>
            </a:prstGeom>
            <a:noFill/>
            <a:ln w="2857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tailEnd type="triangle"/>
            </a:ln>
            <a:effectLst/>
          </p:spPr>
        </p:cxnSp>
      </p:grpSp>
      <p:sp>
        <p:nvSpPr>
          <p:cNvPr id="796" name="矩形 795">
            <a:extLst>
              <a:ext uri="{FF2B5EF4-FFF2-40B4-BE49-F238E27FC236}">
                <a16:creationId xmlns:a16="http://schemas.microsoft.com/office/drawing/2014/main" id="{E9612BB5-3D46-4DDB-9691-702EEEE5EB07}"/>
              </a:ext>
            </a:extLst>
          </p:cNvPr>
          <p:cNvSpPr/>
          <p:nvPr/>
        </p:nvSpPr>
        <p:spPr>
          <a:xfrm>
            <a:off x="2854518" y="3177105"/>
            <a:ext cx="276822" cy="1225958"/>
          </a:xfrm>
          <a:prstGeom prst="rect">
            <a:avLst/>
          </a:prstGeom>
          <a:solidFill>
            <a:srgbClr val="00B050"/>
          </a:solidFill>
          <a:ln w="12700" cap="flat" cmpd="sng" algn="ctr">
            <a:solidFill>
              <a:srgbClr val="333333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1200" kern="0" dirty="0">
                <a:solidFill>
                  <a:srgbClr val="FFFFFF"/>
                </a:solidFill>
                <a:latin typeface="微软雅黑"/>
                <a:ea typeface="微软雅黑"/>
              </a:rPr>
              <a:t>2</a:t>
            </a:r>
            <a:r>
              <a:rPr kumimoji="0" lang="zh-CN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路并发比较</a:t>
            </a:r>
            <a:endParaRPr kumimoji="0" lang="en-US" altLang="zh-CN" sz="12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797" name="文本框 796">
            <a:extLst>
              <a:ext uri="{FF2B5EF4-FFF2-40B4-BE49-F238E27FC236}">
                <a16:creationId xmlns:a16="http://schemas.microsoft.com/office/drawing/2014/main" id="{8DA4BF8C-38DB-4CBA-9E53-7CB160B1251B}"/>
              </a:ext>
            </a:extLst>
          </p:cNvPr>
          <p:cNvSpPr txBox="1"/>
          <p:nvPr/>
        </p:nvSpPr>
        <p:spPr>
          <a:xfrm>
            <a:off x="2675497" y="6129752"/>
            <a:ext cx="646918" cy="276999"/>
          </a:xfrm>
          <a:prstGeom prst="rect">
            <a:avLst/>
          </a:prstGeom>
          <a:solidFill>
            <a:schemeClr val="bg2">
              <a:lumMod val="90000"/>
            </a:schemeClr>
          </a:solidFill>
        </p:spPr>
        <p:txBody>
          <a:bodyPr wrap="square" rtlCol="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1200" b="1" i="1" dirty="0">
                <a:solidFill>
                  <a:srgbClr val="000000"/>
                </a:solidFill>
                <a:latin typeface="Arial" charset="0"/>
                <a:ea typeface="华文细黑" pitchFamily="2" charset="-122"/>
              </a:rPr>
              <a:t>Miss</a:t>
            </a:r>
            <a:endParaRPr lang="zh-CN" altLang="en-US" sz="1200" b="1" i="1" dirty="0">
              <a:solidFill>
                <a:srgbClr val="000000"/>
              </a:solidFill>
              <a:latin typeface="Arial" charset="0"/>
              <a:ea typeface="华文细黑" pitchFamily="2" charset="-122"/>
            </a:endParaRPr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3810B64D-9056-45D8-9055-E43472270F14}"/>
              </a:ext>
            </a:extLst>
          </p:cNvPr>
          <p:cNvGrpSpPr/>
          <p:nvPr/>
        </p:nvGrpSpPr>
        <p:grpSpPr>
          <a:xfrm>
            <a:off x="3432583" y="6115106"/>
            <a:ext cx="5714040" cy="265801"/>
            <a:chOff x="1138021" y="6501567"/>
            <a:chExt cx="5714040" cy="265801"/>
          </a:xfrm>
        </p:grpSpPr>
        <p:sp>
          <p:nvSpPr>
            <p:cNvPr id="515" name="矩形 514">
              <a:extLst>
                <a:ext uri="{FF2B5EF4-FFF2-40B4-BE49-F238E27FC236}">
                  <a16:creationId xmlns:a16="http://schemas.microsoft.com/office/drawing/2014/main" id="{92BC10FD-DE3E-405E-9690-0CCB378B772F}"/>
                </a:ext>
              </a:extLst>
            </p:cNvPr>
            <p:cNvSpPr/>
            <p:nvPr/>
          </p:nvSpPr>
          <p:spPr>
            <a:xfrm>
              <a:off x="1138021" y="6503548"/>
              <a:ext cx="1070365" cy="217488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Arial" pitchFamily="34" charset="0"/>
                  <a:ea typeface="微软雅黑"/>
                  <a:cs typeface="Arial" pitchFamily="34" charset="0"/>
                </a:rPr>
                <a:t>访问序列</a:t>
              </a:r>
            </a:p>
          </p:txBody>
        </p:sp>
        <p:sp>
          <p:nvSpPr>
            <p:cNvPr id="798" name="矩形 797">
              <a:extLst>
                <a:ext uri="{FF2B5EF4-FFF2-40B4-BE49-F238E27FC236}">
                  <a16:creationId xmlns:a16="http://schemas.microsoft.com/office/drawing/2014/main" id="{CD8ED06B-5A90-4640-B640-A78A60B6796D}"/>
                </a:ext>
              </a:extLst>
            </p:cNvPr>
            <p:cNvSpPr/>
            <p:nvPr/>
          </p:nvSpPr>
          <p:spPr>
            <a:xfrm>
              <a:off x="2194740" y="6501567"/>
              <a:ext cx="602941" cy="265801"/>
            </a:xfrm>
            <a:prstGeom prst="rect">
              <a:avLst/>
            </a:prstGeom>
            <a:solidFill>
              <a:schemeClr val="bg1"/>
            </a:solidFill>
            <a:ln w="6350" cmpd="sng">
              <a:prstDash val="solid"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微软雅黑"/>
                  <a:cs typeface="Arial" pitchFamily="34" charset="0"/>
                </a:rPr>
                <a:t>1F</a:t>
              </a:r>
              <a:endParaRPr lang="zh-CN" altLang="en-US" sz="1400" dirty="0">
                <a:solidFill>
                  <a:srgbClr val="000000"/>
                </a:solidFill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799" name="矩形 798">
              <a:extLst>
                <a:ext uri="{FF2B5EF4-FFF2-40B4-BE49-F238E27FC236}">
                  <a16:creationId xmlns:a16="http://schemas.microsoft.com/office/drawing/2014/main" id="{823F7852-F0EF-4E19-967A-BA73F4A32954}"/>
                </a:ext>
              </a:extLst>
            </p:cNvPr>
            <p:cNvSpPr/>
            <p:nvPr/>
          </p:nvSpPr>
          <p:spPr>
            <a:xfrm>
              <a:off x="2870470" y="6501567"/>
              <a:ext cx="602941" cy="265801"/>
            </a:xfrm>
            <a:prstGeom prst="rect">
              <a:avLst/>
            </a:prstGeom>
            <a:solidFill>
              <a:schemeClr val="bg1"/>
            </a:solidFill>
            <a:ln w="6350" cmpd="sng">
              <a:prstDash val="solid"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微软雅黑"/>
                  <a:cs typeface="Arial" pitchFamily="34" charset="0"/>
                </a:rPr>
                <a:t>20</a:t>
              </a:r>
              <a:endParaRPr lang="zh-CN" altLang="en-US" sz="1400" dirty="0">
                <a:solidFill>
                  <a:srgbClr val="000000"/>
                </a:solidFill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800" name="矩形 799">
              <a:extLst>
                <a:ext uri="{FF2B5EF4-FFF2-40B4-BE49-F238E27FC236}">
                  <a16:creationId xmlns:a16="http://schemas.microsoft.com/office/drawing/2014/main" id="{6906D322-3D8A-4B84-89F4-3B2822581B68}"/>
                </a:ext>
              </a:extLst>
            </p:cNvPr>
            <p:cNvSpPr/>
            <p:nvPr/>
          </p:nvSpPr>
          <p:spPr>
            <a:xfrm>
              <a:off x="3546200" y="6501567"/>
              <a:ext cx="602941" cy="265801"/>
            </a:xfrm>
            <a:prstGeom prst="rect">
              <a:avLst/>
            </a:prstGeom>
            <a:solidFill>
              <a:schemeClr val="bg1"/>
            </a:solidFill>
            <a:ln w="6350" cmpd="sng">
              <a:prstDash val="solid"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微软雅黑"/>
                  <a:cs typeface="Arial" pitchFamily="34" charset="0"/>
                </a:rPr>
                <a:t>24</a:t>
              </a:r>
              <a:endParaRPr lang="zh-CN" altLang="en-US" sz="1400" dirty="0">
                <a:solidFill>
                  <a:srgbClr val="000000"/>
                </a:solidFill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801" name="矩形 800">
              <a:extLst>
                <a:ext uri="{FF2B5EF4-FFF2-40B4-BE49-F238E27FC236}">
                  <a16:creationId xmlns:a16="http://schemas.microsoft.com/office/drawing/2014/main" id="{3789374F-8EE9-403F-B740-D3E17CB36627}"/>
                </a:ext>
              </a:extLst>
            </p:cNvPr>
            <p:cNvSpPr/>
            <p:nvPr/>
          </p:nvSpPr>
          <p:spPr>
            <a:xfrm>
              <a:off x="4221930" y="6501567"/>
              <a:ext cx="602941" cy="265801"/>
            </a:xfrm>
            <a:prstGeom prst="rect">
              <a:avLst/>
            </a:prstGeom>
            <a:solidFill>
              <a:schemeClr val="bg1"/>
            </a:solidFill>
            <a:ln w="6350" cmpd="sng">
              <a:prstDash val="solid"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微软雅黑"/>
                  <a:cs typeface="Arial" pitchFamily="34" charset="0"/>
                </a:rPr>
                <a:t>1E</a:t>
              </a:r>
              <a:endParaRPr lang="zh-CN" altLang="en-US" sz="1400" dirty="0">
                <a:solidFill>
                  <a:srgbClr val="000000"/>
                </a:solidFill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802" name="矩形 801">
              <a:extLst>
                <a:ext uri="{FF2B5EF4-FFF2-40B4-BE49-F238E27FC236}">
                  <a16:creationId xmlns:a16="http://schemas.microsoft.com/office/drawing/2014/main" id="{1A3E8911-DEA7-4C45-A633-0E81CA4CA0B6}"/>
                </a:ext>
              </a:extLst>
            </p:cNvPr>
            <p:cNvSpPr/>
            <p:nvPr/>
          </p:nvSpPr>
          <p:spPr>
            <a:xfrm>
              <a:off x="4897660" y="6501567"/>
              <a:ext cx="602941" cy="265801"/>
            </a:xfrm>
            <a:prstGeom prst="rect">
              <a:avLst/>
            </a:prstGeom>
            <a:solidFill>
              <a:schemeClr val="bg1"/>
            </a:solidFill>
            <a:ln w="6350" cmpd="sng">
              <a:prstDash val="solid"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微软雅黑"/>
                  <a:cs typeface="Arial" pitchFamily="34" charset="0"/>
                </a:rPr>
                <a:t>48</a:t>
              </a:r>
              <a:endParaRPr lang="zh-CN" altLang="en-US" sz="1400" dirty="0">
                <a:solidFill>
                  <a:srgbClr val="000000"/>
                </a:solidFill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803" name="矩形 802">
              <a:extLst>
                <a:ext uri="{FF2B5EF4-FFF2-40B4-BE49-F238E27FC236}">
                  <a16:creationId xmlns:a16="http://schemas.microsoft.com/office/drawing/2014/main" id="{1E52B088-CE7D-4D46-8233-1B9208B273E8}"/>
                </a:ext>
              </a:extLst>
            </p:cNvPr>
            <p:cNvSpPr/>
            <p:nvPr/>
          </p:nvSpPr>
          <p:spPr>
            <a:xfrm>
              <a:off x="5573390" y="6501567"/>
              <a:ext cx="602941" cy="265801"/>
            </a:xfrm>
            <a:prstGeom prst="rect">
              <a:avLst/>
            </a:prstGeom>
            <a:solidFill>
              <a:schemeClr val="bg1"/>
            </a:solidFill>
            <a:ln w="6350" cmpd="sng">
              <a:prstDash val="solid"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微软雅黑"/>
                  <a:cs typeface="Arial" pitchFamily="34" charset="0"/>
                </a:rPr>
                <a:t>54</a:t>
              </a:r>
              <a:endParaRPr lang="zh-CN" altLang="en-US" sz="1400" dirty="0">
                <a:solidFill>
                  <a:srgbClr val="000000"/>
                </a:solidFill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  <p:sp>
          <p:nvSpPr>
            <p:cNvPr id="804" name="矩形 803">
              <a:extLst>
                <a:ext uri="{FF2B5EF4-FFF2-40B4-BE49-F238E27FC236}">
                  <a16:creationId xmlns:a16="http://schemas.microsoft.com/office/drawing/2014/main" id="{E5D5D4F7-6087-4AA5-904C-EB5A3FF040CC}"/>
                </a:ext>
              </a:extLst>
            </p:cNvPr>
            <p:cNvSpPr/>
            <p:nvPr/>
          </p:nvSpPr>
          <p:spPr>
            <a:xfrm>
              <a:off x="6249120" y="6501567"/>
              <a:ext cx="602941" cy="265801"/>
            </a:xfrm>
            <a:prstGeom prst="rect">
              <a:avLst/>
            </a:prstGeom>
            <a:solidFill>
              <a:schemeClr val="bg1"/>
            </a:solidFill>
            <a:ln w="6350" cmpd="sng">
              <a:prstDash val="solid"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微软雅黑"/>
                  <a:cs typeface="Arial" pitchFamily="34" charset="0"/>
                </a:rPr>
                <a:t>107</a:t>
              </a:r>
              <a:endParaRPr lang="zh-CN" altLang="en-US" sz="1400" dirty="0">
                <a:solidFill>
                  <a:srgbClr val="000000"/>
                </a:solidFill>
                <a:latin typeface="Arial" pitchFamily="34" charset="0"/>
                <a:ea typeface="微软雅黑"/>
                <a:cs typeface="Arial" pitchFamily="34" charset="0"/>
              </a:endParaRPr>
            </a:p>
          </p:txBody>
        </p:sp>
      </p:grpSp>
      <p:cxnSp>
        <p:nvCxnSpPr>
          <p:cNvPr id="805" name="直接连接符 804">
            <a:extLst>
              <a:ext uri="{FF2B5EF4-FFF2-40B4-BE49-F238E27FC236}">
                <a16:creationId xmlns:a16="http://schemas.microsoft.com/office/drawing/2014/main" id="{AD561139-B0D6-40C7-B8A3-5F58292F7F4D}"/>
              </a:ext>
            </a:extLst>
          </p:cNvPr>
          <p:cNvCxnSpPr>
            <a:cxnSpLocks/>
          </p:cNvCxnSpPr>
          <p:nvPr/>
        </p:nvCxnSpPr>
        <p:spPr>
          <a:xfrm>
            <a:off x="5594908" y="6525344"/>
            <a:ext cx="1473172" cy="0"/>
          </a:xfrm>
          <a:prstGeom prst="line">
            <a:avLst/>
          </a:prstGeom>
          <a:noFill/>
          <a:ln w="12700" cap="flat" cmpd="sng" algn="ctr">
            <a:solidFill>
              <a:srgbClr val="333333">
                <a:shade val="95000"/>
                <a:satMod val="105000"/>
              </a:srgbClr>
            </a:solidFill>
            <a:prstDash val="solid"/>
            <a:tailEnd type="triangle"/>
          </a:ln>
          <a:effectLst/>
        </p:spPr>
      </p:cxnSp>
    </p:spTree>
    <p:custDataLst>
      <p:tags r:id="rId1"/>
    </p:custDataLst>
    <p:extLst>
      <p:ext uri="{BB962C8B-B14F-4D97-AF65-F5344CB8AC3E}">
        <p14:creationId xmlns:p14="http://schemas.microsoft.com/office/powerpoint/2010/main" val="2742644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47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7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2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5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5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5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1000" fill="hold"/>
                                        <p:tgtEl>
                                          <p:spTgt spid="5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6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6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1000" fill="hold"/>
                                        <p:tgtEl>
                                          <p:spTgt spid="5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5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000"/>
                            </p:stCondLst>
                            <p:childTnLst>
                              <p:par>
                                <p:cTn id="55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000" fill="hold"/>
                                        <p:tgtEl>
                                          <p:spTgt spid="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00"/>
                            </p:stCondLst>
                            <p:childTnLst>
                              <p:par>
                                <p:cTn id="60" presetID="22" presetClass="entr" presetSubtype="2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5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000"/>
                            </p:stCondLst>
                            <p:childTnLst>
                              <p:par>
                                <p:cTn id="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5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000"/>
                            </p:stCondLst>
                            <p:childTnLst>
                              <p:par>
                                <p:cTn id="8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500"/>
                            </p:stCondLst>
                            <p:childTnLst>
                              <p:par>
                                <p:cTn id="85" presetID="22" presetClass="entr" presetSubtype="8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0"/>
                            </p:stCondLst>
                            <p:childTnLst>
                              <p:par>
                                <p:cTn id="89" presetID="22" presetClass="entr" presetSubtype="8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35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5" dur="1000" fill="hold"/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35" presetClass="emph" presetSubtype="0" repeatCount="2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7" dur="100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500"/>
                            </p:stCondLst>
                            <p:childTnLst>
                              <p:par>
                                <p:cTn id="10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6" dur="500"/>
                                        <p:tgtEl>
                                          <p:spTgt spid="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1000"/>
                            </p:stCondLst>
                            <p:childTnLst>
                              <p:par>
                                <p:cTn id="10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1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1000" fill="hold"/>
                                        <p:tgtEl>
                                          <p:spTgt spid="6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1000" fill="hold"/>
                                        <p:tgtEl>
                                          <p:spTgt spid="6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2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000"/>
                            </p:stCondLst>
                            <p:childTnLst>
                              <p:par>
                                <p:cTn id="131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2000"/>
                            </p:stCondLst>
                            <p:childTnLst>
                              <p:par>
                                <p:cTn id="136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1000" fill="hold"/>
                                        <p:tgtEl>
                                          <p:spTgt spid="6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1000" fill="hold"/>
                                        <p:tgtEl>
                                          <p:spTgt spid="6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2" presetClass="entr" presetSubtype="2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000"/>
                            </p:stCondLst>
                            <p:childTnLst>
                              <p:par>
                                <p:cTn id="14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1000" fill="hold"/>
                                        <p:tgtEl>
                                          <p:spTgt spid="5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1000" fill="hold"/>
                                        <p:tgtEl>
                                          <p:spTgt spid="5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2000"/>
                            </p:stCondLst>
                            <p:childTnLst>
                              <p:par>
                                <p:cTn id="152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1000" fill="hold"/>
                                        <p:tgtEl>
                                          <p:spTgt spid="6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1000" fill="hold"/>
                                        <p:tgtEl>
                                          <p:spTgt spid="6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35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9" dur="1000" fill="hold"/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" dur="1000" fill="hold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1000" fill="hold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2" presetClass="entr" presetSubtype="2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500" fill="hold"/>
                                        <p:tgtEl>
                                          <p:spTgt spid="5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500" fill="hold"/>
                                        <p:tgtEl>
                                          <p:spTgt spid="5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7" grpId="0" uiExpand="1" build="allAtOnce" animBg="1"/>
      <p:bldP spid="797" grpId="0" animBg="1"/>
    </p:bldLst>
  </p:timing>
  <p:extLst mod="1"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zh-CN" sz="2800" dirty="0"/>
              <a:t>3.</a:t>
            </a:r>
            <a:r>
              <a:rPr lang="zh-CN" altLang="en-US" sz="2800" dirty="0"/>
              <a:t>组相联</a:t>
            </a:r>
            <a:r>
              <a:rPr lang="en-US" altLang="zh-CN" sz="2800" dirty="0"/>
              <a:t>--</a:t>
            </a:r>
            <a:r>
              <a:rPr lang="zh-CN" altLang="en-US" sz="2800" dirty="0"/>
              <a:t>应用场合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65867" y="942764"/>
            <a:ext cx="8382597" cy="5637024"/>
          </a:xfrm>
        </p:spPr>
        <p:txBody>
          <a:bodyPr>
            <a:normAutofit/>
          </a:bodyPr>
          <a:lstStyle/>
          <a:p>
            <a:pPr>
              <a:buFont typeface="Wingdings" panose="05000000000000000000" pitchFamily="2" charset="2"/>
              <a:buChar char="u"/>
            </a:pPr>
            <a:r>
              <a:rPr lang="zh-CN" altLang="en-US" sz="2800" dirty="0"/>
              <a:t>容量小的</a:t>
            </a:r>
            <a:r>
              <a:rPr lang="en-US" altLang="zh-CN" sz="2800" dirty="0"/>
              <a:t>cache</a:t>
            </a:r>
            <a:r>
              <a:rPr lang="zh-CN" altLang="en-US" sz="2800" dirty="0"/>
              <a:t>可采用全相联映射或组相联映射</a:t>
            </a:r>
          </a:p>
          <a:p>
            <a:pPr lvl="1">
              <a:buFont typeface="Wingdings" panose="05000000000000000000" pitchFamily="2" charset="2"/>
              <a:buChar char="Ø"/>
            </a:pPr>
            <a:r>
              <a:rPr lang="en-US" altLang="zh-CN" sz="2800" dirty="0"/>
              <a:t>Pentium CPU  L1 L2 cache</a:t>
            </a:r>
          </a:p>
          <a:p>
            <a:pPr>
              <a:buFont typeface="Wingdings" panose="05000000000000000000" pitchFamily="2" charset="2"/>
              <a:buChar char="u"/>
            </a:pPr>
            <a:r>
              <a:rPr lang="zh-CN" altLang="en-US" sz="2800" dirty="0"/>
              <a:t>容量大的可采用直接映射方式</a:t>
            </a:r>
          </a:p>
          <a:p>
            <a:pPr lvl="1">
              <a:buFont typeface="Wingdings" panose="05000000000000000000" pitchFamily="2" charset="2"/>
              <a:buChar char="Ø"/>
            </a:pPr>
            <a:r>
              <a:rPr lang="zh-CN" altLang="en-US" sz="2800" dirty="0"/>
              <a:t>查找速度快，命中率相对低</a:t>
            </a:r>
          </a:p>
          <a:p>
            <a:pPr lvl="1">
              <a:buFont typeface="Wingdings" panose="05000000000000000000" pitchFamily="2" charset="2"/>
              <a:buChar char="Ø"/>
            </a:pPr>
            <a:r>
              <a:rPr lang="zh-CN" altLang="en-US" sz="2800" dirty="0"/>
              <a:t>但</a:t>
            </a:r>
            <a:r>
              <a:rPr lang="en-US" altLang="zh-CN" sz="2800" dirty="0"/>
              <a:t>cache</a:t>
            </a:r>
            <a:r>
              <a:rPr lang="zh-CN" altLang="en-US" sz="2800" dirty="0"/>
              <a:t>容量大可提高命中率</a:t>
            </a:r>
          </a:p>
          <a:p>
            <a:pPr lvl="1">
              <a:buFont typeface="Wingdings" panose="05000000000000000000" pitchFamily="2" charset="2"/>
              <a:buChar char="Ø"/>
            </a:pPr>
            <a:r>
              <a:rPr lang="zh-CN" altLang="en-US" sz="2800" dirty="0"/>
              <a:t>块设备缓存</a:t>
            </a:r>
          </a:p>
          <a:p>
            <a:endParaRPr lang="zh-CN" altLang="en-US" sz="2800" dirty="0"/>
          </a:p>
        </p:txBody>
      </p:sp>
    </p:spTree>
    <p:extLst>
      <p:ext uri="{BB962C8B-B14F-4D97-AF65-F5344CB8AC3E}">
        <p14:creationId xmlns:p14="http://schemas.microsoft.com/office/powerpoint/2010/main" val="3613888919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365867" y="892801"/>
            <a:ext cx="7886700" cy="617641"/>
          </a:xfrm>
        </p:spPr>
        <p:txBody>
          <a:bodyPr>
            <a:normAutofit/>
          </a:bodyPr>
          <a:lstStyle/>
          <a:p>
            <a:r>
              <a:rPr lang="zh-CN" altLang="en-US" sz="2800" dirty="0"/>
              <a:t>不同映射方式主存地址划分</a:t>
            </a:r>
          </a:p>
        </p:txBody>
      </p:sp>
      <p:grpSp>
        <p:nvGrpSpPr>
          <p:cNvPr id="35" name="组合 183">
            <a:extLst>
              <a:ext uri="{FF2B5EF4-FFF2-40B4-BE49-F238E27FC236}">
                <a16:creationId xmlns:a16="http://schemas.microsoft.com/office/drawing/2014/main" id="{EFAF19B3-28BB-463D-8E87-593D253E9D23}"/>
              </a:ext>
            </a:extLst>
          </p:cNvPr>
          <p:cNvGrpSpPr>
            <a:grpSpLocks/>
          </p:cNvGrpSpPr>
          <p:nvPr/>
        </p:nvGrpSpPr>
        <p:grpSpPr bwMode="auto">
          <a:xfrm>
            <a:off x="1691680" y="2060848"/>
            <a:ext cx="7168617" cy="896906"/>
            <a:chOff x="-2311354" y="5551488"/>
            <a:chExt cx="10067445" cy="1223844"/>
          </a:xfrm>
        </p:grpSpPr>
        <p:sp>
          <p:nvSpPr>
            <p:cNvPr id="36" name="Text Box 3">
              <a:extLst>
                <a:ext uri="{FF2B5EF4-FFF2-40B4-BE49-F238E27FC236}">
                  <a16:creationId xmlns:a16="http://schemas.microsoft.com/office/drawing/2014/main" id="{2AA04FCE-01CB-442B-977A-EF9CC66BC2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7796" y="6410693"/>
              <a:ext cx="951837" cy="315180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>
                <a:defRPr/>
              </a:pPr>
              <a:r>
                <a:rPr lang="en-US" altLang="zh-CN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w</a:t>
              </a:r>
              <a:r>
                <a:rPr lang="zh-CN" altLang="en-US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lang="zh-CN" altLang="en-US" sz="2000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AutoShape 6">
              <a:extLst>
                <a:ext uri="{FF2B5EF4-FFF2-40B4-BE49-F238E27FC236}">
                  <a16:creationId xmlns:a16="http://schemas.microsoft.com/office/drawing/2014/main" id="{7BBE1A14-928E-4409-B24F-AB4E77D102A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342640" y="4976969"/>
              <a:ext cx="229334" cy="2597568"/>
            </a:xfrm>
            <a:prstGeom prst="leftBrace">
              <a:avLst>
                <a:gd name="adj1" fmla="val 57712"/>
                <a:gd name="adj2" fmla="val 50000"/>
              </a:avLst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9">
              <a:extLst>
                <a:ext uri="{FF2B5EF4-FFF2-40B4-BE49-F238E27FC236}">
                  <a16:creationId xmlns:a16="http://schemas.microsoft.com/office/drawing/2014/main" id="{979CFF16-B281-4BFA-969C-A448911F7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1353" y="5551488"/>
              <a:ext cx="7469872" cy="533399"/>
            </a:xfrm>
            <a:prstGeom prst="rect">
              <a:avLst/>
            </a:prstGeom>
            <a:solidFill>
              <a:srgbClr val="0066FF"/>
            </a:solidFill>
            <a:ln w="19050">
              <a:solidFill>
                <a:schemeClr val="tx2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主存块地址（标记）</a:t>
              </a:r>
            </a:p>
          </p:txBody>
        </p:sp>
        <p:sp>
          <p:nvSpPr>
            <p:cNvPr id="39" name="Rectangle 11">
              <a:extLst>
                <a:ext uri="{FF2B5EF4-FFF2-40B4-BE49-F238E27FC236}">
                  <a16:creationId xmlns:a16="http://schemas.microsoft.com/office/drawing/2014/main" id="{9E6A83BB-4FBB-479F-8399-C1300F417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521" y="5551488"/>
              <a:ext cx="2597569" cy="533400"/>
            </a:xfrm>
            <a:prstGeom prst="rect">
              <a:avLst/>
            </a:prstGeom>
            <a:solidFill>
              <a:schemeClr val="accent4">
                <a:lumMod val="40000"/>
                <a:lumOff val="60000"/>
              </a:schemeClr>
            </a:solidFill>
            <a:ln w="19050">
              <a:solidFill>
                <a:schemeClr val="tx2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rPr>
                <a:t>块内偏移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Text Box 13">
              <a:extLst>
                <a:ext uri="{FF2B5EF4-FFF2-40B4-BE49-F238E27FC236}">
                  <a16:creationId xmlns:a16="http://schemas.microsoft.com/office/drawing/2014/main" id="{66B23C57-7FE6-4A20-AF1A-994225B274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187" y="6460152"/>
              <a:ext cx="914788" cy="315180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>
                <a:defRPr/>
              </a:pPr>
              <a:r>
                <a:rPr lang="en-US" altLang="zh-CN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zh-CN" altLang="en-US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lang="zh-CN" altLang="en-US" sz="2000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AutoShape 14">
              <a:extLst>
                <a:ext uri="{FF2B5EF4-FFF2-40B4-BE49-F238E27FC236}">
                  <a16:creationId xmlns:a16="http://schemas.microsoft.com/office/drawing/2014/main" id="{B707D2A1-876F-43D5-92B9-0378261D6AF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308914" y="2540816"/>
              <a:ext cx="229335" cy="7469871"/>
            </a:xfrm>
            <a:prstGeom prst="leftBrace">
              <a:avLst>
                <a:gd name="adj1" fmla="val 47244"/>
                <a:gd name="adj2" fmla="val 50000"/>
              </a:avLst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2" name="组合 4">
            <a:extLst>
              <a:ext uri="{FF2B5EF4-FFF2-40B4-BE49-F238E27FC236}">
                <a16:creationId xmlns:a16="http://schemas.microsoft.com/office/drawing/2014/main" id="{AF053422-A980-49C0-AA70-073D0875CA6D}"/>
              </a:ext>
            </a:extLst>
          </p:cNvPr>
          <p:cNvGrpSpPr>
            <a:grpSpLocks/>
          </p:cNvGrpSpPr>
          <p:nvPr/>
        </p:nvGrpSpPr>
        <p:grpSpPr bwMode="auto">
          <a:xfrm>
            <a:off x="1691685" y="3426749"/>
            <a:ext cx="7168612" cy="848521"/>
            <a:chOff x="1905626" y="5551488"/>
            <a:chExt cx="6484261" cy="1182243"/>
          </a:xfrm>
        </p:grpSpPr>
        <p:sp>
          <p:nvSpPr>
            <p:cNvPr id="43" name="Text Box 2">
              <a:extLst>
                <a:ext uri="{FF2B5EF4-FFF2-40B4-BE49-F238E27FC236}">
                  <a16:creationId xmlns:a16="http://schemas.microsoft.com/office/drawing/2014/main" id="{81B4DDC0-A52F-4389-AA2B-7DA509919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7478" y="6417994"/>
              <a:ext cx="915658" cy="31573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algn="ctr">
                <a:defRPr/>
              </a:pPr>
              <a:r>
                <a:rPr lang="en-US" altLang="zh-CN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zh-CN" altLang="en-US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lang="zh-CN" altLang="en-US" sz="2000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Text Box 3">
              <a:extLst>
                <a:ext uri="{FF2B5EF4-FFF2-40B4-BE49-F238E27FC236}">
                  <a16:creationId xmlns:a16="http://schemas.microsoft.com/office/drawing/2014/main" id="{AB97957A-5FBC-4036-9346-11A6565E0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2150" y="6389863"/>
              <a:ext cx="953673" cy="31573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algn="ctr">
                <a:defRPr/>
              </a:pPr>
              <a:r>
                <a:rPr lang="en-US" altLang="zh-CN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w</a:t>
              </a:r>
              <a:r>
                <a:rPr lang="zh-CN" altLang="en-US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lang="zh-CN" altLang="en-US" sz="2000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AutoShape 5">
              <a:extLst>
                <a:ext uri="{FF2B5EF4-FFF2-40B4-BE49-F238E27FC236}">
                  <a16:creationId xmlns:a16="http://schemas.microsoft.com/office/drawing/2014/main" id="{3B5260EC-90F7-4CB5-A8A8-85B044B9538E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584781" y="5209742"/>
              <a:ext cx="180718" cy="2083394"/>
            </a:xfrm>
            <a:prstGeom prst="leftBrace">
              <a:avLst>
                <a:gd name="adj1" fmla="val 46921"/>
                <a:gd name="adj2" fmla="val 50000"/>
              </a:avLst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</p:spPr>
          <p:txBody>
            <a:bodyPr vert="eaVert" anchor="ctr" anchorCtr="1"/>
            <a:lstStyle/>
            <a:p>
              <a:pPr algn="ctr"/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AutoShape 6">
              <a:extLst>
                <a:ext uri="{FF2B5EF4-FFF2-40B4-BE49-F238E27FC236}">
                  <a16:creationId xmlns:a16="http://schemas.microsoft.com/office/drawing/2014/main" id="{E20F64F6-5DDD-4540-B39E-536156C946CB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471603" y="5406316"/>
              <a:ext cx="163517" cy="1673050"/>
            </a:xfrm>
            <a:prstGeom prst="leftBrace">
              <a:avLst>
                <a:gd name="adj1" fmla="val 57696"/>
                <a:gd name="adj2" fmla="val 50000"/>
              </a:avLst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</p:spPr>
          <p:txBody>
            <a:bodyPr vert="eaVert" anchor="ctr" anchorCtr="1"/>
            <a:lstStyle/>
            <a:p>
              <a:pPr algn="ctr"/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9">
              <a:extLst>
                <a:ext uri="{FF2B5EF4-FFF2-40B4-BE49-F238E27FC236}">
                  <a16:creationId xmlns:a16="http://schemas.microsoft.com/office/drawing/2014/main" id="{3814A570-E7E9-4124-96C5-CFC286D0A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626" y="5551488"/>
              <a:ext cx="2700201" cy="533399"/>
            </a:xfrm>
            <a:prstGeom prst="rect">
              <a:avLst/>
            </a:prstGeom>
            <a:solidFill>
              <a:srgbClr val="0066FF"/>
            </a:solidFill>
            <a:ln w="19050">
              <a:solidFill>
                <a:schemeClr val="tx2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区地址</a:t>
              </a:r>
              <a:r>
                <a:rPr lang="en-US" altLang="zh-CN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</a:t>
              </a:r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标记</a:t>
              </a:r>
            </a:p>
          </p:txBody>
        </p:sp>
        <p:sp>
          <p:nvSpPr>
            <p:cNvPr id="48" name="Rectangle 10">
              <a:extLst>
                <a:ext uri="{FF2B5EF4-FFF2-40B4-BE49-F238E27FC236}">
                  <a16:creationId xmlns:a16="http://schemas.microsoft.com/office/drawing/2014/main" id="{A7C105D8-112A-494E-9AF0-AF0BA351A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443" y="5551488"/>
              <a:ext cx="2083393" cy="533399"/>
            </a:xfrm>
            <a:prstGeom prst="rect">
              <a:avLst/>
            </a:prstGeom>
            <a:solidFill>
              <a:srgbClr val="00B050"/>
            </a:solidFill>
            <a:ln w="19050">
              <a:solidFill>
                <a:schemeClr val="tx2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行索引</a:t>
              </a: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A8F38D99-571C-4753-A75B-C79D2A648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6837" y="5551488"/>
              <a:ext cx="1673050" cy="533399"/>
            </a:xfrm>
            <a:prstGeom prst="rect">
              <a:avLst/>
            </a:prstGeom>
            <a:solidFill>
              <a:schemeClr val="accent4">
                <a:lumMod val="40000"/>
                <a:lumOff val="60000"/>
              </a:schemeClr>
            </a:solidFill>
            <a:ln w="19050">
              <a:solidFill>
                <a:schemeClr val="tx2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/>
              <a:r>
                <a: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rPr>
                <a:t>块内偏移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Text Box 13">
              <a:extLst>
                <a:ext uri="{FF2B5EF4-FFF2-40B4-BE49-F238E27FC236}">
                  <a16:creationId xmlns:a16="http://schemas.microsoft.com/office/drawing/2014/main" id="{AAE31F1F-3209-4D1E-BD5D-5A234FDA3A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2696" y="6413301"/>
              <a:ext cx="914005" cy="31573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algn="ctr">
                <a:defRPr/>
              </a:pPr>
              <a:r>
                <a:rPr lang="en-US" altLang="zh-CN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s-r</a:t>
              </a:r>
              <a:r>
                <a:rPr lang="zh-CN" altLang="en-US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lang="zh-CN" altLang="en-US" sz="2000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AutoShape 14">
              <a:extLst>
                <a:ext uri="{FF2B5EF4-FFF2-40B4-BE49-F238E27FC236}">
                  <a16:creationId xmlns:a16="http://schemas.microsoft.com/office/drawing/2014/main" id="{04174E55-90DC-4488-84A1-0DF1A708C57B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187776" y="4878930"/>
              <a:ext cx="163519" cy="2727819"/>
            </a:xfrm>
            <a:prstGeom prst="leftBrace">
              <a:avLst>
                <a:gd name="adj1" fmla="val 47215"/>
                <a:gd name="adj2" fmla="val 50000"/>
              </a:avLst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</p:spPr>
          <p:txBody>
            <a:bodyPr vert="eaVert" anchor="ctr" anchorCtr="1"/>
            <a:lstStyle/>
            <a:p>
              <a:pPr algn="ctr"/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2" name="组合 4">
            <a:extLst>
              <a:ext uri="{FF2B5EF4-FFF2-40B4-BE49-F238E27FC236}">
                <a16:creationId xmlns:a16="http://schemas.microsoft.com/office/drawing/2014/main" id="{57882E29-A033-4119-AA7C-E301CA6F8DDA}"/>
              </a:ext>
            </a:extLst>
          </p:cNvPr>
          <p:cNvGrpSpPr>
            <a:grpSpLocks/>
          </p:cNvGrpSpPr>
          <p:nvPr/>
        </p:nvGrpSpPr>
        <p:grpSpPr bwMode="auto">
          <a:xfrm>
            <a:off x="1691681" y="4938804"/>
            <a:ext cx="7168613" cy="866663"/>
            <a:chOff x="1905625" y="5551488"/>
            <a:chExt cx="6484262" cy="1207520"/>
          </a:xfrm>
        </p:grpSpPr>
        <p:sp>
          <p:nvSpPr>
            <p:cNvPr id="53" name="Text Box 2">
              <a:extLst>
                <a:ext uri="{FF2B5EF4-FFF2-40B4-BE49-F238E27FC236}">
                  <a16:creationId xmlns:a16="http://schemas.microsoft.com/office/drawing/2014/main" id="{F39D1265-696D-49B5-8770-AB53381807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7480" y="6437749"/>
              <a:ext cx="915658" cy="31573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algn="ctr">
                <a:defRPr/>
              </a:pPr>
              <a:r>
                <a:rPr lang="en-US" altLang="zh-CN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r>
                <a:rPr lang="zh-CN" altLang="en-US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lang="zh-CN" altLang="en-US" sz="2000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3">
              <a:extLst>
                <a:ext uri="{FF2B5EF4-FFF2-40B4-BE49-F238E27FC236}">
                  <a16:creationId xmlns:a16="http://schemas.microsoft.com/office/drawing/2014/main" id="{458D8689-88E7-4CB5-A028-4DAA4A020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2150" y="6389863"/>
              <a:ext cx="953673" cy="31573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algn="ctr">
                <a:defRPr/>
              </a:pPr>
              <a:r>
                <a:rPr lang="en-US" altLang="zh-CN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w</a:t>
              </a:r>
              <a:r>
                <a:rPr lang="zh-CN" altLang="en-US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lang="zh-CN" altLang="en-US" sz="2000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AutoShape 5">
              <a:extLst>
                <a:ext uri="{FF2B5EF4-FFF2-40B4-BE49-F238E27FC236}">
                  <a16:creationId xmlns:a16="http://schemas.microsoft.com/office/drawing/2014/main" id="{49161441-E8FD-46AD-B97F-96593C0DFC4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799106" y="5395755"/>
              <a:ext cx="152404" cy="1683058"/>
            </a:xfrm>
            <a:prstGeom prst="leftBrace">
              <a:avLst>
                <a:gd name="adj1" fmla="val 46921"/>
                <a:gd name="adj2" fmla="val 50000"/>
              </a:avLst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</p:spPr>
          <p:txBody>
            <a:bodyPr vert="eaVert" anchor="ctr" anchorCtr="1"/>
            <a:lstStyle/>
            <a:p>
              <a:pPr algn="ctr"/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AutoShape 6">
              <a:extLst>
                <a:ext uri="{FF2B5EF4-FFF2-40B4-BE49-F238E27FC236}">
                  <a16:creationId xmlns:a16="http://schemas.microsoft.com/office/drawing/2014/main" id="{69FCE3A1-2018-4692-8B87-32ADEA65088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471603" y="5406316"/>
              <a:ext cx="163517" cy="1673050"/>
            </a:xfrm>
            <a:prstGeom prst="leftBrace">
              <a:avLst>
                <a:gd name="adj1" fmla="val 57696"/>
                <a:gd name="adj2" fmla="val 50000"/>
              </a:avLst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</p:spPr>
          <p:txBody>
            <a:bodyPr vert="eaVert" anchor="ctr" anchorCtr="1"/>
            <a:lstStyle/>
            <a:p>
              <a:pPr algn="ctr"/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Rectangle 9">
              <a:extLst>
                <a:ext uri="{FF2B5EF4-FFF2-40B4-BE49-F238E27FC236}">
                  <a16:creationId xmlns:a16="http://schemas.microsoft.com/office/drawing/2014/main" id="{6E71FA69-EE29-4590-A643-B3394B090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626" y="5551488"/>
              <a:ext cx="3128154" cy="533399"/>
            </a:xfrm>
            <a:prstGeom prst="rect">
              <a:avLst/>
            </a:prstGeom>
            <a:solidFill>
              <a:srgbClr val="0066FF"/>
            </a:solidFill>
            <a:ln w="19050">
              <a:solidFill>
                <a:schemeClr val="tx2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标记</a:t>
              </a:r>
            </a:p>
          </p:txBody>
        </p:sp>
        <p:sp>
          <p:nvSpPr>
            <p:cNvPr id="58" name="Rectangle 10">
              <a:extLst>
                <a:ext uri="{FF2B5EF4-FFF2-40B4-BE49-F238E27FC236}">
                  <a16:creationId xmlns:a16="http://schemas.microsoft.com/office/drawing/2014/main" id="{13D85B5F-F4EC-4C25-91B4-F2851B4EB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780" y="5551488"/>
              <a:ext cx="1683057" cy="533399"/>
            </a:xfrm>
            <a:prstGeom prst="rect">
              <a:avLst/>
            </a:prstGeom>
            <a:solidFill>
              <a:srgbClr val="00B050"/>
            </a:solidFill>
            <a:ln w="19050">
              <a:solidFill>
                <a:schemeClr val="tx2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组索引</a:t>
              </a:r>
            </a:p>
          </p:txBody>
        </p:sp>
        <p:sp>
          <p:nvSpPr>
            <p:cNvPr id="59" name="Rectangle 11">
              <a:extLst>
                <a:ext uri="{FF2B5EF4-FFF2-40B4-BE49-F238E27FC236}">
                  <a16:creationId xmlns:a16="http://schemas.microsoft.com/office/drawing/2014/main" id="{1A37AAB2-1C8E-4764-AD41-5DDAF8130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6837" y="5551488"/>
              <a:ext cx="1673050" cy="533399"/>
            </a:xfrm>
            <a:prstGeom prst="rect">
              <a:avLst/>
            </a:prstGeom>
            <a:solidFill>
              <a:schemeClr val="accent4">
                <a:lumMod val="40000"/>
                <a:lumOff val="60000"/>
              </a:schemeClr>
            </a:solidFill>
            <a:ln w="19050">
              <a:solidFill>
                <a:schemeClr val="tx2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/>
              <a:r>
                <a: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rPr>
                <a:t>块内偏移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13">
              <a:extLst>
                <a:ext uri="{FF2B5EF4-FFF2-40B4-BE49-F238E27FC236}">
                  <a16:creationId xmlns:a16="http://schemas.microsoft.com/office/drawing/2014/main" id="{9D4B4E21-365F-4681-A9A1-6F2A417F50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2698" y="6443271"/>
              <a:ext cx="914005" cy="31573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algn="ctr">
                <a:defRPr/>
              </a:pPr>
              <a:r>
                <a:rPr lang="en-US" altLang="zh-CN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s-d</a:t>
              </a:r>
              <a:r>
                <a:rPr lang="zh-CN" altLang="en-US" sz="2000" dirty="0">
                  <a:solidFill>
                    <a:schemeClr val="tx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lang="zh-CN" altLang="en-US" sz="2000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AutoShape 14">
              <a:extLst>
                <a:ext uri="{FF2B5EF4-FFF2-40B4-BE49-F238E27FC236}">
                  <a16:creationId xmlns:a16="http://schemas.microsoft.com/office/drawing/2014/main" id="{26857931-707A-4D80-93C2-4B97E250837C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393499" y="4673206"/>
              <a:ext cx="152406" cy="3128154"/>
            </a:xfrm>
            <a:prstGeom prst="leftBrace">
              <a:avLst>
                <a:gd name="adj1" fmla="val 47215"/>
                <a:gd name="adj2" fmla="val 50000"/>
              </a:avLst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</p:spPr>
          <p:txBody>
            <a:bodyPr vert="eaVert" anchor="ctr" anchorCtr="1"/>
            <a:lstStyle/>
            <a:p>
              <a:pPr algn="ctr"/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2" name="文本框 61">
            <a:extLst>
              <a:ext uri="{FF2B5EF4-FFF2-40B4-BE49-F238E27FC236}">
                <a16:creationId xmlns:a16="http://schemas.microsoft.com/office/drawing/2014/main" id="{AD27A597-8509-4F1A-A43A-0B0B0DC75396}"/>
              </a:ext>
            </a:extLst>
          </p:cNvPr>
          <p:cNvSpPr txBox="1"/>
          <p:nvPr/>
        </p:nvSpPr>
        <p:spPr>
          <a:xfrm>
            <a:off x="352489" y="2054278"/>
            <a:ext cx="1181639" cy="4040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全相联</a:t>
            </a:r>
          </a:p>
        </p:txBody>
      </p:sp>
      <p:sp>
        <p:nvSpPr>
          <p:cNvPr id="63" name="文本框 62">
            <a:extLst>
              <a:ext uri="{FF2B5EF4-FFF2-40B4-BE49-F238E27FC236}">
                <a16:creationId xmlns:a16="http://schemas.microsoft.com/office/drawing/2014/main" id="{5402ECCC-6EBC-4A81-89F1-439CD5A09703}"/>
              </a:ext>
            </a:extLst>
          </p:cNvPr>
          <p:cNvSpPr txBox="1"/>
          <p:nvPr/>
        </p:nvSpPr>
        <p:spPr>
          <a:xfrm>
            <a:off x="262398" y="3426746"/>
            <a:ext cx="1300235" cy="4040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直接相联</a:t>
            </a:r>
          </a:p>
        </p:txBody>
      </p:sp>
      <p:sp>
        <p:nvSpPr>
          <p:cNvPr id="64" name="文本框 63">
            <a:extLst>
              <a:ext uri="{FF2B5EF4-FFF2-40B4-BE49-F238E27FC236}">
                <a16:creationId xmlns:a16="http://schemas.microsoft.com/office/drawing/2014/main" id="{35DB5394-F803-4DAE-BD00-DC055499ABEB}"/>
              </a:ext>
            </a:extLst>
          </p:cNvPr>
          <p:cNvSpPr txBox="1"/>
          <p:nvPr/>
        </p:nvSpPr>
        <p:spPr>
          <a:xfrm>
            <a:off x="294179" y="4915836"/>
            <a:ext cx="1300235" cy="4040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组相联</a:t>
            </a:r>
          </a:p>
        </p:txBody>
      </p:sp>
    </p:spTree>
    <p:extLst>
      <p:ext uri="{BB962C8B-B14F-4D97-AF65-F5344CB8AC3E}">
        <p14:creationId xmlns:p14="http://schemas.microsoft.com/office/powerpoint/2010/main" val="4087914733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标题 1">
            <a:extLst>
              <a:ext uri="{FF2B5EF4-FFF2-40B4-BE49-F238E27FC236}">
                <a16:creationId xmlns:a16="http://schemas.microsoft.com/office/drawing/2014/main" id="{38BE34A9-AE28-4B9B-AF8F-C1E70B707C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1520" y="332656"/>
            <a:ext cx="8568952" cy="617641"/>
          </a:xfrm>
        </p:spPr>
        <p:txBody>
          <a:bodyPr/>
          <a:lstStyle/>
          <a:p>
            <a:r>
              <a:rPr lang="zh-CN" altLang="en-US" dirty="0"/>
              <a:t>例题</a:t>
            </a:r>
            <a:r>
              <a:rPr lang="en-US" altLang="zh-CN" dirty="0"/>
              <a:t>1</a:t>
            </a:r>
            <a:endParaRPr lang="zh-CN" altLang="en-US" dirty="0"/>
          </a:p>
        </p:txBody>
      </p:sp>
      <p:sp>
        <p:nvSpPr>
          <p:cNvPr id="9" name="内容占位符 2">
            <a:extLst>
              <a:ext uri="{FF2B5EF4-FFF2-40B4-BE49-F238E27FC236}">
                <a16:creationId xmlns:a16="http://schemas.microsoft.com/office/drawing/2014/main" id="{22862A1D-4DC0-43DB-AB41-D437AC698E3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51520" y="1017806"/>
            <a:ext cx="8568951" cy="5637024"/>
          </a:xfrm>
        </p:spPr>
        <p:txBody>
          <a:bodyPr/>
          <a:lstStyle/>
          <a:p>
            <a:pPr marL="0" indent="0">
              <a:buNone/>
            </a:pPr>
            <a:r>
              <a:rPr lang="zh-CN" altLang="en-US" dirty="0"/>
              <a:t>       某计算机字长</a:t>
            </a:r>
            <a:r>
              <a:rPr lang="en-US" altLang="zh-CN" dirty="0"/>
              <a:t>32</a:t>
            </a:r>
            <a:r>
              <a:rPr lang="zh-CN" altLang="en-US" dirty="0"/>
              <a:t>位，采用直接映射</a:t>
            </a:r>
            <a:r>
              <a:rPr lang="en-US" altLang="zh-CN" dirty="0"/>
              <a:t>Cache,</a:t>
            </a:r>
            <a:r>
              <a:rPr lang="zh-CN" altLang="en-US" dirty="0"/>
              <a:t>主存容量</a:t>
            </a:r>
            <a:r>
              <a:rPr lang="en-US" altLang="zh-CN" dirty="0"/>
              <a:t>4MB</a:t>
            </a:r>
            <a:r>
              <a:rPr lang="zh-CN" altLang="en-US" dirty="0"/>
              <a:t>，</a:t>
            </a:r>
            <a:r>
              <a:rPr lang="en-US" altLang="zh-CN" dirty="0"/>
              <a:t>Cache</a:t>
            </a:r>
            <a:r>
              <a:rPr lang="zh-CN" altLang="en-US" dirty="0"/>
              <a:t>数据存储体容量为</a:t>
            </a:r>
            <a:r>
              <a:rPr lang="en-US" altLang="zh-CN" dirty="0"/>
              <a:t>4KB</a:t>
            </a:r>
            <a:r>
              <a:rPr lang="zh-CN" altLang="en-US" dirty="0"/>
              <a:t>，字块长度为</a:t>
            </a:r>
            <a:r>
              <a:rPr lang="en-US" altLang="zh-CN" dirty="0"/>
              <a:t>8</a:t>
            </a:r>
            <a:r>
              <a:rPr lang="zh-CN" altLang="en-US" dirty="0"/>
              <a:t>个字。</a:t>
            </a:r>
          </a:p>
          <a:p>
            <a:pPr marL="914400" lvl="1" indent="-457200">
              <a:buClr>
                <a:srgbClr val="FF0000"/>
              </a:buClr>
              <a:buFont typeface="微软雅黑" charset="-122"/>
              <a:buAutoNum type="arabicPeriod"/>
            </a:pPr>
            <a:r>
              <a:rPr lang="zh-CN" altLang="en-US" sz="2200" dirty="0"/>
              <a:t>画出直接映射方式下主存地址划分情况。</a:t>
            </a:r>
          </a:p>
          <a:p>
            <a:pPr marL="914400" lvl="1" indent="-457200">
              <a:buClr>
                <a:srgbClr val="FF0000"/>
              </a:buClr>
              <a:buFont typeface="微软雅黑" charset="-122"/>
              <a:buAutoNum type="arabicPeriod"/>
            </a:pPr>
            <a:r>
              <a:rPr lang="zh-CN" altLang="en-US" sz="2200" dirty="0"/>
              <a:t>设</a:t>
            </a:r>
            <a:r>
              <a:rPr lang="en-US" altLang="zh-CN" sz="2200" dirty="0"/>
              <a:t>cache</a:t>
            </a:r>
            <a:r>
              <a:rPr lang="zh-CN" altLang="en-US" sz="2200" dirty="0"/>
              <a:t>初始状态为空，若</a:t>
            </a:r>
            <a:r>
              <a:rPr lang="en-US" altLang="zh-CN" sz="2200" dirty="0"/>
              <a:t>CPU</a:t>
            </a:r>
            <a:r>
              <a:rPr lang="zh-CN" altLang="en-US" sz="2200" dirty="0"/>
              <a:t>顺序访问</a:t>
            </a:r>
            <a:r>
              <a:rPr lang="en-US" altLang="zh-CN" sz="2200" dirty="0"/>
              <a:t>0-99</a:t>
            </a:r>
            <a:r>
              <a:rPr lang="zh-CN" altLang="en-US" sz="2200" dirty="0"/>
              <a:t>号单元，并从中读出</a:t>
            </a:r>
            <a:r>
              <a:rPr lang="en-US" altLang="zh-CN" sz="2200" dirty="0"/>
              <a:t>100</a:t>
            </a:r>
            <a:r>
              <a:rPr lang="zh-CN" altLang="en-US" sz="2200" dirty="0"/>
              <a:t>个字，假设主存一次读一个字，并重复此顺序</a:t>
            </a:r>
            <a:r>
              <a:rPr lang="en-US" altLang="zh-CN" sz="2200" dirty="0"/>
              <a:t>10</a:t>
            </a:r>
            <a:r>
              <a:rPr lang="zh-CN" altLang="en-US" sz="2200" dirty="0"/>
              <a:t>次，请计算</a:t>
            </a:r>
            <a:r>
              <a:rPr lang="en-US" altLang="zh-CN" sz="2200" dirty="0"/>
              <a:t>cache</a:t>
            </a:r>
            <a:r>
              <a:rPr lang="zh-CN" altLang="en-US" sz="2200" dirty="0"/>
              <a:t>命中率。</a:t>
            </a:r>
          </a:p>
          <a:p>
            <a:pPr marL="914400" lvl="1" indent="-457200">
              <a:buClr>
                <a:srgbClr val="FF0000"/>
              </a:buClr>
              <a:buFont typeface="微软雅黑" charset="-122"/>
              <a:buAutoNum type="arabicPeriod"/>
            </a:pPr>
            <a:r>
              <a:rPr lang="zh-CN" altLang="en-US" sz="2200" dirty="0"/>
              <a:t>如果</a:t>
            </a:r>
            <a:r>
              <a:rPr lang="en-US" altLang="zh-CN" sz="2200" dirty="0"/>
              <a:t>cache</a:t>
            </a:r>
            <a:r>
              <a:rPr lang="zh-CN" altLang="en-US" sz="2200" dirty="0"/>
              <a:t>的存取时间是</a:t>
            </a:r>
            <a:r>
              <a:rPr lang="en-US" altLang="zh-CN" sz="2200" dirty="0"/>
              <a:t>2ns</a:t>
            </a:r>
            <a:r>
              <a:rPr lang="zh-CN" altLang="en-US" sz="2200" dirty="0"/>
              <a:t>，主存访问时间是</a:t>
            </a:r>
            <a:r>
              <a:rPr lang="en-US" altLang="zh-CN" sz="2200" dirty="0"/>
              <a:t>20ns</a:t>
            </a:r>
            <a:r>
              <a:rPr lang="zh-CN" altLang="en-US" sz="2200" dirty="0"/>
              <a:t>，平均访问时间是多少。</a:t>
            </a:r>
          </a:p>
          <a:p>
            <a:pPr marL="914400" lvl="1" indent="-457200">
              <a:buClr>
                <a:srgbClr val="FF0000"/>
              </a:buClr>
              <a:buFont typeface="微软雅黑" charset="-122"/>
              <a:buAutoNum type="arabicPeriod"/>
            </a:pPr>
            <a:r>
              <a:rPr lang="en-US" altLang="zh-CN" sz="2200" dirty="0"/>
              <a:t>Cache-</a:t>
            </a:r>
            <a:r>
              <a:rPr lang="zh-CN" altLang="en-US" sz="2200" dirty="0"/>
              <a:t>主存系统访问效率。</a:t>
            </a:r>
          </a:p>
          <a:p>
            <a:pPr marL="0" indent="0">
              <a:buNone/>
            </a:pPr>
            <a:endParaRPr lang="zh-CN" altLang="en-US" dirty="0"/>
          </a:p>
          <a:p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16744677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3F40C4F-CF20-40A7-8207-6D3CED4F98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例</a:t>
            </a:r>
            <a:r>
              <a:rPr lang="en-US" altLang="zh-CN" dirty="0"/>
              <a:t>1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9F1C6093-0031-4CBB-92B3-22C6A962342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65867" y="942764"/>
            <a:ext cx="7886699" cy="2702260"/>
          </a:xfrm>
        </p:spPr>
        <p:txBody>
          <a:bodyPr/>
          <a:lstStyle/>
          <a:p>
            <a:pPr marL="0" indent="0">
              <a:buNone/>
            </a:pPr>
            <a:r>
              <a:rPr lang="zh-CN" altLang="en-US" dirty="0"/>
              <a:t>       如果数据在主存和</a:t>
            </a:r>
            <a:r>
              <a:rPr lang="en-US" altLang="zh-CN" dirty="0"/>
              <a:t>Cache</a:t>
            </a:r>
            <a:r>
              <a:rPr lang="zh-CN" altLang="en-US" dirty="0"/>
              <a:t>之间块传送单位为</a:t>
            </a:r>
            <a:r>
              <a:rPr lang="en-US" altLang="zh-CN" dirty="0"/>
              <a:t>512B</a:t>
            </a:r>
            <a:r>
              <a:rPr lang="zh-CN" altLang="en-US" dirty="0"/>
              <a:t>，</a:t>
            </a:r>
            <a:r>
              <a:rPr lang="en-US" altLang="zh-CN" dirty="0"/>
              <a:t>Cache</a:t>
            </a:r>
            <a:r>
              <a:rPr lang="zh-CN" altLang="en-US" dirty="0"/>
              <a:t>容量为</a:t>
            </a:r>
            <a:r>
              <a:rPr lang="en-US" altLang="zh-CN" dirty="0"/>
              <a:t>8KB</a:t>
            </a:r>
            <a:r>
              <a:rPr lang="zh-CN" altLang="en-US" dirty="0"/>
              <a:t>，主存容量为</a:t>
            </a:r>
            <a:r>
              <a:rPr lang="en-US" altLang="zh-CN" dirty="0"/>
              <a:t>1MB</a:t>
            </a:r>
            <a:r>
              <a:rPr lang="zh-CN" altLang="en-US" dirty="0"/>
              <a:t>，</a:t>
            </a:r>
            <a:r>
              <a:rPr lang="en-US" altLang="zh-CN" dirty="0"/>
              <a:t>Cache</a:t>
            </a:r>
            <a:r>
              <a:rPr lang="zh-CN" altLang="en-US" dirty="0"/>
              <a:t>采用</a:t>
            </a:r>
            <a:r>
              <a:rPr lang="en-US" altLang="zh-CN" dirty="0"/>
              <a:t>2</a:t>
            </a:r>
            <a:r>
              <a:rPr lang="zh-CN" altLang="en-US" dirty="0"/>
              <a:t>路组相联映射方式，内存地址为</a:t>
            </a:r>
            <a:r>
              <a:rPr lang="en-US" altLang="zh-CN" dirty="0"/>
              <a:t>0220CH</a:t>
            </a:r>
            <a:r>
              <a:rPr lang="zh-CN" altLang="en-US" dirty="0"/>
              <a:t>的单元可以映射到</a:t>
            </a:r>
            <a:r>
              <a:rPr lang="en-US" altLang="zh-CN" dirty="0"/>
              <a:t>Cache</a:t>
            </a:r>
            <a:r>
              <a:rPr lang="zh-CN" altLang="en-US" dirty="0"/>
              <a:t>的哪个块中？</a:t>
            </a:r>
          </a:p>
          <a:p>
            <a:pPr marL="0" indent="0">
              <a:buNone/>
            </a:pPr>
            <a:r>
              <a:rPr lang="en-US" altLang="zh-CN" dirty="0"/>
              <a:t> 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73336935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例题</a:t>
            </a:r>
            <a:r>
              <a:rPr lang="en-US" altLang="zh-CN" dirty="0"/>
              <a:t>2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65867" y="1467516"/>
            <a:ext cx="8442377" cy="4227768"/>
          </a:xfrm>
        </p:spPr>
        <p:txBody>
          <a:bodyPr>
            <a:normAutofit lnSpcReduction="10000"/>
          </a:bodyPr>
          <a:lstStyle/>
          <a:p>
            <a:r>
              <a:rPr lang="zh-CN" altLang="en-US" sz="1650" dirty="0">
                <a:latin typeface="+mn-ea"/>
              </a:rPr>
              <a:t>主存地址空间大小为</a:t>
            </a:r>
            <a:r>
              <a:rPr lang="en-US" altLang="zh-CN" sz="1650" dirty="0">
                <a:latin typeface="+mn-ea"/>
              </a:rPr>
              <a:t>256MB</a:t>
            </a:r>
            <a:r>
              <a:rPr lang="zh-CN" altLang="en-US" sz="1650" dirty="0">
                <a:latin typeface="+mn-ea"/>
              </a:rPr>
              <a:t>，按字节编址。指令数据</a:t>
            </a:r>
            <a:r>
              <a:rPr lang="en-US" altLang="zh-CN" sz="1650" dirty="0">
                <a:latin typeface="+mn-ea"/>
              </a:rPr>
              <a:t>Cache</a:t>
            </a:r>
            <a:r>
              <a:rPr lang="zh-CN" altLang="en-US" sz="1650" dirty="0">
                <a:latin typeface="+mn-ea"/>
              </a:rPr>
              <a:t>，均有</a:t>
            </a:r>
            <a:r>
              <a:rPr lang="en-US" altLang="zh-CN" sz="1650" dirty="0">
                <a:latin typeface="+mn-ea"/>
              </a:rPr>
              <a:t>8</a:t>
            </a:r>
            <a:r>
              <a:rPr lang="zh-CN" altLang="en-US" sz="1650" dirty="0">
                <a:latin typeface="+mn-ea"/>
              </a:rPr>
              <a:t>行，</a:t>
            </a:r>
            <a:r>
              <a:rPr lang="en-US" altLang="zh-CN" sz="1650" dirty="0">
                <a:latin typeface="+mn-ea"/>
              </a:rPr>
              <a:t>Cache</a:t>
            </a:r>
            <a:r>
              <a:rPr lang="zh-CN" altLang="en-US" sz="1650" dirty="0">
                <a:latin typeface="+mn-ea"/>
              </a:rPr>
              <a:t>行大小为</a:t>
            </a:r>
            <a:r>
              <a:rPr lang="en-US" altLang="zh-CN" sz="1650" dirty="0">
                <a:latin typeface="+mn-ea"/>
              </a:rPr>
              <a:t>64B</a:t>
            </a:r>
            <a:r>
              <a:rPr lang="zh-CN" altLang="en-US" sz="1650" dirty="0">
                <a:latin typeface="+mn-ea"/>
              </a:rPr>
              <a:t>，数据</a:t>
            </a:r>
            <a:r>
              <a:rPr lang="en-US" altLang="zh-CN" sz="1650" dirty="0">
                <a:latin typeface="+mn-ea"/>
              </a:rPr>
              <a:t>Cache</a:t>
            </a:r>
            <a:r>
              <a:rPr lang="zh-CN" altLang="en-US" sz="1650" dirty="0">
                <a:latin typeface="+mn-ea"/>
              </a:rPr>
              <a:t>直接相联。现有两功能相同的程序</a:t>
            </a:r>
            <a:r>
              <a:rPr lang="en-US" altLang="zh-CN" sz="1650" dirty="0">
                <a:latin typeface="+mn-ea"/>
              </a:rPr>
              <a:t>A</a:t>
            </a:r>
            <a:r>
              <a:rPr lang="zh-CN" altLang="en-US" sz="1650" dirty="0">
                <a:latin typeface="+mn-ea"/>
              </a:rPr>
              <a:t>，</a:t>
            </a:r>
            <a:r>
              <a:rPr lang="en-US" altLang="zh-CN" sz="1650" dirty="0">
                <a:latin typeface="+mn-ea"/>
              </a:rPr>
              <a:t>B</a:t>
            </a:r>
            <a:r>
              <a:rPr lang="zh-CN" altLang="en-US" sz="1650" dirty="0">
                <a:latin typeface="+mn-ea"/>
              </a:rPr>
              <a:t>，其伪代码如下所示：</a:t>
            </a:r>
            <a:endParaRPr lang="en-US" altLang="zh-CN" sz="1650" baseline="30000" dirty="0">
              <a:latin typeface="+mn-ea"/>
            </a:endParaRPr>
          </a:p>
          <a:p>
            <a:pPr>
              <a:spcBef>
                <a:spcPct val="20000"/>
              </a:spcBef>
              <a:defRPr/>
            </a:pPr>
            <a:r>
              <a:rPr lang="zh-CN" altLang="en-US" sz="1650" dirty="0">
                <a:latin typeface="+mn-ea"/>
              </a:rPr>
              <a:t>假定</a:t>
            </a:r>
            <a:r>
              <a:rPr lang="en-US" altLang="zh-CN" sz="1650" dirty="0" err="1">
                <a:latin typeface="+mn-ea"/>
              </a:rPr>
              <a:t>int</a:t>
            </a:r>
            <a:r>
              <a:rPr lang="zh-CN" altLang="en-US" sz="1650" dirty="0">
                <a:latin typeface="+mn-ea"/>
              </a:rPr>
              <a:t>型数据为</a:t>
            </a:r>
            <a:r>
              <a:rPr lang="en-US" altLang="zh-CN" sz="1650" dirty="0">
                <a:latin typeface="+mn-ea"/>
              </a:rPr>
              <a:t>32</a:t>
            </a:r>
            <a:r>
              <a:rPr lang="zh-CN" altLang="en-US" sz="1650" dirty="0">
                <a:latin typeface="+mn-ea"/>
              </a:rPr>
              <a:t>位补码，程序编译时</a:t>
            </a:r>
            <a:r>
              <a:rPr lang="en-US" altLang="zh-CN" sz="1650" dirty="0" err="1">
                <a:latin typeface="+mn-ea"/>
              </a:rPr>
              <a:t>i,j,sum</a:t>
            </a:r>
            <a:r>
              <a:rPr lang="zh-CN" altLang="en-US" sz="1650" dirty="0">
                <a:latin typeface="+mn-ea"/>
              </a:rPr>
              <a:t>均分配在寄存器中，数组</a:t>
            </a:r>
            <a:r>
              <a:rPr lang="en-US" altLang="zh-CN" sz="1650" dirty="0">
                <a:latin typeface="+mn-ea"/>
              </a:rPr>
              <a:t>a</a:t>
            </a:r>
            <a:r>
              <a:rPr lang="zh-CN" altLang="en-US" sz="1650" dirty="0">
                <a:latin typeface="+mn-ea"/>
              </a:rPr>
              <a:t>按行优先方式存放，首地址为</a:t>
            </a:r>
            <a:r>
              <a:rPr lang="en-US" altLang="zh-CN" sz="1650" dirty="0">
                <a:latin typeface="+mn-ea"/>
              </a:rPr>
              <a:t>320</a:t>
            </a:r>
            <a:r>
              <a:rPr lang="zh-CN" altLang="en-US" sz="1650" dirty="0">
                <a:latin typeface="+mn-ea"/>
              </a:rPr>
              <a:t>（十进制）。</a:t>
            </a:r>
            <a:endParaRPr lang="en-US" altLang="zh-CN" sz="1650" dirty="0">
              <a:latin typeface="+mn-ea"/>
            </a:endParaRPr>
          </a:p>
          <a:p>
            <a:pPr>
              <a:spcBef>
                <a:spcPct val="20000"/>
              </a:spcBef>
              <a:defRPr/>
            </a:pPr>
            <a:endParaRPr lang="en-US" altLang="zh-CN" sz="1650" dirty="0">
              <a:latin typeface="+mn-ea"/>
            </a:endParaRPr>
          </a:p>
          <a:p>
            <a:pPr>
              <a:spcBef>
                <a:spcPct val="20000"/>
              </a:spcBef>
              <a:defRPr/>
            </a:pPr>
            <a:endParaRPr lang="en-US" altLang="zh-CN" sz="1650" dirty="0">
              <a:latin typeface="+mn-ea"/>
            </a:endParaRPr>
          </a:p>
          <a:p>
            <a:pPr marL="342900" lvl="1" indent="0">
              <a:spcBef>
                <a:spcPct val="20000"/>
              </a:spcBef>
              <a:buNone/>
              <a:defRPr/>
            </a:pPr>
            <a:endParaRPr lang="en-US" altLang="zh-CN" sz="1425" b="1" dirty="0">
              <a:latin typeface="+mn-ea"/>
            </a:endParaRPr>
          </a:p>
          <a:p>
            <a:pPr marL="342900" lvl="1" indent="0">
              <a:spcBef>
                <a:spcPct val="20000"/>
              </a:spcBef>
              <a:buNone/>
              <a:defRPr/>
            </a:pPr>
            <a:endParaRPr lang="en-US" altLang="zh-CN" b="1" dirty="0">
              <a:latin typeface="+mn-ea"/>
            </a:endParaRPr>
          </a:p>
          <a:p>
            <a:pPr marL="342900" lvl="1" indent="0">
              <a:spcBef>
                <a:spcPct val="20000"/>
              </a:spcBef>
              <a:buNone/>
              <a:defRPr/>
            </a:pPr>
            <a:r>
              <a:rPr lang="en-US" altLang="zh-CN" b="1" dirty="0">
                <a:latin typeface="+mn-ea"/>
              </a:rPr>
              <a:t>1</a:t>
            </a:r>
            <a:r>
              <a:rPr lang="zh-CN" altLang="en-US" b="1" dirty="0">
                <a:latin typeface="+mn-ea"/>
              </a:rPr>
              <a:t>）若不考虑用于</a:t>
            </a:r>
            <a:r>
              <a:rPr lang="en-US" altLang="zh-CN" b="1" dirty="0">
                <a:latin typeface="+mn-ea"/>
              </a:rPr>
              <a:t>Cache</a:t>
            </a:r>
            <a:r>
              <a:rPr lang="zh-CN" altLang="en-US" b="1" dirty="0">
                <a:latin typeface="+mn-ea"/>
              </a:rPr>
              <a:t>一致性维护和替换算法的控制位，数据</a:t>
            </a:r>
            <a:r>
              <a:rPr lang="en-US" altLang="zh-CN" b="1" dirty="0">
                <a:latin typeface="+mn-ea"/>
              </a:rPr>
              <a:t>cache</a:t>
            </a:r>
            <a:r>
              <a:rPr lang="zh-CN" altLang="en-US" b="1" dirty="0">
                <a:latin typeface="+mn-ea"/>
              </a:rPr>
              <a:t>的总容量是多少？</a:t>
            </a:r>
            <a:endParaRPr lang="en-US" altLang="zh-CN" b="1" dirty="0">
              <a:latin typeface="+mn-ea"/>
            </a:endParaRPr>
          </a:p>
          <a:p>
            <a:pPr marL="342900" lvl="1" indent="0">
              <a:spcBef>
                <a:spcPct val="20000"/>
              </a:spcBef>
              <a:buNone/>
              <a:defRPr/>
            </a:pPr>
            <a:r>
              <a:rPr lang="en-US" altLang="zh-CN" b="1" dirty="0">
                <a:latin typeface="+mn-ea"/>
              </a:rPr>
              <a:t>2</a:t>
            </a:r>
            <a:r>
              <a:rPr lang="zh-CN" altLang="en-US" b="1" dirty="0">
                <a:latin typeface="+mn-ea"/>
              </a:rPr>
              <a:t>）数组元素</a:t>
            </a:r>
            <a:r>
              <a:rPr lang="en-US" altLang="zh-CN" b="1" dirty="0">
                <a:latin typeface="+mn-ea"/>
              </a:rPr>
              <a:t>a[0][31],a[1][1]</a:t>
            </a:r>
            <a:r>
              <a:rPr lang="zh-CN" altLang="en-US" b="1" dirty="0">
                <a:latin typeface="+mn-ea"/>
              </a:rPr>
              <a:t>所在主存块对应的</a:t>
            </a:r>
            <a:r>
              <a:rPr lang="en-US" altLang="zh-CN" b="1" dirty="0">
                <a:latin typeface="+mn-ea"/>
              </a:rPr>
              <a:t>cache</a:t>
            </a:r>
            <a:r>
              <a:rPr lang="zh-CN" altLang="en-US" b="1" dirty="0">
                <a:latin typeface="+mn-ea"/>
              </a:rPr>
              <a:t>行分别是多少，行号从零开始。</a:t>
            </a:r>
            <a:endParaRPr lang="en-US" altLang="zh-CN" b="1" dirty="0">
              <a:latin typeface="+mn-ea"/>
            </a:endParaRPr>
          </a:p>
          <a:p>
            <a:pPr marL="342900" lvl="1" indent="0">
              <a:spcBef>
                <a:spcPct val="20000"/>
              </a:spcBef>
              <a:buNone/>
              <a:defRPr/>
            </a:pPr>
            <a:r>
              <a:rPr lang="en-US" altLang="zh-CN" b="1" dirty="0">
                <a:latin typeface="+mn-ea"/>
              </a:rPr>
              <a:t>(3)</a:t>
            </a:r>
            <a:r>
              <a:rPr lang="zh-CN" altLang="en-US" b="1" dirty="0">
                <a:latin typeface="+mn-ea"/>
              </a:rPr>
              <a:t>程序</a:t>
            </a:r>
            <a:r>
              <a:rPr lang="en-US" altLang="zh-CN" b="1" dirty="0">
                <a:latin typeface="+mn-ea"/>
              </a:rPr>
              <a:t>A</a:t>
            </a:r>
            <a:r>
              <a:rPr lang="zh-CN" altLang="en-US" b="1" dirty="0">
                <a:latin typeface="+mn-ea"/>
              </a:rPr>
              <a:t>，</a:t>
            </a:r>
            <a:r>
              <a:rPr lang="en-US" altLang="zh-CN" b="1" dirty="0">
                <a:latin typeface="+mn-ea"/>
              </a:rPr>
              <a:t>B</a:t>
            </a:r>
            <a:r>
              <a:rPr lang="zh-CN" altLang="en-US" b="1" dirty="0">
                <a:latin typeface="+mn-ea"/>
              </a:rPr>
              <a:t>的数据访问命中率各是多少？那个程序的执行时间更短</a:t>
            </a:r>
            <a:r>
              <a:rPr lang="en-US" altLang="zh-CN" b="1" dirty="0">
                <a:latin typeface="+mn-ea"/>
              </a:rPr>
              <a:t>?</a:t>
            </a:r>
          </a:p>
          <a:p>
            <a:endParaRPr lang="zh-CN" altLang="en-US" baseline="30000" dirty="0">
              <a:latin typeface="+mn-ea"/>
            </a:endParaRPr>
          </a:p>
          <a:p>
            <a:endParaRPr lang="zh-CN" altLang="en-US" dirty="0"/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920416" y="3126518"/>
            <a:ext cx="3195575" cy="1233614"/>
          </a:xfrm>
          <a:prstGeom prst="rect">
            <a:avLst/>
          </a:prstGeom>
          <a:solidFill>
            <a:srgbClr val="99FF66"/>
          </a:solidFill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anchor="ctr" anchorCtr="0">
            <a:noAutofit/>
          </a:bodyPr>
          <a:lstStyle/>
          <a:p>
            <a:pPr defTabSz="68580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350" b="1" dirty="0" err="1">
                <a:solidFill>
                  <a:prstClr val="black"/>
                </a:solidFill>
                <a:latin typeface="Courier New" pitchFamily="49" charset="0"/>
                <a:ea typeface="微软雅黑"/>
              </a:rPr>
              <a:t>int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微软雅黑"/>
              </a:rPr>
              <a:t> a[256][256]</a:t>
            </a:r>
            <a:r>
              <a:rPr lang="en-US" altLang="zh-CN" sz="1350" b="1" dirty="0">
                <a:solidFill>
                  <a:prstClr val="black"/>
                </a:solidFill>
                <a:latin typeface="Courier New" pitchFamily="49" charset="0"/>
                <a:ea typeface="微软雅黑"/>
              </a:rPr>
              <a:t>;</a:t>
            </a:r>
            <a:endParaRPr lang="en-US" altLang="zh-CN" sz="1350" b="1" dirty="0">
              <a:solidFill>
                <a:prstClr val="black"/>
              </a:solidFill>
              <a:latin typeface="Courier New" pitchFamily="49" charset="0"/>
              <a:ea typeface="宋体" pitchFamily="2" charset="-122"/>
            </a:endParaRPr>
          </a:p>
          <a:p>
            <a:pPr defTabSz="68580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for (</a:t>
            </a:r>
            <a:r>
              <a:rPr lang="en-US" sz="1350" b="1" dirty="0" err="1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i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 = 0; </a:t>
            </a:r>
            <a:r>
              <a:rPr lang="en-US" sz="1350" b="1" dirty="0" err="1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i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 &lt; 256; </a:t>
            </a:r>
            <a:r>
              <a:rPr lang="en-US" sz="1350" b="1" dirty="0" err="1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i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++)</a:t>
            </a:r>
          </a:p>
          <a:p>
            <a:pPr defTabSz="68580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350" b="1" dirty="0">
                <a:solidFill>
                  <a:srgbClr val="0000FF"/>
                </a:solidFill>
                <a:latin typeface="Courier New" pitchFamily="49" charset="0"/>
                <a:ea typeface="宋体" pitchFamily="2" charset="-122"/>
              </a:rPr>
              <a:t> for (j = 0; j &lt; 256; j++)</a:t>
            </a:r>
          </a:p>
          <a:p>
            <a:pPr defTabSz="68580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   sum += a[</a:t>
            </a:r>
            <a:r>
              <a:rPr lang="en-US" sz="1350" b="1" dirty="0" err="1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i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][j];</a:t>
            </a: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4963873" y="3126518"/>
            <a:ext cx="3032522" cy="1233614"/>
          </a:xfrm>
          <a:prstGeom prst="rect">
            <a:avLst/>
          </a:prstGeom>
          <a:solidFill>
            <a:srgbClr val="FFFF00"/>
          </a:solidFill>
          <a:ln>
            <a:headEnd/>
            <a:tailEnd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none" anchor="ctr" anchorCtr="0">
            <a:noAutofit/>
          </a:bodyPr>
          <a:lstStyle/>
          <a:p>
            <a:pPr defTabSz="68580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350" b="1" dirty="0" err="1">
                <a:solidFill>
                  <a:prstClr val="black"/>
                </a:solidFill>
                <a:latin typeface="Courier New" pitchFamily="49" charset="0"/>
                <a:ea typeface="微软雅黑"/>
              </a:rPr>
              <a:t>int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微软雅黑"/>
              </a:rPr>
              <a:t> a[256][256]</a:t>
            </a:r>
            <a:r>
              <a:rPr lang="en-US" altLang="zh-CN" sz="1350" b="1" dirty="0">
                <a:solidFill>
                  <a:prstClr val="black"/>
                </a:solidFill>
                <a:latin typeface="Courier New" pitchFamily="49" charset="0"/>
                <a:ea typeface="微软雅黑"/>
              </a:rPr>
              <a:t>;</a:t>
            </a:r>
          </a:p>
          <a:p>
            <a:pPr defTabSz="68580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350" b="1" dirty="0">
                <a:solidFill>
                  <a:srgbClr val="0000FF"/>
                </a:solidFill>
                <a:latin typeface="Courier New" pitchFamily="49" charset="0"/>
                <a:ea typeface="宋体" pitchFamily="2" charset="-122"/>
              </a:rPr>
              <a:t>for (j = 0; j &lt; 256; j++)</a:t>
            </a:r>
          </a:p>
          <a:p>
            <a:pPr defTabSz="68580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 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 for (</a:t>
            </a:r>
            <a:r>
              <a:rPr lang="en-US" sz="1350" b="1" dirty="0" err="1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i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 = 0; </a:t>
            </a:r>
            <a:r>
              <a:rPr lang="en-US" sz="1350" b="1" dirty="0" err="1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i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 &lt; 256; </a:t>
            </a:r>
            <a:r>
              <a:rPr lang="en-US" sz="1350" b="1" dirty="0" err="1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i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++)</a:t>
            </a:r>
          </a:p>
          <a:p>
            <a:pPr defTabSz="68580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    sum += a[</a:t>
            </a:r>
            <a:r>
              <a:rPr lang="en-US" sz="1350" b="1" dirty="0" err="1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i</a:t>
            </a:r>
            <a:r>
              <a:rPr lang="en-US" sz="1350" b="1" dirty="0">
                <a:solidFill>
                  <a:prstClr val="black"/>
                </a:solidFill>
                <a:latin typeface="Courier New" pitchFamily="49" charset="0"/>
                <a:ea typeface="宋体" pitchFamily="2" charset="-122"/>
              </a:rPr>
              <a:t>][j];</a:t>
            </a:r>
          </a:p>
        </p:txBody>
      </p:sp>
      <p:sp>
        <p:nvSpPr>
          <p:cNvPr id="6" name="矩形 5"/>
          <p:cNvSpPr/>
          <p:nvPr/>
        </p:nvSpPr>
        <p:spPr>
          <a:xfrm>
            <a:off x="4115991" y="3396855"/>
            <a:ext cx="357188" cy="715581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defTabSz="6858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350" b="1" dirty="0">
                <a:solidFill>
                  <a:prstClr val="black"/>
                </a:solidFill>
                <a:latin typeface="微软雅黑"/>
                <a:ea typeface="微软雅黑"/>
              </a:rPr>
              <a:t>程序</a:t>
            </a:r>
            <a:r>
              <a:rPr lang="en-US" altLang="zh-CN" sz="1350" b="1" dirty="0">
                <a:solidFill>
                  <a:prstClr val="black"/>
                </a:solidFill>
                <a:latin typeface="微软雅黑"/>
                <a:ea typeface="微软雅黑"/>
              </a:rPr>
              <a:t>A</a:t>
            </a:r>
            <a:endParaRPr lang="zh-CN" altLang="en-US" sz="1350" b="1" dirty="0">
              <a:solidFill>
                <a:prstClr val="black"/>
              </a:solidFill>
              <a:ea typeface="微软雅黑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7996395" y="3396854"/>
            <a:ext cx="357188" cy="715581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defTabSz="6858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350" b="1" dirty="0">
                <a:solidFill>
                  <a:prstClr val="black"/>
                </a:solidFill>
                <a:latin typeface="微软雅黑"/>
                <a:ea typeface="微软雅黑"/>
              </a:rPr>
              <a:t>程序</a:t>
            </a:r>
            <a:r>
              <a:rPr lang="en-US" altLang="zh-CN" sz="1350" b="1" dirty="0">
                <a:solidFill>
                  <a:prstClr val="black"/>
                </a:solidFill>
                <a:latin typeface="微软雅黑"/>
                <a:ea typeface="微软雅黑"/>
              </a:rPr>
              <a:t>B</a:t>
            </a:r>
            <a:endParaRPr lang="zh-CN" altLang="en-US" sz="1350" b="1" dirty="0">
              <a:solidFill>
                <a:prstClr val="black"/>
              </a:solidFill>
              <a:ea typeface="微软雅黑"/>
            </a:endParaRPr>
          </a:p>
        </p:txBody>
      </p:sp>
    </p:spTree>
    <p:extLst>
      <p:ext uri="{BB962C8B-B14F-4D97-AF65-F5344CB8AC3E}">
        <p14:creationId xmlns:p14="http://schemas.microsoft.com/office/powerpoint/2010/main" val="1742027391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3.7	</a:t>
            </a:r>
            <a:r>
              <a:rPr lang="zh-CN" altLang="en-US" dirty="0">
                <a:solidFill>
                  <a:srgbClr val="FF0000"/>
                </a:solidFill>
              </a:rPr>
              <a:t>高速缓冲存储器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392485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3.7.1 Cache</a:t>
            </a:r>
            <a:r>
              <a:rPr lang="zh-CN" altLang="en-US" dirty="0"/>
              <a:t>工作原理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3.7.3 Cache </a:t>
            </a:r>
            <a:r>
              <a:rPr lang="zh-CN" altLang="en-US" dirty="0"/>
              <a:t>替换策略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3.7.4 Cache</a:t>
            </a:r>
            <a:r>
              <a:rPr lang="zh-CN" altLang="en-US" dirty="0"/>
              <a:t>与主存的一致性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3.7.5 MIPS</a:t>
            </a:r>
            <a:r>
              <a:rPr lang="zh-CN" altLang="en-US" dirty="0"/>
              <a:t>中的高速缓存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827584" y="3460648"/>
            <a:ext cx="4148893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3.7.3 Cache </a:t>
            </a:r>
            <a:r>
              <a:rPr lang="zh-CN" altLang="en-US" sz="3200" kern="0" dirty="0">
                <a:solidFill>
                  <a:srgbClr val="000000"/>
                </a:solidFill>
              </a:rPr>
              <a:t>替换策略</a:t>
            </a:r>
          </a:p>
        </p:txBody>
      </p:sp>
    </p:spTree>
    <p:extLst>
      <p:ext uri="{BB962C8B-B14F-4D97-AF65-F5344CB8AC3E}">
        <p14:creationId xmlns:p14="http://schemas.microsoft.com/office/powerpoint/2010/main" val="2355651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D79313A6-D305-41AE-AD8C-CFDA244D4D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3.7.3 Cache </a:t>
            </a:r>
            <a:r>
              <a:rPr lang="zh-CN" altLang="en-US" dirty="0"/>
              <a:t>替换策略</a:t>
            </a:r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DB09F4A0-D1CB-4960-A7C1-983D3B2A51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替换策略</a:t>
            </a:r>
          </a:p>
          <a:p>
            <a:pPr lvl="1"/>
            <a:r>
              <a:rPr lang="zh-CN" altLang="en-US" dirty="0"/>
              <a:t>先进先出法（</a:t>
            </a:r>
            <a:r>
              <a:rPr lang="en-US" altLang="zh-CN" dirty="0"/>
              <a:t>FIFO</a:t>
            </a:r>
            <a:r>
              <a:rPr lang="zh-CN" altLang="en-US" dirty="0"/>
              <a:t>）</a:t>
            </a:r>
          </a:p>
          <a:p>
            <a:pPr lvl="1"/>
            <a:r>
              <a:rPr lang="zh-CN" altLang="en-US" dirty="0"/>
              <a:t>最近最不经常使用方法</a:t>
            </a:r>
            <a:r>
              <a:rPr lang="en-US" altLang="zh-CN" dirty="0"/>
              <a:t>---LFU</a:t>
            </a:r>
          </a:p>
          <a:p>
            <a:pPr lvl="1"/>
            <a:r>
              <a:rPr lang="zh-CN" altLang="en-US" dirty="0"/>
              <a:t>近期最少使用法</a:t>
            </a:r>
            <a:r>
              <a:rPr lang="en-US" altLang="zh-CN" dirty="0"/>
              <a:t>--- LRU</a:t>
            </a:r>
          </a:p>
          <a:p>
            <a:pPr lvl="1"/>
            <a:r>
              <a:rPr lang="zh-CN" altLang="en-US" dirty="0"/>
              <a:t>随机替换法</a:t>
            </a:r>
          </a:p>
          <a:p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408125554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69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eaLnBrk="1" hangingPunct="1"/>
            <a:r>
              <a:rPr lang="en-US" altLang="zh-CN" sz="2800" dirty="0"/>
              <a:t>1.Cache</a:t>
            </a:r>
            <a:r>
              <a:rPr lang="zh-CN" altLang="en-US" sz="2800" dirty="0"/>
              <a:t>先进先出替换策略</a:t>
            </a:r>
            <a:r>
              <a:rPr lang="en-US" altLang="zh-CN" sz="2800" dirty="0"/>
              <a:t>(FIFO)</a:t>
            </a:r>
          </a:p>
        </p:txBody>
      </p:sp>
      <p:sp>
        <p:nvSpPr>
          <p:cNvPr id="143" name="Text Box 13">
            <a:extLst>
              <a:ext uri="{FF2B5EF4-FFF2-40B4-BE49-F238E27FC236}">
                <a16:creationId xmlns:a16="http://schemas.microsoft.com/office/drawing/2014/main" id="{19795A0A-6F31-43C3-AC68-78D0A1AFA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674" y="4932263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144" name="Text Box 14">
            <a:extLst>
              <a:ext uri="{FF2B5EF4-FFF2-40B4-BE49-F238E27FC236}">
                <a16:creationId xmlns:a16="http://schemas.microsoft.com/office/drawing/2014/main" id="{67B1E2A3-A94F-4638-8114-0326D0B9FB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274" y="4932263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145" name="Text Box 15">
            <a:extLst>
              <a:ext uri="{FF2B5EF4-FFF2-40B4-BE49-F238E27FC236}">
                <a16:creationId xmlns:a16="http://schemas.microsoft.com/office/drawing/2014/main" id="{8DAE4223-B1E9-423C-8F6D-CACAEB14F1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2874" y="4917975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 dirty="0">
                <a:solidFill>
                  <a:srgbClr val="FF0000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命中</a:t>
            </a:r>
          </a:p>
        </p:txBody>
      </p:sp>
      <p:sp>
        <p:nvSpPr>
          <p:cNvPr id="146" name="Text Box 16">
            <a:extLst>
              <a:ext uri="{FF2B5EF4-FFF2-40B4-BE49-F238E27FC236}">
                <a16:creationId xmlns:a16="http://schemas.microsoft.com/office/drawing/2014/main" id="{452CBD20-8EBA-4A2E-9277-20602063F9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474" y="4917975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147" name="Text Box 17">
            <a:extLst>
              <a:ext uri="{FF2B5EF4-FFF2-40B4-BE49-F238E27FC236}">
                <a16:creationId xmlns:a16="http://schemas.microsoft.com/office/drawing/2014/main" id="{AF68DAFC-CFAB-4D38-AD5E-19A50DCB45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0274" y="4917975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 dirty="0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148" name="Text Box 18">
            <a:extLst>
              <a:ext uri="{FF2B5EF4-FFF2-40B4-BE49-F238E27FC236}">
                <a16:creationId xmlns:a16="http://schemas.microsoft.com/office/drawing/2014/main" id="{3824F9F6-8213-47D1-AF1F-793134B30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674" y="4917975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替换</a:t>
            </a:r>
          </a:p>
        </p:txBody>
      </p:sp>
      <p:sp>
        <p:nvSpPr>
          <p:cNvPr id="149" name="Text Box 19">
            <a:extLst>
              <a:ext uri="{FF2B5EF4-FFF2-40B4-BE49-F238E27FC236}">
                <a16:creationId xmlns:a16="http://schemas.microsoft.com/office/drawing/2014/main" id="{2F2A4DAE-AFE9-42AC-9F44-D08924D52E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9074" y="4917975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替换</a:t>
            </a:r>
          </a:p>
        </p:txBody>
      </p:sp>
      <p:sp>
        <p:nvSpPr>
          <p:cNvPr id="150" name="Text Box 20">
            <a:extLst>
              <a:ext uri="{FF2B5EF4-FFF2-40B4-BE49-F238E27FC236}">
                <a16:creationId xmlns:a16="http://schemas.microsoft.com/office/drawing/2014/main" id="{A3C8D140-E9AD-48B2-B75D-D336F0B3FD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9674" y="4917975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替换</a:t>
            </a:r>
          </a:p>
        </p:txBody>
      </p:sp>
      <p:grpSp>
        <p:nvGrpSpPr>
          <p:cNvPr id="151" name="组合 150">
            <a:extLst>
              <a:ext uri="{FF2B5EF4-FFF2-40B4-BE49-F238E27FC236}">
                <a16:creationId xmlns:a16="http://schemas.microsoft.com/office/drawing/2014/main" id="{01751123-5819-4DEA-AC2E-F18D7404CB22}"/>
              </a:ext>
            </a:extLst>
          </p:cNvPr>
          <p:cNvGrpSpPr/>
          <p:nvPr/>
        </p:nvGrpSpPr>
        <p:grpSpPr>
          <a:xfrm>
            <a:off x="504474" y="1412776"/>
            <a:ext cx="8153400" cy="914399"/>
            <a:chOff x="1981200" y="1196976"/>
            <a:chExt cx="8153400" cy="914399"/>
          </a:xfrm>
        </p:grpSpPr>
        <p:sp>
          <p:nvSpPr>
            <p:cNvPr id="152" name="Text Box 4">
              <a:extLst>
                <a:ext uri="{FF2B5EF4-FFF2-40B4-BE49-F238E27FC236}">
                  <a16:creationId xmlns:a16="http://schemas.microsoft.com/office/drawing/2014/main" id="{5F7F65E8-52A7-49A3-8D19-1435B44D2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1200" y="1196976"/>
              <a:ext cx="6858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endParaRPr lang="zh-CN" altLang="zh-CN"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53" name="Text Box 5">
              <a:extLst>
                <a:ext uri="{FF2B5EF4-FFF2-40B4-BE49-F238E27FC236}">
                  <a16:creationId xmlns:a16="http://schemas.microsoft.com/office/drawing/2014/main" id="{27DDFFD0-C7D4-4F02-B033-6F5BF2EFA5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4600" y="1744663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54" name="Text Box 6">
              <a:extLst>
                <a:ext uri="{FF2B5EF4-FFF2-40B4-BE49-F238E27FC236}">
                  <a16:creationId xmlns:a16="http://schemas.microsoft.com/office/drawing/2014/main" id="{D540DF7A-4E49-4E77-A170-1BAB32B7AA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5200" y="1744663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55" name="Text Box 7">
              <a:extLst>
                <a:ext uri="{FF2B5EF4-FFF2-40B4-BE49-F238E27FC236}">
                  <a16:creationId xmlns:a16="http://schemas.microsoft.com/office/drawing/2014/main" id="{BE0AC7BC-3FCA-459B-A8EA-6BD2BCCDAE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800" y="1744663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56" name="Text Box 8">
              <a:extLst>
                <a:ext uri="{FF2B5EF4-FFF2-40B4-BE49-F238E27FC236}">
                  <a16:creationId xmlns:a16="http://schemas.microsoft.com/office/drawing/2014/main" id="{1B35B1C9-4D47-44B2-AAA8-8EEBDA0D9F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1744663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157" name="Text Box 9">
              <a:extLst>
                <a:ext uri="{FF2B5EF4-FFF2-40B4-BE49-F238E27FC236}">
                  <a16:creationId xmlns:a16="http://schemas.microsoft.com/office/drawing/2014/main" id="{F7EE3405-5F4A-4071-9701-0589660AA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70650" y="1744663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158" name="Text Box 10">
              <a:extLst>
                <a:ext uri="{FF2B5EF4-FFF2-40B4-BE49-F238E27FC236}">
                  <a16:creationId xmlns:a16="http://schemas.microsoft.com/office/drawing/2014/main" id="{18575B18-B029-43CC-B8DC-6B701E7D85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61250" y="1744663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59" name="Text Box 11">
              <a:extLst>
                <a:ext uri="{FF2B5EF4-FFF2-40B4-BE49-F238E27FC236}">
                  <a16:creationId xmlns:a16="http://schemas.microsoft.com/office/drawing/2014/main" id="{D8F8CF51-F6F9-43AA-9C32-CDA1903B63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1850" y="1744663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60" name="Text Box 12">
              <a:extLst>
                <a:ext uri="{FF2B5EF4-FFF2-40B4-BE49-F238E27FC236}">
                  <a16:creationId xmlns:a16="http://schemas.microsoft.com/office/drawing/2014/main" id="{46EE2E84-F24F-4DE7-BDB9-6688216399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42450" y="1744663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 dirty="0">
                  <a:latin typeface="+mn-ea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61" name="Line 21">
              <a:extLst>
                <a:ext uri="{FF2B5EF4-FFF2-40B4-BE49-F238E27FC236}">
                  <a16:creationId xmlns:a16="http://schemas.microsoft.com/office/drawing/2014/main" id="{E1980A72-B444-49BD-8944-728B4FB3C1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4600" y="1654175"/>
              <a:ext cx="7391400" cy="0"/>
            </a:xfrm>
            <a:prstGeom prst="line">
              <a:avLst/>
            </a:prstGeom>
            <a:noFill/>
            <a:ln w="28575">
              <a:solidFill>
                <a:srgbClr val="33CC33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62" name="Text Box 22">
              <a:extLst>
                <a:ext uri="{FF2B5EF4-FFF2-40B4-BE49-F238E27FC236}">
                  <a16:creationId xmlns:a16="http://schemas.microsoft.com/office/drawing/2014/main" id="{3F655E5F-AAB2-4AA0-8879-AD890E770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01200" y="127317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 dirty="0">
                  <a:latin typeface="+mn-ea"/>
                  <a:cs typeface="Times New Roman" panose="02020603050405020304" pitchFamily="18" charset="0"/>
                </a:rPr>
                <a:t>t</a:t>
              </a:r>
            </a:p>
          </p:txBody>
        </p:sp>
      </p:grpSp>
      <p:grpSp>
        <p:nvGrpSpPr>
          <p:cNvPr id="163" name="Group 23">
            <a:extLst>
              <a:ext uri="{FF2B5EF4-FFF2-40B4-BE49-F238E27FC236}">
                <a16:creationId xmlns:a16="http://schemas.microsoft.com/office/drawing/2014/main" id="{FC34F863-853D-4E3A-BFCB-04FF9B5DABAA}"/>
              </a:ext>
            </a:extLst>
          </p:cNvPr>
          <p:cNvGrpSpPr>
            <a:grpSpLocks/>
          </p:cNvGrpSpPr>
          <p:nvPr/>
        </p:nvGrpSpPr>
        <p:grpSpPr bwMode="auto">
          <a:xfrm>
            <a:off x="352074" y="2493864"/>
            <a:ext cx="685800" cy="2181225"/>
            <a:chOff x="0" y="1689"/>
            <a:chExt cx="432" cy="1374"/>
          </a:xfrm>
        </p:grpSpPr>
        <p:sp>
          <p:nvSpPr>
            <p:cNvPr id="164" name="Text Box 24">
              <a:extLst>
                <a:ext uri="{FF2B5EF4-FFF2-40B4-BE49-F238E27FC236}">
                  <a16:creationId xmlns:a16="http://schemas.microsoft.com/office/drawing/2014/main" id="{AB6C68DE-2939-42FC-B7E0-8334496D0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689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65" name="Text Box 25">
              <a:extLst>
                <a:ext uri="{FF2B5EF4-FFF2-40B4-BE49-F238E27FC236}">
                  <a16:creationId xmlns:a16="http://schemas.microsoft.com/office/drawing/2014/main" id="{31627A8D-79D0-4322-92AF-D93DEB8F0F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064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66" name="Text Box 26">
              <a:extLst>
                <a:ext uri="{FF2B5EF4-FFF2-40B4-BE49-F238E27FC236}">
                  <a16:creationId xmlns:a16="http://schemas.microsoft.com/office/drawing/2014/main" id="{B1BE5E7A-B982-42B7-96E1-AFDD5F87F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457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67" name="Text Box 27">
              <a:extLst>
                <a:ext uri="{FF2B5EF4-FFF2-40B4-BE49-F238E27FC236}">
                  <a16:creationId xmlns:a16="http://schemas.microsoft.com/office/drawing/2014/main" id="{F5F27A71-09F8-489D-927E-114AED5F3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832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168" name="Group 28">
            <a:extLst>
              <a:ext uri="{FF2B5EF4-FFF2-40B4-BE49-F238E27FC236}">
                <a16:creationId xmlns:a16="http://schemas.microsoft.com/office/drawing/2014/main" id="{133F8B9E-5D6F-451B-B26C-FC8C66BE1665}"/>
              </a:ext>
            </a:extLst>
          </p:cNvPr>
          <p:cNvGrpSpPr>
            <a:grpSpLocks/>
          </p:cNvGrpSpPr>
          <p:nvPr/>
        </p:nvGrpSpPr>
        <p:grpSpPr bwMode="auto">
          <a:xfrm>
            <a:off x="961675" y="2327176"/>
            <a:ext cx="614363" cy="2466975"/>
            <a:chOff x="384" y="1584"/>
            <a:chExt cx="387" cy="1554"/>
          </a:xfrm>
        </p:grpSpPr>
        <p:sp>
          <p:nvSpPr>
            <p:cNvPr id="169" name="Rectangle 29">
              <a:extLst>
                <a:ext uri="{FF2B5EF4-FFF2-40B4-BE49-F238E27FC236}">
                  <a16:creationId xmlns:a16="http://schemas.microsoft.com/office/drawing/2014/main" id="{FF0BFFE2-1583-49B6-8FEF-F77684213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70" name="Rectangle 30">
              <a:extLst>
                <a:ext uri="{FF2B5EF4-FFF2-40B4-BE49-F238E27FC236}">
                  <a16:creationId xmlns:a16="http://schemas.microsoft.com/office/drawing/2014/main" id="{6B9308C4-89C0-4740-946C-F6EC16BE7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71" name="Rectangle 31">
              <a:extLst>
                <a:ext uri="{FF2B5EF4-FFF2-40B4-BE49-F238E27FC236}">
                  <a16:creationId xmlns:a16="http://schemas.microsoft.com/office/drawing/2014/main" id="{4FDE4591-B3A2-429C-9CFD-0D4172B0D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72" name="Rectangle 32">
              <a:extLst>
                <a:ext uri="{FF2B5EF4-FFF2-40B4-BE49-F238E27FC236}">
                  <a16:creationId xmlns:a16="http://schemas.microsoft.com/office/drawing/2014/main" id="{4C4A10AC-1985-43DB-911B-69EC81D27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sp>
        <p:nvSpPr>
          <p:cNvPr id="173" name="Rectangle 33">
            <a:extLst>
              <a:ext uri="{FF2B5EF4-FFF2-40B4-BE49-F238E27FC236}">
                <a16:creationId xmlns:a16="http://schemas.microsoft.com/office/drawing/2014/main" id="{9390D76D-C773-4D7C-944A-609D1F68F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675" y="2327175"/>
            <a:ext cx="614363" cy="617538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22</a:t>
            </a:r>
            <a:r>
              <a:rPr lang="en-US" altLang="zh-CN" sz="1600" b="1" baseline="70000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0</a:t>
            </a:r>
          </a:p>
        </p:txBody>
      </p:sp>
      <p:grpSp>
        <p:nvGrpSpPr>
          <p:cNvPr id="174" name="Group 34">
            <a:extLst>
              <a:ext uri="{FF2B5EF4-FFF2-40B4-BE49-F238E27FC236}">
                <a16:creationId xmlns:a16="http://schemas.microsoft.com/office/drawing/2014/main" id="{201F79E4-C017-4CAD-B741-CFAD27535CFC}"/>
              </a:ext>
            </a:extLst>
          </p:cNvPr>
          <p:cNvGrpSpPr>
            <a:grpSpLocks/>
          </p:cNvGrpSpPr>
          <p:nvPr/>
        </p:nvGrpSpPr>
        <p:grpSpPr bwMode="auto">
          <a:xfrm>
            <a:off x="1952275" y="2327176"/>
            <a:ext cx="614363" cy="2466975"/>
            <a:chOff x="1008" y="1584"/>
            <a:chExt cx="387" cy="1554"/>
          </a:xfrm>
        </p:grpSpPr>
        <p:sp>
          <p:nvSpPr>
            <p:cNvPr id="175" name="Rectangle 35">
              <a:extLst>
                <a:ext uri="{FF2B5EF4-FFF2-40B4-BE49-F238E27FC236}">
                  <a16:creationId xmlns:a16="http://schemas.microsoft.com/office/drawing/2014/main" id="{5048072D-E5EC-41F4-9D82-B7A5E6017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76" name="Rectangle 36">
              <a:extLst>
                <a:ext uri="{FF2B5EF4-FFF2-40B4-BE49-F238E27FC236}">
                  <a16:creationId xmlns:a16="http://schemas.microsoft.com/office/drawing/2014/main" id="{50FB0B0C-1226-44AE-BAF5-3DCFD3FEA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77" name="Rectangle 37">
              <a:extLst>
                <a:ext uri="{FF2B5EF4-FFF2-40B4-BE49-F238E27FC236}">
                  <a16:creationId xmlns:a16="http://schemas.microsoft.com/office/drawing/2014/main" id="{93C81080-6BFB-4A1D-9155-4805A0282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78" name="Rectangle 38">
              <a:extLst>
                <a:ext uri="{FF2B5EF4-FFF2-40B4-BE49-F238E27FC236}">
                  <a16:creationId xmlns:a16="http://schemas.microsoft.com/office/drawing/2014/main" id="{13B29C87-E2BB-4338-A2D3-8395BE315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sp>
        <p:nvSpPr>
          <p:cNvPr id="179" name="Rectangle 39">
            <a:extLst>
              <a:ext uri="{FF2B5EF4-FFF2-40B4-BE49-F238E27FC236}">
                <a16:creationId xmlns:a16="http://schemas.microsoft.com/office/drawing/2014/main" id="{CCA89778-5DB1-48E8-BEA1-CEFA89D5C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275" y="2928838"/>
            <a:ext cx="614363" cy="647700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11</a:t>
            </a:r>
            <a:r>
              <a:rPr lang="en-US" altLang="zh-CN" sz="1600" b="1" baseline="70000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0</a:t>
            </a:r>
            <a:endParaRPr lang="en-US" altLang="zh-CN" sz="1600" b="1" dirty="0">
              <a:solidFill>
                <a:srgbClr val="003300"/>
              </a:solidFill>
              <a:latin typeface="+mn-ea"/>
              <a:cs typeface="Times New Roman" panose="02020603050405020304" pitchFamily="18" charset="0"/>
            </a:endParaRPr>
          </a:p>
        </p:txBody>
      </p:sp>
      <p:grpSp>
        <p:nvGrpSpPr>
          <p:cNvPr id="180" name="Group 40">
            <a:extLst>
              <a:ext uri="{FF2B5EF4-FFF2-40B4-BE49-F238E27FC236}">
                <a16:creationId xmlns:a16="http://schemas.microsoft.com/office/drawing/2014/main" id="{132172F8-B2F8-4F54-A5C8-D332A0A083A7}"/>
              </a:ext>
            </a:extLst>
          </p:cNvPr>
          <p:cNvGrpSpPr>
            <a:grpSpLocks/>
          </p:cNvGrpSpPr>
          <p:nvPr/>
        </p:nvGrpSpPr>
        <p:grpSpPr bwMode="auto">
          <a:xfrm>
            <a:off x="4995512" y="2327176"/>
            <a:ext cx="614362" cy="2466975"/>
            <a:chOff x="2925" y="1584"/>
            <a:chExt cx="387" cy="1554"/>
          </a:xfrm>
        </p:grpSpPr>
        <p:sp>
          <p:nvSpPr>
            <p:cNvPr id="181" name="Rectangle 41">
              <a:extLst>
                <a:ext uri="{FF2B5EF4-FFF2-40B4-BE49-F238E27FC236}">
                  <a16:creationId xmlns:a16="http://schemas.microsoft.com/office/drawing/2014/main" id="{66F37A4E-F96F-4527-88E6-5BB1A717E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4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82" name="Rectangle 42">
              <a:extLst>
                <a:ext uri="{FF2B5EF4-FFF2-40B4-BE49-F238E27FC236}">
                  <a16:creationId xmlns:a16="http://schemas.microsoft.com/office/drawing/2014/main" id="{10E461DA-DAA5-4103-99A0-95F8928BB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3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83" name="Rectangle 43">
              <a:extLst>
                <a:ext uri="{FF2B5EF4-FFF2-40B4-BE49-F238E27FC236}">
                  <a16:creationId xmlns:a16="http://schemas.microsoft.com/office/drawing/2014/main" id="{D0258BB4-6001-4928-8C0A-37D6B372D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84" name="Rectangle 44">
              <a:extLst>
                <a:ext uri="{FF2B5EF4-FFF2-40B4-BE49-F238E27FC236}">
                  <a16:creationId xmlns:a16="http://schemas.microsoft.com/office/drawing/2014/main" id="{DC1EA0C2-55C2-4EC2-BD2D-AA3A51B24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85" name="Group 45">
            <a:extLst>
              <a:ext uri="{FF2B5EF4-FFF2-40B4-BE49-F238E27FC236}">
                <a16:creationId xmlns:a16="http://schemas.microsoft.com/office/drawing/2014/main" id="{B78C4454-DF46-4771-A597-CDCA68E4AB5D}"/>
              </a:ext>
            </a:extLst>
          </p:cNvPr>
          <p:cNvGrpSpPr>
            <a:grpSpLocks/>
          </p:cNvGrpSpPr>
          <p:nvPr/>
        </p:nvGrpSpPr>
        <p:grpSpPr bwMode="auto">
          <a:xfrm>
            <a:off x="5914675" y="2327176"/>
            <a:ext cx="614363" cy="2466975"/>
            <a:chOff x="3504" y="1584"/>
            <a:chExt cx="387" cy="1554"/>
          </a:xfrm>
        </p:grpSpPr>
        <p:sp>
          <p:nvSpPr>
            <p:cNvPr id="186" name="Rectangle 46">
              <a:extLst>
                <a:ext uri="{FF2B5EF4-FFF2-40B4-BE49-F238E27FC236}">
                  <a16:creationId xmlns:a16="http://schemas.microsoft.com/office/drawing/2014/main" id="{CCFE9BCC-4533-45F2-84BC-FFC9D6381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87" name="Rectangle 47">
              <a:extLst>
                <a:ext uri="{FF2B5EF4-FFF2-40B4-BE49-F238E27FC236}">
                  <a16:creationId xmlns:a16="http://schemas.microsoft.com/office/drawing/2014/main" id="{B482A90A-90A3-47DC-BB81-FE5F06F6A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968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4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88" name="Rectangle 48">
              <a:extLst>
                <a:ext uri="{FF2B5EF4-FFF2-40B4-BE49-F238E27FC236}">
                  <a16:creationId xmlns:a16="http://schemas.microsoft.com/office/drawing/2014/main" id="{1B3D2E07-9BE7-4F42-994E-1192F3C35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2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89" name="Rectangle 49">
              <a:extLst>
                <a:ext uri="{FF2B5EF4-FFF2-40B4-BE49-F238E27FC236}">
                  <a16:creationId xmlns:a16="http://schemas.microsoft.com/office/drawing/2014/main" id="{54C71E4E-1E42-4D28-B5C2-0CE6668B9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7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90" name="Group 50">
            <a:extLst>
              <a:ext uri="{FF2B5EF4-FFF2-40B4-BE49-F238E27FC236}">
                <a16:creationId xmlns:a16="http://schemas.microsoft.com/office/drawing/2014/main" id="{20300F51-78E6-4919-A64B-FEBCC8E4FC45}"/>
              </a:ext>
            </a:extLst>
          </p:cNvPr>
          <p:cNvGrpSpPr>
            <a:grpSpLocks/>
          </p:cNvGrpSpPr>
          <p:nvPr/>
        </p:nvGrpSpPr>
        <p:grpSpPr bwMode="auto">
          <a:xfrm>
            <a:off x="7814912" y="2327176"/>
            <a:ext cx="614362" cy="2466975"/>
            <a:chOff x="4701" y="1584"/>
            <a:chExt cx="387" cy="1554"/>
          </a:xfrm>
        </p:grpSpPr>
        <p:sp>
          <p:nvSpPr>
            <p:cNvPr id="191" name="Rectangle 51">
              <a:extLst>
                <a:ext uri="{FF2B5EF4-FFF2-40B4-BE49-F238E27FC236}">
                  <a16:creationId xmlns:a16="http://schemas.microsoft.com/office/drawing/2014/main" id="{62B85D7E-8233-48C4-BB00-19F722786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16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2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92" name="Rectangle 52">
              <a:extLst>
                <a:ext uri="{FF2B5EF4-FFF2-40B4-BE49-F238E27FC236}">
                  <a16:creationId xmlns:a16="http://schemas.microsoft.com/office/drawing/2014/main" id="{F931FEAC-19E9-423E-8535-CC8792098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4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93" name="Rectangle 53">
              <a:extLst>
                <a:ext uri="{FF2B5EF4-FFF2-40B4-BE49-F238E27FC236}">
                  <a16:creationId xmlns:a16="http://schemas.microsoft.com/office/drawing/2014/main" id="{33EC5E37-4047-4989-9228-80DC3990D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194" name="Rectangle 54">
              <a:extLst>
                <a:ext uri="{FF2B5EF4-FFF2-40B4-BE49-F238E27FC236}">
                  <a16:creationId xmlns:a16="http://schemas.microsoft.com/office/drawing/2014/main" id="{7A1C0C71-E2F6-4AF3-A01A-E8836BC82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7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3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sp>
        <p:nvSpPr>
          <p:cNvPr id="195" name="Rectangle 55">
            <a:extLst>
              <a:ext uri="{FF2B5EF4-FFF2-40B4-BE49-F238E27FC236}">
                <a16:creationId xmlns:a16="http://schemas.microsoft.com/office/drawing/2014/main" id="{1329C1E6-4564-40C2-953C-DF15AAED4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5512" y="4170264"/>
            <a:ext cx="614362" cy="631825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7</a:t>
            </a:r>
            <a:r>
              <a:rPr lang="en-US" altLang="zh-CN" sz="1600" b="1" baseline="70000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0</a:t>
            </a:r>
            <a:endParaRPr lang="en-US" altLang="zh-CN" sz="1600" b="1" dirty="0">
              <a:solidFill>
                <a:srgbClr val="003300"/>
              </a:solidFill>
              <a:latin typeface="+mn-ea"/>
              <a:cs typeface="Times New Roman" panose="02020603050405020304" pitchFamily="18" charset="0"/>
            </a:endParaRPr>
          </a:p>
        </p:txBody>
      </p:sp>
      <p:sp>
        <p:nvSpPr>
          <p:cNvPr id="196" name="Rectangle 56">
            <a:extLst>
              <a:ext uri="{FF2B5EF4-FFF2-40B4-BE49-F238E27FC236}">
                <a16:creationId xmlns:a16="http://schemas.microsoft.com/office/drawing/2014/main" id="{303663F3-6C0E-4C9E-808E-C77E97717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4675" y="2319239"/>
            <a:ext cx="614363" cy="617537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16</a:t>
            </a:r>
            <a:r>
              <a:rPr lang="en-US" altLang="zh-CN" sz="1600" b="1" baseline="70000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0</a:t>
            </a:r>
            <a:endParaRPr lang="en-US" altLang="zh-CN" sz="1600" b="1" dirty="0">
              <a:solidFill>
                <a:srgbClr val="003300"/>
              </a:solidFill>
              <a:latin typeface="+mn-ea"/>
              <a:cs typeface="Times New Roman" panose="02020603050405020304" pitchFamily="18" charset="0"/>
            </a:endParaRPr>
          </a:p>
        </p:txBody>
      </p:sp>
      <p:grpSp>
        <p:nvGrpSpPr>
          <p:cNvPr id="197" name="Group 57">
            <a:extLst>
              <a:ext uri="{FF2B5EF4-FFF2-40B4-BE49-F238E27FC236}">
                <a16:creationId xmlns:a16="http://schemas.microsoft.com/office/drawing/2014/main" id="{0F38D6AE-C9A4-47BF-A914-BB3660F01600}"/>
              </a:ext>
            </a:extLst>
          </p:cNvPr>
          <p:cNvGrpSpPr>
            <a:grpSpLocks/>
          </p:cNvGrpSpPr>
          <p:nvPr/>
        </p:nvGrpSpPr>
        <p:grpSpPr bwMode="auto">
          <a:xfrm>
            <a:off x="6905275" y="2327176"/>
            <a:ext cx="614363" cy="2466975"/>
            <a:chOff x="4128" y="1584"/>
            <a:chExt cx="387" cy="1554"/>
          </a:xfrm>
        </p:grpSpPr>
        <p:sp>
          <p:nvSpPr>
            <p:cNvPr id="198" name="Rectangle 58">
              <a:extLst>
                <a:ext uri="{FF2B5EF4-FFF2-40B4-BE49-F238E27FC236}">
                  <a16:creationId xmlns:a16="http://schemas.microsoft.com/office/drawing/2014/main" id="{ADEFBE17-B52E-453B-AC1A-907A7BEAD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16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99" name="Rectangle 59">
              <a:extLst>
                <a:ext uri="{FF2B5EF4-FFF2-40B4-BE49-F238E27FC236}">
                  <a16:creationId xmlns:a16="http://schemas.microsoft.com/office/drawing/2014/main" id="{F309CFE5-C9B3-4D11-B517-3F991F10F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00" name="Rectangle 60">
              <a:extLst>
                <a:ext uri="{FF2B5EF4-FFF2-40B4-BE49-F238E27FC236}">
                  <a16:creationId xmlns:a16="http://schemas.microsoft.com/office/drawing/2014/main" id="{3CD4C596-37F8-43F0-8214-6A4FB8E63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7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2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01" name="Rectangle 61">
              <a:extLst>
                <a:ext uri="{FF2B5EF4-FFF2-40B4-BE49-F238E27FC236}">
                  <a16:creationId xmlns:a16="http://schemas.microsoft.com/office/drawing/2014/main" id="{35049097-485D-4FDE-B7ED-7D4A00643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362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3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02" name="Group 62">
            <a:extLst>
              <a:ext uri="{FF2B5EF4-FFF2-40B4-BE49-F238E27FC236}">
                <a16:creationId xmlns:a16="http://schemas.microsoft.com/office/drawing/2014/main" id="{F8E1CB15-A065-41E8-92A3-B9C251C316EC}"/>
              </a:ext>
            </a:extLst>
          </p:cNvPr>
          <p:cNvGrpSpPr>
            <a:grpSpLocks/>
          </p:cNvGrpSpPr>
          <p:nvPr/>
        </p:nvGrpSpPr>
        <p:grpSpPr bwMode="auto">
          <a:xfrm>
            <a:off x="2938112" y="2327176"/>
            <a:ext cx="614362" cy="2466975"/>
            <a:chOff x="1629" y="1584"/>
            <a:chExt cx="387" cy="1554"/>
          </a:xfrm>
        </p:grpSpPr>
        <p:sp>
          <p:nvSpPr>
            <p:cNvPr id="203" name="Rectangle 63">
              <a:extLst>
                <a:ext uri="{FF2B5EF4-FFF2-40B4-BE49-F238E27FC236}">
                  <a16:creationId xmlns:a16="http://schemas.microsoft.com/office/drawing/2014/main" id="{4DE16332-498B-4E72-8329-97DEC1C22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04" name="Rectangle 64">
              <a:extLst>
                <a:ext uri="{FF2B5EF4-FFF2-40B4-BE49-F238E27FC236}">
                  <a16:creationId xmlns:a16="http://schemas.microsoft.com/office/drawing/2014/main" id="{8C123F4E-A44A-4E4B-B0B9-EF446DC05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05" name="Rectangle 65">
              <a:extLst>
                <a:ext uri="{FF2B5EF4-FFF2-40B4-BE49-F238E27FC236}">
                  <a16:creationId xmlns:a16="http://schemas.microsoft.com/office/drawing/2014/main" id="{41C80FC3-2D9B-422F-BAB3-4C639634A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06" name="Rectangle 66">
              <a:extLst>
                <a:ext uri="{FF2B5EF4-FFF2-40B4-BE49-F238E27FC236}">
                  <a16:creationId xmlns:a16="http://schemas.microsoft.com/office/drawing/2014/main" id="{5E0099F6-BF75-4C1C-9B3B-B561A5952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584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</p:grpSp>
      <p:sp>
        <p:nvSpPr>
          <p:cNvPr id="207" name="Rectangle 67">
            <a:extLst>
              <a:ext uri="{FF2B5EF4-FFF2-40B4-BE49-F238E27FC236}">
                <a16:creationId xmlns:a16="http://schemas.microsoft.com/office/drawing/2014/main" id="{AD1E7A43-E212-4EEC-927A-CD820578D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112" y="2319239"/>
            <a:ext cx="614362" cy="617537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22</a:t>
            </a:r>
            <a:r>
              <a:rPr lang="en-US" altLang="zh-CN" sz="1600" b="1" baseline="70000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2</a:t>
            </a:r>
            <a:endParaRPr lang="en-US" altLang="zh-CN" sz="1600" b="1" dirty="0">
              <a:solidFill>
                <a:srgbClr val="003300"/>
              </a:solidFill>
              <a:latin typeface="+mn-ea"/>
              <a:cs typeface="Times New Roman" panose="02020603050405020304" pitchFamily="18" charset="0"/>
            </a:endParaRPr>
          </a:p>
        </p:txBody>
      </p:sp>
      <p:grpSp>
        <p:nvGrpSpPr>
          <p:cNvPr id="208" name="Group 68">
            <a:extLst>
              <a:ext uri="{FF2B5EF4-FFF2-40B4-BE49-F238E27FC236}">
                <a16:creationId xmlns:a16="http://schemas.microsoft.com/office/drawing/2014/main" id="{9D1EB5CE-EAD5-46BD-A04F-1DC714C5F7AE}"/>
              </a:ext>
            </a:extLst>
          </p:cNvPr>
          <p:cNvGrpSpPr>
            <a:grpSpLocks/>
          </p:cNvGrpSpPr>
          <p:nvPr/>
        </p:nvGrpSpPr>
        <p:grpSpPr bwMode="auto">
          <a:xfrm>
            <a:off x="3933475" y="2327176"/>
            <a:ext cx="614363" cy="2466975"/>
            <a:chOff x="2256" y="1584"/>
            <a:chExt cx="387" cy="1554"/>
          </a:xfrm>
        </p:grpSpPr>
        <p:sp>
          <p:nvSpPr>
            <p:cNvPr id="209" name="Rectangle 69">
              <a:extLst>
                <a:ext uri="{FF2B5EF4-FFF2-40B4-BE49-F238E27FC236}">
                  <a16:creationId xmlns:a16="http://schemas.microsoft.com/office/drawing/2014/main" id="{32742C3C-1EAC-4156-B7B8-20460E038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3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10" name="Rectangle 70">
              <a:extLst>
                <a:ext uri="{FF2B5EF4-FFF2-40B4-BE49-F238E27FC236}">
                  <a16:creationId xmlns:a16="http://schemas.microsoft.com/office/drawing/2014/main" id="{34631D8C-6695-4683-8B81-EF759E22D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11" name="Rectangle 71">
              <a:extLst>
                <a:ext uri="{FF2B5EF4-FFF2-40B4-BE49-F238E27FC236}">
                  <a16:creationId xmlns:a16="http://schemas.microsoft.com/office/drawing/2014/main" id="{0E516245-A85E-43BC-899E-9B1C30A5F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12" name="Rectangle 72">
              <a:extLst>
                <a:ext uri="{FF2B5EF4-FFF2-40B4-BE49-F238E27FC236}">
                  <a16:creationId xmlns:a16="http://schemas.microsoft.com/office/drawing/2014/main" id="{D522C3C4-5419-4167-9307-93C376300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968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  <a:r>
                <a:rPr lang="en-US" altLang="zh-CN" sz="1600" b="1" baseline="7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2</a:t>
              </a:r>
              <a:endPara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sp>
        <p:nvSpPr>
          <p:cNvPr id="213" name="Rectangle 73">
            <a:extLst>
              <a:ext uri="{FF2B5EF4-FFF2-40B4-BE49-F238E27FC236}">
                <a16:creationId xmlns:a16="http://schemas.microsoft.com/office/drawing/2014/main" id="{81281379-D61E-4389-9CA0-BC01B62F9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3475" y="3546375"/>
            <a:ext cx="614363" cy="660400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19</a:t>
            </a:r>
            <a:r>
              <a:rPr lang="en-US" altLang="zh-CN" sz="1600" b="1" baseline="70000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0</a:t>
            </a:r>
            <a:endParaRPr lang="en-US" altLang="zh-CN" sz="1600" b="1" dirty="0">
              <a:solidFill>
                <a:srgbClr val="003300"/>
              </a:solidFill>
              <a:latin typeface="+mn-ea"/>
              <a:cs typeface="Times New Roman" panose="02020603050405020304" pitchFamily="18" charset="0"/>
            </a:endParaRPr>
          </a:p>
        </p:txBody>
      </p:sp>
      <p:sp>
        <p:nvSpPr>
          <p:cNvPr id="214" name="Rectangle 74">
            <a:extLst>
              <a:ext uri="{FF2B5EF4-FFF2-40B4-BE49-F238E27FC236}">
                <a16:creationId xmlns:a16="http://schemas.microsoft.com/office/drawing/2014/main" id="{37D3598A-EADC-4AFB-8A9D-077B47333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5275" y="2936775"/>
            <a:ext cx="614363" cy="617538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4</a:t>
            </a:r>
            <a:r>
              <a:rPr lang="en-US" altLang="zh-CN" sz="1600" b="1" baseline="70000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0</a:t>
            </a:r>
            <a:endParaRPr lang="en-US" altLang="zh-CN" sz="1600" b="1" dirty="0">
              <a:solidFill>
                <a:srgbClr val="003300"/>
              </a:solidFill>
              <a:latin typeface="+mn-ea"/>
              <a:cs typeface="Times New Roman" panose="02020603050405020304" pitchFamily="18" charset="0"/>
            </a:endParaRPr>
          </a:p>
        </p:txBody>
      </p:sp>
      <p:sp>
        <p:nvSpPr>
          <p:cNvPr id="215" name="Rectangle 75">
            <a:extLst>
              <a:ext uri="{FF2B5EF4-FFF2-40B4-BE49-F238E27FC236}">
                <a16:creationId xmlns:a16="http://schemas.microsoft.com/office/drawing/2014/main" id="{0C2E2DBE-DDE0-461D-9FE0-8BEB675D0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19675" y="3538438"/>
            <a:ext cx="614363" cy="633412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sz="1600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3</a:t>
            </a:r>
            <a:r>
              <a:rPr lang="en-US" altLang="zh-CN" sz="1600" b="1" baseline="70000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0</a:t>
            </a:r>
            <a:endParaRPr lang="en-US" altLang="zh-CN" sz="1600" b="1" dirty="0">
              <a:solidFill>
                <a:srgbClr val="003300"/>
              </a:solidFill>
              <a:latin typeface="+mn-ea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25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/>
      <p:bldP spid="144" grpId="0"/>
      <p:bldP spid="145" grpId="0"/>
      <p:bldP spid="146" grpId="0"/>
      <p:bldP spid="147" grpId="0"/>
      <p:bldP spid="148" grpId="0"/>
      <p:bldP spid="149" grpId="0"/>
      <p:bldP spid="150" grpId="0"/>
      <p:bldP spid="173" grpId="0" animBg="1"/>
      <p:bldP spid="179" grpId="0" animBg="1"/>
      <p:bldP spid="195" grpId="0" animBg="1"/>
      <p:bldP spid="196" grpId="0" animBg="1"/>
      <p:bldP spid="207" grpId="0" animBg="1"/>
      <p:bldP spid="213" grpId="0" animBg="1"/>
      <p:bldP spid="214" grpId="0" animBg="1"/>
      <p:bldP spid="215" grpId="0" animBg="1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5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eaLnBrk="1" hangingPunct="1"/>
            <a:r>
              <a:rPr lang="zh-CN" altLang="en-US" sz="2800" dirty="0"/>
              <a:t>先进先出策略下的替换颠簸</a:t>
            </a:r>
          </a:p>
        </p:txBody>
      </p:sp>
      <p:sp>
        <p:nvSpPr>
          <p:cNvPr id="75" name="Text Box 12">
            <a:extLst>
              <a:ext uri="{FF2B5EF4-FFF2-40B4-BE49-F238E27FC236}">
                <a16:creationId xmlns:a16="http://schemas.microsoft.com/office/drawing/2014/main" id="{955A25A0-B7B6-4FD4-A623-D7FD1310DA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489" y="4869160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76" name="Text Box 13">
            <a:extLst>
              <a:ext uri="{FF2B5EF4-FFF2-40B4-BE49-F238E27FC236}">
                <a16:creationId xmlns:a16="http://schemas.microsoft.com/office/drawing/2014/main" id="{0E74E2B9-8AE0-4EAC-8FE0-87FC9E6615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0989" y="4869160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77" name="Text Box 14">
            <a:extLst>
              <a:ext uri="{FF2B5EF4-FFF2-40B4-BE49-F238E27FC236}">
                <a16:creationId xmlns:a16="http://schemas.microsoft.com/office/drawing/2014/main" id="{F3E91E37-F8AF-4E64-85CE-89F98732D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1589" y="4854873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78" name="Text Box 15">
            <a:extLst>
              <a:ext uri="{FF2B5EF4-FFF2-40B4-BE49-F238E27FC236}">
                <a16:creationId xmlns:a16="http://schemas.microsoft.com/office/drawing/2014/main" id="{496C91C4-95A1-4EEE-8390-EFA0438072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2189" y="4854873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79" name="Text Box 16">
            <a:extLst>
              <a:ext uri="{FF2B5EF4-FFF2-40B4-BE49-F238E27FC236}">
                <a16:creationId xmlns:a16="http://schemas.microsoft.com/office/drawing/2014/main" id="{0D920E34-6CF8-43E5-AC70-485E8493C0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3589" y="4854873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替换</a:t>
            </a:r>
          </a:p>
        </p:txBody>
      </p:sp>
      <p:sp>
        <p:nvSpPr>
          <p:cNvPr id="80" name="Text Box 17">
            <a:extLst>
              <a:ext uri="{FF2B5EF4-FFF2-40B4-BE49-F238E27FC236}">
                <a16:creationId xmlns:a16="http://schemas.microsoft.com/office/drawing/2014/main" id="{C1EA78DD-FDFD-40FC-A23D-21571DECF4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989" y="4854873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替换</a:t>
            </a:r>
          </a:p>
        </p:txBody>
      </p:sp>
      <p:sp>
        <p:nvSpPr>
          <p:cNvPr id="81" name="Text Box 18">
            <a:extLst>
              <a:ext uri="{FF2B5EF4-FFF2-40B4-BE49-F238E27FC236}">
                <a16:creationId xmlns:a16="http://schemas.microsoft.com/office/drawing/2014/main" id="{9E18730E-AF67-411F-88A7-9032DC3BF9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2389" y="4854873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替换</a:t>
            </a:r>
          </a:p>
        </p:txBody>
      </p:sp>
      <p:sp>
        <p:nvSpPr>
          <p:cNvPr id="82" name="Text Box 19">
            <a:extLst>
              <a:ext uri="{FF2B5EF4-FFF2-40B4-BE49-F238E27FC236}">
                <a16:creationId xmlns:a16="http://schemas.microsoft.com/office/drawing/2014/main" id="{443E7EA0-906E-4FA9-9FFB-8E21B35E02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1089" y="4854873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替换</a:t>
            </a:r>
          </a:p>
        </p:txBody>
      </p:sp>
      <p:grpSp>
        <p:nvGrpSpPr>
          <p:cNvPr id="83" name="组合 82">
            <a:extLst>
              <a:ext uri="{FF2B5EF4-FFF2-40B4-BE49-F238E27FC236}">
                <a16:creationId xmlns:a16="http://schemas.microsoft.com/office/drawing/2014/main" id="{9C7A91F8-185B-4104-BC6D-457C73B5CD70}"/>
              </a:ext>
            </a:extLst>
          </p:cNvPr>
          <p:cNvGrpSpPr/>
          <p:nvPr/>
        </p:nvGrpSpPr>
        <p:grpSpPr>
          <a:xfrm>
            <a:off x="1024689" y="1425873"/>
            <a:ext cx="7556500" cy="838201"/>
            <a:chOff x="2476500" y="1341438"/>
            <a:chExt cx="7556500" cy="838201"/>
          </a:xfrm>
        </p:grpSpPr>
        <p:sp>
          <p:nvSpPr>
            <p:cNvPr id="84" name="Text Box 4">
              <a:extLst>
                <a:ext uri="{FF2B5EF4-FFF2-40B4-BE49-F238E27FC236}">
                  <a16:creationId xmlns:a16="http://schemas.microsoft.com/office/drawing/2014/main" id="{8CDB35D1-0F3D-40B9-AF4F-91C86969F4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650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85" name="Text Box 5">
              <a:extLst>
                <a:ext uri="{FF2B5EF4-FFF2-40B4-BE49-F238E27FC236}">
                  <a16:creationId xmlns:a16="http://schemas.microsoft.com/office/drawing/2014/main" id="{0B548399-CE6D-4B59-A290-92B11EBD1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20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86" name="Text Box 6">
              <a:extLst>
                <a:ext uri="{FF2B5EF4-FFF2-40B4-BE49-F238E27FC236}">
                  <a16:creationId xmlns:a16="http://schemas.microsoft.com/office/drawing/2014/main" id="{3C7AA556-8F4E-4144-8C3E-C4B8D3836E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150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87" name="Text Box 7">
              <a:extLst>
                <a:ext uri="{FF2B5EF4-FFF2-40B4-BE49-F238E27FC236}">
                  <a16:creationId xmlns:a16="http://schemas.microsoft.com/office/drawing/2014/main" id="{DEB62CBC-8465-45EA-A3EA-6C456D38C3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400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88" name="Text Box 8">
              <a:extLst>
                <a:ext uri="{FF2B5EF4-FFF2-40B4-BE49-F238E27FC236}">
                  <a16:creationId xmlns:a16="http://schemas.microsoft.com/office/drawing/2014/main" id="{9E6BC2E0-F6C0-4DCC-A8FE-3717CBFF2E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905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89" name="Text Box 9">
              <a:extLst>
                <a:ext uri="{FF2B5EF4-FFF2-40B4-BE49-F238E27FC236}">
                  <a16:creationId xmlns:a16="http://schemas.microsoft.com/office/drawing/2014/main" id="{41B51F98-F632-4055-BC20-832BB48275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425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90" name="Text Box 10">
              <a:extLst>
                <a:ext uri="{FF2B5EF4-FFF2-40B4-BE49-F238E27FC236}">
                  <a16:creationId xmlns:a16="http://schemas.microsoft.com/office/drawing/2014/main" id="{ABCDF7C2-4F31-4E7D-83F5-28140701D3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485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91" name="Text Box 11">
              <a:extLst>
                <a:ext uri="{FF2B5EF4-FFF2-40B4-BE49-F238E27FC236}">
                  <a16:creationId xmlns:a16="http://schemas.microsoft.com/office/drawing/2014/main" id="{00AD7A17-82F9-4BB7-9BFD-BA8E36F48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6465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92" name="Line 20">
              <a:extLst>
                <a:ext uri="{FF2B5EF4-FFF2-40B4-BE49-F238E27FC236}">
                  <a16:creationId xmlns:a16="http://schemas.microsoft.com/office/drawing/2014/main" id="{922CF32D-E337-4A49-98D4-219684670B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6500" y="1722438"/>
              <a:ext cx="7391400" cy="0"/>
            </a:xfrm>
            <a:prstGeom prst="line">
              <a:avLst/>
            </a:prstGeom>
            <a:noFill/>
            <a:ln w="28575">
              <a:solidFill>
                <a:srgbClr val="33CC33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93" name="Text Box 21">
              <a:extLst>
                <a:ext uri="{FF2B5EF4-FFF2-40B4-BE49-F238E27FC236}">
                  <a16:creationId xmlns:a16="http://schemas.microsoft.com/office/drawing/2014/main" id="{C83C996C-4425-4131-9939-B7921056D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9600" y="1341438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t</a:t>
              </a:r>
            </a:p>
          </p:txBody>
        </p:sp>
      </p:grpSp>
      <p:grpSp>
        <p:nvGrpSpPr>
          <p:cNvPr id="94" name="Group 22">
            <a:extLst>
              <a:ext uri="{FF2B5EF4-FFF2-40B4-BE49-F238E27FC236}">
                <a16:creationId xmlns:a16="http://schemas.microsoft.com/office/drawing/2014/main" id="{2CC1DA53-73D7-45A3-B3F5-B88420713BFE}"/>
              </a:ext>
            </a:extLst>
          </p:cNvPr>
          <p:cNvGrpSpPr>
            <a:grpSpLocks/>
          </p:cNvGrpSpPr>
          <p:nvPr/>
        </p:nvGrpSpPr>
        <p:grpSpPr bwMode="auto">
          <a:xfrm>
            <a:off x="338889" y="2430761"/>
            <a:ext cx="685800" cy="2181225"/>
            <a:chOff x="0" y="1689"/>
            <a:chExt cx="432" cy="1374"/>
          </a:xfrm>
        </p:grpSpPr>
        <p:sp>
          <p:nvSpPr>
            <p:cNvPr id="95" name="Text Box 23">
              <a:extLst>
                <a:ext uri="{FF2B5EF4-FFF2-40B4-BE49-F238E27FC236}">
                  <a16:creationId xmlns:a16="http://schemas.microsoft.com/office/drawing/2014/main" id="{613EE3CA-B0DE-4F45-B02C-702335AC2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689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96" name="Text Box 24">
              <a:extLst>
                <a:ext uri="{FF2B5EF4-FFF2-40B4-BE49-F238E27FC236}">
                  <a16:creationId xmlns:a16="http://schemas.microsoft.com/office/drawing/2014/main" id="{72A1014E-25C8-4C9D-9CE5-D24A5C7332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064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97" name="Text Box 25">
              <a:extLst>
                <a:ext uri="{FF2B5EF4-FFF2-40B4-BE49-F238E27FC236}">
                  <a16:creationId xmlns:a16="http://schemas.microsoft.com/office/drawing/2014/main" id="{398272E7-8821-4FDB-9DA7-347BC9AD92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457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98" name="Text Box 26">
              <a:extLst>
                <a:ext uri="{FF2B5EF4-FFF2-40B4-BE49-F238E27FC236}">
                  <a16:creationId xmlns:a16="http://schemas.microsoft.com/office/drawing/2014/main" id="{E2F9A79F-56B8-42E8-98D6-13AE77CC34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832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99" name="Group 27">
            <a:extLst>
              <a:ext uri="{FF2B5EF4-FFF2-40B4-BE49-F238E27FC236}">
                <a16:creationId xmlns:a16="http://schemas.microsoft.com/office/drawing/2014/main" id="{4B2B09BF-7FD4-46DB-AA0C-E97675E41497}"/>
              </a:ext>
            </a:extLst>
          </p:cNvPr>
          <p:cNvGrpSpPr>
            <a:grpSpLocks/>
          </p:cNvGrpSpPr>
          <p:nvPr/>
        </p:nvGrpSpPr>
        <p:grpSpPr bwMode="auto">
          <a:xfrm>
            <a:off x="948490" y="2264074"/>
            <a:ext cx="614363" cy="2466975"/>
            <a:chOff x="384" y="1584"/>
            <a:chExt cx="387" cy="1554"/>
          </a:xfrm>
        </p:grpSpPr>
        <p:sp>
          <p:nvSpPr>
            <p:cNvPr id="100" name="Rectangle 28">
              <a:extLst>
                <a:ext uri="{FF2B5EF4-FFF2-40B4-BE49-F238E27FC236}">
                  <a16:creationId xmlns:a16="http://schemas.microsoft.com/office/drawing/2014/main" id="{F0EBABA5-26DC-4123-B90F-2A8F2144B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01" name="Rectangle 29">
              <a:extLst>
                <a:ext uri="{FF2B5EF4-FFF2-40B4-BE49-F238E27FC236}">
                  <a16:creationId xmlns:a16="http://schemas.microsoft.com/office/drawing/2014/main" id="{CD06025A-9E65-406E-A2C0-CEA3EC779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02" name="Rectangle 30">
              <a:extLst>
                <a:ext uri="{FF2B5EF4-FFF2-40B4-BE49-F238E27FC236}">
                  <a16:creationId xmlns:a16="http://schemas.microsoft.com/office/drawing/2014/main" id="{E5BCA705-7E35-4245-844B-24A6C078E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03" name="Rectangle 31">
              <a:extLst>
                <a:ext uri="{FF2B5EF4-FFF2-40B4-BE49-F238E27FC236}">
                  <a16:creationId xmlns:a16="http://schemas.microsoft.com/office/drawing/2014/main" id="{46FF9A84-3454-4A70-899D-7AA429007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sp>
        <p:nvSpPr>
          <p:cNvPr id="104" name="Rectangle 32">
            <a:extLst>
              <a:ext uri="{FF2B5EF4-FFF2-40B4-BE49-F238E27FC236}">
                <a16:creationId xmlns:a16="http://schemas.microsoft.com/office/drawing/2014/main" id="{F4E24F67-D8AE-46A6-A15D-3CF866238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8490" y="2264074"/>
            <a:ext cx="614363" cy="617537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22</a:t>
            </a:r>
            <a:r>
              <a:rPr lang="en-US" altLang="zh-CN" b="1" baseline="50000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*</a:t>
            </a:r>
          </a:p>
        </p:txBody>
      </p:sp>
      <p:grpSp>
        <p:nvGrpSpPr>
          <p:cNvPr id="105" name="Group 33">
            <a:extLst>
              <a:ext uri="{FF2B5EF4-FFF2-40B4-BE49-F238E27FC236}">
                <a16:creationId xmlns:a16="http://schemas.microsoft.com/office/drawing/2014/main" id="{163B75E1-66CA-4FF4-99CD-71902E665810}"/>
              </a:ext>
            </a:extLst>
          </p:cNvPr>
          <p:cNvGrpSpPr>
            <a:grpSpLocks/>
          </p:cNvGrpSpPr>
          <p:nvPr/>
        </p:nvGrpSpPr>
        <p:grpSpPr bwMode="auto">
          <a:xfrm>
            <a:off x="1900990" y="2264074"/>
            <a:ext cx="614363" cy="2466975"/>
            <a:chOff x="1008" y="1584"/>
            <a:chExt cx="387" cy="1554"/>
          </a:xfrm>
        </p:grpSpPr>
        <p:sp>
          <p:nvSpPr>
            <p:cNvPr id="106" name="Rectangle 34">
              <a:extLst>
                <a:ext uri="{FF2B5EF4-FFF2-40B4-BE49-F238E27FC236}">
                  <a16:creationId xmlns:a16="http://schemas.microsoft.com/office/drawing/2014/main" id="{CA67142C-AE71-4E2E-979B-71A9EECED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07" name="Rectangle 35">
              <a:extLst>
                <a:ext uri="{FF2B5EF4-FFF2-40B4-BE49-F238E27FC236}">
                  <a16:creationId xmlns:a16="http://schemas.microsoft.com/office/drawing/2014/main" id="{F5D09109-01B1-4F47-8150-FE96363E0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08" name="Rectangle 36">
              <a:extLst>
                <a:ext uri="{FF2B5EF4-FFF2-40B4-BE49-F238E27FC236}">
                  <a16:creationId xmlns:a16="http://schemas.microsoft.com/office/drawing/2014/main" id="{2A7D465F-E035-4A54-9834-5204C74C7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7B35735-A714-4BF2-9A9E-F37D8EDAA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sp>
        <p:nvSpPr>
          <p:cNvPr id="110" name="Rectangle 38">
            <a:extLst>
              <a:ext uri="{FF2B5EF4-FFF2-40B4-BE49-F238E27FC236}">
                <a16:creationId xmlns:a16="http://schemas.microsoft.com/office/drawing/2014/main" id="{F4A04ADD-B0DA-445B-AA5A-76CFCB4E5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0990" y="2881611"/>
            <a:ext cx="614363" cy="631825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11</a:t>
            </a:r>
          </a:p>
        </p:txBody>
      </p:sp>
      <p:grpSp>
        <p:nvGrpSpPr>
          <p:cNvPr id="111" name="Group 39">
            <a:extLst>
              <a:ext uri="{FF2B5EF4-FFF2-40B4-BE49-F238E27FC236}">
                <a16:creationId xmlns:a16="http://schemas.microsoft.com/office/drawing/2014/main" id="{6F1454CB-1BEE-4D07-8A96-CD59A48BE55D}"/>
              </a:ext>
            </a:extLst>
          </p:cNvPr>
          <p:cNvGrpSpPr>
            <a:grpSpLocks/>
          </p:cNvGrpSpPr>
          <p:nvPr/>
        </p:nvGrpSpPr>
        <p:grpSpPr bwMode="auto">
          <a:xfrm>
            <a:off x="4918827" y="2264074"/>
            <a:ext cx="614362" cy="2466975"/>
            <a:chOff x="2925" y="1584"/>
            <a:chExt cx="387" cy="1554"/>
          </a:xfrm>
        </p:grpSpPr>
        <p:sp>
          <p:nvSpPr>
            <p:cNvPr id="112" name="Rectangle 40">
              <a:extLst>
                <a:ext uri="{FF2B5EF4-FFF2-40B4-BE49-F238E27FC236}">
                  <a16:creationId xmlns:a16="http://schemas.microsoft.com/office/drawing/2014/main" id="{DED915BF-BC2D-474B-9790-C93C138A1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13" name="Rectangle 41">
              <a:extLst>
                <a:ext uri="{FF2B5EF4-FFF2-40B4-BE49-F238E27FC236}">
                  <a16:creationId xmlns:a16="http://schemas.microsoft.com/office/drawing/2014/main" id="{B12F675B-4C1D-4F2E-9DCB-7451B48A4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4" name="Rectangle 42">
              <a:extLst>
                <a:ext uri="{FF2B5EF4-FFF2-40B4-BE49-F238E27FC236}">
                  <a16:creationId xmlns:a16="http://schemas.microsoft.com/office/drawing/2014/main" id="{7CED3F0C-30CD-4218-875B-44756F4BD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115" name="Rectangle 43">
              <a:extLst>
                <a:ext uri="{FF2B5EF4-FFF2-40B4-BE49-F238E27FC236}">
                  <a16:creationId xmlns:a16="http://schemas.microsoft.com/office/drawing/2014/main" id="{F4771D82-5EE7-4E71-814C-050B6565D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7</a:t>
              </a:r>
            </a:p>
          </p:txBody>
        </p:sp>
      </p:grpSp>
      <p:grpSp>
        <p:nvGrpSpPr>
          <p:cNvPr id="116" name="Group 44">
            <a:extLst>
              <a:ext uri="{FF2B5EF4-FFF2-40B4-BE49-F238E27FC236}">
                <a16:creationId xmlns:a16="http://schemas.microsoft.com/office/drawing/2014/main" id="{2E91CF38-F6EB-4CE7-BA36-7BA53E150F22}"/>
              </a:ext>
            </a:extLst>
          </p:cNvPr>
          <p:cNvGrpSpPr>
            <a:grpSpLocks/>
          </p:cNvGrpSpPr>
          <p:nvPr/>
        </p:nvGrpSpPr>
        <p:grpSpPr bwMode="auto">
          <a:xfrm>
            <a:off x="5837990" y="2264074"/>
            <a:ext cx="614363" cy="2466975"/>
            <a:chOff x="3504" y="1584"/>
            <a:chExt cx="387" cy="1554"/>
          </a:xfrm>
        </p:grpSpPr>
        <p:sp>
          <p:nvSpPr>
            <p:cNvPr id="117" name="Rectangle 45">
              <a:extLst>
                <a:ext uri="{FF2B5EF4-FFF2-40B4-BE49-F238E27FC236}">
                  <a16:creationId xmlns:a16="http://schemas.microsoft.com/office/drawing/2014/main" id="{384856AA-BC97-437B-8675-FF8340098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18" name="Rectangle 46">
              <a:extLst>
                <a:ext uri="{FF2B5EF4-FFF2-40B4-BE49-F238E27FC236}">
                  <a16:creationId xmlns:a16="http://schemas.microsoft.com/office/drawing/2014/main" id="{C63DFA34-9C3B-436B-B0CB-36D6CFC5E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968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9" name="Rectangle 47">
              <a:extLst>
                <a:ext uri="{FF2B5EF4-FFF2-40B4-BE49-F238E27FC236}">
                  <a16:creationId xmlns:a16="http://schemas.microsoft.com/office/drawing/2014/main" id="{6392F632-42CF-4AD0-A144-9B3635518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120" name="Rectangle 48">
              <a:extLst>
                <a:ext uri="{FF2B5EF4-FFF2-40B4-BE49-F238E27FC236}">
                  <a16:creationId xmlns:a16="http://schemas.microsoft.com/office/drawing/2014/main" id="{6A588EAA-4F51-40E7-8919-D6CAFE197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7</a:t>
              </a:r>
            </a:p>
          </p:txBody>
        </p:sp>
      </p:grpSp>
      <p:grpSp>
        <p:nvGrpSpPr>
          <p:cNvPr id="121" name="Group 49">
            <a:extLst>
              <a:ext uri="{FF2B5EF4-FFF2-40B4-BE49-F238E27FC236}">
                <a16:creationId xmlns:a16="http://schemas.microsoft.com/office/drawing/2014/main" id="{375CA914-E3E4-4D92-8023-E5CD66EC6DF5}"/>
              </a:ext>
            </a:extLst>
          </p:cNvPr>
          <p:cNvGrpSpPr>
            <a:grpSpLocks/>
          </p:cNvGrpSpPr>
          <p:nvPr/>
        </p:nvGrpSpPr>
        <p:grpSpPr bwMode="auto">
          <a:xfrm>
            <a:off x="7776327" y="2264074"/>
            <a:ext cx="614362" cy="2466975"/>
            <a:chOff x="4701" y="1584"/>
            <a:chExt cx="387" cy="1554"/>
          </a:xfrm>
        </p:grpSpPr>
        <p:sp>
          <p:nvSpPr>
            <p:cNvPr id="122" name="Rectangle 50">
              <a:extLst>
                <a:ext uri="{FF2B5EF4-FFF2-40B4-BE49-F238E27FC236}">
                  <a16:creationId xmlns:a16="http://schemas.microsoft.com/office/drawing/2014/main" id="{9845DEB9-30EE-45D7-B65A-645DCFB29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23" name="Rectangle 51">
              <a:extLst>
                <a:ext uri="{FF2B5EF4-FFF2-40B4-BE49-F238E27FC236}">
                  <a16:creationId xmlns:a16="http://schemas.microsoft.com/office/drawing/2014/main" id="{1426040B-BB7B-4A6E-AD76-229B3603B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24" name="Rectangle 52">
              <a:extLst>
                <a:ext uri="{FF2B5EF4-FFF2-40B4-BE49-F238E27FC236}">
                  <a16:creationId xmlns:a16="http://schemas.microsoft.com/office/drawing/2014/main" id="{416A5348-86B2-499A-9F08-A65F97067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25" name="Rectangle 53">
              <a:extLst>
                <a:ext uri="{FF2B5EF4-FFF2-40B4-BE49-F238E27FC236}">
                  <a16:creationId xmlns:a16="http://schemas.microsoft.com/office/drawing/2014/main" id="{6DC32A7B-902B-4E60-B1D1-CB1D73C11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7</a:t>
              </a:r>
            </a:p>
          </p:txBody>
        </p:sp>
      </p:grpSp>
      <p:sp>
        <p:nvSpPr>
          <p:cNvPr id="126" name="Rectangle 54">
            <a:extLst>
              <a:ext uri="{FF2B5EF4-FFF2-40B4-BE49-F238E27FC236}">
                <a16:creationId xmlns:a16="http://schemas.microsoft.com/office/drawing/2014/main" id="{292632F9-A8A6-4219-8F55-C0B93FD06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8828" y="2264074"/>
            <a:ext cx="617537" cy="617537"/>
          </a:xfrm>
          <a:prstGeom prst="rect">
            <a:avLst/>
          </a:prstGeom>
          <a:solidFill>
            <a:srgbClr val="00FF00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16</a:t>
            </a:r>
          </a:p>
        </p:txBody>
      </p:sp>
      <p:sp>
        <p:nvSpPr>
          <p:cNvPr id="127" name="Rectangle 55">
            <a:extLst>
              <a:ext uri="{FF2B5EF4-FFF2-40B4-BE49-F238E27FC236}">
                <a16:creationId xmlns:a16="http://schemas.microsoft.com/office/drawing/2014/main" id="{7287A5DE-E805-43B0-8CAF-680BD8FE2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7990" y="2873674"/>
            <a:ext cx="614363" cy="631825"/>
          </a:xfrm>
          <a:prstGeom prst="rect">
            <a:avLst/>
          </a:prstGeom>
          <a:solidFill>
            <a:srgbClr val="00FF00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22</a:t>
            </a:r>
          </a:p>
        </p:txBody>
      </p:sp>
      <p:grpSp>
        <p:nvGrpSpPr>
          <p:cNvPr id="128" name="Group 56">
            <a:extLst>
              <a:ext uri="{FF2B5EF4-FFF2-40B4-BE49-F238E27FC236}">
                <a16:creationId xmlns:a16="http://schemas.microsoft.com/office/drawing/2014/main" id="{42BDB3EA-6906-433B-A219-DDAE36500325}"/>
              </a:ext>
            </a:extLst>
          </p:cNvPr>
          <p:cNvGrpSpPr>
            <a:grpSpLocks/>
          </p:cNvGrpSpPr>
          <p:nvPr/>
        </p:nvGrpSpPr>
        <p:grpSpPr bwMode="auto">
          <a:xfrm>
            <a:off x="6828590" y="2264074"/>
            <a:ext cx="614363" cy="2466975"/>
            <a:chOff x="4128" y="1584"/>
            <a:chExt cx="387" cy="1554"/>
          </a:xfrm>
        </p:grpSpPr>
        <p:sp>
          <p:nvSpPr>
            <p:cNvPr id="129" name="Rectangle 57">
              <a:extLst>
                <a:ext uri="{FF2B5EF4-FFF2-40B4-BE49-F238E27FC236}">
                  <a16:creationId xmlns:a16="http://schemas.microsoft.com/office/drawing/2014/main" id="{C558459F-1025-4932-BF3E-63274D43D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0" name="Rectangle 58">
              <a:extLst>
                <a:ext uri="{FF2B5EF4-FFF2-40B4-BE49-F238E27FC236}">
                  <a16:creationId xmlns:a16="http://schemas.microsoft.com/office/drawing/2014/main" id="{5245A0E4-7232-4B58-AA06-53BC0615E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31" name="Rectangle 59">
              <a:extLst>
                <a:ext uri="{FF2B5EF4-FFF2-40B4-BE49-F238E27FC236}">
                  <a16:creationId xmlns:a16="http://schemas.microsoft.com/office/drawing/2014/main" id="{93F25766-E08C-4633-BFFF-C2A3E435C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132" name="Rectangle 60">
              <a:extLst>
                <a:ext uri="{FF2B5EF4-FFF2-40B4-BE49-F238E27FC236}">
                  <a16:creationId xmlns:a16="http://schemas.microsoft.com/office/drawing/2014/main" id="{F50E11CB-3781-4005-B21D-04C7B565E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352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</a:p>
          </p:txBody>
        </p:sp>
      </p:grpSp>
      <p:grpSp>
        <p:nvGrpSpPr>
          <p:cNvPr id="133" name="Group 61">
            <a:extLst>
              <a:ext uri="{FF2B5EF4-FFF2-40B4-BE49-F238E27FC236}">
                <a16:creationId xmlns:a16="http://schemas.microsoft.com/office/drawing/2014/main" id="{A4511ABE-7475-4F22-8850-0597CA8DDA9A}"/>
              </a:ext>
            </a:extLst>
          </p:cNvPr>
          <p:cNvGrpSpPr>
            <a:grpSpLocks/>
          </p:cNvGrpSpPr>
          <p:nvPr/>
        </p:nvGrpSpPr>
        <p:grpSpPr bwMode="auto">
          <a:xfrm>
            <a:off x="2886827" y="2264074"/>
            <a:ext cx="614362" cy="2466975"/>
            <a:chOff x="1629" y="1584"/>
            <a:chExt cx="387" cy="1554"/>
          </a:xfrm>
        </p:grpSpPr>
        <p:sp>
          <p:nvSpPr>
            <p:cNvPr id="134" name="Rectangle 62">
              <a:extLst>
                <a:ext uri="{FF2B5EF4-FFF2-40B4-BE49-F238E27FC236}">
                  <a16:creationId xmlns:a16="http://schemas.microsoft.com/office/drawing/2014/main" id="{EFB9AFBE-420C-425C-A86E-7D5306753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35" name="Rectangle 63">
              <a:extLst>
                <a:ext uri="{FF2B5EF4-FFF2-40B4-BE49-F238E27FC236}">
                  <a16:creationId xmlns:a16="http://schemas.microsoft.com/office/drawing/2014/main" id="{3ED90605-6895-4DF4-AB5D-B7A27EE26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36" name="Rectangle 64">
              <a:extLst>
                <a:ext uri="{FF2B5EF4-FFF2-40B4-BE49-F238E27FC236}">
                  <a16:creationId xmlns:a16="http://schemas.microsoft.com/office/drawing/2014/main" id="{2576E408-ECFE-4A41-A26D-B99DEC0AE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37" name="Rectangle 65">
              <a:extLst>
                <a:ext uri="{FF2B5EF4-FFF2-40B4-BE49-F238E27FC236}">
                  <a16:creationId xmlns:a16="http://schemas.microsoft.com/office/drawing/2014/main" id="{692DBB70-5922-4A72-8C37-EE306FB3A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584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</p:grpSp>
      <p:sp>
        <p:nvSpPr>
          <p:cNvPr id="138" name="Rectangle 66">
            <a:extLst>
              <a:ext uri="{FF2B5EF4-FFF2-40B4-BE49-F238E27FC236}">
                <a16:creationId xmlns:a16="http://schemas.microsoft.com/office/drawing/2014/main" id="{6FBDC6D9-C957-49B5-AD49-E3D4B19E7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827" y="3484861"/>
            <a:ext cx="614362" cy="631825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19</a:t>
            </a:r>
          </a:p>
        </p:txBody>
      </p:sp>
      <p:grpSp>
        <p:nvGrpSpPr>
          <p:cNvPr id="139" name="Group 67">
            <a:extLst>
              <a:ext uri="{FF2B5EF4-FFF2-40B4-BE49-F238E27FC236}">
                <a16:creationId xmlns:a16="http://schemas.microsoft.com/office/drawing/2014/main" id="{C6D41CBD-694B-4BF8-B8D3-CFB522D0574E}"/>
              </a:ext>
            </a:extLst>
          </p:cNvPr>
          <p:cNvGrpSpPr>
            <a:grpSpLocks/>
          </p:cNvGrpSpPr>
          <p:nvPr/>
        </p:nvGrpSpPr>
        <p:grpSpPr bwMode="auto">
          <a:xfrm>
            <a:off x="3882190" y="2264074"/>
            <a:ext cx="614363" cy="2466975"/>
            <a:chOff x="2256" y="1584"/>
            <a:chExt cx="387" cy="1554"/>
          </a:xfrm>
        </p:grpSpPr>
        <p:sp>
          <p:nvSpPr>
            <p:cNvPr id="140" name="Rectangle 68">
              <a:extLst>
                <a:ext uri="{FF2B5EF4-FFF2-40B4-BE49-F238E27FC236}">
                  <a16:creationId xmlns:a16="http://schemas.microsoft.com/office/drawing/2014/main" id="{F894B762-5FF2-430F-85C1-BFF6926B5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41" name="Rectangle 69">
              <a:extLst>
                <a:ext uri="{FF2B5EF4-FFF2-40B4-BE49-F238E27FC236}">
                  <a16:creationId xmlns:a16="http://schemas.microsoft.com/office/drawing/2014/main" id="{080711F9-BB14-42EC-809D-373C0E494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142" name="Rectangle 70">
              <a:extLst>
                <a:ext uri="{FF2B5EF4-FFF2-40B4-BE49-F238E27FC236}">
                  <a16:creationId xmlns:a16="http://schemas.microsoft.com/office/drawing/2014/main" id="{EC7EEA3D-56F8-4B77-AA7E-D36D6554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43" name="Rectangle 71">
              <a:extLst>
                <a:ext uri="{FF2B5EF4-FFF2-40B4-BE49-F238E27FC236}">
                  <a16:creationId xmlns:a16="http://schemas.microsoft.com/office/drawing/2014/main" id="{FD6AED9C-853A-4AE8-9E87-00112E69A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968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</p:grpSp>
      <p:sp>
        <p:nvSpPr>
          <p:cNvPr id="144" name="Rectangle 72">
            <a:extLst>
              <a:ext uri="{FF2B5EF4-FFF2-40B4-BE49-F238E27FC236}">
                <a16:creationId xmlns:a16="http://schemas.microsoft.com/office/drawing/2014/main" id="{B8EABB7D-7A89-4878-88AD-5B38391E1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2190" y="4115098"/>
            <a:ext cx="614363" cy="615950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7</a:t>
            </a:r>
          </a:p>
        </p:txBody>
      </p:sp>
      <p:sp>
        <p:nvSpPr>
          <p:cNvPr id="145" name="Rectangle 73">
            <a:extLst>
              <a:ext uri="{FF2B5EF4-FFF2-40B4-BE49-F238E27FC236}">
                <a16:creationId xmlns:a16="http://schemas.microsoft.com/office/drawing/2014/main" id="{1D04A5D4-7903-4558-A2B5-89022F009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8590" y="3489623"/>
            <a:ext cx="614363" cy="627062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11</a:t>
            </a:r>
          </a:p>
        </p:txBody>
      </p:sp>
      <p:sp>
        <p:nvSpPr>
          <p:cNvPr id="146" name="Rectangle 74">
            <a:extLst>
              <a:ext uri="{FF2B5EF4-FFF2-40B4-BE49-F238E27FC236}">
                <a16:creationId xmlns:a16="http://schemas.microsoft.com/office/drawing/2014/main" id="{E4ED4916-EF20-40B4-BFE9-B9E03F19F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1564" y="4107161"/>
            <a:ext cx="623888" cy="631825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19</a:t>
            </a:r>
          </a:p>
        </p:txBody>
      </p:sp>
    </p:spTree>
    <p:extLst>
      <p:ext uri="{BB962C8B-B14F-4D97-AF65-F5344CB8AC3E}">
        <p14:creationId xmlns:p14="http://schemas.microsoft.com/office/powerpoint/2010/main" val="949199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0" grpId="0"/>
      <p:bldP spid="81" grpId="0"/>
      <p:bldP spid="82" grpId="0"/>
      <p:bldP spid="126" grpId="0" animBg="1"/>
      <p:bldP spid="127" grpId="0" animBg="1"/>
      <p:bldP spid="144" grpId="0" animBg="1"/>
      <p:bldP spid="145" grpId="0" animBg="1"/>
      <p:bldP spid="146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3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eaLnBrk="1" hangingPunct="1"/>
            <a:r>
              <a:rPr lang="en-US" altLang="zh-CN" sz="2800" dirty="0"/>
              <a:t>2.Cache</a:t>
            </a:r>
            <a:r>
              <a:rPr lang="zh-CN" altLang="en-US" sz="2800" dirty="0"/>
              <a:t>最不经常使用算法</a:t>
            </a:r>
            <a:r>
              <a:rPr lang="en-US" altLang="zh-CN" sz="2800" dirty="0"/>
              <a:t>(LFU)</a:t>
            </a:r>
          </a:p>
        </p:txBody>
      </p:sp>
      <p:sp>
        <p:nvSpPr>
          <p:cNvPr id="83" name="Text Box 88">
            <a:extLst>
              <a:ext uri="{FF2B5EF4-FFF2-40B4-BE49-F238E27FC236}">
                <a16:creationId xmlns:a16="http://schemas.microsoft.com/office/drawing/2014/main" id="{3FC8182B-309C-457E-AD4D-B8377EEC5A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576" y="5157192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84" name="Text Box 89">
            <a:extLst>
              <a:ext uri="{FF2B5EF4-FFF2-40B4-BE49-F238E27FC236}">
                <a16:creationId xmlns:a16="http://schemas.microsoft.com/office/drawing/2014/main" id="{194A0A40-397A-41D8-A472-4A12D049C9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3776" y="5157192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85" name="Text Box 90">
            <a:extLst>
              <a:ext uri="{FF2B5EF4-FFF2-40B4-BE49-F238E27FC236}">
                <a16:creationId xmlns:a16="http://schemas.microsoft.com/office/drawing/2014/main" id="{3F8414EE-A401-442A-B83E-DCD8DE2FEB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476" y="514290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命中</a:t>
            </a:r>
          </a:p>
        </p:txBody>
      </p:sp>
      <p:sp>
        <p:nvSpPr>
          <p:cNvPr id="86" name="Text Box 91">
            <a:extLst>
              <a:ext uri="{FF2B5EF4-FFF2-40B4-BE49-F238E27FC236}">
                <a16:creationId xmlns:a16="http://schemas.microsoft.com/office/drawing/2014/main" id="{48B5A1D1-DCEF-4CAD-BDBF-8ACEA619D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9876" y="516830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87" name="Text Box 92">
            <a:extLst>
              <a:ext uri="{FF2B5EF4-FFF2-40B4-BE49-F238E27FC236}">
                <a16:creationId xmlns:a16="http://schemas.microsoft.com/office/drawing/2014/main" id="{B3841836-6910-4228-ACA4-CEEE07E00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5076" y="514290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命中</a:t>
            </a:r>
          </a:p>
        </p:txBody>
      </p:sp>
      <p:sp>
        <p:nvSpPr>
          <p:cNvPr id="88" name="Text Box 93">
            <a:extLst>
              <a:ext uri="{FF2B5EF4-FFF2-40B4-BE49-F238E27FC236}">
                <a16:creationId xmlns:a16="http://schemas.microsoft.com/office/drawing/2014/main" id="{5AEA4E75-E6C2-47AD-909C-973ED127DD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276" y="514290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89" name="Text Box 94">
            <a:extLst>
              <a:ext uri="{FF2B5EF4-FFF2-40B4-BE49-F238E27FC236}">
                <a16:creationId xmlns:a16="http://schemas.microsoft.com/office/drawing/2014/main" id="{F03E55BB-F9E8-487E-9DC5-D4387C0E6D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89714" y="514290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替换</a:t>
            </a:r>
          </a:p>
        </p:txBody>
      </p:sp>
      <p:sp>
        <p:nvSpPr>
          <p:cNvPr id="90" name="Text Box 95">
            <a:extLst>
              <a:ext uri="{FF2B5EF4-FFF2-40B4-BE49-F238E27FC236}">
                <a16:creationId xmlns:a16="http://schemas.microsoft.com/office/drawing/2014/main" id="{75EC150B-7BCB-4639-96D2-8E988BACCC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35876" y="514290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替换</a:t>
            </a:r>
          </a:p>
        </p:txBody>
      </p:sp>
      <p:grpSp>
        <p:nvGrpSpPr>
          <p:cNvPr id="91" name="Group 98">
            <a:extLst>
              <a:ext uri="{FF2B5EF4-FFF2-40B4-BE49-F238E27FC236}">
                <a16:creationId xmlns:a16="http://schemas.microsoft.com/office/drawing/2014/main" id="{8E6E44E7-11B0-437F-916A-5F424622653B}"/>
              </a:ext>
            </a:extLst>
          </p:cNvPr>
          <p:cNvGrpSpPr>
            <a:grpSpLocks/>
          </p:cNvGrpSpPr>
          <p:nvPr/>
        </p:nvGrpSpPr>
        <p:grpSpPr bwMode="auto">
          <a:xfrm>
            <a:off x="242814" y="2634655"/>
            <a:ext cx="685800" cy="2181225"/>
            <a:chOff x="0" y="1689"/>
            <a:chExt cx="432" cy="1374"/>
          </a:xfrm>
        </p:grpSpPr>
        <p:sp>
          <p:nvSpPr>
            <p:cNvPr id="92" name="Text Box 99">
              <a:extLst>
                <a:ext uri="{FF2B5EF4-FFF2-40B4-BE49-F238E27FC236}">
                  <a16:creationId xmlns:a16="http://schemas.microsoft.com/office/drawing/2014/main" id="{F29889C8-9DC9-4D15-ABF9-8C68EA9EEF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689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93" name="Text Box 100">
              <a:extLst>
                <a:ext uri="{FF2B5EF4-FFF2-40B4-BE49-F238E27FC236}">
                  <a16:creationId xmlns:a16="http://schemas.microsoft.com/office/drawing/2014/main" id="{0994D7DE-DF50-4738-816F-64575715A1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064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94" name="Text Box 101">
              <a:extLst>
                <a:ext uri="{FF2B5EF4-FFF2-40B4-BE49-F238E27FC236}">
                  <a16:creationId xmlns:a16="http://schemas.microsoft.com/office/drawing/2014/main" id="{050AEFED-52A0-494C-A82B-058DF44CB0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457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95" name="Text Box 102">
              <a:extLst>
                <a:ext uri="{FF2B5EF4-FFF2-40B4-BE49-F238E27FC236}">
                  <a16:creationId xmlns:a16="http://schemas.microsoft.com/office/drawing/2014/main" id="{09A617CC-1FDA-450C-B538-01BB12FB0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832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96" name="Group 103">
            <a:extLst>
              <a:ext uri="{FF2B5EF4-FFF2-40B4-BE49-F238E27FC236}">
                <a16:creationId xmlns:a16="http://schemas.microsoft.com/office/drawing/2014/main" id="{183EA430-BF15-48D6-A324-3048DD35F768}"/>
              </a:ext>
            </a:extLst>
          </p:cNvPr>
          <p:cNvGrpSpPr>
            <a:grpSpLocks/>
          </p:cNvGrpSpPr>
          <p:nvPr/>
        </p:nvGrpSpPr>
        <p:grpSpPr bwMode="auto">
          <a:xfrm>
            <a:off x="755577" y="2537818"/>
            <a:ext cx="614363" cy="2466975"/>
            <a:chOff x="384" y="1584"/>
            <a:chExt cx="387" cy="1554"/>
          </a:xfrm>
        </p:grpSpPr>
        <p:sp>
          <p:nvSpPr>
            <p:cNvPr id="97" name="Rectangle 104">
              <a:extLst>
                <a:ext uri="{FF2B5EF4-FFF2-40B4-BE49-F238E27FC236}">
                  <a16:creationId xmlns:a16="http://schemas.microsoft.com/office/drawing/2014/main" id="{5563D84F-BA05-4644-9E3B-39635A0BA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98" name="Rectangle 105">
              <a:extLst>
                <a:ext uri="{FF2B5EF4-FFF2-40B4-BE49-F238E27FC236}">
                  <a16:creationId xmlns:a16="http://schemas.microsoft.com/office/drawing/2014/main" id="{3F914280-7108-468E-9DD7-30BD96DAE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99" name="Rectangle 106">
              <a:extLst>
                <a:ext uri="{FF2B5EF4-FFF2-40B4-BE49-F238E27FC236}">
                  <a16:creationId xmlns:a16="http://schemas.microsoft.com/office/drawing/2014/main" id="{4BE8C6EF-0264-4582-BA73-39771507D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00" name="Rectangle 107">
              <a:extLst>
                <a:ext uri="{FF2B5EF4-FFF2-40B4-BE49-F238E27FC236}">
                  <a16:creationId xmlns:a16="http://schemas.microsoft.com/office/drawing/2014/main" id="{5FD449D2-2F05-4C23-BE1B-42349D3CE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01" name="Rectangle 108">
            <a:extLst>
              <a:ext uri="{FF2B5EF4-FFF2-40B4-BE49-F238E27FC236}">
                <a16:creationId xmlns:a16="http://schemas.microsoft.com/office/drawing/2014/main" id="{04103F02-928A-4C7F-B2B1-1F870C1D4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577" y="2537818"/>
            <a:ext cx="614363" cy="617537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22</a:t>
            </a:r>
            <a:r>
              <a:rPr lang="en-US" altLang="zh-CN" b="1" baseline="50000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0</a:t>
            </a:r>
          </a:p>
        </p:txBody>
      </p:sp>
      <p:grpSp>
        <p:nvGrpSpPr>
          <p:cNvPr id="102" name="Group 109">
            <a:extLst>
              <a:ext uri="{FF2B5EF4-FFF2-40B4-BE49-F238E27FC236}">
                <a16:creationId xmlns:a16="http://schemas.microsoft.com/office/drawing/2014/main" id="{4C7144DC-41ED-4E5D-8DC3-0244F3385DFE}"/>
              </a:ext>
            </a:extLst>
          </p:cNvPr>
          <p:cNvGrpSpPr>
            <a:grpSpLocks/>
          </p:cNvGrpSpPr>
          <p:nvPr/>
        </p:nvGrpSpPr>
        <p:grpSpPr bwMode="auto">
          <a:xfrm>
            <a:off x="1593777" y="2537818"/>
            <a:ext cx="614363" cy="2466975"/>
            <a:chOff x="1008" y="1584"/>
            <a:chExt cx="387" cy="1554"/>
          </a:xfrm>
        </p:grpSpPr>
        <p:sp>
          <p:nvSpPr>
            <p:cNvPr id="103" name="Rectangle 110">
              <a:extLst>
                <a:ext uri="{FF2B5EF4-FFF2-40B4-BE49-F238E27FC236}">
                  <a16:creationId xmlns:a16="http://schemas.microsoft.com/office/drawing/2014/main" id="{CAB04BC0-BE18-4BB5-874F-E0576CF80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04" name="Rectangle 111">
              <a:extLst>
                <a:ext uri="{FF2B5EF4-FFF2-40B4-BE49-F238E27FC236}">
                  <a16:creationId xmlns:a16="http://schemas.microsoft.com/office/drawing/2014/main" id="{E7AAC7FA-566B-463A-9C67-8BB97A376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05" name="Rectangle 112">
              <a:extLst>
                <a:ext uri="{FF2B5EF4-FFF2-40B4-BE49-F238E27FC236}">
                  <a16:creationId xmlns:a16="http://schemas.microsoft.com/office/drawing/2014/main" id="{BB1E136A-FBFB-43DD-90DD-57D2FE3EB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06" name="Rectangle 113">
              <a:extLst>
                <a:ext uri="{FF2B5EF4-FFF2-40B4-BE49-F238E27FC236}">
                  <a16:creationId xmlns:a16="http://schemas.microsoft.com/office/drawing/2014/main" id="{C3BD370C-873A-4898-8EC8-D2C7256E2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07" name="Rectangle 114">
            <a:extLst>
              <a:ext uri="{FF2B5EF4-FFF2-40B4-BE49-F238E27FC236}">
                <a16:creationId xmlns:a16="http://schemas.microsoft.com/office/drawing/2014/main" id="{EFF29336-D302-48A0-9B4D-4720823EC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3777" y="3150593"/>
            <a:ext cx="614363" cy="617537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11</a:t>
            </a:r>
          </a:p>
        </p:txBody>
      </p:sp>
      <p:grpSp>
        <p:nvGrpSpPr>
          <p:cNvPr id="108" name="Group 115">
            <a:extLst>
              <a:ext uri="{FF2B5EF4-FFF2-40B4-BE49-F238E27FC236}">
                <a16:creationId xmlns:a16="http://schemas.microsoft.com/office/drawing/2014/main" id="{BA7B7AE2-DAB5-4D8B-AE18-75235C1B9C43}"/>
              </a:ext>
            </a:extLst>
          </p:cNvPr>
          <p:cNvGrpSpPr>
            <a:grpSpLocks/>
          </p:cNvGrpSpPr>
          <p:nvPr/>
        </p:nvGrpSpPr>
        <p:grpSpPr bwMode="auto">
          <a:xfrm>
            <a:off x="4370314" y="2537818"/>
            <a:ext cx="614362" cy="2466975"/>
            <a:chOff x="2925" y="1584"/>
            <a:chExt cx="387" cy="1554"/>
          </a:xfrm>
        </p:grpSpPr>
        <p:sp>
          <p:nvSpPr>
            <p:cNvPr id="109" name="Rectangle 116">
              <a:extLst>
                <a:ext uri="{FF2B5EF4-FFF2-40B4-BE49-F238E27FC236}">
                  <a16:creationId xmlns:a16="http://schemas.microsoft.com/office/drawing/2014/main" id="{E5EB9456-58D1-4A0D-A910-265388135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10" name="Rectangle 117">
              <a:extLst>
                <a:ext uri="{FF2B5EF4-FFF2-40B4-BE49-F238E27FC236}">
                  <a16:creationId xmlns:a16="http://schemas.microsoft.com/office/drawing/2014/main" id="{27B9A050-A3E6-4B3D-8620-0D894DECB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1" name="Rectangle 118">
              <a:extLst>
                <a:ext uri="{FF2B5EF4-FFF2-40B4-BE49-F238E27FC236}">
                  <a16:creationId xmlns:a16="http://schemas.microsoft.com/office/drawing/2014/main" id="{2FAFD3CA-56E6-45EE-A134-DE6A12B08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112" name="Rectangle 119">
              <a:extLst>
                <a:ext uri="{FF2B5EF4-FFF2-40B4-BE49-F238E27FC236}">
                  <a16:creationId xmlns:a16="http://schemas.microsoft.com/office/drawing/2014/main" id="{3C63B4B2-460F-47C0-A7E2-734FEEDEF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3" name="Group 120">
            <a:extLst>
              <a:ext uri="{FF2B5EF4-FFF2-40B4-BE49-F238E27FC236}">
                <a16:creationId xmlns:a16="http://schemas.microsoft.com/office/drawing/2014/main" id="{A1295BA1-8B83-42C5-BBA7-9DEF939A488B}"/>
              </a:ext>
            </a:extLst>
          </p:cNvPr>
          <p:cNvGrpSpPr>
            <a:grpSpLocks/>
          </p:cNvGrpSpPr>
          <p:nvPr/>
        </p:nvGrpSpPr>
        <p:grpSpPr bwMode="auto">
          <a:xfrm>
            <a:off x="5340277" y="2537818"/>
            <a:ext cx="614363" cy="2466975"/>
            <a:chOff x="3504" y="1584"/>
            <a:chExt cx="387" cy="1554"/>
          </a:xfrm>
        </p:grpSpPr>
        <p:sp>
          <p:nvSpPr>
            <p:cNvPr id="114" name="Rectangle 121">
              <a:extLst>
                <a:ext uri="{FF2B5EF4-FFF2-40B4-BE49-F238E27FC236}">
                  <a16:creationId xmlns:a16="http://schemas.microsoft.com/office/drawing/2014/main" id="{52E5E93C-0263-4E9A-BBAB-29D813331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15" name="Rectangle 122">
              <a:extLst>
                <a:ext uri="{FF2B5EF4-FFF2-40B4-BE49-F238E27FC236}">
                  <a16:creationId xmlns:a16="http://schemas.microsoft.com/office/drawing/2014/main" id="{2388B253-5024-425F-A94C-093FB91CB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968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11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16" name="Rectangle 123">
              <a:extLst>
                <a:ext uri="{FF2B5EF4-FFF2-40B4-BE49-F238E27FC236}">
                  <a16:creationId xmlns:a16="http://schemas.microsoft.com/office/drawing/2014/main" id="{5A7176F5-C2E3-4306-8E12-AC1273DA3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354"/>
              <a:ext cx="387" cy="396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117" name="Rectangle 124">
              <a:extLst>
                <a:ext uri="{FF2B5EF4-FFF2-40B4-BE49-F238E27FC236}">
                  <a16:creationId xmlns:a16="http://schemas.microsoft.com/office/drawing/2014/main" id="{2E6AF346-EA0B-4188-B84C-B5930F4AA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8" name="Group 125">
            <a:extLst>
              <a:ext uri="{FF2B5EF4-FFF2-40B4-BE49-F238E27FC236}">
                <a16:creationId xmlns:a16="http://schemas.microsoft.com/office/drawing/2014/main" id="{91EC545D-23F8-4E1F-B52E-34F42DE89B40}"/>
              </a:ext>
            </a:extLst>
          </p:cNvPr>
          <p:cNvGrpSpPr>
            <a:grpSpLocks/>
          </p:cNvGrpSpPr>
          <p:nvPr/>
        </p:nvGrpSpPr>
        <p:grpSpPr bwMode="auto">
          <a:xfrm>
            <a:off x="8231114" y="2537818"/>
            <a:ext cx="614362" cy="2466975"/>
            <a:chOff x="4701" y="1584"/>
            <a:chExt cx="387" cy="1554"/>
          </a:xfrm>
        </p:grpSpPr>
        <p:sp>
          <p:nvSpPr>
            <p:cNvPr id="119" name="Rectangle 126">
              <a:extLst>
                <a:ext uri="{FF2B5EF4-FFF2-40B4-BE49-F238E27FC236}">
                  <a16:creationId xmlns:a16="http://schemas.microsoft.com/office/drawing/2014/main" id="{2AA40BCE-4B83-481A-A5C1-D84523D9D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20" name="Rectangle 127">
              <a:extLst>
                <a:ext uri="{FF2B5EF4-FFF2-40B4-BE49-F238E27FC236}">
                  <a16:creationId xmlns:a16="http://schemas.microsoft.com/office/drawing/2014/main" id="{2A2BD9E0-26A3-42A8-A751-E2DB559AC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11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21" name="Rectangle 128">
              <a:extLst>
                <a:ext uri="{FF2B5EF4-FFF2-40B4-BE49-F238E27FC236}">
                  <a16:creationId xmlns:a16="http://schemas.microsoft.com/office/drawing/2014/main" id="{D3B2E6CD-22FB-4C7C-902A-4DF692521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22" name="Rectangle 129">
              <a:extLst>
                <a:ext uri="{FF2B5EF4-FFF2-40B4-BE49-F238E27FC236}">
                  <a16:creationId xmlns:a16="http://schemas.microsoft.com/office/drawing/2014/main" id="{560FCDAB-9E26-4A4D-93FE-AF2D3A947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16</a:t>
              </a:r>
            </a:p>
          </p:txBody>
        </p:sp>
      </p:grpSp>
      <p:sp>
        <p:nvSpPr>
          <p:cNvPr id="123" name="Rectangle 130">
            <a:extLst>
              <a:ext uri="{FF2B5EF4-FFF2-40B4-BE49-F238E27FC236}">
                <a16:creationId xmlns:a16="http://schemas.microsoft.com/office/drawing/2014/main" id="{C2626ECE-4ADD-438C-AFC3-A854D2458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0314" y="3139480"/>
            <a:ext cx="614362" cy="646113"/>
          </a:xfrm>
          <a:prstGeom prst="rect">
            <a:avLst/>
          </a:prstGeom>
          <a:solidFill>
            <a:srgbClr val="00FF00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11</a:t>
            </a:r>
            <a:r>
              <a:rPr lang="en-US" altLang="zh-CN" b="1" baseline="50000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124" name="Rectangle 131">
            <a:extLst>
              <a:ext uri="{FF2B5EF4-FFF2-40B4-BE49-F238E27FC236}">
                <a16:creationId xmlns:a16="http://schemas.microsoft.com/office/drawing/2014/main" id="{D233957F-0B83-4BBB-AEC5-9F46CCE17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0277" y="4366617"/>
            <a:ext cx="614363" cy="646112"/>
          </a:xfrm>
          <a:prstGeom prst="rect">
            <a:avLst/>
          </a:prstGeom>
          <a:solidFill>
            <a:srgbClr val="00FF00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16</a:t>
            </a:r>
          </a:p>
        </p:txBody>
      </p:sp>
      <p:grpSp>
        <p:nvGrpSpPr>
          <p:cNvPr id="125" name="Group 132">
            <a:extLst>
              <a:ext uri="{FF2B5EF4-FFF2-40B4-BE49-F238E27FC236}">
                <a16:creationId xmlns:a16="http://schemas.microsoft.com/office/drawing/2014/main" id="{61766873-7C53-4AFA-96B0-827904EEE64F}"/>
              </a:ext>
            </a:extLst>
          </p:cNvPr>
          <p:cNvGrpSpPr>
            <a:grpSpLocks/>
          </p:cNvGrpSpPr>
          <p:nvPr/>
        </p:nvGrpSpPr>
        <p:grpSpPr bwMode="auto">
          <a:xfrm>
            <a:off x="7265914" y="2537818"/>
            <a:ext cx="614362" cy="2466975"/>
            <a:chOff x="4128" y="1584"/>
            <a:chExt cx="387" cy="1554"/>
          </a:xfrm>
        </p:grpSpPr>
        <p:sp>
          <p:nvSpPr>
            <p:cNvPr id="126" name="Rectangle 133">
              <a:extLst>
                <a:ext uri="{FF2B5EF4-FFF2-40B4-BE49-F238E27FC236}">
                  <a16:creationId xmlns:a16="http://schemas.microsoft.com/office/drawing/2014/main" id="{6A6A6C11-2CC3-4EEB-B62D-DDE18355B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27" name="Rectangle 134">
              <a:extLst>
                <a:ext uri="{FF2B5EF4-FFF2-40B4-BE49-F238E27FC236}">
                  <a16:creationId xmlns:a16="http://schemas.microsoft.com/office/drawing/2014/main" id="{33B6D4A5-E29C-4A12-B97A-0C55B955E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11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28" name="Rectangle 135">
              <a:extLst>
                <a:ext uri="{FF2B5EF4-FFF2-40B4-BE49-F238E27FC236}">
                  <a16:creationId xmlns:a16="http://schemas.microsoft.com/office/drawing/2014/main" id="{C70A30B9-3A8B-490E-B6A4-68D74608E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29" name="Rectangle 136">
              <a:extLst>
                <a:ext uri="{FF2B5EF4-FFF2-40B4-BE49-F238E27FC236}">
                  <a16:creationId xmlns:a16="http://schemas.microsoft.com/office/drawing/2014/main" id="{07F597DD-605D-49C8-96DA-00BED8BF0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352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19</a:t>
              </a:r>
            </a:p>
          </p:txBody>
        </p:sp>
      </p:grpSp>
      <p:grpSp>
        <p:nvGrpSpPr>
          <p:cNvPr id="130" name="Group 137">
            <a:extLst>
              <a:ext uri="{FF2B5EF4-FFF2-40B4-BE49-F238E27FC236}">
                <a16:creationId xmlns:a16="http://schemas.microsoft.com/office/drawing/2014/main" id="{1D645358-F465-4292-8B88-9D5F719C2DDB}"/>
              </a:ext>
            </a:extLst>
          </p:cNvPr>
          <p:cNvGrpSpPr>
            <a:grpSpLocks/>
          </p:cNvGrpSpPr>
          <p:nvPr/>
        </p:nvGrpSpPr>
        <p:grpSpPr bwMode="auto">
          <a:xfrm>
            <a:off x="2490714" y="2537818"/>
            <a:ext cx="614362" cy="2466975"/>
            <a:chOff x="1629" y="1584"/>
            <a:chExt cx="387" cy="1554"/>
          </a:xfrm>
        </p:grpSpPr>
        <p:sp>
          <p:nvSpPr>
            <p:cNvPr id="131" name="Rectangle 138">
              <a:extLst>
                <a:ext uri="{FF2B5EF4-FFF2-40B4-BE49-F238E27FC236}">
                  <a16:creationId xmlns:a16="http://schemas.microsoft.com/office/drawing/2014/main" id="{D3DB94CF-4C24-433F-93E7-59C291959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32" name="Rectangle 139">
              <a:extLst>
                <a:ext uri="{FF2B5EF4-FFF2-40B4-BE49-F238E27FC236}">
                  <a16:creationId xmlns:a16="http://schemas.microsoft.com/office/drawing/2014/main" id="{43710713-4E00-46EF-BC71-700DB68B1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33" name="Rectangle 140">
              <a:extLst>
                <a:ext uri="{FF2B5EF4-FFF2-40B4-BE49-F238E27FC236}">
                  <a16:creationId xmlns:a16="http://schemas.microsoft.com/office/drawing/2014/main" id="{7A380855-28D0-449A-9C25-555F7C583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34" name="Rectangle 141">
              <a:extLst>
                <a:ext uri="{FF2B5EF4-FFF2-40B4-BE49-F238E27FC236}">
                  <a16:creationId xmlns:a16="http://schemas.microsoft.com/office/drawing/2014/main" id="{96F458D7-564B-436C-808E-826207159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584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</a:p>
          </p:txBody>
        </p:sp>
      </p:grpSp>
      <p:sp>
        <p:nvSpPr>
          <p:cNvPr id="135" name="Rectangle 142">
            <a:extLst>
              <a:ext uri="{FF2B5EF4-FFF2-40B4-BE49-F238E27FC236}">
                <a16:creationId xmlns:a16="http://schemas.microsoft.com/office/drawing/2014/main" id="{51DA8332-FAE4-4991-B7A0-BAFC8EDD1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14" y="2529879"/>
            <a:ext cx="614362" cy="617538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22</a:t>
            </a:r>
            <a:r>
              <a:rPr lang="en-US" altLang="zh-CN" b="1" baseline="50000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</a:t>
            </a:r>
          </a:p>
        </p:txBody>
      </p:sp>
      <p:grpSp>
        <p:nvGrpSpPr>
          <p:cNvPr id="136" name="Group 143">
            <a:extLst>
              <a:ext uri="{FF2B5EF4-FFF2-40B4-BE49-F238E27FC236}">
                <a16:creationId xmlns:a16="http://schemas.microsoft.com/office/drawing/2014/main" id="{FFF4705D-B2A3-4EBC-912F-86274191866B}"/>
              </a:ext>
            </a:extLst>
          </p:cNvPr>
          <p:cNvGrpSpPr>
            <a:grpSpLocks/>
          </p:cNvGrpSpPr>
          <p:nvPr/>
        </p:nvGrpSpPr>
        <p:grpSpPr bwMode="auto">
          <a:xfrm>
            <a:off x="3409877" y="2537818"/>
            <a:ext cx="614363" cy="2466975"/>
            <a:chOff x="2256" y="1584"/>
            <a:chExt cx="387" cy="1554"/>
          </a:xfrm>
        </p:grpSpPr>
        <p:sp>
          <p:nvSpPr>
            <p:cNvPr id="137" name="Rectangle 144">
              <a:extLst>
                <a:ext uri="{FF2B5EF4-FFF2-40B4-BE49-F238E27FC236}">
                  <a16:creationId xmlns:a16="http://schemas.microsoft.com/office/drawing/2014/main" id="{5BC588DC-D83C-4DED-9B37-9EA9EAADA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8" name="Rectangle 145">
              <a:extLst>
                <a:ext uri="{FF2B5EF4-FFF2-40B4-BE49-F238E27FC236}">
                  <a16:creationId xmlns:a16="http://schemas.microsoft.com/office/drawing/2014/main" id="{40277F40-FB86-4E68-B514-698100C87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39" name="Rectangle 146">
              <a:extLst>
                <a:ext uri="{FF2B5EF4-FFF2-40B4-BE49-F238E27FC236}">
                  <a16:creationId xmlns:a16="http://schemas.microsoft.com/office/drawing/2014/main" id="{8CEA4CCD-4CEE-4F18-9115-51E40EC49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40" name="Rectangle 147">
              <a:extLst>
                <a:ext uri="{FF2B5EF4-FFF2-40B4-BE49-F238E27FC236}">
                  <a16:creationId xmlns:a16="http://schemas.microsoft.com/office/drawing/2014/main" id="{1EEBA251-F61C-479B-8F41-ADEE98F2E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968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11</a:t>
              </a:r>
              <a:endParaRPr lang="en-US" altLang="zh-CN" b="1" baseline="50000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41" name="Rectangle 148">
            <a:extLst>
              <a:ext uri="{FF2B5EF4-FFF2-40B4-BE49-F238E27FC236}">
                <a16:creationId xmlns:a16="http://schemas.microsoft.com/office/drawing/2014/main" id="{F87EC2E1-90C2-4151-9786-B4C14B5A0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9877" y="3757018"/>
            <a:ext cx="614363" cy="631825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19</a:t>
            </a:r>
          </a:p>
        </p:txBody>
      </p:sp>
      <p:sp>
        <p:nvSpPr>
          <p:cNvPr id="142" name="Rectangle 149">
            <a:extLst>
              <a:ext uri="{FF2B5EF4-FFF2-40B4-BE49-F238E27FC236}">
                <a16:creationId xmlns:a16="http://schemas.microsoft.com/office/drawing/2014/main" id="{36296E67-8C92-414B-8340-0A3116C756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5914" y="3757017"/>
            <a:ext cx="614362" cy="633412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143" name="Rectangle 150">
            <a:extLst>
              <a:ext uri="{FF2B5EF4-FFF2-40B4-BE49-F238E27FC236}">
                <a16:creationId xmlns:a16="http://schemas.microsoft.com/office/drawing/2014/main" id="{776B0552-C87C-440B-9669-8EE96CF6F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1114" y="4387255"/>
            <a:ext cx="614361" cy="617537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3</a:t>
            </a:r>
          </a:p>
        </p:txBody>
      </p:sp>
      <p:grpSp>
        <p:nvGrpSpPr>
          <p:cNvPr id="144" name="组合 143">
            <a:extLst>
              <a:ext uri="{FF2B5EF4-FFF2-40B4-BE49-F238E27FC236}">
                <a16:creationId xmlns:a16="http://schemas.microsoft.com/office/drawing/2014/main" id="{A90576B8-F939-40F1-9D35-30076B76EBBF}"/>
              </a:ext>
            </a:extLst>
          </p:cNvPr>
          <p:cNvGrpSpPr/>
          <p:nvPr/>
        </p:nvGrpSpPr>
        <p:grpSpPr>
          <a:xfrm>
            <a:off x="780976" y="1699617"/>
            <a:ext cx="8007350" cy="838201"/>
            <a:chOff x="2241550" y="1341438"/>
            <a:chExt cx="8007350" cy="838201"/>
          </a:xfrm>
        </p:grpSpPr>
        <p:sp>
          <p:nvSpPr>
            <p:cNvPr id="145" name="Text Box 80">
              <a:extLst>
                <a:ext uri="{FF2B5EF4-FFF2-40B4-BE49-F238E27FC236}">
                  <a16:creationId xmlns:a16="http://schemas.microsoft.com/office/drawing/2014/main" id="{FD2E0FFE-4E12-4D05-89AC-AB178EBC5C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55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46" name="Text Box 81">
              <a:extLst>
                <a:ext uri="{FF2B5EF4-FFF2-40B4-BE49-F238E27FC236}">
                  <a16:creationId xmlns:a16="http://schemas.microsoft.com/office/drawing/2014/main" id="{F34EC34D-DC3C-4CE6-ADC7-F32CEA11F1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785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47" name="Text Box 82">
              <a:extLst>
                <a:ext uri="{FF2B5EF4-FFF2-40B4-BE49-F238E27FC236}">
                  <a16:creationId xmlns:a16="http://schemas.microsoft.com/office/drawing/2014/main" id="{2D2D89D9-28FC-48B4-9BCB-429857B49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875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48" name="Text Box 83">
              <a:extLst>
                <a:ext uri="{FF2B5EF4-FFF2-40B4-BE49-F238E27FC236}">
                  <a16:creationId xmlns:a16="http://schemas.microsoft.com/office/drawing/2014/main" id="{878D35FF-2792-46D5-8D90-47F59781CC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045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149" name="Text Box 84">
              <a:extLst>
                <a:ext uri="{FF2B5EF4-FFF2-40B4-BE49-F238E27FC236}">
                  <a16:creationId xmlns:a16="http://schemas.microsoft.com/office/drawing/2014/main" id="{54C56FA4-B707-41E5-A170-3DC95A31D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2930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50" name="Text Box 85">
              <a:extLst>
                <a:ext uri="{FF2B5EF4-FFF2-40B4-BE49-F238E27FC236}">
                  <a16:creationId xmlns:a16="http://schemas.microsoft.com/office/drawing/2014/main" id="{21735804-A025-4EF6-89E3-25C1803018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990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51" name="Text Box 86">
              <a:extLst>
                <a:ext uri="{FF2B5EF4-FFF2-40B4-BE49-F238E27FC236}">
                  <a16:creationId xmlns:a16="http://schemas.microsoft.com/office/drawing/2014/main" id="{BF20D872-3DEC-4460-ACB8-630FB0008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45538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52" name="Text Box 87">
              <a:extLst>
                <a:ext uri="{FF2B5EF4-FFF2-40B4-BE49-F238E27FC236}">
                  <a16:creationId xmlns:a16="http://schemas.microsoft.com/office/drawing/2014/main" id="{71180A5F-E073-46E6-BB91-BBB198936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15500" y="1812926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53" name="Line 96">
              <a:extLst>
                <a:ext uri="{FF2B5EF4-FFF2-40B4-BE49-F238E27FC236}">
                  <a16:creationId xmlns:a16="http://schemas.microsoft.com/office/drawing/2014/main" id="{AD5D6EC0-650A-4D6B-ACB9-D62C6C4BD2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7150" y="1722438"/>
              <a:ext cx="7391400" cy="0"/>
            </a:xfrm>
            <a:prstGeom prst="line">
              <a:avLst/>
            </a:prstGeom>
            <a:noFill/>
            <a:ln w="28575">
              <a:solidFill>
                <a:srgbClr val="33CC33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54" name="Text Box 97">
              <a:extLst>
                <a:ext uri="{FF2B5EF4-FFF2-40B4-BE49-F238E27FC236}">
                  <a16:creationId xmlns:a16="http://schemas.microsoft.com/office/drawing/2014/main" id="{24417908-5CA8-4BE5-818B-12CDC48EA6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83750" y="1341438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155" name="Text Box 151">
              <a:extLst>
                <a:ext uri="{FF2B5EF4-FFF2-40B4-BE49-F238E27FC236}">
                  <a16:creationId xmlns:a16="http://schemas.microsoft.com/office/drawing/2014/main" id="{B7DCFC14-D42F-44F3-86BF-4310D17BE8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97800" y="1798638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</a:p>
          </p:txBody>
        </p:sp>
      </p:grpSp>
      <p:sp>
        <p:nvSpPr>
          <p:cNvPr id="156" name="Text Box 152">
            <a:extLst>
              <a:ext uri="{FF2B5EF4-FFF2-40B4-BE49-F238E27FC236}">
                <a16:creationId xmlns:a16="http://schemas.microsoft.com/office/drawing/2014/main" id="{04502F34-6CD4-434B-859B-69EB0FD7B4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9276" y="5128617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命中</a:t>
            </a:r>
          </a:p>
        </p:txBody>
      </p:sp>
      <p:grpSp>
        <p:nvGrpSpPr>
          <p:cNvPr id="157" name="Group 153">
            <a:extLst>
              <a:ext uri="{FF2B5EF4-FFF2-40B4-BE49-F238E27FC236}">
                <a16:creationId xmlns:a16="http://schemas.microsoft.com/office/drawing/2014/main" id="{598A9211-512A-4E67-AA3B-46EFE737E35F}"/>
              </a:ext>
            </a:extLst>
          </p:cNvPr>
          <p:cNvGrpSpPr>
            <a:grpSpLocks/>
          </p:cNvGrpSpPr>
          <p:nvPr/>
        </p:nvGrpSpPr>
        <p:grpSpPr bwMode="auto">
          <a:xfrm>
            <a:off x="6305477" y="2523531"/>
            <a:ext cx="614363" cy="2481263"/>
            <a:chOff x="4128" y="1584"/>
            <a:chExt cx="387" cy="1563"/>
          </a:xfrm>
        </p:grpSpPr>
        <p:sp>
          <p:nvSpPr>
            <p:cNvPr id="158" name="Rectangle 154">
              <a:extLst>
                <a:ext uri="{FF2B5EF4-FFF2-40B4-BE49-F238E27FC236}">
                  <a16:creationId xmlns:a16="http://schemas.microsoft.com/office/drawing/2014/main" id="{B0DEC18A-C6D5-4F03-83F9-BBBD756F4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59" name="Rectangle 155">
              <a:extLst>
                <a:ext uri="{FF2B5EF4-FFF2-40B4-BE49-F238E27FC236}">
                  <a16:creationId xmlns:a16="http://schemas.microsoft.com/office/drawing/2014/main" id="{81180D21-CC2A-40AE-831D-F2ACECACF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11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60" name="Rectangle 156">
              <a:extLst>
                <a:ext uri="{FF2B5EF4-FFF2-40B4-BE49-F238E27FC236}">
                  <a16:creationId xmlns:a16="http://schemas.microsoft.com/office/drawing/2014/main" id="{14219305-F916-4E4A-85F4-471AC9D84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718"/>
              <a:ext cx="387" cy="42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61" name="Rectangle 157">
              <a:extLst>
                <a:ext uri="{FF2B5EF4-FFF2-40B4-BE49-F238E27FC236}">
                  <a16:creationId xmlns:a16="http://schemas.microsoft.com/office/drawing/2014/main" id="{C05698CD-F7A5-4984-8388-C42CB53B3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352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19</a:t>
              </a:r>
            </a:p>
          </p:txBody>
        </p:sp>
      </p:grpSp>
      <p:sp>
        <p:nvSpPr>
          <p:cNvPr id="162" name="Rectangle 158">
            <a:extLst>
              <a:ext uri="{FF2B5EF4-FFF2-40B4-BE49-F238E27FC236}">
                <a16:creationId xmlns:a16="http://schemas.microsoft.com/office/drawing/2014/main" id="{B76E7A69-23E8-4963-A140-1CDE8FF60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5477" y="2523529"/>
            <a:ext cx="614363" cy="617538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22</a:t>
            </a:r>
            <a:r>
              <a:rPr lang="en-US" altLang="zh-CN" b="1" baseline="50000" dirty="0">
                <a:solidFill>
                  <a:srgbClr val="0033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415489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101" grpId="0" animBg="1"/>
      <p:bldP spid="107" grpId="0" animBg="1"/>
      <p:bldP spid="123" grpId="0" animBg="1"/>
      <p:bldP spid="124" grpId="0" animBg="1"/>
      <p:bldP spid="135" grpId="0" animBg="1"/>
      <p:bldP spid="141" grpId="0" animBg="1"/>
      <p:bldP spid="142" grpId="0" animBg="1"/>
      <p:bldP spid="143" grpId="0" animBg="1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7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eaLnBrk="1" hangingPunct="1"/>
            <a:r>
              <a:rPr lang="en-US" altLang="zh-CN" sz="2800" dirty="0"/>
              <a:t>3.Cache</a:t>
            </a:r>
            <a:r>
              <a:rPr lang="zh-CN" altLang="en-US" sz="2800" dirty="0"/>
              <a:t>近期最久未使用算法</a:t>
            </a:r>
            <a:r>
              <a:rPr lang="en-US" altLang="zh-CN" sz="2800" dirty="0"/>
              <a:t>(LRU)</a:t>
            </a:r>
          </a:p>
        </p:txBody>
      </p:sp>
      <p:sp>
        <p:nvSpPr>
          <p:cNvPr id="75" name="Text Box 13">
            <a:extLst>
              <a:ext uri="{FF2B5EF4-FFF2-40B4-BE49-F238E27FC236}">
                <a16:creationId xmlns:a16="http://schemas.microsoft.com/office/drawing/2014/main" id="{54A70A27-DC5A-41C3-87D1-BD9B60490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992" y="4928071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76" name="Text Box 14">
            <a:extLst>
              <a:ext uri="{FF2B5EF4-FFF2-40B4-BE49-F238E27FC236}">
                <a16:creationId xmlns:a16="http://schemas.microsoft.com/office/drawing/2014/main" id="{F398A21C-EA14-4F6E-9F8D-EFA7A76AEF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2592" y="4928071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77" name="Text Box 15">
            <a:extLst>
              <a:ext uri="{FF2B5EF4-FFF2-40B4-BE49-F238E27FC236}">
                <a16:creationId xmlns:a16="http://schemas.microsoft.com/office/drawing/2014/main" id="{CEFD722B-171A-4720-B645-C951DD72DA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33192" y="491378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命中</a:t>
            </a:r>
          </a:p>
        </p:txBody>
      </p:sp>
      <p:sp>
        <p:nvSpPr>
          <p:cNvPr id="78" name="Text Box 16">
            <a:extLst>
              <a:ext uri="{FF2B5EF4-FFF2-40B4-BE49-F238E27FC236}">
                <a16:creationId xmlns:a16="http://schemas.microsoft.com/office/drawing/2014/main" id="{AB4411C7-E83B-4F2A-88B0-84A85F61D4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3792" y="491378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79" name="Text Box 17">
            <a:extLst>
              <a:ext uri="{FF2B5EF4-FFF2-40B4-BE49-F238E27FC236}">
                <a16:creationId xmlns:a16="http://schemas.microsoft.com/office/drawing/2014/main" id="{9722450B-8CF0-458D-B0E1-A085F6601A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0592" y="491378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载入</a:t>
            </a:r>
          </a:p>
        </p:txBody>
      </p:sp>
      <p:sp>
        <p:nvSpPr>
          <p:cNvPr id="80" name="Text Box 18">
            <a:extLst>
              <a:ext uri="{FF2B5EF4-FFF2-40B4-BE49-F238E27FC236}">
                <a16:creationId xmlns:a16="http://schemas.microsoft.com/office/drawing/2014/main" id="{DD2E62EE-5841-4339-89A0-A638D1CDC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4992" y="491378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替换</a:t>
            </a:r>
          </a:p>
        </p:txBody>
      </p:sp>
      <p:sp>
        <p:nvSpPr>
          <p:cNvPr id="81" name="Text Box 19">
            <a:extLst>
              <a:ext uri="{FF2B5EF4-FFF2-40B4-BE49-F238E27FC236}">
                <a16:creationId xmlns:a16="http://schemas.microsoft.com/office/drawing/2014/main" id="{5072FA41-BA02-4FAE-8546-85B5C7C02A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9392" y="491378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替换</a:t>
            </a:r>
          </a:p>
        </p:txBody>
      </p:sp>
      <p:sp>
        <p:nvSpPr>
          <p:cNvPr id="82" name="Text Box 20">
            <a:extLst>
              <a:ext uri="{FF2B5EF4-FFF2-40B4-BE49-F238E27FC236}">
                <a16:creationId xmlns:a16="http://schemas.microsoft.com/office/drawing/2014/main" id="{B28132CF-603F-4195-AA41-E1B68DE746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9992" y="4913784"/>
            <a:ext cx="6858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替换</a:t>
            </a:r>
          </a:p>
        </p:txBody>
      </p:sp>
      <p:grpSp>
        <p:nvGrpSpPr>
          <p:cNvPr id="83" name="组合 82">
            <a:extLst>
              <a:ext uri="{FF2B5EF4-FFF2-40B4-BE49-F238E27FC236}">
                <a16:creationId xmlns:a16="http://schemas.microsoft.com/office/drawing/2014/main" id="{F242BADB-186A-4C96-B932-142162070F02}"/>
              </a:ext>
            </a:extLst>
          </p:cNvPr>
          <p:cNvGrpSpPr/>
          <p:nvPr/>
        </p:nvGrpSpPr>
        <p:grpSpPr>
          <a:xfrm>
            <a:off x="899592" y="1484784"/>
            <a:ext cx="7848600" cy="838201"/>
            <a:chOff x="2286000" y="1268413"/>
            <a:chExt cx="7848600" cy="838201"/>
          </a:xfrm>
        </p:grpSpPr>
        <p:sp>
          <p:nvSpPr>
            <p:cNvPr id="84" name="Text Box 5">
              <a:extLst>
                <a:ext uri="{FF2B5EF4-FFF2-40B4-BE49-F238E27FC236}">
                  <a16:creationId xmlns:a16="http://schemas.microsoft.com/office/drawing/2014/main" id="{341CC7C3-B741-4457-AB99-F1B43DBF51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4600" y="1739901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85" name="Text Box 6">
              <a:extLst>
                <a:ext uri="{FF2B5EF4-FFF2-40B4-BE49-F238E27FC236}">
                  <a16:creationId xmlns:a16="http://schemas.microsoft.com/office/drawing/2014/main" id="{E14B7BDA-3F41-498A-AFFB-C80FB64DDA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4400" y="1739901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86" name="Text Box 7">
              <a:extLst>
                <a:ext uri="{FF2B5EF4-FFF2-40B4-BE49-F238E27FC236}">
                  <a16:creationId xmlns:a16="http://schemas.microsoft.com/office/drawing/2014/main" id="{DC8292A4-72F0-4CD7-A940-BF56A1698B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0400" y="1739901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87" name="Text Box 8">
              <a:extLst>
                <a:ext uri="{FF2B5EF4-FFF2-40B4-BE49-F238E27FC236}">
                  <a16:creationId xmlns:a16="http://schemas.microsoft.com/office/drawing/2014/main" id="{E7E72CF2-2A43-4C5E-B179-6E3B16C3A4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22900" y="1739901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1C881A41-9D66-4D4D-8E2C-D714B3BE5D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70650" y="1739901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89" name="Text Box 10">
              <a:extLst>
                <a:ext uri="{FF2B5EF4-FFF2-40B4-BE49-F238E27FC236}">
                  <a16:creationId xmlns:a16="http://schemas.microsoft.com/office/drawing/2014/main" id="{565625E4-37B3-4C8B-BEA4-5EDF74FFDF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7750" y="1739901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90" name="Text Box 11">
              <a:extLst>
                <a:ext uri="{FF2B5EF4-FFF2-40B4-BE49-F238E27FC236}">
                  <a16:creationId xmlns:a16="http://schemas.microsoft.com/office/drawing/2014/main" id="{7CE30FDF-C83B-4B15-962B-666E3523D9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01050" y="1739901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91" name="Text Box 12">
              <a:extLst>
                <a:ext uri="{FF2B5EF4-FFF2-40B4-BE49-F238E27FC236}">
                  <a16:creationId xmlns:a16="http://schemas.microsoft.com/office/drawing/2014/main" id="{6A6FCB7F-37A2-4F55-927C-7631EA0257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02750" y="1739901"/>
              <a:ext cx="53340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92" name="Line 21">
              <a:extLst>
                <a:ext uri="{FF2B5EF4-FFF2-40B4-BE49-F238E27FC236}">
                  <a16:creationId xmlns:a16="http://schemas.microsoft.com/office/drawing/2014/main" id="{FF21E570-75D1-4214-B49C-19192885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6000" y="1649413"/>
              <a:ext cx="7620000" cy="0"/>
            </a:xfrm>
            <a:prstGeom prst="line">
              <a:avLst/>
            </a:prstGeom>
            <a:noFill/>
            <a:ln w="28575">
              <a:solidFill>
                <a:srgbClr val="33CC33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zh-CN" altLang="en-US"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3FEF7A7F-F449-4469-97D1-466E5755A4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01200" y="1268413"/>
              <a:ext cx="533400" cy="366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t</a:t>
              </a:r>
            </a:p>
          </p:txBody>
        </p:sp>
      </p:grpSp>
      <p:grpSp>
        <p:nvGrpSpPr>
          <p:cNvPr id="94" name="Group 23">
            <a:extLst>
              <a:ext uri="{FF2B5EF4-FFF2-40B4-BE49-F238E27FC236}">
                <a16:creationId xmlns:a16="http://schemas.microsoft.com/office/drawing/2014/main" id="{A94A6410-D487-4F62-AD80-BA428B66CBE1}"/>
              </a:ext>
            </a:extLst>
          </p:cNvPr>
          <p:cNvGrpSpPr>
            <a:grpSpLocks/>
          </p:cNvGrpSpPr>
          <p:nvPr/>
        </p:nvGrpSpPr>
        <p:grpSpPr bwMode="auto">
          <a:xfrm>
            <a:off x="442392" y="2489672"/>
            <a:ext cx="685800" cy="2181225"/>
            <a:chOff x="0" y="1689"/>
            <a:chExt cx="432" cy="1374"/>
          </a:xfrm>
        </p:grpSpPr>
        <p:sp>
          <p:nvSpPr>
            <p:cNvPr id="95" name="Text Box 24">
              <a:extLst>
                <a:ext uri="{FF2B5EF4-FFF2-40B4-BE49-F238E27FC236}">
                  <a16:creationId xmlns:a16="http://schemas.microsoft.com/office/drawing/2014/main" id="{3EB8AD81-2712-493E-91A1-8629E20F8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689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96" name="Text Box 25">
              <a:extLst>
                <a:ext uri="{FF2B5EF4-FFF2-40B4-BE49-F238E27FC236}">
                  <a16:creationId xmlns:a16="http://schemas.microsoft.com/office/drawing/2014/main" id="{E86DB1C2-EA7B-4121-93EC-3ED880730E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064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97" name="Text Box 26">
              <a:extLst>
                <a:ext uri="{FF2B5EF4-FFF2-40B4-BE49-F238E27FC236}">
                  <a16:creationId xmlns:a16="http://schemas.microsoft.com/office/drawing/2014/main" id="{002843B7-92E7-4FD2-83B6-51C3AF83E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457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98" name="Text Box 27">
              <a:extLst>
                <a:ext uri="{FF2B5EF4-FFF2-40B4-BE49-F238E27FC236}">
                  <a16:creationId xmlns:a16="http://schemas.microsoft.com/office/drawing/2014/main" id="{DD1EE57D-7E1E-4C6C-9E54-3FC212347F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832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zh-CN">
                  <a:latin typeface="+mn-ea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99" name="Group 28">
            <a:extLst>
              <a:ext uri="{FF2B5EF4-FFF2-40B4-BE49-F238E27FC236}">
                <a16:creationId xmlns:a16="http://schemas.microsoft.com/office/drawing/2014/main" id="{3D5E20B6-721C-4AB2-946E-4D6277374AFD}"/>
              </a:ext>
            </a:extLst>
          </p:cNvPr>
          <p:cNvGrpSpPr>
            <a:grpSpLocks/>
          </p:cNvGrpSpPr>
          <p:nvPr/>
        </p:nvGrpSpPr>
        <p:grpSpPr bwMode="auto">
          <a:xfrm>
            <a:off x="1051993" y="2322985"/>
            <a:ext cx="614363" cy="2466975"/>
            <a:chOff x="384" y="1584"/>
            <a:chExt cx="387" cy="1554"/>
          </a:xfrm>
        </p:grpSpPr>
        <p:sp>
          <p:nvSpPr>
            <p:cNvPr id="100" name="Rectangle 29">
              <a:extLst>
                <a:ext uri="{FF2B5EF4-FFF2-40B4-BE49-F238E27FC236}">
                  <a16:creationId xmlns:a16="http://schemas.microsoft.com/office/drawing/2014/main" id="{69E85712-8506-4811-A7F4-8931E7819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01" name="Rectangle 30">
              <a:extLst>
                <a:ext uri="{FF2B5EF4-FFF2-40B4-BE49-F238E27FC236}">
                  <a16:creationId xmlns:a16="http://schemas.microsoft.com/office/drawing/2014/main" id="{46BBAE99-FFFA-4FF3-BEC1-AB9A01DC2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02" name="Rectangle 31">
              <a:extLst>
                <a:ext uri="{FF2B5EF4-FFF2-40B4-BE49-F238E27FC236}">
                  <a16:creationId xmlns:a16="http://schemas.microsoft.com/office/drawing/2014/main" id="{3F5A6AF6-6C6C-4AE0-95E7-511571094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03" name="Rectangle 32">
              <a:extLst>
                <a:ext uri="{FF2B5EF4-FFF2-40B4-BE49-F238E27FC236}">
                  <a16:creationId xmlns:a16="http://schemas.microsoft.com/office/drawing/2014/main" id="{C6D7B6A1-1300-4F95-AF5A-DBBDADE7B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sp>
        <p:nvSpPr>
          <p:cNvPr id="104" name="Rectangle 33">
            <a:extLst>
              <a:ext uri="{FF2B5EF4-FFF2-40B4-BE49-F238E27FC236}">
                <a16:creationId xmlns:a16="http://schemas.microsoft.com/office/drawing/2014/main" id="{BD069965-5288-4797-AAEB-58110630A9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1993" y="2322985"/>
            <a:ext cx="614363" cy="617537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22</a:t>
            </a:r>
            <a:r>
              <a:rPr lang="en-US" altLang="zh-CN" b="1" baseline="50000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0</a:t>
            </a:r>
          </a:p>
        </p:txBody>
      </p:sp>
      <p:grpSp>
        <p:nvGrpSpPr>
          <p:cNvPr id="105" name="Group 34">
            <a:extLst>
              <a:ext uri="{FF2B5EF4-FFF2-40B4-BE49-F238E27FC236}">
                <a16:creationId xmlns:a16="http://schemas.microsoft.com/office/drawing/2014/main" id="{CAE32783-D0D7-4C35-9859-B21ECBFFD866}"/>
              </a:ext>
            </a:extLst>
          </p:cNvPr>
          <p:cNvGrpSpPr>
            <a:grpSpLocks/>
          </p:cNvGrpSpPr>
          <p:nvPr/>
        </p:nvGrpSpPr>
        <p:grpSpPr bwMode="auto">
          <a:xfrm>
            <a:off x="2042593" y="2322985"/>
            <a:ext cx="614363" cy="2466975"/>
            <a:chOff x="1008" y="1584"/>
            <a:chExt cx="387" cy="1554"/>
          </a:xfrm>
        </p:grpSpPr>
        <p:sp>
          <p:nvSpPr>
            <p:cNvPr id="106" name="Rectangle 35">
              <a:extLst>
                <a:ext uri="{FF2B5EF4-FFF2-40B4-BE49-F238E27FC236}">
                  <a16:creationId xmlns:a16="http://schemas.microsoft.com/office/drawing/2014/main" id="{47CA030A-9C4E-4DA7-848F-B53BCAD33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  <a:r>
                <a:rPr lang="en-US" altLang="zh-CN" b="1" baseline="5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07" name="Rectangle 36">
              <a:extLst>
                <a:ext uri="{FF2B5EF4-FFF2-40B4-BE49-F238E27FC236}">
                  <a16:creationId xmlns:a16="http://schemas.microsoft.com/office/drawing/2014/main" id="{E1DEC640-B540-49AE-A2A2-BD13F620F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9F529E2-9FEF-4542-B809-03CB7C78E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09" name="Rectangle 38">
              <a:extLst>
                <a:ext uri="{FF2B5EF4-FFF2-40B4-BE49-F238E27FC236}">
                  <a16:creationId xmlns:a16="http://schemas.microsoft.com/office/drawing/2014/main" id="{7A7A6AB1-DC79-4F02-8E8C-C23DD38BE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sp>
        <p:nvSpPr>
          <p:cNvPr id="110" name="Rectangle 39">
            <a:extLst>
              <a:ext uri="{FF2B5EF4-FFF2-40B4-BE49-F238E27FC236}">
                <a16:creationId xmlns:a16="http://schemas.microsoft.com/office/drawing/2014/main" id="{C0B25A5E-9CBA-4465-98E1-39E3B149B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2593" y="2935760"/>
            <a:ext cx="614363" cy="617537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11</a:t>
            </a:r>
            <a:r>
              <a:rPr lang="en-US" altLang="zh-CN" b="1" baseline="50000" dirty="0">
                <a:solidFill>
                  <a:srgbClr val="FF0000"/>
                </a:solidFill>
                <a:latin typeface="+mn-ea"/>
                <a:cs typeface="Times New Roman" panose="02020603050405020304" pitchFamily="18" charset="0"/>
              </a:rPr>
              <a:t>0</a:t>
            </a:r>
          </a:p>
        </p:txBody>
      </p:sp>
      <p:grpSp>
        <p:nvGrpSpPr>
          <p:cNvPr id="111" name="Group 40">
            <a:extLst>
              <a:ext uri="{FF2B5EF4-FFF2-40B4-BE49-F238E27FC236}">
                <a16:creationId xmlns:a16="http://schemas.microsoft.com/office/drawing/2014/main" id="{6B158D8C-8AC2-4119-9B82-DCBD320C7F42}"/>
              </a:ext>
            </a:extLst>
          </p:cNvPr>
          <p:cNvGrpSpPr>
            <a:grpSpLocks/>
          </p:cNvGrpSpPr>
          <p:nvPr/>
        </p:nvGrpSpPr>
        <p:grpSpPr bwMode="auto">
          <a:xfrm>
            <a:off x="5085830" y="2322985"/>
            <a:ext cx="614362" cy="2466975"/>
            <a:chOff x="2925" y="1584"/>
            <a:chExt cx="387" cy="1554"/>
          </a:xfrm>
        </p:grpSpPr>
        <p:sp>
          <p:nvSpPr>
            <p:cNvPr id="112" name="Rectangle 41">
              <a:extLst>
                <a:ext uri="{FF2B5EF4-FFF2-40B4-BE49-F238E27FC236}">
                  <a16:creationId xmlns:a16="http://schemas.microsoft.com/office/drawing/2014/main" id="{302C6C26-D21B-47D7-865B-8B4B79E76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13" name="Rectangle 42">
              <a:extLst>
                <a:ext uri="{FF2B5EF4-FFF2-40B4-BE49-F238E27FC236}">
                  <a16:creationId xmlns:a16="http://schemas.microsoft.com/office/drawing/2014/main" id="{EC6C72C4-8A07-430B-A17F-9728E1D8B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  <a:r>
                <a:rPr lang="en-US" altLang="zh-CN" b="1" baseline="5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14" name="Rectangle 43">
              <a:extLst>
                <a:ext uri="{FF2B5EF4-FFF2-40B4-BE49-F238E27FC236}">
                  <a16:creationId xmlns:a16="http://schemas.microsoft.com/office/drawing/2014/main" id="{6FE97ABB-BCB7-4A93-9388-8FFB5ED16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15" name="Rectangle 44">
              <a:extLst>
                <a:ext uri="{FF2B5EF4-FFF2-40B4-BE49-F238E27FC236}">
                  <a16:creationId xmlns:a16="http://schemas.microsoft.com/office/drawing/2014/main" id="{A1D75A49-900E-4BFB-A49E-88F729267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6" name="Group 45">
            <a:extLst>
              <a:ext uri="{FF2B5EF4-FFF2-40B4-BE49-F238E27FC236}">
                <a16:creationId xmlns:a16="http://schemas.microsoft.com/office/drawing/2014/main" id="{CDA39249-0274-4C22-9D2E-77E70A48C89E}"/>
              </a:ext>
            </a:extLst>
          </p:cNvPr>
          <p:cNvGrpSpPr>
            <a:grpSpLocks/>
          </p:cNvGrpSpPr>
          <p:nvPr/>
        </p:nvGrpSpPr>
        <p:grpSpPr bwMode="auto">
          <a:xfrm>
            <a:off x="6004993" y="2322985"/>
            <a:ext cx="614363" cy="2466975"/>
            <a:chOff x="3504" y="1584"/>
            <a:chExt cx="387" cy="1554"/>
          </a:xfrm>
        </p:grpSpPr>
        <p:sp>
          <p:nvSpPr>
            <p:cNvPr id="117" name="Rectangle 46">
              <a:extLst>
                <a:ext uri="{FF2B5EF4-FFF2-40B4-BE49-F238E27FC236}">
                  <a16:creationId xmlns:a16="http://schemas.microsoft.com/office/drawing/2014/main" id="{AC32E07B-859D-4BB5-8B41-EEFD761E6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  <a:r>
                <a:rPr lang="en-US" altLang="zh-CN" b="1" baseline="5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18" name="Rectangle 47">
              <a:extLst>
                <a:ext uri="{FF2B5EF4-FFF2-40B4-BE49-F238E27FC236}">
                  <a16:creationId xmlns:a16="http://schemas.microsoft.com/office/drawing/2014/main" id="{82039F73-06DE-4DB0-99BD-884D10496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968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9" name="Rectangle 48">
              <a:extLst>
                <a:ext uri="{FF2B5EF4-FFF2-40B4-BE49-F238E27FC236}">
                  <a16:creationId xmlns:a16="http://schemas.microsoft.com/office/drawing/2014/main" id="{411DCE5A-DCD7-4E7D-B866-EFC69B0A2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20" name="Rectangle 49">
              <a:extLst>
                <a:ext uri="{FF2B5EF4-FFF2-40B4-BE49-F238E27FC236}">
                  <a16:creationId xmlns:a16="http://schemas.microsoft.com/office/drawing/2014/main" id="{0FC99AEB-A747-4E57-AA53-1E1220EC9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7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21" name="Group 50">
            <a:extLst>
              <a:ext uri="{FF2B5EF4-FFF2-40B4-BE49-F238E27FC236}">
                <a16:creationId xmlns:a16="http://schemas.microsoft.com/office/drawing/2014/main" id="{91C81A54-33E3-4524-BD71-54A45E373129}"/>
              </a:ext>
            </a:extLst>
          </p:cNvPr>
          <p:cNvGrpSpPr>
            <a:grpSpLocks/>
          </p:cNvGrpSpPr>
          <p:nvPr/>
        </p:nvGrpSpPr>
        <p:grpSpPr bwMode="auto">
          <a:xfrm>
            <a:off x="7905230" y="2322985"/>
            <a:ext cx="614362" cy="2466975"/>
            <a:chOff x="4701" y="1584"/>
            <a:chExt cx="387" cy="1554"/>
          </a:xfrm>
        </p:grpSpPr>
        <p:sp>
          <p:nvSpPr>
            <p:cNvPr id="122" name="Rectangle 51">
              <a:extLst>
                <a:ext uri="{FF2B5EF4-FFF2-40B4-BE49-F238E27FC236}">
                  <a16:creationId xmlns:a16="http://schemas.microsoft.com/office/drawing/2014/main" id="{91F4C0CB-7056-428A-B37C-2578CB419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4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23" name="Rectangle 52">
              <a:extLst>
                <a:ext uri="{FF2B5EF4-FFF2-40B4-BE49-F238E27FC236}">
                  <a16:creationId xmlns:a16="http://schemas.microsoft.com/office/drawing/2014/main" id="{E93AA43D-A676-4C4E-946A-A90869CA4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16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24" name="Rectangle 53">
              <a:extLst>
                <a:ext uri="{FF2B5EF4-FFF2-40B4-BE49-F238E27FC236}">
                  <a16:creationId xmlns:a16="http://schemas.microsoft.com/office/drawing/2014/main" id="{7787458F-00EF-468A-AA1E-D2AE5BC37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125" name="Rectangle 54">
              <a:extLst>
                <a:ext uri="{FF2B5EF4-FFF2-40B4-BE49-F238E27FC236}">
                  <a16:creationId xmlns:a16="http://schemas.microsoft.com/office/drawing/2014/main" id="{D3352294-8192-4847-996D-EE4FD51F9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7</a:t>
              </a:r>
              <a:r>
                <a:rPr lang="en-US" altLang="zh-CN" b="1" baseline="5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126" name="Rectangle 55">
            <a:extLst>
              <a:ext uri="{FF2B5EF4-FFF2-40B4-BE49-F238E27FC236}">
                <a16:creationId xmlns:a16="http://schemas.microsoft.com/office/drawing/2014/main" id="{560560FE-0837-4355-95D0-F1250B384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5830" y="4164484"/>
            <a:ext cx="614362" cy="633412"/>
          </a:xfrm>
          <a:prstGeom prst="rect">
            <a:avLst/>
          </a:prstGeom>
          <a:solidFill>
            <a:srgbClr val="00FF00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7</a:t>
            </a:r>
            <a:r>
              <a:rPr lang="en-US" altLang="zh-CN" b="1" baseline="50000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127" name="Rectangle 56">
            <a:extLst>
              <a:ext uri="{FF2B5EF4-FFF2-40B4-BE49-F238E27FC236}">
                <a16:creationId xmlns:a16="http://schemas.microsoft.com/office/drawing/2014/main" id="{78BFA1F2-E975-4DF7-BAB3-55ADBD8F1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4993" y="2932585"/>
            <a:ext cx="614363" cy="631825"/>
          </a:xfrm>
          <a:prstGeom prst="rect">
            <a:avLst/>
          </a:prstGeom>
          <a:solidFill>
            <a:srgbClr val="00FF00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16</a:t>
            </a:r>
            <a:r>
              <a:rPr lang="en-US" altLang="zh-CN" b="1" baseline="50000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0</a:t>
            </a:r>
          </a:p>
        </p:txBody>
      </p:sp>
      <p:grpSp>
        <p:nvGrpSpPr>
          <p:cNvPr id="128" name="Group 57">
            <a:extLst>
              <a:ext uri="{FF2B5EF4-FFF2-40B4-BE49-F238E27FC236}">
                <a16:creationId xmlns:a16="http://schemas.microsoft.com/office/drawing/2014/main" id="{2E71BE88-C0E6-4BF2-8CCC-913C4791E143}"/>
              </a:ext>
            </a:extLst>
          </p:cNvPr>
          <p:cNvGrpSpPr>
            <a:grpSpLocks/>
          </p:cNvGrpSpPr>
          <p:nvPr/>
        </p:nvGrpSpPr>
        <p:grpSpPr bwMode="auto">
          <a:xfrm>
            <a:off x="6995593" y="2322985"/>
            <a:ext cx="614363" cy="2466975"/>
            <a:chOff x="4128" y="1584"/>
            <a:chExt cx="387" cy="1554"/>
          </a:xfrm>
        </p:grpSpPr>
        <p:sp>
          <p:nvSpPr>
            <p:cNvPr id="129" name="Rectangle 58">
              <a:extLst>
                <a:ext uri="{FF2B5EF4-FFF2-40B4-BE49-F238E27FC236}">
                  <a16:creationId xmlns:a16="http://schemas.microsoft.com/office/drawing/2014/main" id="{7D75EF36-3841-471A-A493-AE76452B3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  <p:sp>
          <p:nvSpPr>
            <p:cNvPr id="130" name="Rectangle 59">
              <a:extLst>
                <a:ext uri="{FF2B5EF4-FFF2-40B4-BE49-F238E27FC236}">
                  <a16:creationId xmlns:a16="http://schemas.microsoft.com/office/drawing/2014/main" id="{69A16F8A-E428-4F42-835B-AE9A6E2CA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16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1" name="Rectangle 60">
              <a:extLst>
                <a:ext uri="{FF2B5EF4-FFF2-40B4-BE49-F238E27FC236}">
                  <a16:creationId xmlns:a16="http://schemas.microsoft.com/office/drawing/2014/main" id="{C6488876-8CE4-472C-9013-7DC513F5E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740"/>
              <a:ext cx="387" cy="39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7</a:t>
              </a:r>
              <a:r>
                <a:rPr lang="en-US" altLang="zh-CN" b="1" baseline="50000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32" name="Rectangle 61">
              <a:extLst>
                <a:ext uri="{FF2B5EF4-FFF2-40B4-BE49-F238E27FC236}">
                  <a16:creationId xmlns:a16="http://schemas.microsoft.com/office/drawing/2014/main" id="{FBB42B21-F162-4B79-8E01-D399F73D8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352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19</a:t>
              </a:r>
              <a:r>
                <a:rPr lang="en-US" altLang="zh-CN" b="1" baseline="5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133" name="Group 62">
            <a:extLst>
              <a:ext uri="{FF2B5EF4-FFF2-40B4-BE49-F238E27FC236}">
                <a16:creationId xmlns:a16="http://schemas.microsoft.com/office/drawing/2014/main" id="{F75F0C43-CF03-4D39-8303-8C8CFFB0DD2C}"/>
              </a:ext>
            </a:extLst>
          </p:cNvPr>
          <p:cNvGrpSpPr>
            <a:grpSpLocks/>
          </p:cNvGrpSpPr>
          <p:nvPr/>
        </p:nvGrpSpPr>
        <p:grpSpPr bwMode="auto">
          <a:xfrm>
            <a:off x="3028430" y="2322985"/>
            <a:ext cx="614362" cy="2466975"/>
            <a:chOff x="1629" y="1584"/>
            <a:chExt cx="387" cy="1554"/>
          </a:xfrm>
        </p:grpSpPr>
        <p:sp>
          <p:nvSpPr>
            <p:cNvPr id="134" name="Rectangle 63">
              <a:extLst>
                <a:ext uri="{FF2B5EF4-FFF2-40B4-BE49-F238E27FC236}">
                  <a16:creationId xmlns:a16="http://schemas.microsoft.com/office/drawing/2014/main" id="{5FD3868C-9C0C-474F-94E7-1E5D5ED84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973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  <a:r>
                <a:rPr lang="en-US" altLang="zh-CN" b="1" baseline="5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5" name="Rectangle 64">
              <a:extLst>
                <a:ext uri="{FF2B5EF4-FFF2-40B4-BE49-F238E27FC236}">
                  <a16:creationId xmlns:a16="http://schemas.microsoft.com/office/drawing/2014/main" id="{A5276BD3-23A7-4E83-A875-C835B8ED0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36" name="Rectangle 65">
              <a:extLst>
                <a:ext uri="{FF2B5EF4-FFF2-40B4-BE49-F238E27FC236}">
                  <a16:creationId xmlns:a16="http://schemas.microsoft.com/office/drawing/2014/main" id="{FFAF094E-3BDB-4DAF-952F-93F820BF0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37" name="Rectangle 66">
              <a:extLst>
                <a:ext uri="{FF2B5EF4-FFF2-40B4-BE49-F238E27FC236}">
                  <a16:creationId xmlns:a16="http://schemas.microsoft.com/office/drawing/2014/main" id="{60086764-EB8E-4FF0-88E5-F163608A2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584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003300"/>
                  </a:solidFill>
                  <a:latin typeface="+mn-ea"/>
                  <a:cs typeface="Times New Roman" panose="02020603050405020304" pitchFamily="18" charset="0"/>
                </a:rPr>
                <a:t>22</a:t>
              </a:r>
            </a:p>
          </p:txBody>
        </p:sp>
      </p:grpSp>
      <p:sp>
        <p:nvSpPr>
          <p:cNvPr id="138" name="Rectangle 67">
            <a:extLst>
              <a:ext uri="{FF2B5EF4-FFF2-40B4-BE49-F238E27FC236}">
                <a16:creationId xmlns:a16="http://schemas.microsoft.com/office/drawing/2014/main" id="{27FEA8AF-E719-426F-AD1C-2D8316E66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8430" y="2315046"/>
            <a:ext cx="614362" cy="617538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22</a:t>
            </a:r>
            <a:r>
              <a:rPr lang="en-US" altLang="zh-CN" b="1" baseline="50000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0</a:t>
            </a:r>
          </a:p>
        </p:txBody>
      </p:sp>
      <p:grpSp>
        <p:nvGrpSpPr>
          <p:cNvPr id="139" name="Group 68">
            <a:extLst>
              <a:ext uri="{FF2B5EF4-FFF2-40B4-BE49-F238E27FC236}">
                <a16:creationId xmlns:a16="http://schemas.microsoft.com/office/drawing/2014/main" id="{6C283126-EF7E-46B8-B8A9-232173AB7E30}"/>
              </a:ext>
            </a:extLst>
          </p:cNvPr>
          <p:cNvGrpSpPr>
            <a:grpSpLocks/>
          </p:cNvGrpSpPr>
          <p:nvPr/>
        </p:nvGrpSpPr>
        <p:grpSpPr bwMode="auto">
          <a:xfrm>
            <a:off x="4023793" y="2322985"/>
            <a:ext cx="614363" cy="2466975"/>
            <a:chOff x="2256" y="1584"/>
            <a:chExt cx="387" cy="1554"/>
          </a:xfrm>
        </p:grpSpPr>
        <p:sp>
          <p:nvSpPr>
            <p:cNvPr id="140" name="Rectangle 69">
              <a:extLst>
                <a:ext uri="{FF2B5EF4-FFF2-40B4-BE49-F238E27FC236}">
                  <a16:creationId xmlns:a16="http://schemas.microsoft.com/office/drawing/2014/main" id="{D082D43D-0CD4-4A22-9594-D606B1507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584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latin typeface="+mn-ea"/>
                  <a:cs typeface="Times New Roman" panose="02020603050405020304" pitchFamily="18" charset="0"/>
                </a:rPr>
                <a:t>22</a:t>
              </a:r>
              <a:r>
                <a:rPr lang="en-US" altLang="zh-CN" b="1" baseline="50000" dirty="0">
                  <a:latin typeface="+mn-ea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41" name="Rectangle 70">
              <a:extLst>
                <a:ext uri="{FF2B5EF4-FFF2-40B4-BE49-F238E27FC236}">
                  <a16:creationId xmlns:a16="http://schemas.microsoft.com/office/drawing/2014/main" id="{A8FA0412-1A90-4C33-B065-9DBFDDE73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361"/>
              <a:ext cx="387" cy="389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42" name="Rectangle 71">
              <a:extLst>
                <a:ext uri="{FF2B5EF4-FFF2-40B4-BE49-F238E27FC236}">
                  <a16:creationId xmlns:a16="http://schemas.microsoft.com/office/drawing/2014/main" id="{428CC168-7188-4F53-93D3-5471DBC71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750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endParaRPr lang="zh-CN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43" name="Rectangle 72">
              <a:extLst>
                <a:ext uri="{FF2B5EF4-FFF2-40B4-BE49-F238E27FC236}">
                  <a16:creationId xmlns:a16="http://schemas.microsoft.com/office/drawing/2014/main" id="{BDE4ECC5-1AAB-4AA9-9A14-CBC6B7844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968"/>
              <a:ext cx="387" cy="388"/>
            </a:xfrm>
            <a:prstGeom prst="rect">
              <a:avLst/>
            </a:prstGeom>
            <a:solidFill>
              <a:srgbClr val="FFFF99"/>
            </a:solidFill>
            <a:ln w="12700" algn="ctr">
              <a:solidFill>
                <a:srgbClr val="000000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/>
              <a:r>
                <a:rPr lang="en-US" altLang="zh-CN" b="1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11</a:t>
              </a:r>
              <a:r>
                <a:rPr lang="en-US" altLang="zh-CN" b="1" baseline="50000" dirty="0">
                  <a:solidFill>
                    <a:srgbClr val="FF0000"/>
                  </a:solidFill>
                  <a:latin typeface="+mn-ea"/>
                  <a:cs typeface="Times New Roman" panose="02020603050405020304" pitchFamily="18" charset="0"/>
                </a:rPr>
                <a:t>2</a:t>
              </a:r>
            </a:p>
          </p:txBody>
        </p:sp>
      </p:grpSp>
      <p:sp>
        <p:nvSpPr>
          <p:cNvPr id="144" name="Rectangle 73">
            <a:extLst>
              <a:ext uri="{FF2B5EF4-FFF2-40B4-BE49-F238E27FC236}">
                <a16:creationId xmlns:a16="http://schemas.microsoft.com/office/drawing/2014/main" id="{90149882-B93D-46B7-BAFC-B97C6E508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3793" y="3542185"/>
            <a:ext cx="614363" cy="631825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19</a:t>
            </a:r>
            <a:r>
              <a:rPr lang="en-US" altLang="zh-CN" b="1" baseline="50000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145" name="Rectangle 74">
            <a:extLst>
              <a:ext uri="{FF2B5EF4-FFF2-40B4-BE49-F238E27FC236}">
                <a16:creationId xmlns:a16="http://schemas.microsoft.com/office/drawing/2014/main" id="{AC88463F-C1D9-44C2-95FF-EDA45C687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5593" y="2322985"/>
            <a:ext cx="614363" cy="617537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4</a:t>
            </a:r>
            <a:r>
              <a:rPr lang="en-US" altLang="zh-CN" b="1" baseline="50000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146" name="Rectangle 75">
            <a:extLst>
              <a:ext uri="{FF2B5EF4-FFF2-40B4-BE49-F238E27FC236}">
                <a16:creationId xmlns:a16="http://schemas.microsoft.com/office/drawing/2014/main" id="{7600776D-9DD8-4B14-9168-9ABB41245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8404" y="3534246"/>
            <a:ext cx="611187" cy="647700"/>
          </a:xfrm>
          <a:prstGeom prst="rect">
            <a:avLst/>
          </a:prstGeom>
          <a:solidFill>
            <a:srgbClr val="66FF33"/>
          </a:solidFill>
          <a:ln w="12700" algn="ctr">
            <a:solidFill>
              <a:srgbClr val="000000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/>
            <a:r>
              <a:rPr lang="en-US" altLang="zh-CN" b="1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3</a:t>
            </a:r>
            <a:r>
              <a:rPr lang="en-US" altLang="zh-CN" b="1" baseline="50000" dirty="0">
                <a:solidFill>
                  <a:srgbClr val="003300"/>
                </a:solidFill>
                <a:latin typeface="+mn-ea"/>
                <a:cs typeface="Times New Roman" panose="02020603050405020304" pitchFamily="18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374509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104" grpId="0" animBg="1"/>
      <p:bldP spid="110" grpId="0" animBg="1"/>
      <p:bldP spid="126" grpId="0" animBg="1"/>
      <p:bldP spid="127" grpId="0" animBg="1"/>
      <p:bldP spid="138" grpId="0" animBg="1"/>
      <p:bldP spid="144" grpId="0" animBg="1"/>
      <p:bldP spid="145" grpId="0" animBg="1"/>
      <p:bldP spid="146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zh-CN" sz="2800" dirty="0"/>
              <a:t>LRU</a:t>
            </a:r>
            <a:r>
              <a:rPr lang="zh-CN" altLang="en-US" sz="2800" dirty="0"/>
              <a:t>算法软件实现</a:t>
            </a:r>
          </a:p>
        </p:txBody>
      </p:sp>
      <p:sp>
        <p:nvSpPr>
          <p:cNvPr id="11" name="内容占位符 2">
            <a:extLst>
              <a:ext uri="{FF2B5EF4-FFF2-40B4-BE49-F238E27FC236}">
                <a16:creationId xmlns:a16="http://schemas.microsoft.com/office/drawing/2014/main" id="{C471A321-7D43-423C-AD89-D4D3D3E7AAB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823" y="942764"/>
            <a:ext cx="7972610" cy="5637024"/>
          </a:xfrm>
        </p:spPr>
        <p:txBody>
          <a:bodyPr/>
          <a:lstStyle/>
          <a:p>
            <a:r>
              <a:rPr lang="en-US" altLang="zh-CN" sz="2800" dirty="0"/>
              <a:t>FIFIO  LFU  LRU </a:t>
            </a:r>
            <a:r>
              <a:rPr lang="zh-CN" altLang="en-US" sz="2800" dirty="0"/>
              <a:t>随机调度   </a:t>
            </a:r>
          </a:p>
          <a:p>
            <a:r>
              <a:rPr lang="zh-CN" altLang="en-US" sz="2800" dirty="0"/>
              <a:t>硬件实现</a:t>
            </a:r>
          </a:p>
          <a:p>
            <a:pPr lvl="1"/>
            <a:r>
              <a:rPr lang="zh-CN" altLang="en-US" sz="2400" dirty="0"/>
              <a:t>成本？</a:t>
            </a:r>
          </a:p>
          <a:p>
            <a:r>
              <a:rPr lang="en-US" altLang="zh-CN" sz="2800" dirty="0"/>
              <a:t>LRU</a:t>
            </a:r>
            <a:r>
              <a:rPr lang="zh-CN" altLang="en-US" sz="2800" dirty="0"/>
              <a:t>算法软件实现？？？</a:t>
            </a:r>
          </a:p>
          <a:p>
            <a:pPr lvl="1"/>
            <a:r>
              <a:rPr lang="zh-CN" altLang="en-US" sz="2400" dirty="0"/>
              <a:t>查找效率如何优化？</a:t>
            </a:r>
          </a:p>
          <a:p>
            <a:endParaRPr lang="zh-CN" altLang="en-US" dirty="0"/>
          </a:p>
          <a:p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514131701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3.7	</a:t>
            </a:r>
            <a:r>
              <a:rPr lang="zh-CN" altLang="en-US" dirty="0">
                <a:solidFill>
                  <a:srgbClr val="FF0000"/>
                </a:solidFill>
              </a:rPr>
              <a:t>高速缓冲存储器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392485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3.7.1 Cache</a:t>
            </a:r>
            <a:r>
              <a:rPr lang="zh-CN" altLang="en-US" dirty="0"/>
              <a:t>工作原理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3.7.3 Cache </a:t>
            </a:r>
            <a:r>
              <a:rPr lang="zh-CN" altLang="en-US" dirty="0"/>
              <a:t>替换策略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3.7.4 Cache</a:t>
            </a:r>
            <a:r>
              <a:rPr lang="zh-CN" altLang="en-US" dirty="0"/>
              <a:t>与主存的一致性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3.7.5 MIPS</a:t>
            </a:r>
            <a:r>
              <a:rPr lang="zh-CN" altLang="en-US" dirty="0"/>
              <a:t>中的高速缓存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755576" y="4365104"/>
            <a:ext cx="5266185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3.7.4 Cache</a:t>
            </a:r>
            <a:r>
              <a:rPr lang="zh-CN" altLang="en-US" sz="3200" kern="0" dirty="0">
                <a:solidFill>
                  <a:srgbClr val="000000"/>
                </a:solidFill>
              </a:rPr>
              <a:t>与主存的一致性</a:t>
            </a:r>
          </a:p>
        </p:txBody>
      </p:sp>
    </p:spTree>
    <p:extLst>
      <p:ext uri="{BB962C8B-B14F-4D97-AF65-F5344CB8AC3E}">
        <p14:creationId xmlns:p14="http://schemas.microsoft.com/office/powerpoint/2010/main" val="2593595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Text Box 2">
            <a:extLst>
              <a:ext uri="{FF2B5EF4-FFF2-40B4-BE49-F238E27FC236}">
                <a16:creationId xmlns:a16="http://schemas.microsoft.com/office/drawing/2014/main" id="{BBE8F9B1-7A99-4C0B-9657-8F815BCC8F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3713" y="1109663"/>
            <a:ext cx="3898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和主存的一致性  </a:t>
            </a:r>
          </a:p>
        </p:txBody>
      </p:sp>
      <p:grpSp>
        <p:nvGrpSpPr>
          <p:cNvPr id="110595" name="Group 3">
            <a:extLst>
              <a:ext uri="{FF2B5EF4-FFF2-40B4-BE49-F238E27FC236}">
                <a16:creationId xmlns:a16="http://schemas.microsoft.com/office/drawing/2014/main" id="{5B5D0204-2D6E-4F93-8F17-7CFDAB590494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800"/>
            <a:ext cx="5697538" cy="1323975"/>
            <a:chOff x="422" y="192"/>
            <a:chExt cx="3589" cy="834"/>
          </a:xfrm>
        </p:grpSpPr>
        <p:sp>
          <p:nvSpPr>
            <p:cNvPr id="110604" name="Text Box 4">
              <a:extLst>
                <a:ext uri="{FF2B5EF4-FFF2-40B4-BE49-F238E27FC236}">
                  <a16:creationId xmlns:a16="http://schemas.microsoft.com/office/drawing/2014/main" id="{9FB4714C-D3F6-4CD6-B70D-E022314EE9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" y="192"/>
              <a:ext cx="3589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lvl="0" eaLnBrk="1" hangingPunct="1">
                <a:spcBef>
                  <a:spcPct val="0"/>
                </a:spcBef>
                <a:buNone/>
                <a:defRPr/>
              </a:pPr>
              <a:r>
                <a:rPr kumimoji="1" lang="en-US" altLang="zh-CN" sz="3600" b="1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3.7.4 Cache</a:t>
              </a:r>
              <a:r>
                <a:rPr kumimoji="1" lang="zh-CN" altLang="en-US" sz="3600" b="1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与主存的一致性</a:t>
              </a:r>
            </a:p>
          </p:txBody>
        </p:sp>
        <p:sp>
          <p:nvSpPr>
            <p:cNvPr id="110605" name="Text Box 5">
              <a:extLst>
                <a:ext uri="{FF2B5EF4-FFF2-40B4-BE49-F238E27FC236}">
                  <a16:creationId xmlns:a16="http://schemas.microsoft.com/office/drawing/2014/main" id="{47B478A5-843C-4174-97D6-A50723447E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" y="661"/>
              <a:ext cx="37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99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写</a:t>
              </a:r>
            </a:p>
          </p:txBody>
        </p:sp>
      </p:grpSp>
      <p:sp>
        <p:nvSpPr>
          <p:cNvPr id="123911" name="Text Box 7">
            <a:extLst>
              <a:ext uri="{FF2B5EF4-FFF2-40B4-BE49-F238E27FC236}">
                <a16:creationId xmlns:a16="http://schemas.microsoft.com/office/drawing/2014/main" id="{4EFC1AED-F1A6-4FCE-8970-704272AAA2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1700213"/>
            <a:ext cx="51498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写直达法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Write </a:t>
            </a:r>
            <a:r>
              <a:rPr kumimoji="1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–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through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  </a:t>
            </a:r>
          </a:p>
        </p:txBody>
      </p:sp>
      <p:sp>
        <p:nvSpPr>
          <p:cNvPr id="123912" name="Text Box 8">
            <a:extLst>
              <a:ext uri="{FF2B5EF4-FFF2-40B4-BE49-F238E27FC236}">
                <a16:creationId xmlns:a16="http://schemas.microsoft.com/office/drawing/2014/main" id="{96603F7D-40BB-44A6-97EA-670E734110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3789363"/>
            <a:ext cx="42973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写回法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Write </a:t>
            </a:r>
            <a:r>
              <a:rPr kumimoji="1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–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back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  </a:t>
            </a:r>
          </a:p>
        </p:txBody>
      </p:sp>
      <p:sp>
        <p:nvSpPr>
          <p:cNvPr id="123913" name="Text Box 9">
            <a:extLst>
              <a:ext uri="{FF2B5EF4-FFF2-40B4-BE49-F238E27FC236}">
                <a16:creationId xmlns:a16="http://schemas.microsoft.com/office/drawing/2014/main" id="{E0901D2C-ACF4-4A87-8702-D6E5E64156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5150" y="2266950"/>
            <a:ext cx="5340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写操作时数据既写入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又写入主存</a:t>
            </a:r>
            <a:r>
              <a:rPr kumimoji="1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</a:p>
        </p:txBody>
      </p:sp>
      <p:sp>
        <p:nvSpPr>
          <p:cNvPr id="123914" name="Text Box 10">
            <a:extLst>
              <a:ext uri="{FF2B5EF4-FFF2-40B4-BE49-F238E27FC236}">
                <a16:creationId xmlns:a16="http://schemas.microsoft.com/office/drawing/2014/main" id="{46018191-182F-40E6-B860-E76D53C741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5150" y="4356100"/>
            <a:ext cx="6026150" cy="968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写操作时只把数据写入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而不写入主存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当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数据被替换出去时才写回主存</a:t>
            </a:r>
            <a:r>
              <a:rPr kumimoji="1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</a:p>
        </p:txBody>
      </p:sp>
      <p:sp>
        <p:nvSpPr>
          <p:cNvPr id="123915" name="Text Box 11">
            <a:extLst>
              <a:ext uri="{FF2B5EF4-FFF2-40B4-BE49-F238E27FC236}">
                <a16:creationId xmlns:a16="http://schemas.microsoft.com/office/drawing/2014/main" id="{61441D25-7025-4A9F-B183-D9FB716C1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5150" y="2708275"/>
            <a:ext cx="7308850" cy="968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写操作时间就是访问主存的时间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，读操作时不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涉及对主存的写操作，更新策略比较容易实现</a:t>
            </a:r>
          </a:p>
        </p:txBody>
      </p:sp>
      <p:sp>
        <p:nvSpPr>
          <p:cNvPr id="123916" name="Text Box 12">
            <a:extLst>
              <a:ext uri="{FF2B5EF4-FFF2-40B4-BE49-F238E27FC236}">
                <a16:creationId xmlns:a16="http://schemas.microsoft.com/office/drawing/2014/main" id="{00C8CFD3-01E9-450E-A036-803B575FB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5150" y="5300663"/>
            <a:ext cx="6985000" cy="140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写操作时间就是访问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99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的时间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读操作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失效发生数据替换时，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被替换的块需写回主存，增加了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的复杂性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23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23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23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23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23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23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23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906" grpId="0" autoUpdateAnimBg="0"/>
      <p:bldP spid="123911" grpId="0" autoUpdateAnimBg="0"/>
      <p:bldP spid="123912" grpId="0" autoUpdateAnimBg="0"/>
      <p:bldP spid="123913" grpId="0" autoUpdateAnimBg="0"/>
      <p:bldP spid="123914" grpId="0" autoUpdateAnimBg="0"/>
      <p:bldP spid="123915" grpId="0" autoUpdateAnimBg="0"/>
      <p:bldP spid="123916" grpId="0" autoUpdateAnimBg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Text Box 2">
            <a:extLst>
              <a:ext uri="{FF2B5EF4-FFF2-40B4-BE49-F238E27FC236}">
                <a16:creationId xmlns:a16="http://schemas.microsoft.com/office/drawing/2014/main" id="{03378EF1-0E3E-4ABE-8321-39121BD859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4256" y="256054"/>
            <a:ext cx="477406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性能提高的措施</a:t>
            </a:r>
          </a:p>
        </p:txBody>
      </p:sp>
      <p:sp>
        <p:nvSpPr>
          <p:cNvPr id="124931" name="Text Box 3">
            <a:extLst>
              <a:ext uri="{FF2B5EF4-FFF2-40B4-BE49-F238E27FC236}">
                <a16:creationId xmlns:a16="http://schemas.microsoft.com/office/drawing/2014/main" id="{381E70EE-6748-45F2-A922-B0208280C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3325" y="914400"/>
            <a:ext cx="4816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增加 </a:t>
            </a: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的级数</a:t>
            </a:r>
          </a:p>
        </p:txBody>
      </p:sp>
      <p:sp>
        <p:nvSpPr>
          <p:cNvPr id="124932" name="Text Box 4">
            <a:extLst>
              <a:ext uri="{FF2B5EF4-FFF2-40B4-BE49-F238E27FC236}">
                <a16:creationId xmlns:a16="http://schemas.microsoft.com/office/drawing/2014/main" id="{715A7F67-D4FD-4E9A-A4FA-0540D0E9E4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1800" y="1606550"/>
            <a:ext cx="32750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片载（片内）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</a:t>
            </a:r>
          </a:p>
        </p:txBody>
      </p:sp>
      <p:sp>
        <p:nvSpPr>
          <p:cNvPr id="124933" name="Text Box 5">
            <a:extLst>
              <a:ext uri="{FF2B5EF4-FFF2-40B4-BE49-F238E27FC236}">
                <a16:creationId xmlns:a16="http://schemas.microsoft.com/office/drawing/2014/main" id="{25BE998E-0E80-4804-829E-49E7C8EA9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1800" y="2251075"/>
            <a:ext cx="19351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片外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</a:t>
            </a:r>
          </a:p>
        </p:txBody>
      </p:sp>
      <p:sp>
        <p:nvSpPr>
          <p:cNvPr id="124934" name="Text Box 6">
            <a:extLst>
              <a:ext uri="{FF2B5EF4-FFF2-40B4-BE49-F238E27FC236}">
                <a16:creationId xmlns:a16="http://schemas.microsoft.com/office/drawing/2014/main" id="{AA31ABCA-DB4C-4FCF-963E-3405393DE8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3325" y="2847975"/>
            <a:ext cx="51212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统一缓存和分立缓存</a:t>
            </a:r>
          </a:p>
        </p:txBody>
      </p:sp>
      <p:sp>
        <p:nvSpPr>
          <p:cNvPr id="124935" name="Text Box 7">
            <a:extLst>
              <a:ext uri="{FF2B5EF4-FFF2-40B4-BE49-F238E27FC236}">
                <a16:creationId xmlns:a16="http://schemas.microsoft.com/office/drawing/2014/main" id="{21E537E9-3F2E-4784-9C4E-F6E351AF44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1800" y="3540125"/>
            <a:ext cx="19351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指令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</a:t>
            </a:r>
          </a:p>
        </p:txBody>
      </p:sp>
      <p:sp>
        <p:nvSpPr>
          <p:cNvPr id="124936" name="Text Box 8">
            <a:extLst>
              <a:ext uri="{FF2B5EF4-FFF2-40B4-BE49-F238E27FC236}">
                <a16:creationId xmlns:a16="http://schemas.microsoft.com/office/drawing/2014/main" id="{C29F37DB-6901-4971-A0A1-C3C0B94D14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0988" y="3540125"/>
            <a:ext cx="19351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</a:t>
            </a:r>
          </a:p>
        </p:txBody>
      </p:sp>
      <p:sp>
        <p:nvSpPr>
          <p:cNvPr id="124937" name="Text Box 9">
            <a:extLst>
              <a:ext uri="{FF2B5EF4-FFF2-40B4-BE49-F238E27FC236}">
                <a16:creationId xmlns:a16="http://schemas.microsoft.com/office/drawing/2014/main" id="{6E8E20E7-9535-4DB1-A8D3-E8E67F6260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1800" y="4189413"/>
            <a:ext cx="26844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与主存结构有关</a:t>
            </a:r>
          </a:p>
        </p:txBody>
      </p:sp>
      <p:sp>
        <p:nvSpPr>
          <p:cNvPr id="124938" name="Text Box 10">
            <a:extLst>
              <a:ext uri="{FF2B5EF4-FFF2-40B4-BE49-F238E27FC236}">
                <a16:creationId xmlns:a16="http://schemas.microsoft.com/office/drawing/2014/main" id="{1A87F10F-AC18-46D5-B048-97025DE47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1800" y="4833938"/>
            <a:ext cx="4470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与指令执行的控制方式有关</a:t>
            </a:r>
          </a:p>
        </p:txBody>
      </p:sp>
      <p:sp>
        <p:nvSpPr>
          <p:cNvPr id="124939" name="Text Box 11">
            <a:extLst>
              <a:ext uri="{FF2B5EF4-FFF2-40B4-BE49-F238E27FC236}">
                <a16:creationId xmlns:a16="http://schemas.microsoft.com/office/drawing/2014/main" id="{2CCD45A2-036C-4419-9550-05C34CDEE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1463" y="4833938"/>
            <a:ext cx="18557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是否流水</a:t>
            </a:r>
          </a:p>
        </p:txBody>
      </p:sp>
      <p:sp>
        <p:nvSpPr>
          <p:cNvPr id="124940" name="Text Box 12">
            <a:extLst>
              <a:ext uri="{FF2B5EF4-FFF2-40B4-BE49-F238E27FC236}">
                <a16:creationId xmlns:a16="http://schemas.microsoft.com/office/drawing/2014/main" id="{6B4318E9-5A7B-4D00-8664-10DA2C6DC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2688" y="5537200"/>
            <a:ext cx="75803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Pentium                8K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指令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       8K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</a:t>
            </a:r>
          </a:p>
        </p:txBody>
      </p:sp>
      <p:sp>
        <p:nvSpPr>
          <p:cNvPr id="124941" name="Text Box 13">
            <a:extLst>
              <a:ext uri="{FF2B5EF4-FFF2-40B4-BE49-F238E27FC236}">
                <a16:creationId xmlns:a16="http://schemas.microsoft.com/office/drawing/2014/main" id="{3079FB73-E4D0-4550-AF2C-B044C010A0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2688" y="6094413"/>
            <a:ext cx="73517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PowerPC620      32K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指令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      </a:t>
            </a:r>
            <a:r>
              <a:rPr kumimoji="1" lang="en-US" altLang="zh-CN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32K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Cache</a:t>
            </a:r>
          </a:p>
        </p:txBody>
      </p:sp>
      <p:sp>
        <p:nvSpPr>
          <p:cNvPr id="2" name="星形: 五角 1">
            <a:extLst>
              <a:ext uri="{FF2B5EF4-FFF2-40B4-BE49-F238E27FC236}">
                <a16:creationId xmlns:a16="http://schemas.microsoft.com/office/drawing/2014/main" id="{4EF52033-A97D-43C7-92DE-F8EDDE569F67}"/>
              </a:ext>
            </a:extLst>
          </p:cNvPr>
          <p:cNvSpPr/>
          <p:nvPr/>
        </p:nvSpPr>
        <p:spPr>
          <a:xfrm>
            <a:off x="755576" y="264148"/>
            <a:ext cx="578680" cy="579438"/>
          </a:xfrm>
          <a:prstGeom prst="star5">
            <a:avLst/>
          </a:prstGeom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24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24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24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24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24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24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24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24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49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49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500"/>
                                        <p:tgtEl>
                                          <p:spTgt spid="124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124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931" grpId="0" autoUpdateAnimBg="0"/>
      <p:bldP spid="124932" grpId="0" autoUpdateAnimBg="0"/>
      <p:bldP spid="124933" grpId="0" autoUpdateAnimBg="0"/>
      <p:bldP spid="124934" grpId="0" autoUpdateAnimBg="0"/>
      <p:bldP spid="124935" grpId="0" autoUpdateAnimBg="0"/>
      <p:bldP spid="124936" grpId="0" autoUpdateAnimBg="0"/>
      <p:bldP spid="124937" grpId="0" autoUpdateAnimBg="0"/>
      <p:bldP spid="124938" grpId="0" autoUpdateAnimBg="0"/>
      <p:bldP spid="124939" grpId="0" autoUpdateAnimBg="0"/>
      <p:bldP spid="124940" grpId="0" autoUpdateAnimBg="0"/>
      <p:bldP spid="124941" grpId="0" autoUpdateAnimBg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577DF15-E172-4155-88DA-ED26DBCE8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3.7	</a:t>
            </a:r>
            <a:r>
              <a:rPr lang="zh-CN" altLang="en-US" dirty="0">
                <a:solidFill>
                  <a:srgbClr val="FF0000"/>
                </a:solidFill>
              </a:rPr>
              <a:t>高速缓冲存储器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0F21AE-8FE4-4E72-8FEB-81EE75A6E94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6794"/>
            <a:ext cx="8229600" cy="4392485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3.7.1 Cache</a:t>
            </a:r>
            <a:r>
              <a:rPr lang="zh-CN" altLang="en-US" dirty="0"/>
              <a:t>工作原理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3.7.2 Cache-</a:t>
            </a:r>
            <a:r>
              <a:rPr lang="zh-CN" altLang="en-US" dirty="0"/>
              <a:t>主存地址映射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3.7.3 Cache </a:t>
            </a:r>
            <a:r>
              <a:rPr lang="zh-CN" altLang="en-US" dirty="0"/>
              <a:t>替换策略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3.7.4 Cache</a:t>
            </a:r>
            <a:r>
              <a:rPr lang="zh-CN" altLang="en-US" dirty="0"/>
              <a:t>与主存的一致性</a:t>
            </a:r>
            <a:endParaRPr lang="en-US" altLang="zh-CN" dirty="0"/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dirty="0"/>
              <a:t>3.7.5 MIPS</a:t>
            </a:r>
            <a:r>
              <a:rPr lang="zh-CN" altLang="en-US" dirty="0"/>
              <a:t>中的高速缓存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8B7021F6-595D-4D1A-9BC5-67C38B3573D3}"/>
              </a:ext>
            </a:extLst>
          </p:cNvPr>
          <p:cNvSpPr/>
          <p:nvPr/>
        </p:nvSpPr>
        <p:spPr>
          <a:xfrm>
            <a:off x="755576" y="5157192"/>
            <a:ext cx="4674678" cy="58477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</a:rPr>
              <a:t>3.7.5 MIPS</a:t>
            </a:r>
            <a:r>
              <a:rPr lang="zh-CN" altLang="en-US" sz="3200" kern="0" dirty="0">
                <a:solidFill>
                  <a:srgbClr val="000000"/>
                </a:solidFill>
              </a:rPr>
              <a:t>中的高速缓存</a:t>
            </a:r>
          </a:p>
        </p:txBody>
      </p:sp>
    </p:spTree>
    <p:extLst>
      <p:ext uri="{BB962C8B-B14F-4D97-AF65-F5344CB8AC3E}">
        <p14:creationId xmlns:p14="http://schemas.microsoft.com/office/powerpoint/2010/main" val="21392290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D15092A1-125B-4C7F-A0BD-DC0502DE13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3.7.5 MIPS</a:t>
            </a:r>
            <a:r>
              <a:rPr lang="zh-CN" altLang="en-US" dirty="0"/>
              <a:t>中的高速缓存</a:t>
            </a:r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6E31C79E-C08D-473A-B0D4-771D833447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9012378"/>
              </p:ext>
            </p:extLst>
          </p:nvPr>
        </p:nvGraphicFramePr>
        <p:xfrm>
          <a:off x="179512" y="1412776"/>
          <a:ext cx="8856983" cy="4075176"/>
        </p:xfrm>
        <a:graphic>
          <a:graphicData uri="http://schemas.openxmlformats.org/drawingml/2006/table">
            <a:tbl>
              <a:tblPr firstRow="1" firstCol="1" bandRow="1"/>
              <a:tblGrid>
                <a:gridCol w="1584176">
                  <a:extLst>
                    <a:ext uri="{9D8B030D-6E8A-4147-A177-3AD203B41FA5}">
                      <a16:colId xmlns:a16="http://schemas.microsoft.com/office/drawing/2014/main" val="2086107820"/>
                    </a:ext>
                  </a:extLst>
                </a:gridCol>
                <a:gridCol w="677966">
                  <a:extLst>
                    <a:ext uri="{9D8B030D-6E8A-4147-A177-3AD203B41FA5}">
                      <a16:colId xmlns:a16="http://schemas.microsoft.com/office/drawing/2014/main" val="1829854536"/>
                    </a:ext>
                  </a:extLst>
                </a:gridCol>
                <a:gridCol w="845492">
                  <a:extLst>
                    <a:ext uri="{9D8B030D-6E8A-4147-A177-3AD203B41FA5}">
                      <a16:colId xmlns:a16="http://schemas.microsoft.com/office/drawing/2014/main" val="3285700832"/>
                    </a:ext>
                  </a:extLst>
                </a:gridCol>
                <a:gridCol w="740706">
                  <a:extLst>
                    <a:ext uri="{9D8B030D-6E8A-4147-A177-3AD203B41FA5}">
                      <a16:colId xmlns:a16="http://schemas.microsoft.com/office/drawing/2014/main" val="2382635543"/>
                    </a:ext>
                  </a:extLst>
                </a:gridCol>
                <a:gridCol w="688164">
                  <a:extLst>
                    <a:ext uri="{9D8B030D-6E8A-4147-A177-3AD203B41FA5}">
                      <a16:colId xmlns:a16="http://schemas.microsoft.com/office/drawing/2014/main" val="3267338098"/>
                    </a:ext>
                  </a:extLst>
                </a:gridCol>
                <a:gridCol w="761336">
                  <a:extLst>
                    <a:ext uri="{9D8B030D-6E8A-4147-A177-3AD203B41FA5}">
                      <a16:colId xmlns:a16="http://schemas.microsoft.com/office/drawing/2014/main" val="108902909"/>
                    </a:ext>
                  </a:extLst>
                </a:gridCol>
                <a:gridCol w="708599">
                  <a:extLst>
                    <a:ext uri="{9D8B030D-6E8A-4147-A177-3AD203B41FA5}">
                      <a16:colId xmlns:a16="http://schemas.microsoft.com/office/drawing/2014/main" val="2820749277"/>
                    </a:ext>
                  </a:extLst>
                </a:gridCol>
                <a:gridCol w="708599">
                  <a:extLst>
                    <a:ext uri="{9D8B030D-6E8A-4147-A177-3AD203B41FA5}">
                      <a16:colId xmlns:a16="http://schemas.microsoft.com/office/drawing/2014/main" val="3972374517"/>
                    </a:ext>
                  </a:extLst>
                </a:gridCol>
                <a:gridCol w="708599">
                  <a:extLst>
                    <a:ext uri="{9D8B030D-6E8A-4147-A177-3AD203B41FA5}">
                      <a16:colId xmlns:a16="http://schemas.microsoft.com/office/drawing/2014/main" val="1007675425"/>
                    </a:ext>
                  </a:extLst>
                </a:gridCol>
                <a:gridCol w="716673">
                  <a:extLst>
                    <a:ext uri="{9D8B030D-6E8A-4147-A177-3AD203B41FA5}">
                      <a16:colId xmlns:a16="http://schemas.microsoft.com/office/drawing/2014/main" val="1124854133"/>
                    </a:ext>
                  </a:extLst>
                </a:gridCol>
                <a:gridCol w="716673">
                  <a:extLst>
                    <a:ext uri="{9D8B030D-6E8A-4147-A177-3AD203B41FA5}">
                      <a16:colId xmlns:a16="http://schemas.microsoft.com/office/drawing/2014/main" val="294723988"/>
                    </a:ext>
                  </a:extLst>
                </a:gridCol>
              </a:tblGrid>
              <a:tr h="564636">
                <a:tc rowSpan="3"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CPU</a:t>
                      </a: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型号</a:t>
                      </a:r>
                      <a:endParaRPr lang="en-US" altLang="zh-CN" sz="1400" b="1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（</a:t>
                      </a:r>
                      <a:r>
                        <a:rPr lang="en-US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MHz</a:t>
                      </a: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L1</a:t>
                      </a: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级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400" b="1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L2</a:t>
                      </a:r>
                      <a:r>
                        <a:rPr lang="zh-CN" sz="1400" b="1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级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400" b="1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L3</a:t>
                      </a:r>
                      <a:r>
                        <a:rPr lang="zh-CN" sz="1400" b="1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级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7916472"/>
                  </a:ext>
                </a:extLst>
              </a:tr>
              <a:tr h="334396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indent="126365" algn="ctr">
                        <a:spcAft>
                          <a:spcPts val="0"/>
                        </a:spcAft>
                      </a:pP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容量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indent="127000" algn="l">
                        <a:spcAft>
                          <a:spcPts val="0"/>
                        </a:spcAft>
                      </a:pPr>
                      <a:r>
                        <a:rPr lang="en-US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N</a:t>
                      </a: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路组相联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indent="127000" algn="l">
                        <a:spcAft>
                          <a:spcPts val="0"/>
                        </a:spcAft>
                      </a:pP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片上</a:t>
                      </a:r>
                    </a:p>
                    <a:p>
                      <a:pPr indent="127000" algn="l">
                        <a:spcAft>
                          <a:spcPts val="0"/>
                        </a:spcAft>
                      </a:pP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集成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indent="127000" algn="l">
                        <a:spcAft>
                          <a:spcPts val="0"/>
                        </a:spcAft>
                      </a:pP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容量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indent="127000" algn="l">
                        <a:spcAft>
                          <a:spcPts val="0"/>
                        </a:spcAft>
                      </a:pPr>
                      <a:r>
                        <a:rPr lang="en-US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N</a:t>
                      </a: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路组相联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indent="127000" algn="l">
                        <a:spcAft>
                          <a:spcPts val="0"/>
                        </a:spcAft>
                      </a:pP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片上集成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indent="127000" algn="l">
                        <a:spcAft>
                          <a:spcPts val="0"/>
                        </a:spcAft>
                      </a:pP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容量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indent="127000" algn="l">
                        <a:spcAft>
                          <a:spcPts val="0"/>
                        </a:spcAft>
                      </a:pPr>
                      <a:r>
                        <a:rPr lang="en-US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N</a:t>
                      </a: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路组相联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indent="127000" algn="l">
                        <a:spcAft>
                          <a:spcPts val="0"/>
                        </a:spcAft>
                      </a:pP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片上集成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1915702"/>
                  </a:ext>
                </a:extLst>
              </a:tr>
              <a:tr h="325104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400" b="1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指令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400" b="1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数据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75808985"/>
                  </a:ext>
                </a:extLst>
              </a:tr>
              <a:tr h="460480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R3000</a:t>
                      </a:r>
                      <a:r>
                        <a:rPr lang="zh-CN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（</a:t>
                      </a: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33</a:t>
                      </a:r>
                      <a:r>
                        <a:rPr lang="zh-CN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32K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32K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否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3661588"/>
                  </a:ext>
                </a:extLst>
              </a:tr>
              <a:tr h="460480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R3052</a:t>
                      </a: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（</a:t>
                      </a: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33</a:t>
                      </a: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8K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2K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是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8602843"/>
                  </a:ext>
                </a:extLst>
              </a:tr>
              <a:tr h="460480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R4000</a:t>
                      </a: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（</a:t>
                      </a: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100</a:t>
                      </a: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8K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2K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是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1M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否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4135593"/>
                  </a:ext>
                </a:extLst>
              </a:tr>
              <a:tr h="460480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R10000</a:t>
                      </a: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（</a:t>
                      </a: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250</a:t>
                      </a: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32K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32K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是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4M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否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918375"/>
                  </a:ext>
                </a:extLst>
              </a:tr>
              <a:tr h="460480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R50000(200)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32K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32K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是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1M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否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3884192"/>
                  </a:ext>
                </a:extLst>
              </a:tr>
              <a:tr h="460480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RM7000(250)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16K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16K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4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是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256M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4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是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8M</a:t>
                      </a:r>
                      <a:endParaRPr lang="zh-CN" sz="1800" kern="10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sz="1800" kern="100" dirty="0">
                        <a:solidFill>
                          <a:srgbClr val="333333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1800" kern="100" dirty="0">
                          <a:solidFill>
                            <a:srgbClr val="333333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否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8125293"/>
                  </a:ext>
                </a:extLst>
              </a:tr>
            </a:tbl>
          </a:graphicData>
        </a:graphic>
      </p:graphicFrame>
      <p:sp>
        <p:nvSpPr>
          <p:cNvPr id="7" name="矩形 6">
            <a:extLst>
              <a:ext uri="{FF2B5EF4-FFF2-40B4-BE49-F238E27FC236}">
                <a16:creationId xmlns:a16="http://schemas.microsoft.com/office/drawing/2014/main" id="{A108A531-1CEE-4872-BF09-16A75F509FFC}"/>
              </a:ext>
            </a:extLst>
          </p:cNvPr>
          <p:cNvSpPr/>
          <p:nvPr/>
        </p:nvSpPr>
        <p:spPr>
          <a:xfrm>
            <a:off x="179512" y="5517232"/>
            <a:ext cx="341792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800" dirty="0">
                <a:solidFill>
                  <a:srgbClr val="FF0000"/>
                </a:solidFill>
              </a:rPr>
              <a:t>替换策略</a:t>
            </a:r>
            <a:r>
              <a:rPr lang="zh-CN" altLang="en-US" sz="2800" dirty="0"/>
              <a:t>：</a:t>
            </a:r>
            <a:r>
              <a:rPr lang="en-US" altLang="zh-CN" sz="2800" dirty="0"/>
              <a:t>LRU</a:t>
            </a:r>
            <a:r>
              <a:rPr lang="zh-CN" altLang="en-US" sz="2800" dirty="0"/>
              <a:t>算法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72EFF6A2-9C01-456A-8FBF-7AEA57C78654}"/>
              </a:ext>
            </a:extLst>
          </p:cNvPr>
          <p:cNvSpPr/>
          <p:nvPr/>
        </p:nvSpPr>
        <p:spPr>
          <a:xfrm>
            <a:off x="179512" y="6107370"/>
            <a:ext cx="413446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一致性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写直达和写回法</a:t>
            </a:r>
            <a:endParaRPr lang="zh-CN" altLang="en-US" sz="2800" dirty="0"/>
          </a:p>
        </p:txBody>
      </p:sp>
    </p:spTree>
    <p:extLst>
      <p:ext uri="{BB962C8B-B14F-4D97-AF65-F5344CB8AC3E}">
        <p14:creationId xmlns:p14="http://schemas.microsoft.com/office/powerpoint/2010/main" val="253133286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0.4|147.1|51|15.1|6.2|2.1|4.5|6.4|17.8|4.6|5.5|4.1|2.9|11.9|3|27.7|1.9|1.4|33.7"/>
</p:tagLst>
</file>

<file path=ppt/theme/theme1.xml><?xml version="1.0" encoding="utf-8"?>
<a:theme xmlns:a="http://schemas.openxmlformats.org/drawingml/2006/main" name="默认设计模板">
  <a:themeElements>
    <a:clrScheme name="默认设计模板 2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FBDF53"/>
      </a:accent1>
      <a:accent2>
        <a:srgbClr val="FF9966"/>
      </a:accent2>
      <a:accent3>
        <a:srgbClr val="FFFFFF"/>
      </a:accent3>
      <a:accent4>
        <a:srgbClr val="000000"/>
      </a:accent4>
      <a:accent5>
        <a:srgbClr val="FDECB3"/>
      </a:accent5>
      <a:accent6>
        <a:srgbClr val="E78A5C"/>
      </a:accent6>
      <a:hlink>
        <a:srgbClr val="CC3300"/>
      </a:hlink>
      <a:folHlink>
        <a:srgbClr val="9966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3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FF7C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14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FF0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15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00FF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16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0066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默认设计模板">
  <a:themeElements>
    <a:clrScheme name="默认设计模板 2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FBDF53"/>
      </a:accent1>
      <a:accent2>
        <a:srgbClr val="FF9966"/>
      </a:accent2>
      <a:accent3>
        <a:srgbClr val="FFFFFF"/>
      </a:accent3>
      <a:accent4>
        <a:srgbClr val="000000"/>
      </a:accent4>
      <a:accent5>
        <a:srgbClr val="FDECB3"/>
      </a:accent5>
      <a:accent6>
        <a:srgbClr val="E78A5C"/>
      </a:accent6>
      <a:hlink>
        <a:srgbClr val="CC3300"/>
      </a:hlink>
      <a:folHlink>
        <a:srgbClr val="9966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3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FF7C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14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FF0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15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00FF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16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0066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2_默认设计模板">
  <a:themeElements>
    <a:clrScheme name="默认设计模板 2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FBDF53"/>
      </a:accent1>
      <a:accent2>
        <a:srgbClr val="FF9966"/>
      </a:accent2>
      <a:accent3>
        <a:srgbClr val="FFFFFF"/>
      </a:accent3>
      <a:accent4>
        <a:srgbClr val="000000"/>
      </a:accent4>
      <a:accent5>
        <a:srgbClr val="FDECB3"/>
      </a:accent5>
      <a:accent6>
        <a:srgbClr val="E78A5C"/>
      </a:accent6>
      <a:hlink>
        <a:srgbClr val="CC3300"/>
      </a:hlink>
      <a:folHlink>
        <a:srgbClr val="9966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3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FF7C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14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FF0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15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00FF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16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0066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自定义 5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1_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自定义 5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1170</TotalTime>
  <Words>11942</Words>
  <Application>Microsoft Office PowerPoint</Application>
  <PresentationFormat>全屏显示(4:3)</PresentationFormat>
  <Paragraphs>5485</Paragraphs>
  <Slides>175</Slides>
  <Notes>14</Notes>
  <HiddenSlides>0</HiddenSlides>
  <MMClips>0</MMClips>
  <ScaleCrop>false</ScaleCrop>
  <HeadingPairs>
    <vt:vector size="8" baseType="variant">
      <vt:variant>
        <vt:lpstr>已用的字体</vt:lpstr>
      </vt:variant>
      <vt:variant>
        <vt:i4>18</vt:i4>
      </vt:variant>
      <vt:variant>
        <vt:lpstr>主题</vt:lpstr>
      </vt:variant>
      <vt:variant>
        <vt:i4>5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175</vt:i4>
      </vt:variant>
    </vt:vector>
  </HeadingPairs>
  <TitlesOfParts>
    <vt:vector size="199" baseType="lpstr">
      <vt:lpstr>等线</vt:lpstr>
      <vt:lpstr>华光小标宋_CNKI</vt:lpstr>
      <vt:lpstr>华文细黑</vt:lpstr>
      <vt:lpstr>华文新魏</vt:lpstr>
      <vt:lpstr>楷体</vt:lpstr>
      <vt:lpstr>楷体_GB2312</vt:lpstr>
      <vt:lpstr>宋体</vt:lpstr>
      <vt:lpstr>微软雅黑</vt:lpstr>
      <vt:lpstr>Arial</vt:lpstr>
      <vt:lpstr>Cambria Math</vt:lpstr>
      <vt:lpstr>Consolas</vt:lpstr>
      <vt:lpstr>Courier New</vt:lpstr>
      <vt:lpstr>Segoe UI Black</vt:lpstr>
      <vt:lpstr>Symbol</vt:lpstr>
      <vt:lpstr>Tahoma</vt:lpstr>
      <vt:lpstr>Times New Roman</vt:lpstr>
      <vt:lpstr>Verdana</vt:lpstr>
      <vt:lpstr>Wingdings</vt:lpstr>
      <vt:lpstr>默认设计模板</vt:lpstr>
      <vt:lpstr>1_默认设计模板</vt:lpstr>
      <vt:lpstr>2_默认设计模板</vt:lpstr>
      <vt:lpstr>Office 主题​​</vt:lpstr>
      <vt:lpstr>1_Office 主题​​</vt:lpstr>
      <vt:lpstr>Visio</vt:lpstr>
      <vt:lpstr>第3章  存 储 系统</vt:lpstr>
      <vt:lpstr>3.1 概述</vt:lpstr>
      <vt:lpstr>花样繁多的存储器</vt:lpstr>
      <vt:lpstr>3.1.1  存储器的分类</vt:lpstr>
      <vt:lpstr>PowerPoint 演示文稿</vt:lpstr>
      <vt:lpstr>PowerPoint 演示文稿</vt:lpstr>
      <vt:lpstr>3.1 概述</vt:lpstr>
      <vt:lpstr>3.1.2  主存储器的性能指标</vt:lpstr>
      <vt:lpstr>3.1 概述</vt:lpstr>
      <vt:lpstr>PowerPoint 演示文稿</vt:lpstr>
      <vt:lpstr>PowerPoint 演示文稿</vt:lpstr>
      <vt:lpstr>3.1 概述</vt:lpstr>
      <vt:lpstr>3.1.4数据的地址与数据的存储顺序</vt:lpstr>
      <vt:lpstr>大端对齐和小端对齐</vt:lpstr>
      <vt:lpstr>举例：int i=0x12345678如何存储？</vt:lpstr>
      <vt:lpstr>第3章  存 储 系统</vt:lpstr>
      <vt:lpstr>3.2 主存储器的内部结构</vt:lpstr>
      <vt:lpstr>3.2.1存储芯片的内部结构</vt:lpstr>
      <vt:lpstr>3.2.1存储芯片的内部结构</vt:lpstr>
      <vt:lpstr>3.地址端和数据端宽度与容量的关系？</vt:lpstr>
      <vt:lpstr>3.2 主存储器的内部结构</vt:lpstr>
      <vt:lpstr>PowerPoint 演示文稿</vt:lpstr>
      <vt:lpstr>PowerPoint 演示文稿</vt:lpstr>
      <vt:lpstr>PowerPoint 演示文稿</vt:lpstr>
      <vt:lpstr>3.2 主存储器的内部结构</vt:lpstr>
      <vt:lpstr>3.2.3主存储器与CPU的连接</vt:lpstr>
      <vt:lpstr>2.举例：</vt:lpstr>
      <vt:lpstr>第3章  存 储 系统</vt:lpstr>
      <vt:lpstr>3.3 随机访问存储器RAM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3.3 随机访问存储器RAM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(2)刷新方式</vt:lpstr>
      <vt:lpstr>(2)刷新方式</vt:lpstr>
      <vt:lpstr>(2)刷新方式</vt:lpstr>
      <vt:lpstr>PowerPoint 演示文稿</vt:lpstr>
      <vt:lpstr>3.4 只读存储器ROM</vt:lpstr>
      <vt:lpstr>3.4.1 掩膜型只读存储器MROM </vt:lpstr>
      <vt:lpstr>3.4.1 掩膜型只读存储器MROM </vt:lpstr>
      <vt:lpstr>3.4 只读存储器ROM</vt:lpstr>
      <vt:lpstr>3.4.2 可编程一次的只读存储器PROM</vt:lpstr>
      <vt:lpstr>3.4.2 可编程一次的只读存储器PROM</vt:lpstr>
      <vt:lpstr>3.4 只读存储器ROM</vt:lpstr>
      <vt:lpstr>3.4.3 紫外线可擦除可编程只读存储器EPROM </vt:lpstr>
      <vt:lpstr>3.4.3 紫外线可擦除可编程只读存储器EPROM </vt:lpstr>
      <vt:lpstr>3.4.3 紫外线可擦除可编程只读存储器EPROM </vt:lpstr>
      <vt:lpstr>3.4 只读存储器ROM</vt:lpstr>
      <vt:lpstr>3.4.4 电可擦除可编程只读存储器EEPROM</vt:lpstr>
      <vt:lpstr>3.4 只读存储器ROM</vt:lpstr>
      <vt:lpstr>3.4.5 闪存Flash</vt:lpstr>
      <vt:lpstr>3.4.5 闪存Flash</vt:lpstr>
      <vt:lpstr>第3章  存 储 系统</vt:lpstr>
      <vt:lpstr>3.5 半导体存储器扩展</vt:lpstr>
      <vt:lpstr>3.5.1 位扩展</vt:lpstr>
      <vt:lpstr>3.5 半导体存储器扩展</vt:lpstr>
      <vt:lpstr>3.5.2 字扩展</vt:lpstr>
      <vt:lpstr>字位综合扩展</vt:lpstr>
      <vt:lpstr>3.5 半导体存储器扩展</vt:lpstr>
      <vt:lpstr>3.5.3 存储器扩展举例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例4.2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第3章  存 储 系统</vt:lpstr>
      <vt:lpstr>为什么需要高速存储器？</vt:lpstr>
      <vt:lpstr>PowerPoint 演示文稿</vt:lpstr>
      <vt:lpstr>EDRAM芯片读取过程（1）</vt:lpstr>
      <vt:lpstr>EDRAM芯片读取过程（2）</vt:lpstr>
      <vt:lpstr>3.6 高速存储器</vt:lpstr>
      <vt:lpstr>3.6.1 双端口存储器</vt:lpstr>
      <vt:lpstr>3.6 高速存储器</vt:lpstr>
      <vt:lpstr>3.6.2单体多字存储器 </vt:lpstr>
      <vt:lpstr>3.6 高速存储器</vt:lpstr>
      <vt:lpstr>PowerPoint 演示文稿</vt:lpstr>
      <vt:lpstr>多体并行存储器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（3）交叉编址顺序访问时可按流水方式存取</vt:lpstr>
      <vt:lpstr>3.6 高速存储器</vt:lpstr>
      <vt:lpstr>3.6.4 相联存储器</vt:lpstr>
      <vt:lpstr>3.6.4 相联存储器</vt:lpstr>
      <vt:lpstr>第3章  存 储 系统</vt:lpstr>
      <vt:lpstr>3.7 高速缓冲存储器</vt:lpstr>
      <vt:lpstr>3.7.1 Cache工作原理</vt:lpstr>
      <vt:lpstr>2.cache基本思想</vt:lpstr>
      <vt:lpstr>数据访问局部性（程序局部性）</vt:lpstr>
      <vt:lpstr>PowerPoint 演示文稿</vt:lpstr>
      <vt:lpstr>PowerPoint 演示文稿</vt:lpstr>
      <vt:lpstr>5.cache关键技术</vt:lpstr>
      <vt:lpstr>PowerPoint 演示文稿</vt:lpstr>
      <vt:lpstr>PowerPoint 演示文稿</vt:lpstr>
      <vt:lpstr>PowerPoint 演示文稿</vt:lpstr>
      <vt:lpstr>PowerPoint 演示文稿</vt:lpstr>
      <vt:lpstr>7. cache 术语</vt:lpstr>
      <vt:lpstr>8.Cache的参数计算</vt:lpstr>
      <vt:lpstr>3.7 高速缓冲存储器</vt:lpstr>
      <vt:lpstr>3.7.2 Cache-主存地址映射</vt:lpstr>
      <vt:lpstr>3.7.2 Cache-主存地址映射</vt:lpstr>
      <vt:lpstr>3.7.2 Cache-主存地址映射</vt:lpstr>
      <vt:lpstr>PowerPoint 演示文稿</vt:lpstr>
      <vt:lpstr>3.7.2 Cache-主存地址映射</vt:lpstr>
      <vt:lpstr>3.7.2 Cache-主存地址映射</vt:lpstr>
      <vt:lpstr>PowerPoint 演示文稿</vt:lpstr>
      <vt:lpstr>PowerPoint 演示文稿</vt:lpstr>
      <vt:lpstr>PowerPoint 演示文稿</vt:lpstr>
      <vt:lpstr>PowerPoint 演示文稿</vt:lpstr>
      <vt:lpstr>3.7.2 Cache-主存地址映射</vt:lpstr>
      <vt:lpstr>PowerPoint 演示文稿</vt:lpstr>
      <vt:lpstr>3.组相联存储器--硬件开销</vt:lpstr>
      <vt:lpstr>3.组相联映射—数据载入过程</vt:lpstr>
      <vt:lpstr>3.组相联--应用场合</vt:lpstr>
      <vt:lpstr>不同映射方式主存地址划分</vt:lpstr>
      <vt:lpstr>例题1</vt:lpstr>
      <vt:lpstr>例1</vt:lpstr>
      <vt:lpstr>例题2</vt:lpstr>
      <vt:lpstr>3.7 高速缓冲存储器</vt:lpstr>
      <vt:lpstr>3.7.3 Cache 替换策略</vt:lpstr>
      <vt:lpstr>1.Cache先进先出替换策略(FIFO)</vt:lpstr>
      <vt:lpstr>先进先出策略下的替换颠簸</vt:lpstr>
      <vt:lpstr>2.Cache最不经常使用算法(LFU)</vt:lpstr>
      <vt:lpstr>3.Cache近期最久未使用算法(LRU)</vt:lpstr>
      <vt:lpstr>LRU算法软件实现</vt:lpstr>
      <vt:lpstr>3.7 高速缓冲存储器</vt:lpstr>
      <vt:lpstr>PowerPoint 演示文稿</vt:lpstr>
      <vt:lpstr>PowerPoint 演示文稿</vt:lpstr>
      <vt:lpstr>3.7 高速缓冲存储器</vt:lpstr>
      <vt:lpstr>3.7.5 MIPS中的高速缓存</vt:lpstr>
    </vt:vector>
  </TitlesOfParts>
  <Company>www.xunchi.com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第４章  存 储 器</dc:title>
  <dc:creator>kanglei</dc:creator>
  <cp:lastModifiedBy>Zhougw</cp:lastModifiedBy>
  <cp:revision>153</cp:revision>
  <dcterms:created xsi:type="dcterms:W3CDTF">2011-08-26T07:56:58Z</dcterms:created>
  <dcterms:modified xsi:type="dcterms:W3CDTF">2021-11-18T14:49:32Z</dcterms:modified>
</cp:coreProperties>
</file>